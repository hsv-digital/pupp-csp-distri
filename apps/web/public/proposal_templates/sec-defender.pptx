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4" r:id="rId4"/>
    <p:sldMasterId id="2147483725" r:id="rId5"/>
    <p:sldMasterId id="2147483727" r:id="rId6"/>
  </p:sldMasterIdLst>
  <p:notesMasterIdLst>
    <p:notesMasterId r:id="rId8"/>
  </p:notesMasterIdLst>
  <p:sldIdLst>
    <p:sldId id="262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3C6DD1"/>
    <a:srgbClr val="EFEBE9"/>
    <a:srgbClr val="866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47C9B-725A-4831-8E90-0522884DC201}" v="5" dt="2025-11-18T18:05:05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22"/>
    <p:restoredTop sz="94635"/>
  </p:normalViewPr>
  <p:slideViewPr>
    <p:cSldViewPr snapToGrid="0">
      <p:cViewPr varScale="1">
        <p:scale>
          <a:sx n="186" d="100"/>
          <a:sy n="186" d="100"/>
        </p:scale>
        <p:origin x="54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02D68-DF9D-4958-BAC8-E14D924B4A8B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BEE83-DAA3-4DC6-AF54-26E621582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5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4.png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5.jpeg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4.wdp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6.wdp"/></Relationships>
</file>

<file path=ppt/slideLayouts/_rels/slideLayout1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74" y="3339761"/>
            <a:ext cx="2913293" cy="29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46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72428" y="4476525"/>
            <a:ext cx="3555873" cy="70634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72428" y="5811519"/>
            <a:ext cx="2856357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790457"/>
            <a:ext cx="5829300" cy="392415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8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2428" y="2104813"/>
            <a:ext cx="7024509" cy="1028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59808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3"/>
            <a:ext cx="7024307" cy="102835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37198" indent="0">
              <a:buNone/>
              <a:defRPr/>
            </a:lvl4pPr>
            <a:lvl5pPr marL="58293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3792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428" y="2104813"/>
            <a:ext cx="332249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3426" y="2104813"/>
            <a:ext cx="332755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034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2428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8197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0352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4344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5464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6463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97195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6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076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05443" indent="-96143">
              <a:defRPr lang="en-US" sz="1148" dirty="0"/>
            </a:lvl2pPr>
            <a:lvl3pPr marL="297537" indent="-88047">
              <a:defRPr lang="en-US" dirty="0"/>
            </a:lvl3pPr>
            <a:lvl4pPr marL="379512" indent="-81975">
              <a:defRPr lang="en-US" dirty="0"/>
            </a:lvl4pPr>
            <a:lvl5pPr marL="466547" indent="-779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5670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5670" y="3496731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8264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18264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475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8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5867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5868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0683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80683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4122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84123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456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427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42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6242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60056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0056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3871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3871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47685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47685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050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4359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6027"/>
            <a:ext cx="2631404" cy="706347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7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8" y="670560"/>
            <a:ext cx="3511617" cy="260841"/>
          </a:xfrm>
        </p:spPr>
        <p:txBody>
          <a:bodyPr tIns="64008"/>
          <a:lstStyle>
            <a:lvl1pPr>
              <a:defRPr sz="1275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88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3875811"/>
            <a:ext cx="2650956" cy="70634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5185459"/>
            <a:ext cx="2653546" cy="215893"/>
          </a:xfrm>
        </p:spPr>
        <p:txBody>
          <a:bodyPr/>
          <a:lstStyle>
            <a:lvl1pPr marL="0" indent="0">
              <a:buNone/>
              <a:defRPr sz="1403">
                <a:latin typeface="+mn-lt"/>
              </a:defRPr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22017" indent="0">
              <a:buNone/>
              <a:defRPr/>
            </a:lvl4pPr>
            <a:lvl5pPr marL="54548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0066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3698"/>
            <a:ext cx="2651968" cy="706347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1472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370282"/>
            <a:ext cx="2653992" cy="549381"/>
          </a:xfrm>
        </p:spPr>
        <p:txBody>
          <a:bodyPr anchor="t"/>
          <a:lstStyle>
            <a:lvl1pPr>
              <a:defRPr sz="1785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8856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5364480"/>
            <a:ext cx="7772400" cy="469392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542723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2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7718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4158234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5459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8202666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97228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23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1518" y="335280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784500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3421799" cy="5096256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79186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77525" y="2970953"/>
            <a:ext cx="3421799" cy="5096256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30922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2215134" cy="5096256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78633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778633" y="2970953"/>
            <a:ext cx="2215134" cy="5096256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5649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184190" y="2970953"/>
            <a:ext cx="2215134" cy="5096256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459209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4"/>
            <a:ext cx="1614716" cy="3714902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636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176366" y="2970954"/>
            <a:ext cx="1614716" cy="3714902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1318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81318" y="2970954"/>
            <a:ext cx="1614716" cy="3714902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6269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784608" y="2970954"/>
            <a:ext cx="1614716" cy="3714902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8432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823201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3864826" cy="411723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0649" y="7823200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907574" y="3352800"/>
            <a:ext cx="3864826" cy="411723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44124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0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2564892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6829" y="7039134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603754" y="3352800"/>
            <a:ext cx="2564892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80583" y="7039135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207508" y="3352800"/>
            <a:ext cx="2564892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3454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912010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26538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953463" y="3352800"/>
            <a:ext cx="1912010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80002" y="7039135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06927" y="3352800"/>
            <a:ext cx="1912010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465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60390" y="3352800"/>
            <a:ext cx="1912010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98398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538" y="7040881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521447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49276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562738" y="3352800"/>
            <a:ext cx="1521447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12014" y="7039135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125477" y="3352800"/>
            <a:ext cx="1521447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4752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4688215" y="3352800"/>
            <a:ext cx="1521447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37490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6250953" y="3352800"/>
            <a:ext cx="1521447" cy="33528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8402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5307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1299165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9165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148794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8794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998423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98423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783615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7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223122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23122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073816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3816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5924511" y="3352800"/>
            <a:ext cx="1474813" cy="3393034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24511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2371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8" y="3352800"/>
            <a:ext cx="1107567" cy="2548128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1852260" y="3352800"/>
            <a:ext cx="1107567" cy="254812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52260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3332417" y="3352800"/>
            <a:ext cx="1107567" cy="254812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2417" y="6211995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4811925" y="3352800"/>
            <a:ext cx="1107567" cy="254812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11925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6291757" y="3352800"/>
            <a:ext cx="1107567" cy="2548128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757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5148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387725"/>
            <a:ext cx="2028542" cy="353174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387725"/>
            <a:ext cx="4623971" cy="274691"/>
          </a:xfrm>
        </p:spPr>
        <p:txBody>
          <a:bodyPr anchor="t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03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850285"/>
            <a:ext cx="2028542" cy="35317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0454" y="4889526"/>
            <a:ext cx="4250531" cy="274691"/>
          </a:xfrm>
        </p:spPr>
        <p:txBody>
          <a:bodyPr anchor="ctr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777014" y="3781214"/>
            <a:ext cx="0" cy="2495973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76030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107142"/>
            <a:ext cx="7772400" cy="7951258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07143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17" y="3078988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928" indent="0">
              <a:buNone/>
              <a:tabLst>
                <a:tab pos="219611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687" indent="0">
              <a:buNone/>
              <a:tabLst>
                <a:tab pos="363320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284" indent="0">
              <a:buNone/>
              <a:tabLst>
                <a:tab pos="510064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70011" indent="0">
              <a:buNone/>
              <a:tabLst>
                <a:tab pos="655796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12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823" y="1804999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4146469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46469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512045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758173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196051"/>
            <a:ext cx="7024307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96874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859" y="7328207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21477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670561"/>
            <a:ext cx="2576065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5465" y="1962604"/>
            <a:ext cx="2575618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318815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2499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97963" y="1040141"/>
            <a:ext cx="3698750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46527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9413" y="670561"/>
            <a:ext cx="2569911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427" y="1035483"/>
            <a:ext cx="3710107" cy="235449"/>
          </a:xfrm>
        </p:spPr>
        <p:txBody>
          <a:bodyPr/>
          <a:lstStyle>
            <a:lvl1pPr marL="0" indent="0">
              <a:buNone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29413" y="1960457"/>
            <a:ext cx="2571572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074225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3963924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3963924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6064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5829300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2712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4255389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092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8658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066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35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8" y="859156"/>
            <a:ext cx="870981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12759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8751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3004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EA2940-0BC3-26FF-E029-024ACDAC8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3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17380" y="0"/>
            <a:ext cx="655502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123030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73" r="3273"/>
          <a:stretch/>
        </p:blipFill>
        <p:spPr>
          <a:xfrm>
            <a:off x="1643701" y="0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929574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23" t="12613" r="39384" b="6779"/>
          <a:stretch/>
        </p:blipFill>
        <p:spPr>
          <a:xfrm>
            <a:off x="1643701" y="-18857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4261242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sitting at a table looking at a computer&#10;&#10;Description automatically generated">
            <a:extLst>
              <a:ext uri="{FF2B5EF4-FFF2-40B4-BE49-F238E27FC236}">
                <a16:creationId xmlns:a16="http://schemas.microsoft.com/office/drawing/2014/main" id="{5A6A6047-942D-C4D9-2F35-FF615ECDC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4856"/>
          <a:stretch/>
        </p:blipFill>
        <p:spPr>
          <a:xfrm>
            <a:off x="2193042" y="-1"/>
            <a:ext cx="5579358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124330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0" indent="0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042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118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2" name="Picture Placeholder 10" descr="A person sitting on a couch using a computer&#10;&#10;Description automatically generated">
            <a:extLst>
              <a:ext uri="{FF2B5EF4-FFF2-40B4-BE49-F238E27FC236}">
                <a16:creationId xmlns:a16="http://schemas.microsoft.com/office/drawing/2014/main" id="{FC9630D6-2093-4A30-D4E0-937D24073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3295" y="1"/>
            <a:ext cx="4569105" cy="9812245"/>
          </a:xfrm>
          <a:custGeom>
            <a:avLst/>
            <a:gdLst>
              <a:gd name="connsiteX0" fmla="*/ 0 w 7167224"/>
              <a:gd name="connsiteY0" fmla="*/ 0 h 6858000"/>
              <a:gd name="connsiteX1" fmla="*/ 7167224 w 7167224"/>
              <a:gd name="connsiteY1" fmla="*/ 0 h 6858000"/>
              <a:gd name="connsiteX2" fmla="*/ 7167224 w 7167224"/>
              <a:gd name="connsiteY2" fmla="*/ 6858000 h 6858000"/>
              <a:gd name="connsiteX3" fmla="*/ 4685072 w 7167224"/>
              <a:gd name="connsiteY3" fmla="*/ 6858000 h 6858000"/>
              <a:gd name="connsiteX4" fmla="*/ 4664236 w 7167224"/>
              <a:gd name="connsiteY4" fmla="*/ 6583993 h 6858000"/>
              <a:gd name="connsiteX5" fmla="*/ 58369 w 7167224"/>
              <a:gd name="connsiteY5" fmla="*/ 263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7224" h="6858000">
                <a:moveTo>
                  <a:pt x="0" y="0"/>
                </a:moveTo>
                <a:lnTo>
                  <a:pt x="7167224" y="0"/>
                </a:lnTo>
                <a:lnTo>
                  <a:pt x="7167224" y="6858000"/>
                </a:lnTo>
                <a:lnTo>
                  <a:pt x="4685072" y="6858000"/>
                </a:lnTo>
                <a:lnTo>
                  <a:pt x="4664236" y="6583993"/>
                </a:lnTo>
                <a:cubicBezTo>
                  <a:pt x="4370084" y="3687525"/>
                  <a:pt x="2569527" y="1236388"/>
                  <a:pt x="58369" y="26388"/>
                </a:cubicBezTo>
                <a:close/>
              </a:path>
            </a:pathLst>
          </a:custGeom>
          <a:effectLst>
            <a:outerShdw blurRad="101600" dist="38100" dir="10800000" algn="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954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Placeholder 12" descr="Smiling woman using laptop">
            <a:extLst>
              <a:ext uri="{FF2B5EF4-FFF2-40B4-BE49-F238E27FC236}">
                <a16:creationId xmlns:a16="http://schemas.microsoft.com/office/drawing/2014/main" id="{A2DBEBFD-A42A-83EF-20FD-B4DEA689B7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6200" y="1"/>
            <a:ext cx="3886200" cy="9816252"/>
          </a:xfrm>
          <a:custGeom>
            <a:avLst/>
            <a:gdLst>
              <a:gd name="connsiteX0" fmla="*/ 0 w 6096000"/>
              <a:gd name="connsiteY0" fmla="*/ 0 h 6692899"/>
              <a:gd name="connsiteX1" fmla="*/ 6096000 w 6096000"/>
              <a:gd name="connsiteY1" fmla="*/ 0 h 6692899"/>
              <a:gd name="connsiteX2" fmla="*/ 6096000 w 6096000"/>
              <a:gd name="connsiteY2" fmla="*/ 6692899 h 6692899"/>
              <a:gd name="connsiteX3" fmla="*/ 1181405 w 6096000"/>
              <a:gd name="connsiteY3" fmla="*/ 6692899 h 6692899"/>
              <a:gd name="connsiteX4" fmla="*/ 0 w 6096000"/>
              <a:gd name="connsiteY4" fmla="*/ 5511494 h 6692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692899">
                <a:moveTo>
                  <a:pt x="0" y="0"/>
                </a:moveTo>
                <a:lnTo>
                  <a:pt x="6096000" y="0"/>
                </a:lnTo>
                <a:lnTo>
                  <a:pt x="6096000" y="6692899"/>
                </a:lnTo>
                <a:lnTo>
                  <a:pt x="1181405" y="6692899"/>
                </a:lnTo>
                <a:cubicBezTo>
                  <a:pt x="528933" y="6692899"/>
                  <a:pt x="0" y="6163966"/>
                  <a:pt x="0" y="5511494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732186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71794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628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402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074330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blonde hair and a white shirt&#10;&#10;Description automatically generated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6076456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32005092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25758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nerna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8904D2-33E0-3461-BD3C-159853CA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D53EC2-149B-8491-E5CC-F6AA28319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1107" y="-1"/>
            <a:ext cx="4451293" cy="10058401"/>
          </a:xfrm>
          <a:custGeom>
            <a:avLst/>
            <a:gdLst>
              <a:gd name="connsiteX0" fmla="*/ 0 w 7122432"/>
              <a:gd name="connsiteY0" fmla="*/ 3497262 h 6994526"/>
              <a:gd name="connsiteX1" fmla="*/ 1 w 7122432"/>
              <a:gd name="connsiteY1" fmla="*/ 3497263 h 6994526"/>
              <a:gd name="connsiteX2" fmla="*/ 0 w 7122432"/>
              <a:gd name="connsiteY2" fmla="*/ 3497263 h 6994526"/>
              <a:gd name="connsiteX3" fmla="*/ 3497263 w 7122432"/>
              <a:gd name="connsiteY3" fmla="*/ 0 h 6994526"/>
              <a:gd name="connsiteX4" fmla="*/ 7122432 w 7122432"/>
              <a:gd name="connsiteY4" fmla="*/ 0 h 6994526"/>
              <a:gd name="connsiteX5" fmla="*/ 7122432 w 7122432"/>
              <a:gd name="connsiteY5" fmla="*/ 6994526 h 6994526"/>
              <a:gd name="connsiteX6" fmla="*/ 3497263 w 7122432"/>
              <a:gd name="connsiteY6" fmla="*/ 6994525 h 6994526"/>
              <a:gd name="connsiteX7" fmla="*/ 18056 w 7122432"/>
              <a:gd name="connsiteY7" fmla="*/ 3854837 h 6994526"/>
              <a:gd name="connsiteX8" fmla="*/ 1 w 7122432"/>
              <a:gd name="connsiteY8" fmla="*/ 3497263 h 6994526"/>
              <a:gd name="connsiteX9" fmla="*/ 18056 w 7122432"/>
              <a:gd name="connsiteY9" fmla="*/ 3139688 h 6994526"/>
              <a:gd name="connsiteX10" fmla="*/ 3497263 w 7122432"/>
              <a:gd name="connsiteY10" fmla="*/ 0 h 699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432" h="6994526">
                <a:moveTo>
                  <a:pt x="0" y="3497262"/>
                </a:moveTo>
                <a:lnTo>
                  <a:pt x="1" y="3497263"/>
                </a:lnTo>
                <a:lnTo>
                  <a:pt x="0" y="3497263"/>
                </a:lnTo>
                <a:close/>
                <a:moveTo>
                  <a:pt x="3497263" y="0"/>
                </a:moveTo>
                <a:lnTo>
                  <a:pt x="7122432" y="0"/>
                </a:lnTo>
                <a:lnTo>
                  <a:pt x="7122432" y="6994526"/>
                </a:lnTo>
                <a:lnTo>
                  <a:pt x="3497263" y="6994525"/>
                </a:lnTo>
                <a:cubicBezTo>
                  <a:pt x="1686496" y="6994525"/>
                  <a:pt x="197151" y="5618353"/>
                  <a:pt x="18056" y="3854837"/>
                </a:cubicBezTo>
                <a:lnTo>
                  <a:pt x="1" y="3497263"/>
                </a:lnTo>
                <a:lnTo>
                  <a:pt x="18056" y="3139688"/>
                </a:lnTo>
                <a:cubicBezTo>
                  <a:pt x="197151" y="1376172"/>
                  <a:pt x="1686496" y="0"/>
                  <a:pt x="3497263" y="0"/>
                </a:cubicBez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2011680" rIns="0" bIns="0" rtlCol="0" anchor="t" anchorCtr="0">
            <a:noAutofit/>
          </a:bodyPr>
          <a:lstStyle>
            <a:lvl1pPr>
              <a:defRPr lang="en-US" sz="1020" b="1">
                <a:latin typeface="+mn-lt"/>
                <a:cs typeface="Segoe UI" panose="020B0502040204020203" pitchFamily="34" charset="0"/>
              </a:defRPr>
            </a:lvl1pPr>
          </a:lstStyle>
          <a:p>
            <a:pPr marL="0" marR="0" lvl="0" indent="0" algn="ctr" defTabSz="594623" rtl="0" eaLnBrk="1" fontAlgn="auto" latinLnBrk="0" hangingPunct="1">
              <a:lnSpc>
                <a:spcPct val="100000"/>
              </a:lnSpc>
              <a:spcBef>
                <a:spcPts val="1148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9E955A-D68E-FC9C-6BF1-3CF59CB46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accent2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70DCD0C-F263-40A0-B5EC-0435B7745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923100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402788" indent="-402788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11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7FA841F1-8E81-2937-76CC-2118FF3FC4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CCB3F9-433B-EA43-176B-A9B99587601E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FBEF05-44CE-10D3-01F5-40B6347F4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155565776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08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0D0933-331C-20E6-8B54-189E355842BD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9D89FB-9578-9875-2B29-70D7CE5F7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BE598B-F121-F2AE-9B69-D8971CDF6C99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1769534"/>
            <a:ext cx="6505337" cy="396968"/>
          </a:xfrm>
        </p:spPr>
        <p:txBody>
          <a:bodyPr/>
          <a:lstStyle>
            <a:lvl1pPr>
              <a:defRPr sz="893">
                <a:latin typeface="+mn-lt"/>
              </a:defRPr>
            </a:lvl1pPr>
            <a:lvl2pPr>
              <a:defRPr sz="102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9CF6A1-2A54-EAFF-779A-CAFDF3C03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3537847"/>
            <a:ext cx="7028557" cy="935064"/>
          </a:xfrm>
        </p:spPr>
        <p:txBody>
          <a:bodyPr/>
          <a:lstStyle>
            <a:lvl1pPr>
              <a:defRPr sz="1020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0DB0521-F5C1-19DD-E8E1-A51202BCE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59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0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9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ribbon&#10;&#10;Description automatically generated">
            <a:extLst>
              <a:ext uri="{FF2B5EF4-FFF2-40B4-BE49-F238E27FC236}">
                <a16:creationId xmlns:a16="http://schemas.microsoft.com/office/drawing/2014/main" id="{2D01368F-CBC2-3A98-51E0-572AB4513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923E10-A0DD-9107-F976-70EDBED7C272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12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64BF0F-965B-5914-4627-2C9273E020F2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0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653728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C7A637-9C83-8E2C-B673-0817ED3CE231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4B2161EF-6401-91A8-EFC2-CEF94AC79E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542778-2116-B763-7B8E-64EDCA14B275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34556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EF4037-A609-A9B8-078B-CE087FCC2FB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CB1914C-784C-0230-3C4C-01B077CCF6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938F55-19E6-E840-1084-01B2A085047D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22C0CB-7CA6-6339-77AF-EA5B1984F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5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25B0F14-1D8E-05BE-E630-B3456823C54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EA2969-34DD-DAA8-1D7E-246D83F086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D292-DED9-217C-A2C7-706F1148EA1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93345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979E47-BD7E-F57A-4D56-BEEC52979CA6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AFCF619-AC26-2E4C-2904-F86EAFD2B3C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D6185B-31C8-DCA6-A9FA-7806DF771DD8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BDF8D8-0F08-FD6F-E5FE-7EE6DC72B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7A979B28-27F8-3F49-0EE7-BF83B79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9215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17640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DF0EE6-10BF-3375-600E-D7D82456A675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5594B1F8-FC13-CF06-C949-7E92A50B16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218ED4-3869-4937-C6A4-76DB2C1B9A43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23E98592-EE2D-456F-76E2-F8BED7A0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6961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half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553260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799822"/>
            <a:ext cx="3555410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97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48072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80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3505344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993112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>
          <a:xfrm>
            <a:off x="375017" y="749450"/>
            <a:ext cx="7024307" cy="274691"/>
          </a:xfrm>
        </p:spPr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64632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94040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68680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AD58F4-D255-D330-4E5D-A82F308095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68816" cy="985350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36FB7E5-87C4-6FBF-8057-6A49387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694" y="692912"/>
            <a:ext cx="3491845" cy="824200"/>
          </a:xfrm>
        </p:spPr>
        <p:txBody>
          <a:bodyPr/>
          <a:lstStyle>
            <a:lvl1pPr>
              <a:defRPr sz="26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07EF33-243D-F899-378F-5B2E5E1462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27693" y="2402840"/>
            <a:ext cx="3494544" cy="954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BA23A4-F1C1-BC53-6BDE-D0642CBC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163" y="9300413"/>
            <a:ext cx="3119045" cy="361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82930">
              <a:defRPr/>
            </a:pPr>
            <a:r>
              <a:rPr lang="en-US" sz="638">
                <a:solidFill>
                  <a:prstClr val="white"/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AF72F4-0DE1-2DD9-3037-A847E28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47496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1AA36030-2EFC-F7BC-0E57-DEE9AF686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242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4D8E68CF-84CA-B8E7-9A71-0C8D0C00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2151404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!!Rectangle: Rounded Corners 5">
            <a:extLst>
              <a:ext uri="{FF2B5EF4-FFF2-40B4-BE49-F238E27FC236}">
                <a16:creationId xmlns:a16="http://schemas.microsoft.com/office/drawing/2014/main" id="{32B064D2-AE97-A947-10A8-DC12852C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930379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!!Rectangle: Rounded Corners 5">
            <a:extLst>
              <a:ext uri="{FF2B5EF4-FFF2-40B4-BE49-F238E27FC236}">
                <a16:creationId xmlns:a16="http://schemas.microsoft.com/office/drawing/2014/main" id="{29460811-B3CD-4FC2-8523-33502A66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709356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1F64DC-A7DF-105D-5C8E-9AC3F7AAA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48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C23470F8-9AB1-6470-3C40-61250E2D0A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0459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8B355D2-EC24-5978-F34B-2CF4EA1536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69434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925EE363-54E2-1AC9-B00B-AC5B2D03E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8411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4C1742-A0D1-F02B-7F27-A5BAE99AC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0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829F7D7-0C89-EAB3-BD65-9B7FFD20E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78385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9F0A84-B0CA-FA9E-4A54-B7483EC385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57361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47C8B0A-158E-87F6-0048-38FB0DD877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36337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A4D0286E-7ACD-709F-792D-38E7E5575F03}"/>
              </a:ext>
            </a:extLst>
          </p:cNvPr>
          <p:cNvSpPr/>
          <p:nvPr userDrawn="1"/>
        </p:nvSpPr>
        <p:spPr bwMode="auto">
          <a:xfrm rot="5400000" flipH="1">
            <a:off x="117677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A497D684-C702-7F2D-5874-A7A95E0D6BB4}"/>
              </a:ext>
            </a:extLst>
          </p:cNvPr>
          <p:cNvSpPr/>
          <p:nvPr userDrawn="1"/>
        </p:nvSpPr>
        <p:spPr bwMode="auto">
          <a:xfrm rot="5400000" flipH="1">
            <a:off x="29591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7C271D0-1620-837F-239A-A0673A7506AB}"/>
              </a:ext>
            </a:extLst>
          </p:cNvPr>
          <p:cNvSpPr/>
          <p:nvPr userDrawn="1"/>
        </p:nvSpPr>
        <p:spPr bwMode="auto">
          <a:xfrm rot="5400000" flipH="1">
            <a:off x="4741546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77EA4304-1259-82AF-9FCC-C49DE1BBA8F5}"/>
              </a:ext>
            </a:extLst>
          </p:cNvPr>
          <p:cNvSpPr/>
          <p:nvPr userDrawn="1"/>
        </p:nvSpPr>
        <p:spPr bwMode="auto">
          <a:xfrm rot="5400000" flipH="1">
            <a:off x="652393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02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6E7D73A1-CC68-CDD9-3A42-BC2E968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2253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!!Rectangle: Rounded Corners 5">
            <a:extLst>
              <a:ext uri="{FF2B5EF4-FFF2-40B4-BE49-F238E27FC236}">
                <a16:creationId xmlns:a16="http://schemas.microsoft.com/office/drawing/2014/main" id="{B17704B4-7BAA-2073-EFE5-D29CD8A1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51665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E5ACD919-D680-CEB8-159B-C634EE07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280792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A8695A8-BF42-A059-EC59-A0D9F6009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159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141EA98-B316-2F10-F358-D11A31DC50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90720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95B9D1D-5182-52C9-08B5-2FAB160717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19847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4A8E37E-FC06-5AB5-5DAD-300CFC5E9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951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8AAD40C-9609-F1AB-1FD2-020941D493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8646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A4D71A4-2023-1C8F-11AC-90B25526F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7774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C27D28B-030E-A19C-00FC-C40703AA4F09}"/>
              </a:ext>
            </a:extLst>
          </p:cNvPr>
          <p:cNvSpPr/>
          <p:nvPr userDrawn="1"/>
        </p:nvSpPr>
        <p:spPr bwMode="auto">
          <a:xfrm rot="5400000" flipH="1">
            <a:off x="162688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9175E04D-460A-1047-315E-813094F0AEFA}"/>
              </a:ext>
            </a:extLst>
          </p:cNvPr>
          <p:cNvSpPr/>
          <p:nvPr userDrawn="1"/>
        </p:nvSpPr>
        <p:spPr bwMode="auto">
          <a:xfrm rot="5400000" flipH="1">
            <a:off x="3859420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4909B20-1614-F54F-D68D-8D4B92F1C149}"/>
              </a:ext>
            </a:extLst>
          </p:cNvPr>
          <p:cNvSpPr/>
          <p:nvPr userDrawn="1"/>
        </p:nvSpPr>
        <p:spPr bwMode="auto">
          <a:xfrm rot="5400000" flipH="1">
            <a:off x="60919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290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11" name="Picture 10" descr="A close up of a glass object&#10;&#10;Description automatically generated">
            <a:extLst>
              <a:ext uri="{FF2B5EF4-FFF2-40B4-BE49-F238E27FC236}">
                <a16:creationId xmlns:a16="http://schemas.microsoft.com/office/drawing/2014/main" id="{25A20842-B0F3-33B4-B5FB-75ED20351C4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B3C7CA-FBC1-2F83-BBAD-4410888E8606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92146-89FF-D4E4-AE53-15DF889C9CBA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40D7A70-23D2-BE33-369E-E877BE321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ctr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705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367877"/>
            <a:ext cx="6703695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2509944"/>
            <a:ext cx="6703695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2888" y="9155007"/>
            <a:ext cx="1748790" cy="535517"/>
          </a:xfrm>
          <a:prstGeom prst="rect">
            <a:avLst/>
          </a:prstGeom>
        </p:spPr>
        <p:txBody>
          <a:bodyPr/>
          <a:lstStyle/>
          <a:p>
            <a:pPr defTabSz="582930">
              <a:defRPr/>
            </a:pPr>
            <a:endParaRPr lang="en-US" sz="1148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3143" y="9155007"/>
            <a:ext cx="2623185" cy="535517"/>
          </a:xfrm>
        </p:spPr>
        <p:txBody>
          <a:bodyPr/>
          <a:lstStyle/>
          <a:p>
            <a:pPr defTabSz="582930">
              <a:defRPr/>
            </a:pPr>
            <a:r>
              <a:rPr lang="en-US" sz="638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97793" y="9155007"/>
            <a:ext cx="1748790" cy="535517"/>
          </a:xfrm>
        </p:spPr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971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542229-5950-782A-DC44-AA56DDDD77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3701" y="4489116"/>
            <a:ext cx="2653546" cy="313932"/>
          </a:xfrm>
        </p:spPr>
        <p:txBody>
          <a:bodyPr/>
          <a:lstStyle/>
          <a:p>
            <a:r>
              <a:rPr lang="en-US" sz="204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522062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AC871D7A-C89B-F090-4E20-507E04C5B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06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9642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on softe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BB0A4-0465-8375-17C6-6AC6C5A8B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2173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ed text layou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Highlighted text layout blue</a:t>
            </a:r>
          </a:p>
        </p:txBody>
      </p:sp>
    </p:spTree>
    <p:extLst>
      <p:ext uri="{BB962C8B-B14F-4D97-AF65-F5344CB8AC3E}">
        <p14:creationId xmlns:p14="http://schemas.microsoft.com/office/powerpoint/2010/main" val="151680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65951"/>
            <a:ext cx="5829300" cy="31784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95" b="0" kern="1200" cap="none" spc="-32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19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2348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E4EAFBEA-2574-08F5-7DC9-59F584D2A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3305C83-1C45-7907-6FE5-D4BCFB3E8276}"/>
              </a:ext>
            </a:extLst>
          </p:cNvPr>
          <p:cNvSpPr/>
          <p:nvPr userDrawn="1"/>
        </p:nvSpPr>
        <p:spPr bwMode="auto">
          <a:xfrm rot="5400000">
            <a:off x="289096" y="3613190"/>
            <a:ext cx="2421464" cy="299966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01F92-A51A-5A32-7363-3D4F5A4EE877}"/>
              </a:ext>
            </a:extLst>
          </p:cNvPr>
          <p:cNvSpPr/>
          <p:nvPr userDrawn="1"/>
        </p:nvSpPr>
        <p:spPr bwMode="auto">
          <a:xfrm>
            <a:off x="3598783" y="0"/>
            <a:ext cx="4173617" cy="100584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6586" rtlCol="0" anchor="ctr"/>
          <a:lstStyle/>
          <a:p>
            <a:pPr algn="ctr" defTabSz="582930"/>
            <a:endParaRPr lang="en-US" sz="765" err="1">
              <a:solidFill>
                <a:prstClr val="white"/>
              </a:solidFill>
              <a:latin typeface="Segoe Sans Display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A9A13-CFF1-D36F-13A3-967874123A78}"/>
              </a:ext>
            </a:extLst>
          </p:cNvPr>
          <p:cNvSpPr txBox="1"/>
          <p:nvPr userDrawn="1"/>
        </p:nvSpPr>
        <p:spPr>
          <a:xfrm>
            <a:off x="366445" y="4634929"/>
            <a:ext cx="1592486" cy="22974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defTabSz="582930">
              <a:defRPr/>
            </a:pPr>
            <a:r>
              <a:rPr lang="en-US" sz="893">
                <a:latin typeface="+mj-lt"/>
              </a:rPr>
              <a:t>Microsoft 365 Copilot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4975504"/>
            <a:ext cx="1992458" cy="274691"/>
          </a:xfrm>
        </p:spPr>
        <p:txBody>
          <a:bodyPr anchor="t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3062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pos="561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3+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158157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3911262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1280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6" name="Picture 5" descr="A close up of a glass object&#10;&#10;Description automatically generated">
            <a:extLst>
              <a:ext uri="{FF2B5EF4-FFF2-40B4-BE49-F238E27FC236}">
                <a16:creationId xmlns:a16="http://schemas.microsoft.com/office/drawing/2014/main" id="{721E07E1-FDEA-E098-17EA-259DC8625F11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4E1BCB-6588-0B8E-9627-FD6B4D7A00A4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4E2A7-BED1-DAE7-84FF-B449A467D5CB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89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1-2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557056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4310160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3771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325558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/>
        </p:blipFill>
        <p:spPr>
          <a:xfrm>
            <a:off x="3011805" y="0"/>
            <a:ext cx="4760595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363582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 gradient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 r="61250"/>
          <a:stretch/>
        </p:blipFill>
        <p:spPr>
          <a:xfrm>
            <a:off x="1" y="0"/>
            <a:ext cx="3011805" cy="9816253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754510"/>
            <a:ext cx="2325558" cy="549381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916D0-3271-3180-703D-A618916FD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281" y="4473695"/>
            <a:ext cx="3841792" cy="1111010"/>
          </a:xfrm>
        </p:spPr>
        <p:txBody>
          <a:bodyPr anchor="ctr" anchorCtr="0"/>
          <a:lstStyle>
            <a:lvl2pPr>
              <a:spcBef>
                <a:spcPts val="1148"/>
              </a:spcBef>
              <a:defRPr sz="1020"/>
            </a:lvl2pPr>
            <a:lvl3pPr>
              <a:spcBef>
                <a:spcPts val="765"/>
              </a:spcBef>
              <a:defRPr sz="1020"/>
            </a:lvl3pPr>
            <a:lvl4pPr>
              <a:defRPr sz="1020"/>
            </a:lvl4pPr>
            <a:lvl5pPr>
              <a:defRPr sz="10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94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302472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895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 lines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889439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234361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984972"/>
            <a:ext cx="3234361" cy="221599"/>
          </a:xfrm>
        </p:spPr>
        <p:txBody>
          <a:bodyPr tIns="64008"/>
          <a:lstStyle>
            <a:lvl1pPr>
              <a:defRPr sz="102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961640"/>
            <a:ext cx="3234362" cy="58394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838006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quare Photo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EF5A5C43-7C76-6807-9619-2045D4156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12F5D-DBC1-8921-28A4-A564E69C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2684747" cy="549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F682AC5-612F-0EE5-4FDA-A422726F1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427" y="2605153"/>
            <a:ext cx="2678765" cy="954749"/>
          </a:xfrm>
        </p:spPr>
        <p:txBody>
          <a:bodyPr/>
          <a:lstStyle>
            <a:lvl1pPr>
              <a:defRPr sz="1148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78160" y="0"/>
            <a:ext cx="4394240" cy="9816253"/>
          </a:xfr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algn="ctr">
              <a:defRPr lang="en-US" sz="893" b="1"/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7D68E-0E2A-B050-66EC-FBEC3EA140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266890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>
          <p15:clr>
            <a:srgbClr val="A4A3A4"/>
          </p15:clr>
        </p15:guide>
        <p15:guide id="19" pos="334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227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149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5D25-8D93-1882-B375-8C6D3010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24001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Bar Window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ibbon&#10;&#10;Description automatically generated">
            <a:extLst>
              <a:ext uri="{FF2B5EF4-FFF2-40B4-BE49-F238E27FC236}">
                <a16:creationId xmlns:a16="http://schemas.microsoft.com/office/drawing/2014/main" id="{7D58299E-9AC2-FCD6-ED21-D29674FD1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886200" cy="10058400"/>
          </a:xfrm>
          <a:prstGeom prst="rect">
            <a:avLst/>
          </a:prstGeom>
        </p:spPr>
      </p:pic>
      <p:pic>
        <p:nvPicPr>
          <p:cNvPr id="10" name="Background blur crop" descr="A close-up of a ribbon&#10;&#10;Description automatically generated">
            <a:extLst>
              <a:ext uri="{FF2B5EF4-FFF2-40B4-BE49-F238E27FC236}">
                <a16:creationId xmlns:a16="http://schemas.microsoft.com/office/drawing/2014/main" id="{735CCDD1-6D25-F844-4FE0-E4D2BFE30A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05" y="3548380"/>
            <a:ext cx="3123129" cy="2961640"/>
          </a:xfrm>
          <a:prstGeom prst="roundRect">
            <a:avLst>
              <a:gd name="adj" fmla="val 84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E7281-C62E-0DB0-56E2-6CFEC213AC04}"/>
              </a:ext>
            </a:extLst>
          </p:cNvPr>
          <p:cNvSpPr/>
          <p:nvPr userDrawn="1"/>
        </p:nvSpPr>
        <p:spPr>
          <a:xfrm>
            <a:off x="315754" y="3371427"/>
            <a:ext cx="3333632" cy="3312863"/>
          </a:xfrm>
          <a:prstGeom prst="roundRect">
            <a:avLst>
              <a:gd name="adj" fmla="val 8434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4155-66BC-DAC5-5E10-46E1D44CF3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137BAB-C03C-A736-8E50-9B7D49E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71" y="4559696"/>
            <a:ext cx="2995613" cy="939014"/>
          </a:xfrm>
          <a:prstGeom prst="roundRect">
            <a:avLst>
              <a:gd name="adj" fmla="val 15039"/>
            </a:avLst>
          </a:prstGeom>
          <a:solidFill>
            <a:schemeClr val="bg1"/>
          </a:solidFill>
        </p:spPr>
        <p:txBody>
          <a:bodyPr lIns="182880" tIns="182880" rIns="182880" bIns="182880" anchor="ctr" anchorCtr="0"/>
          <a:lstStyle>
            <a:lvl1pPr>
              <a:lnSpc>
                <a:spcPct val="90000"/>
              </a:lnSpc>
              <a:defRPr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96000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13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D37B89-BBEE-1D6D-0CB4-2887DAE55BF8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022A6913-32FA-3175-2B8B-B7DFEEB209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35B21F-3F76-3A2A-3F90-8BF863B82BC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0173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9509" y="4870256"/>
            <a:ext cx="3691163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32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3"/>
            <a:ext cx="6703695" cy="274691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8722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8A8B-7381-2287-CF94-E2B0F2018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2"/>
            <a:ext cx="6703695" cy="274691"/>
          </a:xfrm>
        </p:spPr>
        <p:txBody>
          <a:bodyPr lIns="0" tIns="0" rIns="0" bIns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411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77DBA8-8C7E-FD96-362D-3ED0D33369A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3" name="Picture 2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83EB57F5-A352-975C-9B11-90D5F4E7A1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2A6CC-1176-D894-9ACE-8C8D2DF94B5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775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B86C3-3070-C5B9-78CF-8959A6F5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2737558" y="0"/>
            <a:ext cx="5034842" cy="10058400"/>
          </a:xfrm>
          <a:prstGeom prst="rect">
            <a:avLst/>
          </a:prstGeom>
          <a:solidFill>
            <a:srgbClr val="5D5B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3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030045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7558" y="0"/>
            <a:ext cx="5034842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52905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2871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31768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732" y="746763"/>
            <a:ext cx="3699987" cy="274691"/>
          </a:xfrm>
        </p:spPr>
        <p:txBody>
          <a:bodyPr/>
          <a:lstStyle>
            <a:lvl1pPr>
              <a:defRPr sz="1785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97141" y="2105396"/>
            <a:ext cx="3699987" cy="903517"/>
          </a:xfrm>
        </p:spPr>
        <p:txBody>
          <a:bodyPr/>
          <a:lstStyle>
            <a:lvl1pPr>
              <a:defRPr sz="1275">
                <a:solidFill>
                  <a:srgbClr val="000000"/>
                </a:solidFill>
                <a:latin typeface="+mn-lt"/>
              </a:defRPr>
            </a:lvl1pPr>
            <a:lvl2pPr>
              <a:defRPr sz="1020">
                <a:solidFill>
                  <a:srgbClr val="000000"/>
                </a:solidFill>
              </a:defRPr>
            </a:lvl2pPr>
            <a:lvl3pPr>
              <a:defRPr sz="893">
                <a:solidFill>
                  <a:srgbClr val="000000"/>
                </a:solidFill>
              </a:defRPr>
            </a:lvl3pPr>
            <a:lvl4pPr>
              <a:defRPr sz="765">
                <a:solidFill>
                  <a:srgbClr val="000000"/>
                </a:solidFill>
              </a:defRPr>
            </a:lvl4pPr>
            <a:lvl5pPr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5656356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2352282"/>
            <a:ext cx="7379153" cy="592860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047838"/>
            <a:ext cx="2028542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047838"/>
            <a:ext cx="4623971" cy="5165135"/>
          </a:xfrm>
        </p:spPr>
        <p:txBody>
          <a:bodyPr anchor="t">
            <a:noAutofit/>
          </a:bodyPr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360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itle 15">
            <a:extLst>
              <a:ext uri="{FF2B5EF4-FFF2-40B4-BE49-F238E27FC236}">
                <a16:creationId xmlns:a16="http://schemas.microsoft.com/office/drawing/2014/main" id="{8B6C65E9-0C68-FA0C-B271-01384C3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" y="5044094"/>
            <a:ext cx="4232141" cy="392415"/>
          </a:xfrm>
        </p:spPr>
        <p:txBody>
          <a:bodyPr anchor="b" anchorCtr="0"/>
          <a:lstStyle>
            <a:lvl1pPr>
              <a:defRPr kumimoji="0" lang="en-US" sz="2550" b="0" i="0" u="none" strike="noStrike" kern="1200" cap="none" spc="-32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3FBF97E-9A9C-9D5C-3946-69F9588A6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5641288"/>
            <a:ext cx="4232142" cy="255134"/>
          </a:xfrm>
        </p:spPr>
        <p:txBody>
          <a:bodyPr/>
          <a:lstStyle>
            <a:lvl1pPr marL="0" indent="0">
              <a:buNone/>
              <a:defRPr sz="165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910C16B4-5053-1D97-9604-ECF21C7E0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80602" y="413174"/>
            <a:ext cx="1555594" cy="13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09815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8" name="Picture 7" descr="Microsoft 365 logo">
            <a:extLst>
              <a:ext uri="{FF2B5EF4-FFF2-40B4-BE49-F238E27FC236}">
                <a16:creationId xmlns:a16="http://schemas.microsoft.com/office/drawing/2014/main" id="{5D219040-D069-EB51-9BC1-CB528F978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11" y="948589"/>
            <a:ext cx="1091375" cy="619516"/>
          </a:xfrm>
          <a:prstGeom prst="rect">
            <a:avLst/>
          </a:prstGeom>
          <a:ln w="18256" cap="flat">
            <a:noFill/>
            <a:prstDash val="solid"/>
            <a:miter/>
          </a:ln>
          <a:effectLst>
            <a:glow rad="1905000">
              <a:schemeClr val="bg1">
                <a:alpha val="48000"/>
              </a:schemeClr>
            </a:glow>
          </a:effectLst>
        </p:spPr>
      </p:pic>
      <p:sp>
        <p:nvSpPr>
          <p:cNvPr id="2" name="Title 15">
            <a:extLst>
              <a:ext uri="{FF2B5EF4-FFF2-40B4-BE49-F238E27FC236}">
                <a16:creationId xmlns:a16="http://schemas.microsoft.com/office/drawing/2014/main" id="{1F4A8530-B89C-88B2-9BF1-34CC2A97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26" y="4123747"/>
            <a:ext cx="4898231" cy="274691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6"/>
                    </a:gs>
                  </a:gsLst>
                  <a:lin ang="16200000" scaled="1"/>
                  <a:tileRect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E76921E-13E1-55F5-E255-F9D4FDA2F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4859" y="5641288"/>
            <a:ext cx="4349710" cy="1766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214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398041"/>
            <a:ext cx="5829300" cy="7848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364331" y="853568"/>
            <a:ext cx="927424" cy="5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6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7992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34FC4D5-DD95-271F-83C3-A4DBBDB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48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939479"/>
            <a:ext cx="7024307" cy="274691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771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s Dark - Flexi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8DE6-1999-48A7-B346-A9684E7C6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585" y="701697"/>
            <a:ext cx="7024509" cy="549381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2295" b="0" kern="1200" cap="none" spc="-32" baseline="0" smtClean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0" indent="0">
              <a:spcBef>
                <a:spcPts val="0"/>
              </a:spcBef>
              <a:buNone/>
              <a:defRPr lang="en-US" sz="1275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A43672B-8E20-4558-9677-6CF28C0699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940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B9E4768-7E5D-44DC-A376-935B1C7C9F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1557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7B18E8-AABF-42B2-A056-BEB2E738E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3138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30905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63" Type="http://schemas.openxmlformats.org/officeDocument/2006/relationships/slideLayout" Target="../slideLayouts/slideLayout113.xml"/><Relationship Id="rId68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103.xml"/><Relationship Id="rId58" Type="http://schemas.openxmlformats.org/officeDocument/2006/relationships/slideLayout" Target="../slideLayouts/slideLayout108.xml"/><Relationship Id="rId74" Type="http://schemas.openxmlformats.org/officeDocument/2006/relationships/slideLayout" Target="../slideLayouts/slideLayout124.xml"/><Relationship Id="rId7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55.xml"/><Relationship Id="rId61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56" Type="http://schemas.openxmlformats.org/officeDocument/2006/relationships/slideLayout" Target="../slideLayouts/slideLayout106.xml"/><Relationship Id="rId64" Type="http://schemas.openxmlformats.org/officeDocument/2006/relationships/slideLayout" Target="../slideLayouts/slideLayout114.xml"/><Relationship Id="rId69" Type="http://schemas.openxmlformats.org/officeDocument/2006/relationships/slideLayout" Target="../slideLayouts/slideLayout119.xml"/><Relationship Id="rId7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72" Type="http://schemas.openxmlformats.org/officeDocument/2006/relationships/slideLayout" Target="../slideLayouts/slideLayout122.xml"/><Relationship Id="rId80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59" Type="http://schemas.openxmlformats.org/officeDocument/2006/relationships/slideLayout" Target="../slideLayouts/slideLayout109.xml"/><Relationship Id="rId67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12.xml"/><Relationship Id="rId70" Type="http://schemas.openxmlformats.org/officeDocument/2006/relationships/slideLayout" Target="../slideLayouts/slideLayout120.xml"/><Relationship Id="rId75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60" Type="http://schemas.openxmlformats.org/officeDocument/2006/relationships/slideLayout" Target="../slideLayouts/slideLayout110.xml"/><Relationship Id="rId65" Type="http://schemas.openxmlformats.org/officeDocument/2006/relationships/slideLayout" Target="../slideLayouts/slideLayout115.xml"/><Relationship Id="rId73" Type="http://schemas.openxmlformats.org/officeDocument/2006/relationships/slideLayout" Target="../slideLayouts/slideLayout123.xml"/><Relationship Id="rId78" Type="http://schemas.openxmlformats.org/officeDocument/2006/relationships/slideLayout" Target="../slideLayouts/slideLayout128.xml"/><Relationship Id="rId81" Type="http://schemas.openxmlformats.org/officeDocument/2006/relationships/theme" Target="../theme/theme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57.xml"/><Relationship Id="rId7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74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66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1EC52-4DBF-75D2-D4EC-CD790402A4A9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0" y="-13334"/>
            <a:ext cx="7772400" cy="100717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2427" y="2105405"/>
            <a:ext cx="7024307" cy="1028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 rot="5400000">
            <a:off x="3219361" y="4592003"/>
            <a:ext cx="10058400" cy="87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2295" b="0" kern="1200" cap="none" spc="-32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45733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785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91465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75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18981" marR="0" indent="-127516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2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373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652760" marR="0" indent="-10727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46">
          <p15:clr>
            <a:srgbClr val="F26B43"/>
          </p15:clr>
        </p15:guide>
        <p15:guide id="2" pos="1561">
          <p15:clr>
            <a:srgbClr val="F26B43"/>
          </p15:clr>
        </p15:guide>
        <p15:guide id="3" pos="184">
          <p15:clr>
            <a:srgbClr val="F26B43"/>
          </p15:clr>
        </p15:guide>
        <p15:guide id="4" pos="2938">
          <p15:clr>
            <a:srgbClr val="F26B43"/>
          </p15:clr>
        </p15:guide>
        <p15:guide id="5" pos="1988">
          <p15:clr>
            <a:srgbClr val="5ACBF0"/>
          </p15:clr>
        </p15:guide>
        <p15:guide id="6" pos="2081">
          <p15:clr>
            <a:srgbClr val="5ACBF0"/>
          </p15:clr>
        </p15:guide>
        <p15:guide id="7" pos="1039">
          <p15:clr>
            <a:srgbClr val="5ACBF0"/>
          </p15:clr>
        </p15:guide>
        <p15:guide id="8" pos="1132">
          <p15:clr>
            <a:srgbClr val="5ACBF0"/>
          </p15:clr>
        </p15:guide>
        <p15:guide id="9" pos="1607">
          <p15:clr>
            <a:srgbClr val="C35EA4"/>
          </p15:clr>
        </p15:guide>
        <p15:guide id="10" pos="1515">
          <p15:clr>
            <a:srgbClr val="C35EA4"/>
          </p15:clr>
        </p15:guide>
        <p15:guide id="11" orient="horz" pos="422">
          <p15:clr>
            <a:srgbClr val="F26B43"/>
          </p15:clr>
        </p15:guide>
        <p15:guide id="12" orient="horz" pos="88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40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18" Type="http://schemas.openxmlformats.org/officeDocument/2006/relationships/image" Target="../media/image87.png"/><Relationship Id="rId26" Type="http://schemas.openxmlformats.org/officeDocument/2006/relationships/image" Target="../media/image95.svg"/><Relationship Id="rId3" Type="http://schemas.openxmlformats.org/officeDocument/2006/relationships/image" Target="../media/image72.png"/><Relationship Id="rId21" Type="http://schemas.openxmlformats.org/officeDocument/2006/relationships/image" Target="../media/image90.sv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svg"/><Relationship Id="rId25" Type="http://schemas.openxmlformats.org/officeDocument/2006/relationships/image" Target="../media/image94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svg"/><Relationship Id="rId23" Type="http://schemas.openxmlformats.org/officeDocument/2006/relationships/image" Target="../media/image92.sv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20000"/>
                <a:lumOff val="80000"/>
              </a:schemeClr>
            </a:gs>
            <a:gs pos="0">
              <a:schemeClr val="tx2">
                <a:lumMod val="10000"/>
                <a:lumOff val="9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2A78E-01DA-42E1-543D-58517A9F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83FE0-A0B2-0F76-505D-8429B5F7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0" y="2304891"/>
            <a:ext cx="7772401" cy="9364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 descr="Copilot in M365 Apps">
            <a:extLst>
              <a:ext uri="{FF2B5EF4-FFF2-40B4-BE49-F238E27FC236}">
                <a16:creationId xmlns:a16="http://schemas.microsoft.com/office/drawing/2014/main" id="{2E331A5B-2AE8-68D9-4DAE-3933D504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69" y="318881"/>
            <a:ext cx="4052681" cy="211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" name="Text Placeholder 8">
            <a:extLst>
              <a:ext uri="{FF2B5EF4-FFF2-40B4-BE49-F238E27FC236}">
                <a16:creationId xmlns:a16="http://schemas.microsoft.com/office/drawing/2014/main" id="{84092B24-A6C8-1C03-C3EA-C9BD00D01978}"/>
              </a:ext>
            </a:extLst>
          </p:cNvPr>
          <p:cNvSpPr txBox="1">
            <a:spLocks/>
          </p:cNvSpPr>
          <p:nvPr/>
        </p:nvSpPr>
        <p:spPr>
          <a:xfrm>
            <a:off x="152007" y="2389955"/>
            <a:ext cx="7400123" cy="707886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 defTabSz="529912">
              <a:defRPr/>
            </a:pP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The most secure AI solution for your business</a:t>
            </a:r>
            <a:b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</a:br>
            <a:r>
              <a:rPr lang="en-US" sz="1200" dirty="0">
                <a:solidFill>
                  <a:srgbClr val="091F2C"/>
                </a:solidFill>
                <a:latin typeface="Segoe Sans Display"/>
              </a:rPr>
              <a:t>Take the guesswork out with built in security you can trust. Advanced protection included to keep your business data and devices safe. Extend with optional security add-ons for even more peace of mind.</a:t>
            </a:r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6DF24C75-95E3-909A-F027-10A8B2DBB8DC}"/>
              </a:ext>
            </a:extLst>
          </p:cNvPr>
          <p:cNvSpPr txBox="1">
            <a:spLocks/>
          </p:cNvSpPr>
          <p:nvPr/>
        </p:nvSpPr>
        <p:spPr>
          <a:xfrm>
            <a:off x="207603" y="835547"/>
            <a:ext cx="4394646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26462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32742">
              <a:lnSpc>
                <a:spcPct val="100000"/>
              </a:lnSpc>
              <a:defRPr/>
            </a:pPr>
            <a:r>
              <a:rPr lang="en-US" sz="28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AI Productivity + Advanced Security.</a:t>
            </a:r>
            <a:endParaRPr kumimoji="0" lang="en-US" sz="800" b="0" i="0" u="none" strike="noStrike" kern="1200" cap="none" spc="-50" normalizeH="0" baseline="0" noProof="0" dirty="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algn="l" defTabSz="932742">
              <a:lnSpc>
                <a:spcPct val="100000"/>
              </a:lnSpc>
              <a:defRPr/>
            </a:pPr>
            <a:r>
              <a:rPr lang="en-US" sz="2400" dirty="0"/>
              <a:t>One smart bundle. </a:t>
            </a:r>
            <a:endParaRPr lang="en-US" sz="2000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6C5D9C3-9F22-69A7-4987-E954AC268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3038979" y="5315754"/>
            <a:ext cx="1694443" cy="7772398"/>
          </a:xfrm>
          <a:custGeom>
            <a:avLst/>
            <a:gdLst>
              <a:gd name="connsiteX0" fmla="*/ 0 w 7924800"/>
              <a:gd name="connsiteY0" fmla="*/ 0 h 10277475"/>
              <a:gd name="connsiteX1" fmla="*/ 7924800 w 7924800"/>
              <a:gd name="connsiteY1" fmla="*/ 0 h 10277475"/>
              <a:gd name="connsiteX2" fmla="*/ 7924800 w 7924800"/>
              <a:gd name="connsiteY2" fmla="*/ 10277475 h 10277475"/>
              <a:gd name="connsiteX3" fmla="*/ 0 w 7924800"/>
              <a:gd name="connsiteY3" fmla="*/ 10277475 h 10277475"/>
              <a:gd name="connsiteX4" fmla="*/ 0 w 7924800"/>
              <a:gd name="connsiteY4" fmla="*/ 0 h 10277475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  <a:gd name="connsiteX0" fmla="*/ 29273 w 7954073"/>
              <a:gd name="connsiteY0" fmla="*/ 0 h 10291762"/>
              <a:gd name="connsiteX1" fmla="*/ 7954073 w 7954073"/>
              <a:gd name="connsiteY1" fmla="*/ 0 h 10291762"/>
              <a:gd name="connsiteX2" fmla="*/ 7954073 w 7954073"/>
              <a:gd name="connsiteY2" fmla="*/ 10277475 h 10291762"/>
              <a:gd name="connsiteX3" fmla="*/ 529336 w 7954073"/>
              <a:gd name="connsiteY3" fmla="*/ 10291762 h 10291762"/>
              <a:gd name="connsiteX4" fmla="*/ 29273 w 7954073"/>
              <a:gd name="connsiteY4" fmla="*/ 0 h 10291762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0" h="10291762">
                <a:moveTo>
                  <a:pt x="0" y="0"/>
                </a:moveTo>
                <a:lnTo>
                  <a:pt x="7924800" y="0"/>
                </a:lnTo>
                <a:lnTo>
                  <a:pt x="7924800" y="10277475"/>
                </a:lnTo>
                <a:lnTo>
                  <a:pt x="500063" y="10291762"/>
                </a:lnTo>
                <a:cubicBezTo>
                  <a:pt x="-409575" y="6975475"/>
                  <a:pt x="1938338" y="3402012"/>
                  <a:pt x="0" y="0"/>
                </a:cubicBezTo>
                <a:close/>
              </a:path>
            </a:pathLst>
          </a:cu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</a:pPr>
            <a:endParaRPr lang="en-AU" sz="1400" b="1" kern="0">
              <a:solidFill>
                <a:srgbClr val="FFFFFF"/>
              </a:solidFill>
              <a:latin typeface="Segoe UI Semibold"/>
              <a:cs typeface="Segoe UI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6CB84-D85E-74E2-9D7F-590F7551AC53}"/>
              </a:ext>
            </a:extLst>
          </p:cNvPr>
          <p:cNvSpPr txBox="1"/>
          <p:nvPr/>
        </p:nvSpPr>
        <p:spPr>
          <a:xfrm>
            <a:off x="430528" y="8716330"/>
            <a:ext cx="3779063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Ready to get started?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Contact the </a:t>
            </a: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&lt;Partner Name&gt; </a:t>
            </a: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team.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1E6E60-1198-C650-258D-803B6C323E89}"/>
              </a:ext>
            </a:extLst>
          </p:cNvPr>
          <p:cNvGrpSpPr/>
          <p:nvPr/>
        </p:nvGrpSpPr>
        <p:grpSpPr>
          <a:xfrm>
            <a:off x="534506" y="9320375"/>
            <a:ext cx="1850302" cy="244682"/>
            <a:chOff x="496508" y="8973327"/>
            <a:chExt cx="1682093" cy="2224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DF1EF9-28E6-68F2-B3D8-7BB4DC0EC0F5}"/>
                </a:ext>
              </a:extLst>
            </p:cNvPr>
            <p:cNvSpPr txBox="1"/>
            <p:nvPr/>
          </p:nvSpPr>
          <p:spPr>
            <a:xfrm>
              <a:off x="664200" y="8973327"/>
              <a:ext cx="1514401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user.name@</a:t>
              </a: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FF95A93-D306-0A22-E9A1-62C609B13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508" y="8974321"/>
              <a:ext cx="195136" cy="19513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81A66E-F1A2-84FE-FD62-557C64F6C4A7}"/>
              </a:ext>
            </a:extLst>
          </p:cNvPr>
          <p:cNvGrpSpPr/>
          <p:nvPr/>
        </p:nvGrpSpPr>
        <p:grpSpPr>
          <a:xfrm>
            <a:off x="2657824" y="9311514"/>
            <a:ext cx="1568356" cy="259496"/>
            <a:chOff x="496508" y="9282105"/>
            <a:chExt cx="1425778" cy="2359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70F916-96A2-3198-F57D-3911868A24A2}"/>
                </a:ext>
              </a:extLst>
            </p:cNvPr>
            <p:cNvSpPr txBox="1"/>
            <p:nvPr/>
          </p:nvSpPr>
          <p:spPr>
            <a:xfrm>
              <a:off x="660707" y="9295572"/>
              <a:ext cx="1261579" cy="22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2395CC6C-037C-AAC3-DFAB-FD458C11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508" y="9282105"/>
              <a:ext cx="195136" cy="195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4C2541-B1B4-DCE7-17F3-F73A46E2DE62}"/>
              </a:ext>
            </a:extLst>
          </p:cNvPr>
          <p:cNvGrpSpPr/>
          <p:nvPr/>
        </p:nvGrpSpPr>
        <p:grpSpPr>
          <a:xfrm>
            <a:off x="4006929" y="9311514"/>
            <a:ext cx="1693775" cy="254928"/>
            <a:chOff x="4858222" y="9007317"/>
            <a:chExt cx="1539796" cy="231752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C16BD97-68ED-142B-1450-69390B494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58222" y="9007317"/>
              <a:ext cx="213098" cy="21309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96A9F3-37E9-59E8-5A4F-641A499F7DFB}"/>
                </a:ext>
              </a:extLst>
            </p:cNvPr>
            <p:cNvSpPr txBox="1"/>
            <p:nvPr/>
          </p:nvSpPr>
          <p:spPr>
            <a:xfrm>
              <a:off x="5042460" y="9016631"/>
              <a:ext cx="1355558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linkedin.com/username</a:t>
              </a:r>
              <a:endParaRPr kumimoji="0" lang="en-FR" sz="9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id="{1DD08F61-559B-8A20-7E77-2036015FA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46" y="9523824"/>
            <a:ext cx="1245077" cy="41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C21F9D-3B4B-9C04-E13F-C8B94F64E167}"/>
              </a:ext>
            </a:extLst>
          </p:cNvPr>
          <p:cNvSpPr txBox="1"/>
          <p:nvPr/>
        </p:nvSpPr>
        <p:spPr>
          <a:xfrm>
            <a:off x="451725" y="9657333"/>
            <a:ext cx="5794058" cy="1938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kumimoji="0" lang="en-US" sz="6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FA019D-58B8-5B92-4B77-1DFE6FA984D3}"/>
              </a:ext>
            </a:extLst>
          </p:cNvPr>
          <p:cNvSpPr txBox="1">
            <a:spLocks/>
          </p:cNvSpPr>
          <p:nvPr/>
        </p:nvSpPr>
        <p:spPr>
          <a:xfrm>
            <a:off x="451725" y="8061361"/>
            <a:ext cx="709597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lang="en-US" sz="800" b="1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* Purchase requirements: </a:t>
            </a:r>
            <a:r>
              <a:rPr lang="en-US" sz="800" dirty="0">
                <a:solidFill>
                  <a:prstClr val="black"/>
                </a:solidFill>
                <a:latin typeface="Segoe Sans Display"/>
                <a:cs typeface="Times New Roman"/>
              </a:rPr>
              <a:t>Qualified purchase of 10 to 300 licenses required during the promotion period of December 1, 2025 – March 31, 2026.</a:t>
            </a:r>
            <a:endParaRPr lang="en-US" sz="10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33D6A5-88F0-4046-6D45-219FD5817310}"/>
              </a:ext>
            </a:extLst>
          </p:cNvPr>
          <p:cNvSpPr/>
          <p:nvPr/>
        </p:nvSpPr>
        <p:spPr>
          <a:xfrm>
            <a:off x="259230" y="6236079"/>
            <a:ext cx="7288468" cy="346425"/>
          </a:xfrm>
          <a:prstGeom prst="roundRect">
            <a:avLst>
              <a:gd name="adj" fmla="val 50000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Limited time offer - </a:t>
            </a:r>
            <a:r>
              <a:rPr lang="en-US" sz="1400" b="1" strike="sngStrike" kern="0" dirty="0">
                <a:solidFill>
                  <a:srgbClr val="FFFFFF"/>
                </a:solidFill>
                <a:latin typeface="Segoe UI Semibold"/>
                <a:cs typeface="Segoe UI Semibold"/>
              </a:rPr>
              <a:t>$53</a:t>
            </a: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 $37 per user per month (30% off*)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16DE13-C985-566C-56D0-7B78BC2DEF6D}"/>
              </a:ext>
            </a:extLst>
          </p:cNvPr>
          <p:cNvSpPr txBox="1"/>
          <p:nvPr/>
        </p:nvSpPr>
        <p:spPr>
          <a:xfrm>
            <a:off x="308051" y="361259"/>
            <a:ext cx="1761380" cy="33855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txBody>
          <a:bodyPr wrap="none" lIns="137160" tIns="91440" rIns="137160" bIns="9144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Insert Partner Logo Here</a:t>
            </a:r>
          </a:p>
        </p:txBody>
      </p:sp>
      <p:sp>
        <p:nvSpPr>
          <p:cNvPr id="30" name="Title 3">
            <a:extLst>
              <a:ext uri="{FF2B5EF4-FFF2-40B4-BE49-F238E27FC236}">
                <a16:creationId xmlns:a16="http://schemas.microsoft.com/office/drawing/2014/main" id="{F7EDCC47-CD5F-E85C-9C71-31E9AE97AA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69558" y="3458292"/>
            <a:ext cx="2331282" cy="2221381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Best-in-class productivity</a:t>
            </a:r>
          </a:p>
        </p:txBody>
      </p:sp>
      <p:sp>
        <p:nvSpPr>
          <p:cNvPr id="41" name="Title 3">
            <a:extLst>
              <a:ext uri="{FF2B5EF4-FFF2-40B4-BE49-F238E27FC236}">
                <a16:creationId xmlns:a16="http://schemas.microsoft.com/office/drawing/2014/main" id="{473F1959-704F-22C3-6BBE-D8A30C2EA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0360" y="5541713"/>
            <a:ext cx="2129679" cy="45814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42" name="TextBox 1062">
            <a:extLst>
              <a:ext uri="{FF2B5EF4-FFF2-40B4-BE49-F238E27FC236}">
                <a16:creationId xmlns:a16="http://schemas.microsoft.com/office/drawing/2014/main" id="{B067B375-491F-C28D-A3EE-BC0FDA44ADA7}"/>
              </a:ext>
            </a:extLst>
          </p:cNvPr>
          <p:cNvSpPr txBox="1"/>
          <p:nvPr/>
        </p:nvSpPr>
        <p:spPr>
          <a:xfrm>
            <a:off x="370360" y="5548416"/>
            <a:ext cx="2129678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cs typeface="Segoe Sans Text" pitchFamily="2" charset="0"/>
              </a:rPr>
              <a:t>Microsoft 365 </a:t>
            </a:r>
            <a:br>
              <a:rPr lang="en-US" sz="1200" b="1" kern="0">
                <a:cs typeface="Segoe Sans Text" pitchFamily="2" charset="0"/>
              </a:rPr>
            </a:br>
            <a:r>
              <a:rPr lang="en-US" sz="1200" b="1" kern="0">
                <a:cs typeface="Segoe Sans Text" pitchFamily="2" charset="0"/>
              </a:rPr>
              <a:t>Business Premium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effectLst/>
              <a:uLnTx/>
              <a:uFillTx/>
              <a:cs typeface="Segoe Sans Display" pitchFamily="2" charset="0"/>
            </a:endParaRPr>
          </a:p>
        </p:txBody>
      </p:sp>
      <p:pic>
        <p:nvPicPr>
          <p:cNvPr id="50" name="Graphic 49" descr="Outlook">
            <a:extLst>
              <a:ext uri="{FF2B5EF4-FFF2-40B4-BE49-F238E27FC236}">
                <a16:creationId xmlns:a16="http://schemas.microsoft.com/office/drawing/2014/main" id="{4F705DC1-70E6-A2EB-78AC-6B80E297C5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630" y="4800707"/>
            <a:ext cx="425621" cy="393390"/>
          </a:xfrm>
          <a:prstGeom prst="rect">
            <a:avLst/>
          </a:prstGeom>
        </p:spPr>
      </p:pic>
      <p:pic>
        <p:nvPicPr>
          <p:cNvPr id="52" name="Graphic 51" descr="Microsoft Teams">
            <a:extLst>
              <a:ext uri="{FF2B5EF4-FFF2-40B4-BE49-F238E27FC236}">
                <a16:creationId xmlns:a16="http://schemas.microsoft.com/office/drawing/2014/main" id="{0180802B-92E5-88BB-5B26-BA26EE8B3C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82846" y="4800707"/>
            <a:ext cx="425621" cy="393390"/>
          </a:xfrm>
          <a:prstGeom prst="rect">
            <a:avLst/>
          </a:prstGeom>
        </p:spPr>
      </p:pic>
      <p:pic>
        <p:nvPicPr>
          <p:cNvPr id="55" name="Graphic 54" descr="OneNote">
            <a:extLst>
              <a:ext uri="{FF2B5EF4-FFF2-40B4-BE49-F238E27FC236}">
                <a16:creationId xmlns:a16="http://schemas.microsoft.com/office/drawing/2014/main" id="{6807D6DF-90CC-FC9C-9161-CEF2B8AAD7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337" y="4811696"/>
            <a:ext cx="425621" cy="393390"/>
          </a:xfrm>
          <a:prstGeom prst="rect">
            <a:avLst/>
          </a:prstGeom>
        </p:spPr>
      </p:pic>
      <p:pic>
        <p:nvPicPr>
          <p:cNvPr id="56" name="Graphic 55" descr="PowerPoint">
            <a:extLst>
              <a:ext uri="{FF2B5EF4-FFF2-40B4-BE49-F238E27FC236}">
                <a16:creationId xmlns:a16="http://schemas.microsoft.com/office/drawing/2014/main" id="{EF1A3D10-7527-F9E8-314E-51BADF05DD0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5443" y="4362360"/>
            <a:ext cx="425621" cy="393390"/>
          </a:xfrm>
          <a:prstGeom prst="rect">
            <a:avLst/>
          </a:prstGeom>
        </p:spPr>
      </p:pic>
      <p:pic>
        <p:nvPicPr>
          <p:cNvPr id="60" name="Graphic 59" descr="Word">
            <a:extLst>
              <a:ext uri="{FF2B5EF4-FFF2-40B4-BE49-F238E27FC236}">
                <a16:creationId xmlns:a16="http://schemas.microsoft.com/office/drawing/2014/main" id="{37047871-9630-EB0A-2F40-6065E4BA7DC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5337" y="4349267"/>
            <a:ext cx="425621" cy="393390"/>
          </a:xfrm>
          <a:prstGeom prst="rect">
            <a:avLst/>
          </a:prstGeom>
        </p:spPr>
      </p:pic>
      <p:pic>
        <p:nvPicPr>
          <p:cNvPr id="62" name="Graphic 61" descr="Excel">
            <a:extLst>
              <a:ext uri="{FF2B5EF4-FFF2-40B4-BE49-F238E27FC236}">
                <a16:creationId xmlns:a16="http://schemas.microsoft.com/office/drawing/2014/main" id="{11359C90-96C8-7864-E186-C36A41DFE7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4698" y="4349267"/>
            <a:ext cx="425621" cy="39339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F580653-F9BA-DFA6-76AC-4F2CE0D423BD}"/>
              </a:ext>
            </a:extLst>
          </p:cNvPr>
          <p:cNvSpPr txBox="1"/>
          <p:nvPr/>
        </p:nvSpPr>
        <p:spPr>
          <a:xfrm>
            <a:off x="1000703" y="5197270"/>
            <a:ext cx="85007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/>
              <a:t>+ more</a:t>
            </a:r>
          </a:p>
        </p:txBody>
      </p:sp>
      <p:pic>
        <p:nvPicPr>
          <p:cNvPr id="1024" name="Graphic 1023" descr="Microsoft Entra ID">
            <a:extLst>
              <a:ext uri="{FF2B5EF4-FFF2-40B4-BE49-F238E27FC236}">
                <a16:creationId xmlns:a16="http://schemas.microsoft.com/office/drawing/2014/main" id="{17FDCD63-BD35-6C35-5D8A-42E728DD6A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49608" y="4393169"/>
            <a:ext cx="343249" cy="307642"/>
          </a:xfrm>
          <a:prstGeom prst="rect">
            <a:avLst/>
          </a:prstGeom>
        </p:spPr>
      </p:pic>
      <p:pic>
        <p:nvPicPr>
          <p:cNvPr id="1025" name="Picture 1024" descr="Intune">
            <a:extLst>
              <a:ext uri="{FF2B5EF4-FFF2-40B4-BE49-F238E27FC236}">
                <a16:creationId xmlns:a16="http://schemas.microsoft.com/office/drawing/2014/main" id="{A21138C9-C5A9-A7B9-FD7D-C6906ECC4B6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31256" y="4850247"/>
            <a:ext cx="345813" cy="319625"/>
          </a:xfrm>
          <a:prstGeom prst="rect">
            <a:avLst/>
          </a:prstGeom>
        </p:spPr>
      </p:pic>
      <p:pic>
        <p:nvPicPr>
          <p:cNvPr id="1026" name="Graphic 1025" descr="Microsoft Defender">
            <a:extLst>
              <a:ext uri="{FF2B5EF4-FFF2-40B4-BE49-F238E27FC236}">
                <a16:creationId xmlns:a16="http://schemas.microsoft.com/office/drawing/2014/main" id="{3E7DF8F6-A029-1EC2-6C58-96F8A40DE0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5549" y="4420140"/>
            <a:ext cx="275849" cy="254960"/>
          </a:xfrm>
          <a:prstGeom prst="rect">
            <a:avLst/>
          </a:prstGeom>
        </p:spPr>
      </p:pic>
      <p:pic>
        <p:nvPicPr>
          <p:cNvPr id="1027" name="Picture 1026" descr="Windows 11">
            <a:extLst>
              <a:ext uri="{FF2B5EF4-FFF2-40B4-BE49-F238E27FC236}">
                <a16:creationId xmlns:a16="http://schemas.microsoft.com/office/drawing/2014/main" id="{F56DA9F9-8A89-6845-4B03-4ADC52AA04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21600" y="4859009"/>
            <a:ext cx="299300" cy="276635"/>
          </a:xfrm>
          <a:prstGeom prst="rect">
            <a:avLst/>
          </a:prstGeom>
        </p:spPr>
      </p:pic>
      <p:sp>
        <p:nvSpPr>
          <p:cNvPr id="1028" name="Title 3">
            <a:extLst>
              <a:ext uri="{FF2B5EF4-FFF2-40B4-BE49-F238E27FC236}">
                <a16:creationId xmlns:a16="http://schemas.microsoft.com/office/drawing/2014/main" id="{3773857A-5BCD-0F1A-18A5-63E20489C3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742987" y="3459027"/>
            <a:ext cx="2331282" cy="2221380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ea typeface="+mj-ea"/>
                <a:cs typeface="Segoe Sans Display Semibold"/>
              </a:rPr>
              <a:t>AI built for work</a:t>
            </a:r>
          </a:p>
          <a:p>
            <a:pPr>
              <a:spcAft>
                <a:spcPts val="1200"/>
              </a:spcAft>
              <a:defRPr/>
            </a:pPr>
            <a:endParaRPr lang="en-CA" sz="1400" kern="0">
              <a:solidFill>
                <a:schemeClr val="accent5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1029" name="Title 3">
            <a:extLst>
              <a:ext uri="{FF2B5EF4-FFF2-40B4-BE49-F238E27FC236}">
                <a16:creationId xmlns:a16="http://schemas.microsoft.com/office/drawing/2014/main" id="{4E2E643E-5239-15FB-9099-6792C43C2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12755" y="5543542"/>
            <a:ext cx="1946889" cy="45631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1030" name="TextBox 1062">
            <a:extLst>
              <a:ext uri="{FF2B5EF4-FFF2-40B4-BE49-F238E27FC236}">
                <a16:creationId xmlns:a16="http://schemas.microsoft.com/office/drawing/2014/main" id="{B0790474-A934-85EC-8518-5BD6A7F1E701}"/>
              </a:ext>
            </a:extLst>
          </p:cNvPr>
          <p:cNvSpPr txBox="1"/>
          <p:nvPr/>
        </p:nvSpPr>
        <p:spPr>
          <a:xfrm>
            <a:off x="2885241" y="5526772"/>
            <a:ext cx="1946889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cs typeface="Segoe Sans Text" pitchFamily="2" charset="0"/>
              </a:rPr>
              <a:t>Microsoft 365 </a:t>
            </a:r>
            <a:br>
              <a:rPr lang="en-US" sz="1200" b="1" kern="0">
                <a:cs typeface="Segoe Sans Text" pitchFamily="2" charset="0"/>
              </a:rPr>
            </a:br>
            <a:r>
              <a:rPr lang="en-US" sz="1200" b="1" kern="0">
                <a:cs typeface="Segoe Sans Text" pitchFamily="2" charset="0"/>
              </a:rPr>
              <a:t>Copilot Business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effectLst/>
              <a:uLnTx/>
              <a:uFillTx/>
              <a:cs typeface="Segoe Sans Display" pitchFamily="2" charset="0"/>
            </a:endParaRP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436851-EAEB-291D-7C80-26A65635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492056" y="4548935"/>
            <a:ext cx="359715" cy="393390"/>
            <a:chOff x="6400800" y="2451609"/>
            <a:chExt cx="380436" cy="384048"/>
          </a:xfrm>
        </p:grpSpPr>
        <p:sp>
          <p:nvSpPr>
            <p:cNvPr id="1036" name="Title 3">
              <a:extLst>
                <a:ext uri="{FF2B5EF4-FFF2-40B4-BE49-F238E27FC236}">
                  <a16:creationId xmlns:a16="http://schemas.microsoft.com/office/drawing/2014/main" id="{E4678454-0FD3-A7C9-E81F-83A8159C7016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pic>
          <p:nvPicPr>
            <p:cNvPr id="1037" name="Picture 1036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03518EC6-CF9E-7764-08EA-05A9B0456A15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sp>
        <p:nvSpPr>
          <p:cNvPr id="1044" name="Title 3">
            <a:extLst>
              <a:ext uri="{FF2B5EF4-FFF2-40B4-BE49-F238E27FC236}">
                <a16:creationId xmlns:a16="http://schemas.microsoft.com/office/drawing/2014/main" id="{6DCCBCB6-CAAB-6347-9F9F-54B1A8923F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216416" y="3454870"/>
            <a:ext cx="2331282" cy="2221380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ea typeface="+mj-ea"/>
                <a:cs typeface="Segoe Sans Display Semibold"/>
              </a:rPr>
              <a:t>Enterprise-grade security</a:t>
            </a:r>
          </a:p>
          <a:p>
            <a:pPr>
              <a:spcAft>
                <a:spcPts val="1200"/>
              </a:spcAft>
              <a:defRPr/>
            </a:pPr>
            <a:endParaRPr lang="en-CA" sz="1400" kern="0">
              <a:solidFill>
                <a:schemeClr val="accent5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pic>
        <p:nvPicPr>
          <p:cNvPr id="1045" name="Picture 1044" descr="Microsoft Purview">
            <a:extLst>
              <a:ext uri="{FF2B5EF4-FFF2-40B4-BE49-F238E27FC236}">
                <a16:creationId xmlns:a16="http://schemas.microsoft.com/office/drawing/2014/main" id="{2C184B3C-3D0F-FED7-8227-4344CF7E49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56984" y="4283809"/>
            <a:ext cx="914713" cy="914713"/>
          </a:xfrm>
          <a:prstGeom prst="rect">
            <a:avLst/>
          </a:prstGeom>
        </p:spPr>
      </p:pic>
      <p:sp>
        <p:nvSpPr>
          <p:cNvPr id="1047" name="Title 3">
            <a:extLst>
              <a:ext uri="{FF2B5EF4-FFF2-40B4-BE49-F238E27FC236}">
                <a16:creationId xmlns:a16="http://schemas.microsoft.com/office/drawing/2014/main" id="{2F50C4D7-DE06-74B3-68B3-EF443F8AE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02476" y="5547653"/>
            <a:ext cx="1946889" cy="45631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1048" name="TextBox 1062">
            <a:extLst>
              <a:ext uri="{FF2B5EF4-FFF2-40B4-BE49-F238E27FC236}">
                <a16:creationId xmlns:a16="http://schemas.microsoft.com/office/drawing/2014/main" id="{69466617-C8D4-EFE6-AE38-ACD9B7D19120}"/>
              </a:ext>
            </a:extLst>
          </p:cNvPr>
          <p:cNvSpPr txBox="1"/>
          <p:nvPr/>
        </p:nvSpPr>
        <p:spPr>
          <a:xfrm>
            <a:off x="5429990" y="5550680"/>
            <a:ext cx="194688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cs typeface="Segoe Sans Text" pitchFamily="2" charset="0"/>
              </a:rPr>
              <a:t>Microsoft Purview Suite for Business Premium</a:t>
            </a:r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587DEFC8-27F5-30C7-BF78-16B4FEE9E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59000" y="4545962"/>
            <a:ext cx="359715" cy="393390"/>
            <a:chOff x="6400800" y="2451609"/>
            <a:chExt cx="380436" cy="384048"/>
          </a:xfrm>
        </p:grpSpPr>
        <p:sp>
          <p:nvSpPr>
            <p:cNvPr id="1050" name="Title 3">
              <a:extLst>
                <a:ext uri="{FF2B5EF4-FFF2-40B4-BE49-F238E27FC236}">
                  <a16:creationId xmlns:a16="http://schemas.microsoft.com/office/drawing/2014/main" id="{E0075CA5-82E6-25AA-4190-C3768220A682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pic>
          <p:nvPicPr>
            <p:cNvPr id="1051" name="Picture 1050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512380DA-5C99-17D3-20C9-650C2FF7514F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pic>
        <p:nvPicPr>
          <p:cNvPr id="7" name="!!Copilot">
            <a:extLst>
              <a:ext uri="{FF2B5EF4-FFF2-40B4-BE49-F238E27FC236}">
                <a16:creationId xmlns:a16="http://schemas.microsoft.com/office/drawing/2014/main" id="{2738767C-71E3-01AC-58E4-8FA734EE7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0"/>
          <a:stretch>
            <a:fillRect/>
          </a:stretch>
        </p:blipFill>
        <p:spPr>
          <a:xfrm>
            <a:off x="3424304" y="4282691"/>
            <a:ext cx="971158" cy="97115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8FFD7E9-6430-9BBC-B027-C24EA1F72670}"/>
              </a:ext>
            </a:extLst>
          </p:cNvPr>
          <p:cNvSpPr txBox="1">
            <a:spLocks/>
          </p:cNvSpPr>
          <p:nvPr/>
        </p:nvSpPr>
        <p:spPr>
          <a:xfrm>
            <a:off x="152007" y="6671406"/>
            <a:ext cx="7400123" cy="338554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 defTabSz="529912">
              <a:defRPr/>
            </a:pP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Summary for 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{{</a:t>
            </a:r>
            <a:r>
              <a:rPr lang="en-US" sz="1600" spc="-50" dirty="0" err="1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numberOfSeats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}}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licenses</a:t>
            </a:r>
            <a:endParaRPr lang="en-US" sz="1200" dirty="0">
              <a:solidFill>
                <a:srgbClr val="091F2C"/>
              </a:solidFill>
              <a:latin typeface="Segoe Sans Display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52479D7-55F5-5B52-AF8B-560BF6CCDC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69558" y="711296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/>
            </a:pPr>
            <a:r>
              <a:rPr lang="en-CA" sz="1100" spc="-50" dirty="0">
                <a:ln w="3175">
                  <a:noFill/>
                </a:ln>
                <a:solidFill>
                  <a:schemeClr val="tx1"/>
                </a:solidFill>
                <a:latin typeface="Segoe Sans Display Semibold"/>
                <a:cs typeface="Segoe Sans Display Semibold"/>
              </a:rPr>
              <a:t>Actual Cost</a:t>
            </a:r>
            <a:endParaRPr lang="en-CA" sz="1600" spc="-50" dirty="0">
              <a:ln w="3175">
                <a:noFill/>
              </a:ln>
              <a:solidFill>
                <a:schemeClr val="tx1"/>
              </a:solidFill>
              <a:latin typeface="Segoe Sans Display Semibold"/>
              <a:cs typeface="Segoe Sans Display Semibold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{{</a:t>
            </a:r>
            <a:r>
              <a:rPr lang="en-CA" spc="-50" dirty="0" err="1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actualCost</a:t>
            </a: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}}</a:t>
            </a:r>
            <a:endParaRPr lang="en-CA" sz="1800" spc="-50" dirty="0">
              <a:ln w="3175">
                <a:noFill/>
              </a:ln>
              <a:solidFill>
                <a:schemeClr val="accent4"/>
              </a:solidFill>
              <a:latin typeface="Segoe Sans Display Semibold"/>
              <a:cs typeface="Segoe Sans Display Semibold"/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6A8FC616-8601-3FDA-E0CC-391ADBFDB7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739919" y="711296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/>
            </a:pPr>
            <a:r>
              <a:rPr lang="en-CA" sz="1100" spc="-50" dirty="0">
                <a:ln w="3175">
                  <a:noFill/>
                </a:ln>
                <a:solidFill>
                  <a:schemeClr val="tx1"/>
                </a:solidFill>
                <a:latin typeface="Segoe Sans Display Semibold"/>
                <a:cs typeface="Segoe Sans Display Semibold"/>
              </a:rPr>
              <a:t>Promo Pricing until March 31’26</a:t>
            </a:r>
            <a:endParaRPr lang="en-CA" sz="1600" spc="-50" dirty="0">
              <a:ln w="3175">
                <a:noFill/>
              </a:ln>
              <a:solidFill>
                <a:schemeClr val="tx1"/>
              </a:solidFill>
              <a:latin typeface="Segoe Sans Display Semibold"/>
              <a:cs typeface="Segoe Sans Display Semibold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{{</a:t>
            </a:r>
            <a:r>
              <a:rPr lang="en-CA" spc="-50" dirty="0" err="1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promoPricing</a:t>
            </a: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}}</a:t>
            </a:r>
            <a:endParaRPr lang="en-CA" sz="1800" spc="-50" dirty="0">
              <a:ln w="3175">
                <a:noFill/>
              </a:ln>
              <a:solidFill>
                <a:schemeClr val="accent4"/>
              </a:solidFill>
              <a:latin typeface="Segoe Sans Display Semibold"/>
              <a:cs typeface="Segoe Sans Display Semibold"/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2BECEFA6-DEEF-5180-E673-D25239BAF6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210279" y="711296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594451">
              <a:spcBef>
                <a:spcPct val="0"/>
              </a:spcBef>
              <a:spcAft>
                <a:spcPct val="0"/>
              </a:spcAft>
              <a:defRPr sz="1400" b="1" kern="0">
                <a:solidFill>
                  <a:srgbClr val="FFFFFF"/>
                </a:solidFill>
                <a:latin typeface="Segoe UI Semibold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CA" sz="1100" dirty="0"/>
              <a:t>Promo cost saving</a:t>
            </a:r>
            <a:endParaRPr lang="en-CA" dirty="0"/>
          </a:p>
          <a:p>
            <a:pPr>
              <a:spcAft>
                <a:spcPts val="600"/>
              </a:spcAft>
            </a:pPr>
            <a:r>
              <a:rPr lang="en-CA" sz="2000" dirty="0"/>
              <a:t>{{</a:t>
            </a:r>
            <a:r>
              <a:rPr lang="en-CA" sz="2000" dirty="0" err="1"/>
              <a:t>promoCostSaving</a:t>
            </a:r>
            <a:r>
              <a:rPr lang="en-CA" sz="20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36856332"/>
      </p:ext>
    </p:extLst>
  </p:cSld>
  <p:clrMapOvr>
    <a:masterClrMapping/>
  </p:clrMapOvr>
</p:sld>
</file>

<file path=ppt/theme/theme1.xml><?xml version="1.0" encoding="utf-8"?>
<a:theme xmlns:a="http://schemas.openxmlformats.org/drawingml/2006/main" name="6_Microsoft AI Tour 16:9 Template Light">
  <a:themeElements>
    <a:clrScheme name="Custom 1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10158B7C-243E-434A-B902-9727AF24F1AA}"/>
    </a:ext>
  </a:extLst>
</a:theme>
</file>

<file path=ppt/theme/theme2.xml><?xml version="1.0" encoding="utf-8"?>
<a:theme xmlns:a="http://schemas.openxmlformats.org/drawingml/2006/main" name="1_Office Theme">
  <a:themeElements>
    <a:clrScheme name="Copilot Colors">
      <a:dk1>
        <a:srgbClr val="454141"/>
      </a:dk1>
      <a:lt1>
        <a:srgbClr val="FFFFFF"/>
      </a:lt1>
      <a:dk2>
        <a:srgbClr val="091F2B"/>
      </a:dk2>
      <a:lt2>
        <a:srgbClr val="F4F3F4"/>
      </a:lt2>
      <a:accent1>
        <a:srgbClr val="C4B3E2"/>
      </a:accent1>
      <a:accent2>
        <a:srgbClr val="8661C4"/>
      </a:accent2>
      <a:accent3>
        <a:srgbClr val="453668"/>
      </a:accent3>
      <a:accent4>
        <a:srgbClr val="0078D3"/>
      </a:accent4>
      <a:accent5>
        <a:srgbClr val="2A446E"/>
      </a:accent5>
      <a:accent6>
        <a:srgbClr val="C03AC4"/>
      </a:accent6>
      <a:hlink>
        <a:srgbClr val="8661C4"/>
      </a:hlink>
      <a:folHlink>
        <a:srgbClr val="453668"/>
      </a:folHlink>
    </a:clrScheme>
    <a:fontScheme name="Office Them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CSP Copilot Template - CONDENSED - Diamond 12/23">
  <a:themeElements>
    <a:clrScheme name="CSR Copilot hybrid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0078D4"/>
      </a:hlink>
      <a:folHlink>
        <a:srgbClr val="2A446F"/>
      </a:folHlink>
    </a:clrScheme>
    <a:fontScheme name="Microso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E4FF88926DE4D8EBFD40472F33552" ma:contentTypeVersion="33" ma:contentTypeDescription="Create a new document." ma:contentTypeScope="" ma:versionID="948f0e1a1505ade759f8839cc957d66a">
  <xsd:schema xmlns:xsd="http://www.w3.org/2001/XMLSchema" xmlns:xs="http://www.w3.org/2001/XMLSchema" xmlns:p="http://schemas.microsoft.com/office/2006/metadata/properties" xmlns:ns1="http://schemas.microsoft.com/sharepoint/v3" xmlns:ns2="45b0b320-c1ad-4efd-8138-0825bb5fbbc0" xmlns:ns3="5a69c1ac-c916-4f5e-9023-48da1b1a0d0f" xmlns:ns4="230e9df3-be65-4c73-a93b-d1236ebd677e" targetNamespace="http://schemas.microsoft.com/office/2006/metadata/properties" ma:root="true" ma:fieldsID="c5737a4ebadb61f3d2cbf74be68e67d2" ns1:_="" ns2:_="" ns3:_="" ns4:_="">
    <xsd:import namespace="http://schemas.microsoft.com/sharepoint/v3"/>
    <xsd:import namespace="45b0b320-c1ad-4efd-8138-0825bb5fbbc0"/>
    <xsd:import namespace="5a69c1ac-c916-4f5e-9023-48da1b1a0d0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ImageTagsTaxHTField" minOccurs="0"/>
                <xsd:element ref="ns4:TaxCatchAll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BillingMetadata" minOccurs="0"/>
                <xsd:element ref="ns3:HasDigitalSignature" minOccurs="0"/>
                <xsd:element ref="ns3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0b320-c1ad-4efd-8138-0825bb5fbb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c1ac-c916-4f5e-9023-48da1b1a0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3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8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9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f803c-be60-400c-9f91-58d5646696aa}" ma:internalName="TaxCatchAll" ma:showField="CatchAllData" ma:web="45b0b320-c1ad-4efd-8138-0825bb5fbb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TagsTaxHTField xmlns="5a69c1ac-c916-4f5e-9023-48da1b1a0d0f">
      <Terms xmlns="http://schemas.microsoft.com/office/infopath/2007/PartnerControls"/>
    </ImageTagsTaxHTField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4C2278D-EA59-4819-B1A7-F1754806C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b0b320-c1ad-4efd-8138-0825bb5fbbc0"/>
    <ds:schemaRef ds:uri="5a69c1ac-c916-4f5e-9023-48da1b1a0d0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3FB8A6-F240-4416-A6E8-9F46C86248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87AC71-38D2-4D0E-B47A-54A178569F93}">
  <ds:schemaRefs>
    <ds:schemaRef ds:uri="http://schemas.microsoft.com/office/2006/metadata/properties"/>
    <ds:schemaRef ds:uri="http://schemas.microsoft.com/office/infopath/2007/PartnerControls"/>
    <ds:schemaRef ds:uri="5a69c1ac-c916-4f5e-9023-48da1b1a0d0f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Arial</vt:lpstr>
      <vt:lpstr>Consolas</vt:lpstr>
      <vt:lpstr>Segoe Sans Display</vt:lpstr>
      <vt:lpstr>Segoe Sans Display Semibold</vt:lpstr>
      <vt:lpstr>Segoe Sans Text</vt:lpstr>
      <vt:lpstr>Segoe UI</vt:lpstr>
      <vt:lpstr>Segoe UI Semibold</vt:lpstr>
      <vt:lpstr>Wingdings</vt:lpstr>
      <vt:lpstr>6_Microsoft AI Tour 16:9 Template Light</vt:lpstr>
      <vt:lpstr>1_Office Theme</vt:lpstr>
      <vt:lpstr>4_CSP Copilot Template - CONDENSED - Diamond 12/23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2025-11-18T18:05:05Z</dcterms:created>
  <dcterms:modified xsi:type="dcterms:W3CDTF">2026-02-12T12:14:18Z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0x010100E55E4FF88926DE4D8EBFD40472F33552</vt:lpwstr>
  </property>
  <property fmtid="{D5CDD505-2E9C-101B-9397-08002B2CF9AE}" pid="3" name="MediaServiceImageTags">
    <vt:lpwstr/>
  </property>
</Properties>
</file>