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4" r:id="rId4"/>
    <p:sldMasterId id="2147483725" r:id="rId5"/>
    <p:sldMasterId id="2147483727" r:id="rId6"/>
  </p:sldMasterIdLst>
  <p:notesMasterIdLst>
    <p:notesMasterId r:id="rId8"/>
  </p:notesMasterIdLst>
  <p:sldIdLst>
    <p:sldId id="263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3C6DD1"/>
    <a:srgbClr val="EFEBE9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47C9B-725A-4831-8E90-0522884DC201}" v="5" dt="2025-11-18T18:05:0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8"/>
    <p:restoredTop sz="94672"/>
  </p:normalViewPr>
  <p:slideViewPr>
    <p:cSldViewPr snapToGrid="0">
      <p:cViewPr varScale="1">
        <p:scale>
          <a:sx n="199" d="100"/>
          <a:sy n="199" d="100"/>
        </p:scale>
        <p:origin x="6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2D68-DF9D-4958-BAC8-E14D924B4A8B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BEE83-DAA3-4DC6-AF54-26E621582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4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5.jpe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4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6.wdp"/></Relationships>
</file>

<file path=ppt/slideLayouts/_rels/slideLayout1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74" y="3339761"/>
            <a:ext cx="2913293" cy="29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6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72428" y="4476525"/>
            <a:ext cx="3555873" cy="70634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72428" y="5811519"/>
            <a:ext cx="2856357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790457"/>
            <a:ext cx="5829300" cy="392415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8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2428" y="2104813"/>
            <a:ext cx="7024509" cy="1028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9808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3"/>
            <a:ext cx="7024307" cy="102835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37198" indent="0">
              <a:buNone/>
              <a:defRPr/>
            </a:lvl4pPr>
            <a:lvl5pPr marL="58293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792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428" y="2104813"/>
            <a:ext cx="332249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3426" y="2104813"/>
            <a:ext cx="332755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34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2428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8197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035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4344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464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6463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9719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6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76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05443" indent="-96143">
              <a:defRPr lang="en-US" sz="1148" dirty="0"/>
            </a:lvl2pPr>
            <a:lvl3pPr marL="297537" indent="-88047">
              <a:defRPr lang="en-US" dirty="0"/>
            </a:lvl3pPr>
            <a:lvl4pPr marL="379512" indent="-81975">
              <a:defRPr lang="en-US" dirty="0"/>
            </a:lvl4pPr>
            <a:lvl5pPr marL="466547" indent="-779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5670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5670" y="3496731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8264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264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475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8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5867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5868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0683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0683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122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123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456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427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42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6242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60056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0056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3871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3871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7685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47685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050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35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6027"/>
            <a:ext cx="2631404" cy="70634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7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8" y="670560"/>
            <a:ext cx="3511617" cy="260841"/>
          </a:xfrm>
        </p:spPr>
        <p:txBody>
          <a:bodyPr tIns="64008"/>
          <a:lstStyle>
            <a:lvl1pPr>
              <a:defRPr sz="1275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88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3875811"/>
            <a:ext cx="2650956" cy="70634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5185459"/>
            <a:ext cx="2653546" cy="215893"/>
          </a:xfrm>
        </p:spPr>
        <p:txBody>
          <a:bodyPr/>
          <a:lstStyle>
            <a:lvl1pPr marL="0" indent="0">
              <a:buNone/>
              <a:defRPr sz="1403">
                <a:latin typeface="+mn-lt"/>
              </a:defRPr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22017" indent="0">
              <a:buNone/>
              <a:defRPr/>
            </a:lvl4pPr>
            <a:lvl5pPr marL="54548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0066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3698"/>
            <a:ext cx="2651968" cy="70634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1472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370282"/>
            <a:ext cx="2653992" cy="549381"/>
          </a:xfrm>
        </p:spPr>
        <p:txBody>
          <a:bodyPr anchor="t"/>
          <a:lstStyle>
            <a:lvl1pPr>
              <a:defRPr sz="1785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8856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364480"/>
            <a:ext cx="7772400" cy="469392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542723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7718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4158234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5459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8202666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228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23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1518" y="335280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78450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3421799" cy="5096256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79186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77525" y="2970953"/>
            <a:ext cx="3421799" cy="5096256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0922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2215134" cy="5096256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78633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778633" y="2970953"/>
            <a:ext cx="2215134" cy="5096256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5649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184190" y="2970953"/>
            <a:ext cx="2215134" cy="5096256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59209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4"/>
            <a:ext cx="1614716" cy="3714902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636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176366" y="2970954"/>
            <a:ext cx="1614716" cy="3714902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1318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81318" y="2970954"/>
            <a:ext cx="1614716" cy="3714902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6269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784608" y="2970954"/>
            <a:ext cx="1614716" cy="3714902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8432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823201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3864826" cy="411723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0649" y="7823200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907574" y="3352800"/>
            <a:ext cx="3864826" cy="411723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4412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0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2564892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6829" y="7039134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603754" y="3352800"/>
            <a:ext cx="2564892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0583" y="7039135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207508" y="3352800"/>
            <a:ext cx="2564892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3454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912010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26538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953463" y="3352800"/>
            <a:ext cx="1912010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80002" y="7039135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06927" y="3352800"/>
            <a:ext cx="1912010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465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60390" y="3352800"/>
            <a:ext cx="1912010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8398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538" y="7040881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521447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49276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562738" y="3352800"/>
            <a:ext cx="1521447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014" y="7039135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125477" y="3352800"/>
            <a:ext cx="1521447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4752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4688215" y="3352800"/>
            <a:ext cx="1521447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37490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250953" y="3352800"/>
            <a:ext cx="1521447" cy="33528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402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5307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1299165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9165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148794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8794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998423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8423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783615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7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223122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23122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073816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3816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5924511" y="3352800"/>
            <a:ext cx="1474813" cy="339303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24511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2371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8" y="3352800"/>
            <a:ext cx="1107567" cy="2548128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1852260" y="3352800"/>
            <a:ext cx="1107567" cy="254812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52260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3332417" y="3352800"/>
            <a:ext cx="1107567" cy="25481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2417" y="6211995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4811925" y="3352800"/>
            <a:ext cx="1107567" cy="254812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1925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291757" y="3352800"/>
            <a:ext cx="1107567" cy="254812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757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514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387725"/>
            <a:ext cx="2028542" cy="353174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387725"/>
            <a:ext cx="4623971" cy="274691"/>
          </a:xfrm>
        </p:spPr>
        <p:txBody>
          <a:bodyPr anchor="t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3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850285"/>
            <a:ext cx="2028542" cy="35317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0454" y="4889526"/>
            <a:ext cx="4250531" cy="274691"/>
          </a:xfrm>
        </p:spPr>
        <p:txBody>
          <a:bodyPr anchor="ctr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77014" y="3781214"/>
            <a:ext cx="0" cy="2495973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603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107142"/>
            <a:ext cx="7772400" cy="7951258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07143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17" y="3078988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928" indent="0">
              <a:buNone/>
              <a:tabLst>
                <a:tab pos="219611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687" indent="0">
              <a:buNone/>
              <a:tabLst>
                <a:tab pos="363320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284" indent="0">
              <a:buNone/>
              <a:tabLst>
                <a:tab pos="510064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70011" indent="0">
              <a:buNone/>
              <a:tabLst>
                <a:tab pos="655796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1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823" y="1804999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4146469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46469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512045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758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196051"/>
            <a:ext cx="7024307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96874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859" y="7328207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1477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670561"/>
            <a:ext cx="2576065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5465" y="1962604"/>
            <a:ext cx="2575618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318815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2499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97963" y="1040141"/>
            <a:ext cx="3698750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6527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413" y="670561"/>
            <a:ext cx="2569911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427" y="1035483"/>
            <a:ext cx="3710107" cy="235449"/>
          </a:xfrm>
        </p:spPr>
        <p:txBody>
          <a:bodyPr/>
          <a:lstStyle>
            <a:lvl1pPr marL="0" indent="0">
              <a:buNone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9413" y="1960457"/>
            <a:ext cx="2571572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7422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3963924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3963924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6064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5829300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712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4255389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092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8658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066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35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8" y="859156"/>
            <a:ext cx="870981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12759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8751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3004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EA2940-0BC3-26FF-E029-024ACDAC8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17380" y="0"/>
            <a:ext cx="655502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123030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3" r="3273"/>
          <a:stretch/>
        </p:blipFill>
        <p:spPr>
          <a:xfrm>
            <a:off x="1643701" y="0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929574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23" t="12613" r="39384" b="6779"/>
          <a:stretch/>
        </p:blipFill>
        <p:spPr>
          <a:xfrm>
            <a:off x="1643701" y="-18857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426124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5A6A6047-942D-C4D9-2F35-FF615ECDC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4856"/>
          <a:stretch/>
        </p:blipFill>
        <p:spPr>
          <a:xfrm>
            <a:off x="2193042" y="-1"/>
            <a:ext cx="5579358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4330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0" indent="0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4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11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2" name="Picture Placeholder 10" descr="A person sitting on a couch using a computer&#10;&#10;Description automatically generated">
            <a:extLst>
              <a:ext uri="{FF2B5EF4-FFF2-40B4-BE49-F238E27FC236}">
                <a16:creationId xmlns:a16="http://schemas.microsoft.com/office/drawing/2014/main" id="{FC9630D6-2093-4A30-D4E0-937D24073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3295" y="1"/>
            <a:ext cx="4569105" cy="9812245"/>
          </a:xfrm>
          <a:custGeom>
            <a:avLst/>
            <a:gdLst>
              <a:gd name="connsiteX0" fmla="*/ 0 w 7167224"/>
              <a:gd name="connsiteY0" fmla="*/ 0 h 6858000"/>
              <a:gd name="connsiteX1" fmla="*/ 7167224 w 7167224"/>
              <a:gd name="connsiteY1" fmla="*/ 0 h 6858000"/>
              <a:gd name="connsiteX2" fmla="*/ 7167224 w 7167224"/>
              <a:gd name="connsiteY2" fmla="*/ 6858000 h 6858000"/>
              <a:gd name="connsiteX3" fmla="*/ 4685072 w 7167224"/>
              <a:gd name="connsiteY3" fmla="*/ 6858000 h 6858000"/>
              <a:gd name="connsiteX4" fmla="*/ 4664236 w 7167224"/>
              <a:gd name="connsiteY4" fmla="*/ 6583993 h 6858000"/>
              <a:gd name="connsiteX5" fmla="*/ 58369 w 7167224"/>
              <a:gd name="connsiteY5" fmla="*/ 263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7224" h="6858000">
                <a:moveTo>
                  <a:pt x="0" y="0"/>
                </a:moveTo>
                <a:lnTo>
                  <a:pt x="7167224" y="0"/>
                </a:lnTo>
                <a:lnTo>
                  <a:pt x="7167224" y="6858000"/>
                </a:lnTo>
                <a:lnTo>
                  <a:pt x="4685072" y="6858000"/>
                </a:lnTo>
                <a:lnTo>
                  <a:pt x="4664236" y="6583993"/>
                </a:lnTo>
                <a:cubicBezTo>
                  <a:pt x="4370084" y="3687525"/>
                  <a:pt x="2569527" y="1236388"/>
                  <a:pt x="58369" y="26388"/>
                </a:cubicBezTo>
                <a:close/>
              </a:path>
            </a:pathLst>
          </a:custGeom>
          <a:effectLst>
            <a:outerShdw blurRad="101600" dist="38100" dir="10800000" algn="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954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Placeholder 12" descr="Smiling woman using laptop">
            <a:extLst>
              <a:ext uri="{FF2B5EF4-FFF2-40B4-BE49-F238E27FC236}">
                <a16:creationId xmlns:a16="http://schemas.microsoft.com/office/drawing/2014/main" id="{A2DBEBFD-A42A-83EF-20FD-B4DEA689B7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200" y="1"/>
            <a:ext cx="3886200" cy="9816252"/>
          </a:xfrm>
          <a:custGeom>
            <a:avLst/>
            <a:gdLst>
              <a:gd name="connsiteX0" fmla="*/ 0 w 6096000"/>
              <a:gd name="connsiteY0" fmla="*/ 0 h 6692899"/>
              <a:gd name="connsiteX1" fmla="*/ 6096000 w 6096000"/>
              <a:gd name="connsiteY1" fmla="*/ 0 h 6692899"/>
              <a:gd name="connsiteX2" fmla="*/ 6096000 w 6096000"/>
              <a:gd name="connsiteY2" fmla="*/ 6692899 h 6692899"/>
              <a:gd name="connsiteX3" fmla="*/ 1181405 w 6096000"/>
              <a:gd name="connsiteY3" fmla="*/ 6692899 h 6692899"/>
              <a:gd name="connsiteX4" fmla="*/ 0 w 6096000"/>
              <a:gd name="connsiteY4" fmla="*/ 5511494 h 669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692899">
                <a:moveTo>
                  <a:pt x="0" y="0"/>
                </a:moveTo>
                <a:lnTo>
                  <a:pt x="6096000" y="0"/>
                </a:lnTo>
                <a:lnTo>
                  <a:pt x="6096000" y="6692899"/>
                </a:lnTo>
                <a:lnTo>
                  <a:pt x="1181405" y="6692899"/>
                </a:lnTo>
                <a:cubicBezTo>
                  <a:pt x="528933" y="6692899"/>
                  <a:pt x="0" y="6163966"/>
                  <a:pt x="0" y="5511494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732186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71794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628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02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74330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blonde hair and a white shirt&#10;&#10;Description automatically generated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607645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200509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25758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nerna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904D2-33E0-3461-BD3C-159853CA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53EC2-149B-8491-E5CC-F6AA2831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107" y="-1"/>
            <a:ext cx="4451293" cy="10058401"/>
          </a:xfrm>
          <a:custGeom>
            <a:avLst/>
            <a:gdLst>
              <a:gd name="connsiteX0" fmla="*/ 0 w 7122432"/>
              <a:gd name="connsiteY0" fmla="*/ 3497262 h 6994526"/>
              <a:gd name="connsiteX1" fmla="*/ 1 w 7122432"/>
              <a:gd name="connsiteY1" fmla="*/ 3497263 h 6994526"/>
              <a:gd name="connsiteX2" fmla="*/ 0 w 7122432"/>
              <a:gd name="connsiteY2" fmla="*/ 3497263 h 6994526"/>
              <a:gd name="connsiteX3" fmla="*/ 3497263 w 7122432"/>
              <a:gd name="connsiteY3" fmla="*/ 0 h 6994526"/>
              <a:gd name="connsiteX4" fmla="*/ 7122432 w 7122432"/>
              <a:gd name="connsiteY4" fmla="*/ 0 h 6994526"/>
              <a:gd name="connsiteX5" fmla="*/ 7122432 w 7122432"/>
              <a:gd name="connsiteY5" fmla="*/ 6994526 h 6994526"/>
              <a:gd name="connsiteX6" fmla="*/ 3497263 w 7122432"/>
              <a:gd name="connsiteY6" fmla="*/ 6994525 h 6994526"/>
              <a:gd name="connsiteX7" fmla="*/ 18056 w 7122432"/>
              <a:gd name="connsiteY7" fmla="*/ 3854837 h 6994526"/>
              <a:gd name="connsiteX8" fmla="*/ 1 w 7122432"/>
              <a:gd name="connsiteY8" fmla="*/ 3497263 h 6994526"/>
              <a:gd name="connsiteX9" fmla="*/ 18056 w 7122432"/>
              <a:gd name="connsiteY9" fmla="*/ 3139688 h 6994526"/>
              <a:gd name="connsiteX10" fmla="*/ 3497263 w 7122432"/>
              <a:gd name="connsiteY10" fmla="*/ 0 h 699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432" h="6994526">
                <a:moveTo>
                  <a:pt x="0" y="3497262"/>
                </a:moveTo>
                <a:lnTo>
                  <a:pt x="1" y="3497263"/>
                </a:lnTo>
                <a:lnTo>
                  <a:pt x="0" y="3497263"/>
                </a:lnTo>
                <a:close/>
                <a:moveTo>
                  <a:pt x="3497263" y="0"/>
                </a:moveTo>
                <a:lnTo>
                  <a:pt x="7122432" y="0"/>
                </a:lnTo>
                <a:lnTo>
                  <a:pt x="7122432" y="6994526"/>
                </a:lnTo>
                <a:lnTo>
                  <a:pt x="3497263" y="6994525"/>
                </a:lnTo>
                <a:cubicBezTo>
                  <a:pt x="1686496" y="6994525"/>
                  <a:pt x="197151" y="5618353"/>
                  <a:pt x="18056" y="3854837"/>
                </a:cubicBezTo>
                <a:lnTo>
                  <a:pt x="1" y="3497263"/>
                </a:lnTo>
                <a:lnTo>
                  <a:pt x="18056" y="3139688"/>
                </a:lnTo>
                <a:cubicBezTo>
                  <a:pt x="197151" y="1376172"/>
                  <a:pt x="1686496" y="0"/>
                  <a:pt x="3497263" y="0"/>
                </a:cubicBez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2011680" rIns="0" bIns="0" rtlCol="0" anchor="t" anchorCtr="0">
            <a:noAutofit/>
          </a:bodyPr>
          <a:lstStyle>
            <a:lvl1pPr>
              <a:defRPr lang="en-US" sz="1020" b="1">
                <a:latin typeface="+mn-lt"/>
                <a:cs typeface="Segoe UI" panose="020B0502040204020203" pitchFamily="34" charset="0"/>
              </a:defRPr>
            </a:lvl1pPr>
          </a:lstStyle>
          <a:p>
            <a:pPr marL="0" marR="0" lvl="0" indent="0" algn="ctr" defTabSz="594623" rtl="0" eaLnBrk="1" fontAlgn="auto" latinLnBrk="0" hangingPunct="1">
              <a:lnSpc>
                <a:spcPct val="100000"/>
              </a:lnSpc>
              <a:spcBef>
                <a:spcPts val="1148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E955A-D68E-FC9C-6BF1-3CF59CB46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accent2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70DCD0C-F263-40A0-B5EC-0435B7745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92310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402788" indent="-402788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1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7FA841F1-8E81-2937-76CC-2118FF3FC4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CCB3F9-433B-EA43-176B-A9B99587601E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FBEF05-44CE-10D3-01F5-40B6347F4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5556577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8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0D0933-331C-20E6-8B54-189E355842BD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9D89FB-9578-9875-2B29-70D7CE5F7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E598B-F121-F2AE-9B69-D8971CDF6C99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1769534"/>
            <a:ext cx="6505337" cy="396968"/>
          </a:xfrm>
        </p:spPr>
        <p:txBody>
          <a:bodyPr/>
          <a:lstStyle>
            <a:lvl1pPr>
              <a:defRPr sz="893">
                <a:latin typeface="+mn-lt"/>
              </a:defRPr>
            </a:lvl1pPr>
            <a:lvl2pPr>
              <a:defRPr sz="102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9CF6A1-2A54-EAFF-779A-CAFDF3C03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3537847"/>
            <a:ext cx="7028557" cy="935064"/>
          </a:xfrm>
        </p:spPr>
        <p:txBody>
          <a:bodyPr/>
          <a:lstStyle>
            <a:lvl1pPr>
              <a:defRPr sz="1020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0DB0521-F5C1-19DD-E8E1-A51202BC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ibbon&#10;&#10;Description automatically generated">
            <a:extLst>
              <a:ext uri="{FF2B5EF4-FFF2-40B4-BE49-F238E27FC236}">
                <a16:creationId xmlns:a16="http://schemas.microsoft.com/office/drawing/2014/main" id="{2D01368F-CBC2-3A98-51E0-572AB4513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923E10-A0DD-9107-F976-70EDBED7C272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64BF0F-965B-5914-4627-2C9273E020F2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0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653728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C7A637-9C83-8E2C-B673-0817ED3CE231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4B2161EF-6401-91A8-EFC2-CEF94AC79E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42778-2116-B763-7B8E-64EDCA14B275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3455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EF4037-A609-A9B8-078B-CE087FCC2FB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CB1914C-784C-0230-3C4C-01B077CCF6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938F55-19E6-E840-1084-01B2A085047D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22C0CB-7CA6-6339-77AF-EA5B1984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5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5B0F14-1D8E-05BE-E630-B3456823C54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EA2969-34DD-DAA8-1D7E-246D83F086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D292-DED9-217C-A2C7-706F1148EA1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9334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979E47-BD7E-F57A-4D56-BEEC52979CA6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AFCF619-AC26-2E4C-2904-F86EAFD2B3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6185B-31C8-DCA6-A9FA-7806DF771DD8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BDF8D8-0F08-FD6F-E5FE-7EE6DC72B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7A979B28-27F8-3F49-0EE7-BF83B79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921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7640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DF0EE6-10BF-3375-600E-D7D82456A675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5594B1F8-FC13-CF06-C949-7E92A50B16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218ED4-3869-4937-C6A4-76DB2C1B9A43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23E98592-EE2D-456F-76E2-F8BED7A0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961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553260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799822"/>
            <a:ext cx="3555410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7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80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80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534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9311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375017" y="749450"/>
            <a:ext cx="7024307" cy="274691"/>
          </a:xfrm>
        </p:spPr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64632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9404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68680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D58F4-D255-D330-4E5D-A82F308095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68816" cy="985350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36FB7E5-87C4-6FBF-8057-6A49387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694" y="692912"/>
            <a:ext cx="3491845" cy="824200"/>
          </a:xfrm>
        </p:spPr>
        <p:txBody>
          <a:bodyPr/>
          <a:lstStyle>
            <a:lvl1pPr>
              <a:defRPr sz="26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07EF33-243D-F899-378F-5B2E5E1462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27693" y="2402840"/>
            <a:ext cx="3494544" cy="954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BA23A4-F1C1-BC53-6BDE-D0642CBC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163" y="9300413"/>
            <a:ext cx="3119045" cy="361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82930">
              <a:defRPr/>
            </a:pPr>
            <a:r>
              <a:rPr lang="en-US" sz="638">
                <a:solidFill>
                  <a:prstClr val="white"/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AF72F4-0DE1-2DD9-3037-A847E2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47496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1AA36030-2EFC-F7BC-0E57-DEE9AF686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242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4D8E68CF-84CA-B8E7-9A71-0C8D0C00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2151404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!!Rectangle: Rounded Corners 5">
            <a:extLst>
              <a:ext uri="{FF2B5EF4-FFF2-40B4-BE49-F238E27FC236}">
                <a16:creationId xmlns:a16="http://schemas.microsoft.com/office/drawing/2014/main" id="{32B064D2-AE97-A947-10A8-DC12852C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930379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!!Rectangle: Rounded Corners 5">
            <a:extLst>
              <a:ext uri="{FF2B5EF4-FFF2-40B4-BE49-F238E27FC236}">
                <a16:creationId xmlns:a16="http://schemas.microsoft.com/office/drawing/2014/main" id="{29460811-B3CD-4FC2-8523-33502A66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09356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1F64DC-A7DF-105D-5C8E-9AC3F7AAA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48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C23470F8-9AB1-6470-3C40-61250E2D0A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0459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8B355D2-EC24-5978-F34B-2CF4EA153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69434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925EE363-54E2-1AC9-B00B-AC5B2D03E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8411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4C1742-A0D1-F02B-7F27-A5BAE99AC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0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829F7D7-0C89-EAB3-BD65-9B7FFD20E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385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9F0A84-B0CA-FA9E-4A54-B7483EC385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361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47C8B0A-158E-87F6-0048-38FB0DD87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36337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4D0286E-7ACD-709F-792D-38E7E5575F03}"/>
              </a:ext>
            </a:extLst>
          </p:cNvPr>
          <p:cNvSpPr/>
          <p:nvPr userDrawn="1"/>
        </p:nvSpPr>
        <p:spPr bwMode="auto">
          <a:xfrm rot="5400000" flipH="1">
            <a:off x="117677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497D684-C702-7F2D-5874-A7A95E0D6BB4}"/>
              </a:ext>
            </a:extLst>
          </p:cNvPr>
          <p:cNvSpPr/>
          <p:nvPr userDrawn="1"/>
        </p:nvSpPr>
        <p:spPr bwMode="auto">
          <a:xfrm rot="5400000" flipH="1">
            <a:off x="29591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C271D0-1620-837F-239A-A0673A7506AB}"/>
              </a:ext>
            </a:extLst>
          </p:cNvPr>
          <p:cNvSpPr/>
          <p:nvPr userDrawn="1"/>
        </p:nvSpPr>
        <p:spPr bwMode="auto">
          <a:xfrm rot="5400000" flipH="1">
            <a:off x="4741546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77EA4304-1259-82AF-9FCC-C49DE1BBA8F5}"/>
              </a:ext>
            </a:extLst>
          </p:cNvPr>
          <p:cNvSpPr/>
          <p:nvPr userDrawn="1"/>
        </p:nvSpPr>
        <p:spPr bwMode="auto">
          <a:xfrm rot="5400000" flipH="1">
            <a:off x="652393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02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6E7D73A1-CC68-CDD9-3A42-BC2E968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2253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!!Rectangle: Rounded Corners 5">
            <a:extLst>
              <a:ext uri="{FF2B5EF4-FFF2-40B4-BE49-F238E27FC236}">
                <a16:creationId xmlns:a16="http://schemas.microsoft.com/office/drawing/2014/main" id="{B17704B4-7BAA-2073-EFE5-D29CD8A1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51665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E5ACD919-D680-CEB8-159B-C634EE07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280792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A8695A8-BF42-A059-EC59-A0D9F6009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159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141EA98-B316-2F10-F358-D11A31DC50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90720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95B9D1D-5182-52C9-08B5-2FAB160717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9847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4A8E37E-FC06-5AB5-5DAD-300CFC5E9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951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8AAD40C-9609-F1AB-1FD2-020941D493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8646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A4D71A4-2023-1C8F-11AC-90B25526F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7774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C27D28B-030E-A19C-00FC-C40703AA4F09}"/>
              </a:ext>
            </a:extLst>
          </p:cNvPr>
          <p:cNvSpPr/>
          <p:nvPr userDrawn="1"/>
        </p:nvSpPr>
        <p:spPr bwMode="auto">
          <a:xfrm rot="5400000" flipH="1">
            <a:off x="162688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175E04D-460A-1047-315E-813094F0AEFA}"/>
              </a:ext>
            </a:extLst>
          </p:cNvPr>
          <p:cNvSpPr/>
          <p:nvPr userDrawn="1"/>
        </p:nvSpPr>
        <p:spPr bwMode="auto">
          <a:xfrm rot="5400000" flipH="1">
            <a:off x="3859420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4909B20-1614-F54F-D68D-8D4B92F1C149}"/>
              </a:ext>
            </a:extLst>
          </p:cNvPr>
          <p:cNvSpPr/>
          <p:nvPr userDrawn="1"/>
        </p:nvSpPr>
        <p:spPr bwMode="auto">
          <a:xfrm rot="5400000" flipH="1">
            <a:off x="60919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9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11" name="Picture 10" descr="A close up of a glass object&#10;&#10;Description automatically generated">
            <a:extLst>
              <a:ext uri="{FF2B5EF4-FFF2-40B4-BE49-F238E27FC236}">
                <a16:creationId xmlns:a16="http://schemas.microsoft.com/office/drawing/2014/main" id="{25A20842-B0F3-33B4-B5FB-75ED20351C4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B3C7CA-FBC1-2F83-BBAD-4410888E8606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92146-89FF-D4E4-AE53-15DF889C9CBA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40D7A70-23D2-BE33-369E-E877BE321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ctr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705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7877"/>
            <a:ext cx="6703695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509944"/>
            <a:ext cx="6703695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2888" y="9155007"/>
            <a:ext cx="1748790" cy="535517"/>
          </a:xfrm>
          <a:prstGeom prst="rect">
            <a:avLst/>
          </a:prstGeom>
        </p:spPr>
        <p:txBody>
          <a:bodyPr/>
          <a:lstStyle/>
          <a:p>
            <a:pPr defTabSz="582930">
              <a:defRPr/>
            </a:pPr>
            <a:endParaRPr lang="en-US" sz="1148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3143" y="9155007"/>
            <a:ext cx="2623185" cy="535517"/>
          </a:xfrm>
        </p:spPr>
        <p:txBody>
          <a:bodyPr/>
          <a:lstStyle/>
          <a:p>
            <a:pPr defTabSz="582930">
              <a:defRPr/>
            </a:pPr>
            <a:r>
              <a:rPr lang="en-US" sz="638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97793" y="9155007"/>
            <a:ext cx="1748790" cy="535517"/>
          </a:xfrm>
        </p:spPr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97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542229-5950-782A-DC44-AA56DDDD77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3701" y="4489116"/>
            <a:ext cx="2653546" cy="313932"/>
          </a:xfrm>
        </p:spPr>
        <p:txBody>
          <a:bodyPr/>
          <a:lstStyle/>
          <a:p>
            <a:r>
              <a:rPr lang="en-US" sz="204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2206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AC871D7A-C89B-F090-4E20-507E04C5B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0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964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on softe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BB0A4-0465-8375-17C6-6AC6C5A8B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217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layou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Highlighted text layout blue</a:t>
            </a:r>
          </a:p>
        </p:txBody>
      </p:sp>
    </p:spTree>
    <p:extLst>
      <p:ext uri="{BB962C8B-B14F-4D97-AF65-F5344CB8AC3E}">
        <p14:creationId xmlns:p14="http://schemas.microsoft.com/office/powerpoint/2010/main" val="151680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65951"/>
            <a:ext cx="5829300" cy="31784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95" b="0" kern="1200" cap="none" spc="-32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19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234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E4EAFBEA-2574-08F5-7DC9-59F584D2A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3305C83-1C45-7907-6FE5-D4BCFB3E8276}"/>
              </a:ext>
            </a:extLst>
          </p:cNvPr>
          <p:cNvSpPr/>
          <p:nvPr userDrawn="1"/>
        </p:nvSpPr>
        <p:spPr bwMode="auto">
          <a:xfrm rot="5400000">
            <a:off x="289096" y="3613190"/>
            <a:ext cx="2421464" cy="299966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1F92-A51A-5A32-7363-3D4F5A4EE877}"/>
              </a:ext>
            </a:extLst>
          </p:cNvPr>
          <p:cNvSpPr/>
          <p:nvPr userDrawn="1"/>
        </p:nvSpPr>
        <p:spPr bwMode="auto">
          <a:xfrm>
            <a:off x="3598783" y="0"/>
            <a:ext cx="4173617" cy="100584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586" rtlCol="0" anchor="ctr"/>
          <a:lstStyle/>
          <a:p>
            <a:pPr algn="ctr" defTabSz="582930"/>
            <a:endParaRPr lang="en-US" sz="765" err="1">
              <a:solidFill>
                <a:prstClr val="white"/>
              </a:solidFill>
              <a:latin typeface="Segoe Sans Display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A9A13-CFF1-D36F-13A3-967874123A78}"/>
              </a:ext>
            </a:extLst>
          </p:cNvPr>
          <p:cNvSpPr txBox="1"/>
          <p:nvPr userDrawn="1"/>
        </p:nvSpPr>
        <p:spPr>
          <a:xfrm>
            <a:off x="366445" y="4634929"/>
            <a:ext cx="1592486" cy="22974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defTabSz="582930">
              <a:defRPr/>
            </a:pPr>
            <a:r>
              <a:rPr lang="en-US" sz="893">
                <a:latin typeface="+mj-lt"/>
              </a:rPr>
              <a:t>Microsoft 365 Copilot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4975504"/>
            <a:ext cx="1992458" cy="274691"/>
          </a:xfrm>
        </p:spPr>
        <p:txBody>
          <a:bodyPr anchor="t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306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pos="561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3+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158157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3911262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80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6" name="Picture 5" descr="A close up of a glass object&#10;&#10;Description automatically generated">
            <a:extLst>
              <a:ext uri="{FF2B5EF4-FFF2-40B4-BE49-F238E27FC236}">
                <a16:creationId xmlns:a16="http://schemas.microsoft.com/office/drawing/2014/main" id="{721E07E1-FDEA-E098-17EA-259DC8625F1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4E1BCB-6588-0B8E-9627-FD6B4D7A00A4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4E2A7-BED1-DAE7-84FF-B449A467D5CB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8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-2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557056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4310160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377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325558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>
          <a:xfrm>
            <a:off x="3011805" y="0"/>
            <a:ext cx="4760595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36358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 gradient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 r="61250"/>
          <a:stretch/>
        </p:blipFill>
        <p:spPr>
          <a:xfrm>
            <a:off x="1" y="0"/>
            <a:ext cx="3011805" cy="981625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754510"/>
            <a:ext cx="2325558" cy="549381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916D0-3271-3180-703D-A618916FD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281" y="4473695"/>
            <a:ext cx="3841792" cy="1111010"/>
          </a:xfrm>
        </p:spPr>
        <p:txBody>
          <a:bodyPr anchor="ctr" anchorCtr="0"/>
          <a:lstStyle>
            <a:lvl2pPr>
              <a:spcBef>
                <a:spcPts val="1148"/>
              </a:spcBef>
              <a:defRPr sz="1020"/>
            </a:lvl2pPr>
            <a:lvl3pPr>
              <a:spcBef>
                <a:spcPts val="765"/>
              </a:spcBef>
              <a:defRPr sz="1020"/>
            </a:lvl3pPr>
            <a:lvl4pPr>
              <a:defRPr sz="1020"/>
            </a:lvl4pPr>
            <a:lvl5pPr>
              <a:defRPr sz="10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4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302472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895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 lines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889439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234361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984972"/>
            <a:ext cx="3234361" cy="221599"/>
          </a:xfrm>
        </p:spPr>
        <p:txBody>
          <a:bodyPr tIns="64008"/>
          <a:lstStyle>
            <a:lvl1pPr>
              <a:defRPr sz="102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961640"/>
            <a:ext cx="3234362" cy="58394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83800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EF5A5C43-7C76-6807-9619-2045D4156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12F5D-DBC1-8921-28A4-A564E69C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2684747" cy="549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F682AC5-612F-0EE5-4FDA-A422726F1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427" y="2605153"/>
            <a:ext cx="2678765" cy="954749"/>
          </a:xfrm>
        </p:spPr>
        <p:txBody>
          <a:bodyPr/>
          <a:lstStyle>
            <a:lvl1pPr>
              <a:defRPr sz="1148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78160" y="0"/>
            <a:ext cx="4394240" cy="9816253"/>
          </a:xfr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algn="ctr">
              <a:defRPr lang="en-US" sz="893" b="1"/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7D68E-0E2A-B050-66EC-FBEC3EA140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266890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227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149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5D25-8D93-1882-B375-8C6D301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4001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Bar Wind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ibbon&#10;&#10;Description automatically generated">
            <a:extLst>
              <a:ext uri="{FF2B5EF4-FFF2-40B4-BE49-F238E27FC236}">
                <a16:creationId xmlns:a16="http://schemas.microsoft.com/office/drawing/2014/main" id="{7D58299E-9AC2-FCD6-ED21-D29674FD1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86200" cy="10058400"/>
          </a:xfrm>
          <a:prstGeom prst="rect">
            <a:avLst/>
          </a:prstGeom>
        </p:spPr>
      </p:pic>
      <p:pic>
        <p:nvPicPr>
          <p:cNvPr id="10" name="Background blur crop" descr="A close-up of a ribbon&#10;&#10;Description automatically generated">
            <a:extLst>
              <a:ext uri="{FF2B5EF4-FFF2-40B4-BE49-F238E27FC236}">
                <a16:creationId xmlns:a16="http://schemas.microsoft.com/office/drawing/2014/main" id="{735CCDD1-6D25-F844-4FE0-E4D2BFE30A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05" y="3548380"/>
            <a:ext cx="3123129" cy="2961640"/>
          </a:xfrm>
          <a:prstGeom prst="roundRect">
            <a:avLst>
              <a:gd name="adj" fmla="val 84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E7281-C62E-0DB0-56E2-6CFEC213AC04}"/>
              </a:ext>
            </a:extLst>
          </p:cNvPr>
          <p:cNvSpPr/>
          <p:nvPr userDrawn="1"/>
        </p:nvSpPr>
        <p:spPr>
          <a:xfrm>
            <a:off x="315754" y="3371427"/>
            <a:ext cx="3333632" cy="3312863"/>
          </a:xfrm>
          <a:prstGeom prst="roundRect">
            <a:avLst>
              <a:gd name="adj" fmla="val 8434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4155-66BC-DAC5-5E10-46E1D44CF3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37BAB-C03C-A736-8E50-9B7D49E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" y="4559696"/>
            <a:ext cx="2995613" cy="939014"/>
          </a:xfrm>
          <a:prstGeom prst="roundRect">
            <a:avLst>
              <a:gd name="adj" fmla="val 15039"/>
            </a:avLst>
          </a:prstGeom>
          <a:solidFill>
            <a:schemeClr val="bg1"/>
          </a:solidFill>
        </p:spPr>
        <p:txBody>
          <a:bodyPr lIns="182880" tIns="182880" rIns="182880" bIns="182880" anchor="ctr" anchorCtr="0"/>
          <a:lstStyle>
            <a:lvl1pPr>
              <a:lnSpc>
                <a:spcPct val="90000"/>
              </a:lnSpc>
              <a:defRPr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6000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D37B89-BBEE-1D6D-0CB4-2887DAE55BF8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022A6913-32FA-3175-2B8B-B7DFEEB209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5B21F-3F76-3A2A-3F90-8BF863B82BC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173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9509" y="4870256"/>
            <a:ext cx="3691163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2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3"/>
            <a:ext cx="6703695" cy="274691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722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8A8B-7381-2287-CF94-E2B0F2018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2"/>
            <a:ext cx="6703695" cy="274691"/>
          </a:xfrm>
        </p:spPr>
        <p:txBody>
          <a:bodyPr lIns="0" tIns="0" rIns="0" bIns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411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77DBA8-8C7E-FD96-362D-3ED0D33369A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3" name="Picture 2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83EB57F5-A352-975C-9B11-90D5F4E7A1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2A6CC-1176-D894-9ACE-8C8D2DF94B5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7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B86C3-3070-C5B9-78CF-8959A6F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2737558" y="0"/>
            <a:ext cx="5034842" cy="10058400"/>
          </a:xfrm>
          <a:prstGeom prst="rect">
            <a:avLst/>
          </a:prstGeom>
          <a:solidFill>
            <a:srgbClr val="5D5B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3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030045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7558" y="0"/>
            <a:ext cx="5034842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52905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2871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31768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32" y="746763"/>
            <a:ext cx="3699987" cy="274691"/>
          </a:xfrm>
        </p:spPr>
        <p:txBody>
          <a:bodyPr/>
          <a:lstStyle>
            <a:lvl1pPr>
              <a:defRPr sz="1785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7141" y="2105396"/>
            <a:ext cx="3699987" cy="903517"/>
          </a:xfrm>
        </p:spPr>
        <p:txBody>
          <a:bodyPr/>
          <a:lstStyle>
            <a:lvl1pPr>
              <a:defRPr sz="1275">
                <a:solidFill>
                  <a:srgbClr val="000000"/>
                </a:solidFill>
                <a:latin typeface="+mn-lt"/>
              </a:defRPr>
            </a:lvl1pPr>
            <a:lvl2pPr>
              <a:defRPr sz="1020">
                <a:solidFill>
                  <a:srgbClr val="000000"/>
                </a:solidFill>
              </a:defRPr>
            </a:lvl2pPr>
            <a:lvl3pPr>
              <a:defRPr sz="893">
                <a:solidFill>
                  <a:srgbClr val="000000"/>
                </a:solidFill>
              </a:defRPr>
            </a:lvl3pPr>
            <a:lvl4pPr>
              <a:defRPr sz="765">
                <a:solidFill>
                  <a:srgbClr val="000000"/>
                </a:solidFill>
              </a:defRPr>
            </a:lvl4pPr>
            <a:lvl5pPr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565635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2352282"/>
            <a:ext cx="7379153" cy="592860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047838"/>
            <a:ext cx="2028542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047838"/>
            <a:ext cx="4623971" cy="5165135"/>
          </a:xfrm>
        </p:spPr>
        <p:txBody>
          <a:bodyPr anchor="t">
            <a:noAutofit/>
          </a:bodyPr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36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8B6C65E9-0C68-FA0C-B271-01384C3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" y="5044094"/>
            <a:ext cx="4232141" cy="392415"/>
          </a:xfrm>
        </p:spPr>
        <p:txBody>
          <a:bodyPr anchor="b" anchorCtr="0"/>
          <a:lstStyle>
            <a:lvl1pPr>
              <a:defRPr kumimoji="0" lang="en-US" sz="2550" b="0" i="0" u="none" strike="noStrike" kern="1200" cap="none" spc="-32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3FBF97E-9A9C-9D5C-3946-69F9588A6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5641288"/>
            <a:ext cx="4232142" cy="255134"/>
          </a:xfrm>
        </p:spPr>
        <p:txBody>
          <a:bodyPr/>
          <a:lstStyle>
            <a:lvl1pPr marL="0" indent="0">
              <a:buNone/>
              <a:defRPr sz="165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910C16B4-5053-1D97-9604-ECF21C7E0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80602" y="413174"/>
            <a:ext cx="1555594" cy="13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9815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8" name="Picture 7" descr="Microsoft 365 logo">
            <a:extLst>
              <a:ext uri="{FF2B5EF4-FFF2-40B4-BE49-F238E27FC236}">
                <a16:creationId xmlns:a16="http://schemas.microsoft.com/office/drawing/2014/main" id="{5D219040-D069-EB51-9BC1-CB528F978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11" y="948589"/>
            <a:ext cx="1091375" cy="619516"/>
          </a:xfrm>
          <a:prstGeom prst="rect">
            <a:avLst/>
          </a:prstGeom>
          <a:ln w="18256" cap="flat">
            <a:noFill/>
            <a:prstDash val="solid"/>
            <a:miter/>
          </a:ln>
          <a:effectLst>
            <a:glow rad="1905000">
              <a:schemeClr val="bg1">
                <a:alpha val="48000"/>
              </a:schemeClr>
            </a:glow>
          </a:effectLst>
        </p:spPr>
      </p:pic>
      <p:sp>
        <p:nvSpPr>
          <p:cNvPr id="2" name="Title 15">
            <a:extLst>
              <a:ext uri="{FF2B5EF4-FFF2-40B4-BE49-F238E27FC236}">
                <a16:creationId xmlns:a16="http://schemas.microsoft.com/office/drawing/2014/main" id="{1F4A8530-B89C-88B2-9BF1-34CC2A97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6" y="4123747"/>
            <a:ext cx="4898231" cy="274691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6"/>
                    </a:gs>
                  </a:gsLst>
                  <a:lin ang="16200000" scaled="1"/>
                  <a:tileRect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E76921E-13E1-55F5-E255-F9D4FDA2F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859" y="5641288"/>
            <a:ext cx="4349710" cy="1766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1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398041"/>
            <a:ext cx="5829300" cy="7848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364331" y="853568"/>
            <a:ext cx="927424" cy="5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6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992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48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939479"/>
            <a:ext cx="7024307" cy="274691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771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s Dark - Flexi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8DE6-1999-48A7-B346-A9684E7C6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585" y="701697"/>
            <a:ext cx="7024509" cy="5493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295" b="0" kern="1200" cap="none" spc="-32" baseline="0" smtClean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0" indent="0">
              <a:spcBef>
                <a:spcPts val="0"/>
              </a:spcBef>
              <a:buNone/>
              <a:defRPr lang="en-US" sz="1275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A43672B-8E20-4558-9677-6CF28C069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940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9E4768-7E5D-44DC-A376-935B1C7C9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557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7B18E8-AABF-42B2-A056-BEB2E738E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3138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090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55.xml"/><Relationship Id="rId61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7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80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09.xml"/><Relationship Id="rId67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theme" Target="../theme/theme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1EC52-4DBF-75D2-D4EC-CD790402A4A9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0" y="-13334"/>
            <a:ext cx="7772400" cy="100717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2427" y="2105405"/>
            <a:ext cx="7024307" cy="1028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 rot="5400000">
            <a:off x="3219361" y="4592003"/>
            <a:ext cx="1005840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2295" b="0" kern="1200" cap="none" spc="-32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45733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85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91465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75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18981" marR="0" indent="-127516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2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373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652760" marR="0" indent="-10727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46">
          <p15:clr>
            <a:srgbClr val="F26B43"/>
          </p15:clr>
        </p15:guide>
        <p15:guide id="2" pos="1561">
          <p15:clr>
            <a:srgbClr val="F26B43"/>
          </p15:clr>
        </p15:guide>
        <p15:guide id="3" pos="184">
          <p15:clr>
            <a:srgbClr val="F26B43"/>
          </p15:clr>
        </p15:guide>
        <p15:guide id="4" pos="2938">
          <p15:clr>
            <a:srgbClr val="F26B43"/>
          </p15:clr>
        </p15:guide>
        <p15:guide id="5" pos="1988">
          <p15:clr>
            <a:srgbClr val="5ACBF0"/>
          </p15:clr>
        </p15:guide>
        <p15:guide id="6" pos="2081">
          <p15:clr>
            <a:srgbClr val="5ACBF0"/>
          </p15:clr>
        </p15:guide>
        <p15:guide id="7" pos="1039">
          <p15:clr>
            <a:srgbClr val="5ACBF0"/>
          </p15:clr>
        </p15:guide>
        <p15:guide id="8" pos="1132">
          <p15:clr>
            <a:srgbClr val="5ACBF0"/>
          </p15:clr>
        </p15:guide>
        <p15:guide id="9" pos="1607">
          <p15:clr>
            <a:srgbClr val="C35EA4"/>
          </p15:clr>
        </p15:guide>
        <p15:guide id="10" pos="1515">
          <p15:clr>
            <a:srgbClr val="C35EA4"/>
          </p15:clr>
        </p15:guide>
        <p15:guide id="11" orient="horz" pos="422">
          <p15:clr>
            <a:srgbClr val="F26B43"/>
          </p15:clr>
        </p15:guide>
        <p15:guide id="12" orient="horz" pos="88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4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png"/><Relationship Id="rId26" Type="http://schemas.openxmlformats.org/officeDocument/2006/relationships/image" Target="../media/image95.svg"/><Relationship Id="rId3" Type="http://schemas.openxmlformats.org/officeDocument/2006/relationships/image" Target="../media/image72.png"/><Relationship Id="rId21" Type="http://schemas.openxmlformats.org/officeDocument/2006/relationships/image" Target="../media/image90.sv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5" Type="http://schemas.openxmlformats.org/officeDocument/2006/relationships/image" Target="../media/image94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2A78E-01DA-42E1-543D-58517A9F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83FE0-A0B2-0F76-505D-8429B5F7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0" y="2351554"/>
            <a:ext cx="7772401" cy="8590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Copilot in M365 Apps">
            <a:extLst>
              <a:ext uri="{FF2B5EF4-FFF2-40B4-BE49-F238E27FC236}">
                <a16:creationId xmlns:a16="http://schemas.microsoft.com/office/drawing/2014/main" id="{2E331A5B-2AE8-68D9-4DAE-3933D50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69" y="448088"/>
            <a:ext cx="4052681" cy="21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Text Placeholder 8">
            <a:extLst>
              <a:ext uri="{FF2B5EF4-FFF2-40B4-BE49-F238E27FC236}">
                <a16:creationId xmlns:a16="http://schemas.microsoft.com/office/drawing/2014/main" id="{84092B24-A6C8-1C03-C3EA-C9BD00D01978}"/>
              </a:ext>
            </a:extLst>
          </p:cNvPr>
          <p:cNvSpPr txBox="1">
            <a:spLocks/>
          </p:cNvSpPr>
          <p:nvPr/>
        </p:nvSpPr>
        <p:spPr>
          <a:xfrm>
            <a:off x="794166" y="2363689"/>
            <a:ext cx="6115805" cy="784830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3" indent="0" algn="ctr" defTabSz="5299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Unlock AI-powered productivity with built-in security</a:t>
            </a:r>
          </a:p>
          <a:p>
            <a:pPr marL="0" marR="0" lvl="3" indent="0" algn="ctr" defTabSz="5299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 panose="02110004020202020204"/>
                <a:ea typeface="+mn-lt"/>
                <a:cs typeface="Segoe Sans Display"/>
              </a:rPr>
              <a:t>All Microsoft 365 desktop apps and cloud services, now with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 built-in AI.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Create faster, keep work flowing and stay secure everywhere with Copilot’s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bui</a:t>
            </a:r>
            <a:r>
              <a:rPr lang="en-US" sz="1200" dirty="0" err="1">
                <a:solidFill>
                  <a:srgbClr val="091F2C"/>
                </a:solidFill>
                <a:latin typeface="Segoe Sans Display"/>
              </a:rPr>
              <a:t>lt</a:t>
            </a:r>
            <a:r>
              <a:rPr lang="en-US" sz="1200" dirty="0">
                <a:solidFill>
                  <a:srgbClr val="091F2C"/>
                </a:solidFill>
                <a:latin typeface="Segoe Sans Display"/>
              </a:rPr>
              <a:t>-in protections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 </a:t>
            </a:r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6DF24C75-95E3-909A-F027-10A8B2DBB8DC}"/>
              </a:ext>
            </a:extLst>
          </p:cNvPr>
          <p:cNvSpPr txBox="1">
            <a:spLocks/>
          </p:cNvSpPr>
          <p:nvPr/>
        </p:nvSpPr>
        <p:spPr>
          <a:xfrm>
            <a:off x="297054" y="892146"/>
            <a:ext cx="4394646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264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Your plan just got </a:t>
            </a:r>
            <a:b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</a:br>
            <a:r>
              <a:rPr kumimoji="0" lang="en-US" sz="28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smarter with Copilot. </a:t>
            </a:r>
            <a:endParaRPr kumimoji="0" lang="en-US" sz="800" b="0" i="0" u="none" strike="noStrike" kern="1200" cap="none" spc="-50" normalizeH="0" baseline="0" noProof="0" dirty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 Semibold" panose="02110004020202020204"/>
                <a:ea typeface="+mj-ea"/>
                <a:cs typeface="+mj-cs"/>
              </a:rPr>
              <a:t>AI built for work.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 Semibold" panose="02110004020202020204"/>
              <a:ea typeface="+mj-ea"/>
              <a:cs typeface="+mj-cs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6C5D9C3-9F22-69A7-4987-E954AC268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977001" y="5253775"/>
            <a:ext cx="1818399" cy="7772398"/>
          </a:xfrm>
          <a:custGeom>
            <a:avLst/>
            <a:gdLst>
              <a:gd name="connsiteX0" fmla="*/ 0 w 7924800"/>
              <a:gd name="connsiteY0" fmla="*/ 0 h 10277475"/>
              <a:gd name="connsiteX1" fmla="*/ 7924800 w 7924800"/>
              <a:gd name="connsiteY1" fmla="*/ 0 h 10277475"/>
              <a:gd name="connsiteX2" fmla="*/ 7924800 w 7924800"/>
              <a:gd name="connsiteY2" fmla="*/ 10277475 h 10277475"/>
              <a:gd name="connsiteX3" fmla="*/ 0 w 7924800"/>
              <a:gd name="connsiteY3" fmla="*/ 10277475 h 10277475"/>
              <a:gd name="connsiteX4" fmla="*/ 0 w 7924800"/>
              <a:gd name="connsiteY4" fmla="*/ 0 h 10277475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  <a:gd name="connsiteX0" fmla="*/ 29273 w 7954073"/>
              <a:gd name="connsiteY0" fmla="*/ 0 h 10291762"/>
              <a:gd name="connsiteX1" fmla="*/ 7954073 w 7954073"/>
              <a:gd name="connsiteY1" fmla="*/ 0 h 10291762"/>
              <a:gd name="connsiteX2" fmla="*/ 7954073 w 7954073"/>
              <a:gd name="connsiteY2" fmla="*/ 10277475 h 10291762"/>
              <a:gd name="connsiteX3" fmla="*/ 529336 w 7954073"/>
              <a:gd name="connsiteY3" fmla="*/ 10291762 h 10291762"/>
              <a:gd name="connsiteX4" fmla="*/ 29273 w 7954073"/>
              <a:gd name="connsiteY4" fmla="*/ 0 h 10291762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0" h="10291762">
                <a:moveTo>
                  <a:pt x="0" y="0"/>
                </a:moveTo>
                <a:lnTo>
                  <a:pt x="7924800" y="0"/>
                </a:lnTo>
                <a:lnTo>
                  <a:pt x="7924800" y="10277475"/>
                </a:lnTo>
                <a:lnTo>
                  <a:pt x="500063" y="10291762"/>
                </a:lnTo>
                <a:cubicBezTo>
                  <a:pt x="-409575" y="6975475"/>
                  <a:pt x="1938338" y="3402012"/>
                  <a:pt x="0" y="0"/>
                </a:cubicBezTo>
                <a:close/>
              </a:path>
            </a:pathLst>
          </a:cu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CB84-D85E-74E2-9D7F-590F7551AC53}"/>
              </a:ext>
            </a:extLst>
          </p:cNvPr>
          <p:cNvSpPr txBox="1"/>
          <p:nvPr/>
        </p:nvSpPr>
        <p:spPr>
          <a:xfrm>
            <a:off x="430528" y="8581578"/>
            <a:ext cx="377906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Ready to get started?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Contact the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highlight>
                  <a:srgbClr val="FFFF00"/>
                </a:highligh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&lt;Partner Name&gt; </a:t>
            </a:r>
            <a:r>
              <a:rPr kumimoji="0" lang="en-GB" sz="132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team.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1E6E60-1198-C650-258D-803B6C323E89}"/>
              </a:ext>
            </a:extLst>
          </p:cNvPr>
          <p:cNvGrpSpPr/>
          <p:nvPr/>
        </p:nvGrpSpPr>
        <p:grpSpPr>
          <a:xfrm>
            <a:off x="534506" y="9185623"/>
            <a:ext cx="1850302" cy="244682"/>
            <a:chOff x="496508" y="8973327"/>
            <a:chExt cx="1682093" cy="222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DF1EF9-28E6-68F2-B3D8-7BB4DC0EC0F5}"/>
                </a:ext>
              </a:extLst>
            </p:cNvPr>
            <p:cNvSpPr txBox="1"/>
            <p:nvPr/>
          </p:nvSpPr>
          <p:spPr>
            <a:xfrm>
              <a:off x="664200" y="8973327"/>
              <a:ext cx="1514401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user.name@</a:t>
              </a: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FF95A93-D306-0A22-E9A1-62C609B13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08" y="8974321"/>
              <a:ext cx="195136" cy="19513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81A66E-F1A2-84FE-FD62-557C64F6C4A7}"/>
              </a:ext>
            </a:extLst>
          </p:cNvPr>
          <p:cNvGrpSpPr/>
          <p:nvPr/>
        </p:nvGrpSpPr>
        <p:grpSpPr>
          <a:xfrm>
            <a:off x="2657824" y="9176762"/>
            <a:ext cx="1568356" cy="259496"/>
            <a:chOff x="496508" y="9282105"/>
            <a:chExt cx="1425778" cy="2359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70F916-96A2-3198-F57D-3911868A24A2}"/>
                </a:ext>
              </a:extLst>
            </p:cNvPr>
            <p:cNvSpPr txBox="1"/>
            <p:nvPr/>
          </p:nvSpPr>
          <p:spPr>
            <a:xfrm>
              <a:off x="660707" y="9295572"/>
              <a:ext cx="1261579" cy="22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2395CC6C-037C-AAC3-DFAB-FD458C11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508" y="9282105"/>
              <a:ext cx="195136" cy="195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4C2541-B1B4-DCE7-17F3-F73A46E2DE62}"/>
              </a:ext>
            </a:extLst>
          </p:cNvPr>
          <p:cNvGrpSpPr/>
          <p:nvPr/>
        </p:nvGrpSpPr>
        <p:grpSpPr>
          <a:xfrm>
            <a:off x="4006929" y="9176762"/>
            <a:ext cx="1693775" cy="254928"/>
            <a:chOff x="4858222" y="9007317"/>
            <a:chExt cx="1539796" cy="231752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C16BD97-68ED-142B-1450-69390B494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58222" y="9007317"/>
              <a:ext cx="213098" cy="21309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96A9F3-37E9-59E8-5A4F-641A499F7DFB}"/>
                </a:ext>
              </a:extLst>
            </p:cNvPr>
            <p:cNvSpPr txBox="1"/>
            <p:nvPr/>
          </p:nvSpPr>
          <p:spPr>
            <a:xfrm>
              <a:off x="5042460" y="9016631"/>
              <a:ext cx="1355558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linkedin.com/username</a:t>
              </a:r>
              <a:endParaRPr kumimoji="0" lang="en-FR" sz="9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1DD08F61-559B-8A20-7E77-2036015F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46" y="9523824"/>
            <a:ext cx="1245077" cy="41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C21F9D-3B4B-9C04-E13F-C8B94F64E167}"/>
              </a:ext>
            </a:extLst>
          </p:cNvPr>
          <p:cNvSpPr txBox="1"/>
          <p:nvPr/>
        </p:nvSpPr>
        <p:spPr>
          <a:xfrm>
            <a:off x="451725" y="9532203"/>
            <a:ext cx="5794058" cy="4032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© Microsoft 2025. All rights reserved.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kumimoji="0" lang="en-US" sz="6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069DCA9-2B21-591F-C6C1-E62F7B54AF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30123" y="3377996"/>
            <a:ext cx="3255963" cy="2356045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Best-in-class productivity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0B7B672F-43DD-ECD0-7658-8DB1D1A3D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9279" y="5601447"/>
            <a:ext cx="2737648" cy="48793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UI" panose="02110004020202020204"/>
              <a:ea typeface="+mn-ea"/>
              <a:cs typeface="Segoe Sans Display"/>
            </a:endParaRPr>
          </a:p>
        </p:txBody>
      </p:sp>
      <p:sp>
        <p:nvSpPr>
          <p:cNvPr id="12" name="TextBox 1062">
            <a:extLst>
              <a:ext uri="{FF2B5EF4-FFF2-40B4-BE49-F238E27FC236}">
                <a16:creationId xmlns:a16="http://schemas.microsoft.com/office/drawing/2014/main" id="{1173712A-329B-FEE8-410E-043FD950B87E}"/>
              </a:ext>
            </a:extLst>
          </p:cNvPr>
          <p:cNvSpPr txBox="1"/>
          <p:nvPr/>
        </p:nvSpPr>
        <p:spPr>
          <a:xfrm>
            <a:off x="797281" y="5699302"/>
            <a:ext cx="273764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Segoe Sans Text" pitchFamily="2" charset="0"/>
              </a:rPr>
              <a:t>Microsoft 365 Business Standard</a:t>
            </a:r>
            <a:endParaRPr kumimoji="0" lang="en-US" sz="1000" b="0" i="0" u="none" strike="noStrike" kern="0" cap="none" spc="0" normalizeH="0" baseline="3000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" panose="02110004020202020204"/>
              <a:ea typeface="+mn-ea"/>
              <a:cs typeface="Segoe Sans Display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DDB037-4C4E-BE2C-6F3C-96157A3DE43D}"/>
              </a:ext>
            </a:extLst>
          </p:cNvPr>
          <p:cNvSpPr txBox="1"/>
          <p:nvPr/>
        </p:nvSpPr>
        <p:spPr>
          <a:xfrm>
            <a:off x="1564477" y="5285027"/>
            <a:ext cx="118725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+ more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D912AD-C419-6A61-9FFA-C34E3E77E6B0}"/>
              </a:ext>
            </a:extLst>
          </p:cNvPr>
          <p:cNvGrpSpPr/>
          <p:nvPr/>
        </p:nvGrpSpPr>
        <p:grpSpPr>
          <a:xfrm>
            <a:off x="901568" y="4010860"/>
            <a:ext cx="2536106" cy="1201793"/>
            <a:chOff x="789171" y="4536976"/>
            <a:chExt cx="2536106" cy="1201793"/>
          </a:xfrm>
        </p:grpSpPr>
        <p:pic>
          <p:nvPicPr>
            <p:cNvPr id="14" name="Graphic 13" descr="Outlook">
              <a:extLst>
                <a:ext uri="{FF2B5EF4-FFF2-40B4-BE49-F238E27FC236}">
                  <a16:creationId xmlns:a16="http://schemas.microsoft.com/office/drawing/2014/main" id="{9A5C5D61-8E8B-E4AB-1A93-534CB8F1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09093" y="5164836"/>
              <a:ext cx="560226" cy="560226"/>
            </a:xfrm>
            <a:prstGeom prst="rect">
              <a:avLst/>
            </a:prstGeom>
          </p:spPr>
        </p:pic>
        <p:pic>
          <p:nvPicPr>
            <p:cNvPr id="16" name="Graphic 15" descr="Microsoft Teams">
              <a:extLst>
                <a:ext uri="{FF2B5EF4-FFF2-40B4-BE49-F238E27FC236}">
                  <a16:creationId xmlns:a16="http://schemas.microsoft.com/office/drawing/2014/main" id="{A82DF334-48AB-AC96-C3FD-1F6851FA6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53126" y="5164836"/>
              <a:ext cx="560226" cy="560226"/>
            </a:xfrm>
            <a:prstGeom prst="rect">
              <a:avLst/>
            </a:prstGeom>
          </p:spPr>
        </p:pic>
        <p:pic>
          <p:nvPicPr>
            <p:cNvPr id="17" name="Graphic 16" descr="OneNote">
              <a:extLst>
                <a:ext uri="{FF2B5EF4-FFF2-40B4-BE49-F238E27FC236}">
                  <a16:creationId xmlns:a16="http://schemas.microsoft.com/office/drawing/2014/main" id="{60BE5D9D-4873-7747-8CE4-0F9D16801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89171" y="5178543"/>
              <a:ext cx="560226" cy="560226"/>
            </a:xfrm>
            <a:prstGeom prst="rect">
              <a:avLst/>
            </a:prstGeom>
          </p:spPr>
        </p:pic>
        <p:pic>
          <p:nvPicPr>
            <p:cNvPr id="18" name="Graphic 17" descr="PowerPoint">
              <a:extLst>
                <a:ext uri="{FF2B5EF4-FFF2-40B4-BE49-F238E27FC236}">
                  <a16:creationId xmlns:a16="http://schemas.microsoft.com/office/drawing/2014/main" id="{19A85955-DE53-A51C-1E18-E24650750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69319" y="4555185"/>
              <a:ext cx="560226" cy="560226"/>
            </a:xfrm>
            <a:prstGeom prst="rect">
              <a:avLst/>
            </a:prstGeom>
          </p:spPr>
        </p:pic>
        <p:pic>
          <p:nvPicPr>
            <p:cNvPr id="23" name="Graphic 22" descr="Word">
              <a:extLst>
                <a:ext uri="{FF2B5EF4-FFF2-40B4-BE49-F238E27FC236}">
                  <a16:creationId xmlns:a16="http://schemas.microsoft.com/office/drawing/2014/main" id="{613B7D9C-6EF6-6EB1-B94A-DFF7BC9D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89384" y="4536976"/>
              <a:ext cx="560226" cy="560226"/>
            </a:xfrm>
            <a:prstGeom prst="rect">
              <a:avLst/>
            </a:prstGeom>
          </p:spPr>
        </p:pic>
        <p:pic>
          <p:nvPicPr>
            <p:cNvPr id="28" name="Graphic 27" descr="Excel">
              <a:extLst>
                <a:ext uri="{FF2B5EF4-FFF2-40B4-BE49-F238E27FC236}">
                  <a16:creationId xmlns:a16="http://schemas.microsoft.com/office/drawing/2014/main" id="{644054E3-7EAC-DD93-0DF1-7D572D63F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328462" y="4536976"/>
              <a:ext cx="560226" cy="560226"/>
            </a:xfrm>
            <a:prstGeom prst="rect">
              <a:avLst/>
            </a:prstGeom>
          </p:spPr>
        </p:pic>
        <p:pic>
          <p:nvPicPr>
            <p:cNvPr id="31" name="Graphic 30" descr="Microsoft Entra ID">
              <a:extLst>
                <a:ext uri="{FF2B5EF4-FFF2-40B4-BE49-F238E27FC236}">
                  <a16:creationId xmlns:a16="http://schemas.microsoft.com/office/drawing/2014/main" id="{FA63CF7C-4511-A1DC-F1B8-349C408D4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53136" y="4598032"/>
              <a:ext cx="451804" cy="438113"/>
            </a:xfrm>
            <a:prstGeom prst="rect">
              <a:avLst/>
            </a:prstGeom>
          </p:spPr>
        </p:pic>
        <p:pic>
          <p:nvPicPr>
            <p:cNvPr id="32" name="Picture 31" descr="Intune">
              <a:extLst>
                <a:ext uri="{FF2B5EF4-FFF2-40B4-BE49-F238E27FC236}">
                  <a16:creationId xmlns:a16="http://schemas.microsoft.com/office/drawing/2014/main" id="{AF838B91-F77C-1B99-E42B-6D8312053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429545" y="5233737"/>
              <a:ext cx="455179" cy="455179"/>
            </a:xfrm>
            <a:prstGeom prst="rect">
              <a:avLst/>
            </a:prstGeom>
          </p:spPr>
        </p:pic>
        <p:pic>
          <p:nvPicPr>
            <p:cNvPr id="33" name="Graphic 32" descr="Microsoft Defender">
              <a:extLst>
                <a:ext uri="{FF2B5EF4-FFF2-40B4-BE49-F238E27FC236}">
                  <a16:creationId xmlns:a16="http://schemas.microsoft.com/office/drawing/2014/main" id="{65D32464-5236-B774-A0AA-751CCAC0E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949254" y="4635544"/>
              <a:ext cx="363088" cy="363088"/>
            </a:xfrm>
            <a:prstGeom prst="rect">
              <a:avLst/>
            </a:prstGeom>
          </p:spPr>
        </p:pic>
        <p:pic>
          <p:nvPicPr>
            <p:cNvPr id="34" name="Picture 33" descr="Windows 11">
              <a:extLst>
                <a:ext uri="{FF2B5EF4-FFF2-40B4-BE49-F238E27FC236}">
                  <a16:creationId xmlns:a16="http://schemas.microsoft.com/office/drawing/2014/main" id="{ED6BF591-DD78-42C1-6E1F-D56687E1D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2931322" y="5245922"/>
              <a:ext cx="393955" cy="393955"/>
            </a:xfrm>
            <a:prstGeom prst="rect">
              <a:avLst/>
            </a:prstGeom>
          </p:spPr>
        </p:pic>
      </p:grpSp>
      <p:sp>
        <p:nvSpPr>
          <p:cNvPr id="35" name="Title 3">
            <a:extLst>
              <a:ext uri="{FF2B5EF4-FFF2-40B4-BE49-F238E27FC236}">
                <a16:creationId xmlns:a16="http://schemas.microsoft.com/office/drawing/2014/main" id="{12B1B420-8729-E971-C518-AC206AC0F9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157353" y="3381643"/>
            <a:ext cx="3255963" cy="2352398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-50" normalizeH="0" baseline="0" noProof="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AI built for work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36" name="Title 3">
            <a:extLst>
              <a:ext uri="{FF2B5EF4-FFF2-40B4-BE49-F238E27FC236}">
                <a16:creationId xmlns:a16="http://schemas.microsoft.com/office/drawing/2014/main" id="{08D8D42D-711E-E616-A7EF-F3EFE7966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416510" y="5577494"/>
            <a:ext cx="2737648" cy="487934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2A446E"/>
              </a:solidFill>
              <a:effectLst/>
              <a:uLnTx/>
              <a:uFillTx/>
              <a:latin typeface="Segoe UI" panose="02110004020202020204"/>
              <a:ea typeface="+mn-ea"/>
              <a:cs typeface="Segoe Sans Display"/>
            </a:endParaRPr>
          </a:p>
        </p:txBody>
      </p:sp>
      <p:sp>
        <p:nvSpPr>
          <p:cNvPr id="37" name="TextBox 1062">
            <a:extLst>
              <a:ext uri="{FF2B5EF4-FFF2-40B4-BE49-F238E27FC236}">
                <a16:creationId xmlns:a16="http://schemas.microsoft.com/office/drawing/2014/main" id="{B5FB5EAC-5FFD-E079-F7C6-664EBE23BA85}"/>
              </a:ext>
            </a:extLst>
          </p:cNvPr>
          <p:cNvSpPr txBox="1"/>
          <p:nvPr/>
        </p:nvSpPr>
        <p:spPr>
          <a:xfrm>
            <a:off x="4416510" y="5682471"/>
            <a:ext cx="2737647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Segoe Sans Text" pitchFamily="2" charset="0"/>
              </a:rPr>
              <a:t>Microsoft 365 Copilot Business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30000" noProof="0" dirty="0">
              <a:ln>
                <a:noFill/>
              </a:ln>
              <a:solidFill>
                <a:srgbClr val="454141"/>
              </a:solidFill>
              <a:effectLst/>
              <a:uLnTx/>
              <a:uFillTx/>
              <a:latin typeface="Segoe UI" panose="02110004020202020204"/>
              <a:ea typeface="+mn-ea"/>
              <a:cs typeface="Segoe Sans Display" pitchFamily="2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0E4028-86EF-AF6E-7102-9FFD05F4F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699863" y="4345693"/>
            <a:ext cx="554957" cy="560226"/>
            <a:chOff x="6400800" y="2451609"/>
            <a:chExt cx="380436" cy="384048"/>
          </a:xfrm>
        </p:grpSpPr>
        <p:sp>
          <p:nvSpPr>
            <p:cNvPr id="39" name="Title 3">
              <a:extLst>
                <a:ext uri="{FF2B5EF4-FFF2-40B4-BE49-F238E27FC236}">
                  <a16:creationId xmlns:a16="http://schemas.microsoft.com/office/drawing/2014/main" id="{47F0296F-B3F5-0D81-9033-D5311FE2637B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600" b="0" i="0" u="none" strike="noStrike" kern="0" cap="none" spc="0" normalizeH="0" baseline="0" noProof="0">
                <a:ln>
                  <a:noFill/>
                </a:ln>
                <a:solidFill>
                  <a:srgbClr val="225B62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endParaRPr>
            </a:p>
          </p:txBody>
        </p:sp>
        <p:pic>
          <p:nvPicPr>
            <p:cNvPr id="40" name="Picture 39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D939EE61-ED41-2884-D7F1-825E6BCE55B7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pic>
        <p:nvPicPr>
          <p:cNvPr id="43" name="!!Copilot">
            <a:extLst>
              <a:ext uri="{FF2B5EF4-FFF2-40B4-BE49-F238E27FC236}">
                <a16:creationId xmlns:a16="http://schemas.microsoft.com/office/drawing/2014/main" id="{75A71DA3-9031-FCE1-560B-6DBC6A808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9"/>
          <a:stretch>
            <a:fillRect/>
          </a:stretch>
        </p:blipFill>
        <p:spPr>
          <a:xfrm>
            <a:off x="5226103" y="4101133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751F656-C1C4-A735-AE2F-B26496C78EFC}"/>
              </a:ext>
            </a:extLst>
          </p:cNvPr>
          <p:cNvSpPr txBox="1"/>
          <p:nvPr/>
        </p:nvSpPr>
        <p:spPr>
          <a:xfrm>
            <a:off x="308051" y="361259"/>
            <a:ext cx="1761380" cy="33855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txBody>
          <a:bodyPr wrap="none" lIns="137160" tIns="91440" rIns="137160" bIns="9144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Insert Partner Logo Here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45618E-ABA2-03D2-CD68-5A8AADE5BE3D}"/>
              </a:ext>
            </a:extLst>
          </p:cNvPr>
          <p:cNvSpPr txBox="1">
            <a:spLocks/>
          </p:cNvSpPr>
          <p:nvPr/>
        </p:nvSpPr>
        <p:spPr>
          <a:xfrm>
            <a:off x="451725" y="8061361"/>
            <a:ext cx="709597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800" b="1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* Purchase requirements: </a:t>
            </a:r>
            <a:r>
              <a:rPr lang="en-US" sz="800" dirty="0">
                <a:solidFill>
                  <a:prstClr val="black"/>
                </a:solidFill>
                <a:latin typeface="Segoe Sans Display"/>
                <a:cs typeface="Times New Roman"/>
              </a:rPr>
              <a:t>Qualified purchase of 10 to 300 licenses required during the promotion period of December 1, 2025 – March 31, 2026.</a:t>
            </a:r>
            <a:endParaRPr lang="en-US" sz="105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331D32D-5256-DFEF-D190-CB8C7D5DC799}"/>
              </a:ext>
            </a:extLst>
          </p:cNvPr>
          <p:cNvSpPr/>
          <p:nvPr/>
        </p:nvSpPr>
        <p:spPr>
          <a:xfrm>
            <a:off x="259230" y="6236079"/>
            <a:ext cx="7288468" cy="346425"/>
          </a:xfrm>
          <a:prstGeom prst="roundRect">
            <a:avLst>
              <a:gd name="adj" fmla="val 50000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Limited time offer - </a:t>
            </a:r>
            <a:r>
              <a:rPr lang="en-US" sz="1400" b="1" strike="sngStrike" kern="0" dirty="0">
                <a:solidFill>
                  <a:srgbClr val="FFFFFF"/>
                </a:solidFill>
                <a:latin typeface="Segoe UI Semibold"/>
                <a:cs typeface="Segoe UI Semibold"/>
              </a:rPr>
              <a:t>$33.5</a:t>
            </a:r>
            <a:r>
              <a:rPr lang="en-US" sz="1400" b="1" kern="0" dirty="0">
                <a:solidFill>
                  <a:srgbClr val="FFFFFF"/>
                </a:solidFill>
                <a:latin typeface="Segoe UI Semibold"/>
                <a:cs typeface="Segoe UI Semibold"/>
              </a:rPr>
              <a:t> $22 per user per month (35% off*)</a:t>
            </a:r>
            <a:endParaRPr lang="en-US" sz="1600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B35FF7C2-FDBF-E5E8-E333-6D0C1050314C}"/>
              </a:ext>
            </a:extLst>
          </p:cNvPr>
          <p:cNvSpPr txBox="1">
            <a:spLocks/>
          </p:cNvSpPr>
          <p:nvPr/>
        </p:nvSpPr>
        <p:spPr>
          <a:xfrm>
            <a:off x="190507" y="6642531"/>
            <a:ext cx="7400123" cy="338554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Summary for 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{{</a:t>
            </a:r>
            <a:r>
              <a:rPr lang="en-US" sz="1600" spc="-50" dirty="0" err="1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numberOfSeats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}}</a:t>
            </a:r>
            <a:r>
              <a:rPr lang="en-US" sz="16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licenses</a:t>
            </a:r>
            <a:endParaRPr lang="en-US" sz="1200" dirty="0">
              <a:solidFill>
                <a:srgbClr val="091F2C"/>
              </a:solidFill>
              <a:latin typeface="Segoe Sans Display"/>
            </a:endParaRPr>
          </a:p>
        </p:txBody>
      </p:sp>
      <p:sp>
        <p:nvSpPr>
          <p:cNvPr id="46" name="Title 3">
            <a:extLst>
              <a:ext uri="{FF2B5EF4-FFF2-40B4-BE49-F238E27FC236}">
                <a16:creationId xmlns:a16="http://schemas.microsoft.com/office/drawing/2014/main" id="{4A97BD54-D624-E1FB-3FAA-76F28542EB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69558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Actual Cost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actualCost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47" name="Title 3">
            <a:extLst>
              <a:ext uri="{FF2B5EF4-FFF2-40B4-BE49-F238E27FC236}">
                <a16:creationId xmlns:a16="http://schemas.microsoft.com/office/drawing/2014/main" id="{20016E99-E83D-7C50-5862-8E68D9D79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739919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/>
            </a:pPr>
            <a:r>
              <a:rPr lang="en-CA" sz="1100" spc="-50" dirty="0">
                <a:ln w="3175">
                  <a:noFill/>
                </a:ln>
                <a:solidFill>
                  <a:schemeClr val="tx1"/>
                </a:solidFill>
                <a:latin typeface="Segoe Sans Display Semibold"/>
                <a:cs typeface="Segoe Sans Display Semibold"/>
              </a:rPr>
              <a:t>Promo Pricing until March 31’26</a:t>
            </a:r>
            <a:endParaRPr lang="en-CA" sz="1600" spc="-50" dirty="0">
              <a:ln w="3175">
                <a:noFill/>
              </a:ln>
              <a:solidFill>
                <a:schemeClr val="tx1"/>
              </a:solidFill>
              <a:latin typeface="Segoe Sans Display Semibold"/>
              <a:cs typeface="Segoe Sans Display Semibold"/>
            </a:endParaRPr>
          </a:p>
          <a:p>
            <a:pPr algn="ctr">
              <a:spcAft>
                <a:spcPts val="600"/>
              </a:spcAft>
              <a:defRPr/>
            </a:pP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{{</a:t>
            </a:r>
            <a:r>
              <a:rPr lang="en-CA" spc="-50" dirty="0" err="1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promoPricing</a:t>
            </a:r>
            <a:r>
              <a:rPr lang="en-CA" spc="-50" dirty="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}}</a:t>
            </a:r>
            <a:endParaRPr lang="en-CA" sz="1800" spc="-50" dirty="0">
              <a:ln w="3175">
                <a:noFill/>
              </a:ln>
              <a:solidFill>
                <a:schemeClr val="accent4"/>
              </a:solidFill>
              <a:latin typeface="Segoe Sans Display Semibold"/>
              <a:cs typeface="Segoe Sans Display Semibold"/>
            </a:endParaRPr>
          </a:p>
        </p:txBody>
      </p:sp>
      <p:sp>
        <p:nvSpPr>
          <p:cNvPr id="48" name="Title 3">
            <a:extLst>
              <a:ext uri="{FF2B5EF4-FFF2-40B4-BE49-F238E27FC236}">
                <a16:creationId xmlns:a16="http://schemas.microsoft.com/office/drawing/2014/main" id="{E36805E5-5B9B-E146-ED69-720230E8E8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10279" y="7093710"/>
            <a:ext cx="2331282" cy="799366"/>
          </a:xfrm>
          <a:prstGeom prst="roundRect">
            <a:avLst>
              <a:gd name="adj" fmla="val 2813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594451">
              <a:spcBef>
                <a:spcPct val="0"/>
              </a:spcBef>
              <a:spcAft>
                <a:spcPct val="0"/>
              </a:spcAft>
              <a:defRPr sz="1400" b="1" kern="0">
                <a:solidFill>
                  <a:srgbClr val="FFFFFF"/>
                </a:solidFill>
                <a:latin typeface="Segoe UI Semibold"/>
                <a:cs typeface="Segoe UI Semibold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CA" sz="1100" dirty="0"/>
              <a:t>Promo cost saving</a:t>
            </a:r>
            <a:endParaRPr lang="en-CA" dirty="0"/>
          </a:p>
          <a:p>
            <a:pPr>
              <a:spcAft>
                <a:spcPts val="600"/>
              </a:spcAft>
            </a:pPr>
            <a:r>
              <a:rPr lang="en-CA" sz="2000" dirty="0"/>
              <a:t>{{</a:t>
            </a:r>
            <a:r>
              <a:rPr lang="en-CA" sz="2000" dirty="0" err="1"/>
              <a:t>promoCostSaving</a:t>
            </a:r>
            <a:r>
              <a:rPr lang="en-CA" sz="2000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255768109"/>
      </p:ext>
    </p:extLst>
  </p:cSld>
  <p:clrMapOvr>
    <a:masterClrMapping/>
  </p:clrMapOvr>
</p:sld>
</file>

<file path=ppt/theme/theme1.xml><?xml version="1.0" encoding="utf-8"?>
<a:theme xmlns:a="http://schemas.openxmlformats.org/drawingml/2006/main" name="6_Microsoft AI Tour 16:9 Template Light">
  <a:themeElements>
    <a:clrScheme name="Custom 1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1_Office Theme">
  <a:themeElements>
    <a:clrScheme name="Copilot Colors">
      <a:dk1>
        <a:srgbClr val="454141"/>
      </a:dk1>
      <a:lt1>
        <a:srgbClr val="FFFFFF"/>
      </a:lt1>
      <a:dk2>
        <a:srgbClr val="091F2B"/>
      </a:dk2>
      <a:lt2>
        <a:srgbClr val="F4F3F4"/>
      </a:lt2>
      <a:accent1>
        <a:srgbClr val="C4B3E2"/>
      </a:accent1>
      <a:accent2>
        <a:srgbClr val="8661C4"/>
      </a:accent2>
      <a:accent3>
        <a:srgbClr val="453668"/>
      </a:accent3>
      <a:accent4>
        <a:srgbClr val="0078D3"/>
      </a:accent4>
      <a:accent5>
        <a:srgbClr val="2A446E"/>
      </a:accent5>
      <a:accent6>
        <a:srgbClr val="C03AC4"/>
      </a:accent6>
      <a:hlink>
        <a:srgbClr val="8661C4"/>
      </a:hlink>
      <a:folHlink>
        <a:srgbClr val="453668"/>
      </a:folHlink>
    </a:clrScheme>
    <a:fontScheme name="Office Them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CSP Copilot Template - CONDENSED - Diamond 12/23">
  <a:themeElements>
    <a:clrScheme name="CSR Copilot hybrid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0078D4"/>
      </a:hlink>
      <a:folHlink>
        <a:srgbClr val="2A446F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4C2278D-EA59-4819-B1A7-F1754806C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3FB8A6-F240-4416-A6E8-9F46C86248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87AC71-38D2-4D0E-B47A-54A178569F93}">
  <ds:schemaRefs>
    <ds:schemaRef ds:uri="http://schemas.microsoft.com/office/2006/metadata/properties"/>
    <ds:schemaRef ds:uri="http://schemas.microsoft.com/office/infopath/2007/PartnerControls"/>
    <ds:schemaRef ds:uri="5a69c1ac-c916-4f5e-9023-48da1b1a0d0f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185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Aptos</vt:lpstr>
      <vt:lpstr>Arial</vt:lpstr>
      <vt:lpstr>Consolas</vt:lpstr>
      <vt:lpstr>Segoe Sans Display</vt:lpstr>
      <vt:lpstr>Segoe Sans Display Semibold</vt:lpstr>
      <vt:lpstr>Segoe Sans Text</vt:lpstr>
      <vt:lpstr>Segoe UI</vt:lpstr>
      <vt:lpstr>Segoe UI Semibold</vt:lpstr>
      <vt:lpstr>Wingdings</vt:lpstr>
      <vt:lpstr>6_Microsoft AI Tour 16:9 Template Light</vt:lpstr>
      <vt:lpstr>1_Office Theme</vt:lpstr>
      <vt:lpstr>4_CSP Copilot Template - CONDENSED - Diamond 12/23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2025-11-18T18:05:05Z</dcterms:created>
  <dcterms:modified xsi:type="dcterms:W3CDTF">2026-02-12T12:10:37Z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