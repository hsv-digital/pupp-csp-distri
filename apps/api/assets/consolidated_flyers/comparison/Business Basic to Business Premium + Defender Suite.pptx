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"/>
  </p:notesMasterIdLst>
  <p:sldIdLst>
    <p:sldId id="2147470132" r:id="rId2"/>
  </p:sldIdLst>
  <p:sldSz cx="5651500" cy="7991475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17" userDrawn="1">
          <p15:clr>
            <a:srgbClr val="A4A3A4"/>
          </p15:clr>
        </p15:guide>
        <p15:guide id="2" pos="17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740C5"/>
    <a:srgbClr val="EDD1EC"/>
    <a:srgbClr val="8A226F"/>
    <a:srgbClr val="F2E5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E6528F-BD07-6787-FF00-DEF52B39E6BA}" v="44" dt="2026-07-06T14:58:42.826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>
        <p:scale>
          <a:sx n="125" d="100"/>
          <a:sy n="125" d="100"/>
        </p:scale>
        <p:origin x="884" y="-3392"/>
      </p:cViewPr>
      <p:guideLst>
        <p:guide orient="horz" pos="2517"/>
        <p:guide pos="1780"/>
      </p:guideLst>
    </p:cSldViewPr>
  </p:slideViewPr>
  <p:notesTextViewPr>
    <p:cViewPr>
      <p:scale>
        <a:sx n="125" d="100"/>
        <a:sy n="12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ema Kapri" userId="S::seema.kapri@hsv.digital::3468d2f6-a5eb-4e01-882c-f62721c4c7bf" providerId="AD" clId="Web-{25E6528F-BD07-6787-FF00-DEF52B39E6BA}"/>
    <pc:docChg chg="modSld">
      <pc:chgData name="Seema Kapri" userId="S::seema.kapri@hsv.digital::3468d2f6-a5eb-4e01-882c-f62721c4c7bf" providerId="AD" clId="Web-{25E6528F-BD07-6787-FF00-DEF52B39E6BA}" dt="2026-07-06T14:55:12.960" v="15"/>
      <pc:docMkLst>
        <pc:docMk/>
      </pc:docMkLst>
      <pc:sldChg chg="modSp">
        <pc:chgData name="Seema Kapri" userId="S::seema.kapri@hsv.digital::3468d2f6-a5eb-4e01-882c-f62721c4c7bf" providerId="AD" clId="Web-{25E6528F-BD07-6787-FF00-DEF52B39E6BA}" dt="2026-07-06T14:55:12.960" v="15"/>
        <pc:sldMkLst>
          <pc:docMk/>
          <pc:sldMk cId="4022100008" sldId="2147470132"/>
        </pc:sldMkLst>
        <pc:graphicFrameChg chg="mod modGraphic">
          <ac:chgData name="Seema Kapri" userId="S::seema.kapri@hsv.digital::3468d2f6-a5eb-4e01-882c-f62721c4c7bf" providerId="AD" clId="Web-{25E6528F-BD07-6787-FF00-DEF52B39E6BA}" dt="2026-07-06T14:55:12.960" v="15"/>
          <ac:graphicFrameMkLst>
            <pc:docMk/>
            <pc:sldMk cId="4022100008" sldId="2147470132"/>
            <ac:graphicFrameMk id="6" creationId="{B04491EF-AD3B-4712-4905-81577F047A62}"/>
          </ac:graphicFrameMkLst>
        </pc:graphicFrameChg>
      </pc:sldChg>
    </pc:docChg>
  </pc:docChgLst>
  <pc:docChgLst>
    <pc:chgData name="Seema Kapri" userId="S::seema.kapri@hsv.digital::3468d2f6-a5eb-4e01-882c-f62721c4c7bf" providerId="AD" clId="Web-{D7FBF6F2-4C86-E6BC-C228-7F323ECDF510}"/>
    <pc:docChg chg="modSld">
      <pc:chgData name="Seema Kapri" userId="S::seema.kapri@hsv.digital::3468d2f6-a5eb-4e01-882c-f62721c4c7bf" providerId="AD" clId="Web-{D7FBF6F2-4C86-E6BC-C228-7F323ECDF510}" dt="2026-07-01T07:11:12.957" v="3"/>
      <pc:docMkLst>
        <pc:docMk/>
      </pc:docMkLst>
      <pc:sldChg chg="modSp">
        <pc:chgData name="Seema Kapri" userId="S::seema.kapri@hsv.digital::3468d2f6-a5eb-4e01-882c-f62721c4c7bf" providerId="AD" clId="Web-{D7FBF6F2-4C86-E6BC-C228-7F323ECDF510}" dt="2026-07-01T07:11:12.957" v="3"/>
        <pc:sldMkLst>
          <pc:docMk/>
          <pc:sldMk cId="4022100008" sldId="2147470132"/>
        </pc:sldMkLst>
        <pc:graphicFrameChg chg="mod modGraphic">
          <ac:chgData name="Seema Kapri" userId="S::seema.kapri@hsv.digital::3468d2f6-a5eb-4e01-882c-f62721c4c7bf" providerId="AD" clId="Web-{D7FBF6F2-4C86-E6BC-C228-7F323ECDF510}" dt="2026-07-01T07:11:12.957" v="3"/>
          <ac:graphicFrameMkLst>
            <pc:docMk/>
            <pc:sldMk cId="4022100008" sldId="2147470132"/>
            <ac:graphicFrameMk id="6" creationId="{B04491EF-AD3B-4712-4905-81577F047A62}"/>
          </ac:graphicFrameMkLst>
        </pc:graphicFrameChg>
      </pc:sldChg>
    </pc:docChg>
  </pc:docChgLst>
  <pc:docChgLst>
    <pc:chgData name="Seema Kapri" userId="S::seema.kapri@hsv.digital::3468d2f6-a5eb-4e01-882c-f62721c4c7bf" providerId="AD" clId="Web-{B48C8E8D-98B2-E415-2DA3-D922B487A18A}"/>
    <pc:docChg chg="modSld">
      <pc:chgData name="Seema Kapri" userId="S::seema.kapri@hsv.digital::3468d2f6-a5eb-4e01-882c-f62721c4c7bf" providerId="AD" clId="Web-{B48C8E8D-98B2-E415-2DA3-D922B487A18A}" dt="2026-07-01T07:54:58.567" v="15"/>
      <pc:docMkLst>
        <pc:docMk/>
      </pc:docMkLst>
      <pc:sldChg chg="modSp">
        <pc:chgData name="Seema Kapri" userId="S::seema.kapri@hsv.digital::3468d2f6-a5eb-4e01-882c-f62721c4c7bf" providerId="AD" clId="Web-{B48C8E8D-98B2-E415-2DA3-D922B487A18A}" dt="2026-07-01T07:54:58.567" v="15"/>
        <pc:sldMkLst>
          <pc:docMk/>
          <pc:sldMk cId="4022100008" sldId="2147470132"/>
        </pc:sldMkLst>
        <pc:graphicFrameChg chg="mod modGraphic">
          <ac:chgData name="Seema Kapri" userId="S::seema.kapri@hsv.digital::3468d2f6-a5eb-4e01-882c-f62721c4c7bf" providerId="AD" clId="Web-{B48C8E8D-98B2-E415-2DA3-D922B487A18A}" dt="2026-07-01T07:54:58.567" v="15"/>
          <ac:graphicFrameMkLst>
            <pc:docMk/>
            <pc:sldMk cId="4022100008" sldId="2147470132"/>
            <ac:graphicFrameMk id="6" creationId="{B04491EF-AD3B-4712-4905-81577F047A62}"/>
          </ac:graphicFrameMkLst>
        </pc:graphicFrameChg>
      </pc:sldChg>
    </pc:docChg>
  </pc:docChgLst>
  <pc:docChgLst>
    <pc:chgData name="Seema Kapri" userId="S::seema.kapri@hsv.digital::3468d2f6-a5eb-4e01-882c-f62721c4c7bf" providerId="AD" clId="Web-{37ABDAE9-6B59-5ECB-D59F-F47ED53E8216}"/>
    <pc:docChg chg="modSld">
      <pc:chgData name="Seema Kapri" userId="S::seema.kapri@hsv.digital::3468d2f6-a5eb-4e01-882c-f62721c4c7bf" providerId="AD" clId="Web-{37ABDAE9-6B59-5ECB-D59F-F47ED53E8216}" dt="2026-07-01T06:34:25.219" v="34"/>
      <pc:docMkLst>
        <pc:docMk/>
      </pc:docMkLst>
      <pc:sldChg chg="modSp">
        <pc:chgData name="Seema Kapri" userId="S::seema.kapri@hsv.digital::3468d2f6-a5eb-4e01-882c-f62721c4c7bf" providerId="AD" clId="Web-{37ABDAE9-6B59-5ECB-D59F-F47ED53E8216}" dt="2026-07-01T06:34:25.219" v="34"/>
        <pc:sldMkLst>
          <pc:docMk/>
          <pc:sldMk cId="4022100008" sldId="2147470132"/>
        </pc:sldMkLst>
        <pc:graphicFrameChg chg="mod modGraphic">
          <ac:chgData name="Seema Kapri" userId="S::seema.kapri@hsv.digital::3468d2f6-a5eb-4e01-882c-f62721c4c7bf" providerId="AD" clId="Web-{37ABDAE9-6B59-5ECB-D59F-F47ED53E8216}" dt="2026-07-01T06:34:25.219" v="34"/>
          <ac:graphicFrameMkLst>
            <pc:docMk/>
            <pc:sldMk cId="4022100008" sldId="2147470132"/>
            <ac:graphicFrameMk id="6" creationId="{B04491EF-AD3B-4712-4905-81577F047A62}"/>
          </ac:graphicFrameMkLst>
        </pc:graphicFrameChg>
      </pc:sldChg>
    </pc:docChg>
  </pc:docChgLst>
  <pc:docChgLst>
    <pc:chgData name="Shreya Singh" userId="b354311e-5542-4a3b-80c7-af4347e0a1ac" providerId="ADAL" clId="{24CE2105-6015-495D-A54D-6F3B21ACCFC8}"/>
    <pc:docChg chg="delSld modSld delSection modSection">
      <pc:chgData name="Shreya Singh" userId="b354311e-5542-4a3b-80c7-af4347e0a1ac" providerId="ADAL" clId="{24CE2105-6015-495D-A54D-6F3B21ACCFC8}" dt="2026-07-01T08:51:28.913" v="18" actId="14100"/>
      <pc:docMkLst>
        <pc:docMk/>
      </pc:docMkLst>
      <pc:sldChg chg="modSp mod">
        <pc:chgData name="Shreya Singh" userId="b354311e-5542-4a3b-80c7-af4347e0a1ac" providerId="ADAL" clId="{24CE2105-6015-495D-A54D-6F3B21ACCFC8}" dt="2026-07-01T08:51:28.913" v="18" actId="14100"/>
        <pc:sldMkLst>
          <pc:docMk/>
          <pc:sldMk cId="4022100008" sldId="2147470132"/>
        </pc:sldMkLst>
        <pc:graphicFrameChg chg="mod modGraphic">
          <ac:chgData name="Shreya Singh" userId="b354311e-5542-4a3b-80c7-af4347e0a1ac" providerId="ADAL" clId="{24CE2105-6015-495D-A54D-6F3B21ACCFC8}" dt="2026-07-01T08:51:28.913" v="18" actId="14100"/>
          <ac:graphicFrameMkLst>
            <pc:docMk/>
            <pc:sldMk cId="4022100008" sldId="2147470132"/>
            <ac:graphicFrameMk id="6" creationId="{B04491EF-AD3B-4712-4905-81577F047A62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A0BA04-CCF9-4555-86FF-FAF42E81E4A2}" type="datetimeFigureOut">
              <a:rPr lang="en-IN" smtClean="0"/>
              <a:t>06-07-2026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752850" y="857250"/>
            <a:ext cx="16383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34A72A-6E2F-4343-B7FF-0EAC6B5BD0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25622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55D3C6-1226-972B-D424-578A913E2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DE4D83-F370-0232-8F88-5DFE88FA08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84C738-EF0C-ACFB-1BF8-0DDE06BAD4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4D6830-84AC-81C9-0145-835C249AB1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34A72A-6E2F-4343-B7FF-0EAC6B5BD073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88138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3863" y="1307866"/>
            <a:ext cx="4803775" cy="2782217"/>
          </a:xfrm>
        </p:spPr>
        <p:txBody>
          <a:bodyPr anchor="b"/>
          <a:lstStyle>
            <a:lvl1pPr algn="ctr">
              <a:defRPr sz="3708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06438" y="4197375"/>
            <a:ext cx="4238625" cy="1929423"/>
          </a:xfrm>
        </p:spPr>
        <p:txBody>
          <a:bodyPr/>
          <a:lstStyle>
            <a:lvl1pPr marL="0" indent="0" algn="ctr">
              <a:buNone/>
              <a:defRPr sz="1483"/>
            </a:lvl1pPr>
            <a:lvl2pPr marL="282566" indent="0" algn="ctr">
              <a:buNone/>
              <a:defRPr sz="1236"/>
            </a:lvl2pPr>
            <a:lvl3pPr marL="565131" indent="0" algn="ctr">
              <a:buNone/>
              <a:defRPr sz="1112"/>
            </a:lvl3pPr>
            <a:lvl4pPr marL="847697" indent="0" algn="ctr">
              <a:buNone/>
              <a:defRPr sz="989"/>
            </a:lvl4pPr>
            <a:lvl5pPr marL="1130262" indent="0" algn="ctr">
              <a:buNone/>
              <a:defRPr sz="989"/>
            </a:lvl5pPr>
            <a:lvl6pPr marL="1412828" indent="0" algn="ctr">
              <a:buNone/>
              <a:defRPr sz="989"/>
            </a:lvl6pPr>
            <a:lvl7pPr marL="1695394" indent="0" algn="ctr">
              <a:buNone/>
              <a:defRPr sz="989"/>
            </a:lvl7pPr>
            <a:lvl8pPr marL="1977959" indent="0" algn="ctr">
              <a:buNone/>
              <a:defRPr sz="989"/>
            </a:lvl8pPr>
            <a:lvl9pPr marL="2260525" indent="0" algn="ctr">
              <a:buNone/>
              <a:defRPr sz="989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75733-6F7F-4117-9D24-6C952A0F31DE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F0519-0BF0-4B50-8CCC-476EE0113D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68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68">
          <p15:clr>
            <a:srgbClr val="FBAE40"/>
          </p15:clr>
        </p15:guide>
        <p15:guide id="2" pos="2448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8541" y="425474"/>
            <a:ext cx="4874419" cy="15446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541" y="2127361"/>
            <a:ext cx="4874419" cy="50705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88541" y="7406916"/>
            <a:ext cx="1271588" cy="4254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4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475733-6F7F-4117-9D24-6C952A0F31DE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872060" y="7406916"/>
            <a:ext cx="1907381" cy="4254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4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1372" y="7406916"/>
            <a:ext cx="1271588" cy="4254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4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3F0519-0BF0-4B50-8CCC-476EE0113D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4303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l" defTabSz="565131" rtl="0" eaLnBrk="1" latinLnBrk="0" hangingPunct="1">
        <a:lnSpc>
          <a:spcPct val="90000"/>
        </a:lnSpc>
        <a:spcBef>
          <a:spcPct val="0"/>
        </a:spcBef>
        <a:buNone/>
        <a:defRPr sz="271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41283" indent="-141283" algn="l" defTabSz="565131" rtl="0" eaLnBrk="1" latinLnBrk="0" hangingPunct="1">
        <a:lnSpc>
          <a:spcPct val="90000"/>
        </a:lnSpc>
        <a:spcBef>
          <a:spcPts val="618"/>
        </a:spcBef>
        <a:buFont typeface="Arial" panose="020B0604020202020204" pitchFamily="34" charset="0"/>
        <a:buChar char="•"/>
        <a:defRPr sz="1730" kern="1200">
          <a:solidFill>
            <a:schemeClr val="tx1"/>
          </a:solidFill>
          <a:latin typeface="+mn-lt"/>
          <a:ea typeface="+mn-ea"/>
          <a:cs typeface="+mn-cs"/>
        </a:defRPr>
      </a:lvl1pPr>
      <a:lvl2pPr marL="423848" indent="-141283" algn="l" defTabSz="565131" rtl="0" eaLnBrk="1" latinLnBrk="0" hangingPunct="1">
        <a:lnSpc>
          <a:spcPct val="90000"/>
        </a:lnSpc>
        <a:spcBef>
          <a:spcPts val="309"/>
        </a:spcBef>
        <a:buFont typeface="Arial" panose="020B0604020202020204" pitchFamily="34" charset="0"/>
        <a:buChar char="•"/>
        <a:defRPr sz="1483" kern="1200">
          <a:solidFill>
            <a:schemeClr val="tx1"/>
          </a:solidFill>
          <a:latin typeface="+mn-lt"/>
          <a:ea typeface="+mn-ea"/>
          <a:cs typeface="+mn-cs"/>
        </a:defRPr>
      </a:lvl2pPr>
      <a:lvl3pPr marL="706414" indent="-141283" algn="l" defTabSz="565131" rtl="0" eaLnBrk="1" latinLnBrk="0" hangingPunct="1">
        <a:lnSpc>
          <a:spcPct val="90000"/>
        </a:lnSpc>
        <a:spcBef>
          <a:spcPts val="309"/>
        </a:spcBef>
        <a:buFont typeface="Arial" panose="020B0604020202020204" pitchFamily="34" charset="0"/>
        <a:buChar char="•"/>
        <a:defRPr sz="1236" kern="1200">
          <a:solidFill>
            <a:schemeClr val="tx1"/>
          </a:solidFill>
          <a:latin typeface="+mn-lt"/>
          <a:ea typeface="+mn-ea"/>
          <a:cs typeface="+mn-cs"/>
        </a:defRPr>
      </a:lvl3pPr>
      <a:lvl4pPr marL="988980" indent="-141283" algn="l" defTabSz="565131" rtl="0" eaLnBrk="1" latinLnBrk="0" hangingPunct="1">
        <a:lnSpc>
          <a:spcPct val="90000"/>
        </a:lnSpc>
        <a:spcBef>
          <a:spcPts val="309"/>
        </a:spcBef>
        <a:buFont typeface="Arial" panose="020B0604020202020204" pitchFamily="34" charset="0"/>
        <a:buChar char="•"/>
        <a:defRPr sz="1112" kern="1200">
          <a:solidFill>
            <a:schemeClr val="tx1"/>
          </a:solidFill>
          <a:latin typeface="+mn-lt"/>
          <a:ea typeface="+mn-ea"/>
          <a:cs typeface="+mn-cs"/>
        </a:defRPr>
      </a:lvl4pPr>
      <a:lvl5pPr marL="1271545" indent="-141283" algn="l" defTabSz="565131" rtl="0" eaLnBrk="1" latinLnBrk="0" hangingPunct="1">
        <a:lnSpc>
          <a:spcPct val="90000"/>
        </a:lnSpc>
        <a:spcBef>
          <a:spcPts val="309"/>
        </a:spcBef>
        <a:buFont typeface="Arial" panose="020B0604020202020204" pitchFamily="34" charset="0"/>
        <a:buChar char="•"/>
        <a:defRPr sz="1112" kern="1200">
          <a:solidFill>
            <a:schemeClr val="tx1"/>
          </a:solidFill>
          <a:latin typeface="+mn-lt"/>
          <a:ea typeface="+mn-ea"/>
          <a:cs typeface="+mn-cs"/>
        </a:defRPr>
      </a:lvl5pPr>
      <a:lvl6pPr marL="1554111" indent="-141283" algn="l" defTabSz="565131" rtl="0" eaLnBrk="1" latinLnBrk="0" hangingPunct="1">
        <a:lnSpc>
          <a:spcPct val="90000"/>
        </a:lnSpc>
        <a:spcBef>
          <a:spcPts val="309"/>
        </a:spcBef>
        <a:buFont typeface="Arial" panose="020B0604020202020204" pitchFamily="34" charset="0"/>
        <a:buChar char="•"/>
        <a:defRPr sz="1112" kern="1200">
          <a:solidFill>
            <a:schemeClr val="tx1"/>
          </a:solidFill>
          <a:latin typeface="+mn-lt"/>
          <a:ea typeface="+mn-ea"/>
          <a:cs typeface="+mn-cs"/>
        </a:defRPr>
      </a:lvl6pPr>
      <a:lvl7pPr marL="1836676" indent="-141283" algn="l" defTabSz="565131" rtl="0" eaLnBrk="1" latinLnBrk="0" hangingPunct="1">
        <a:lnSpc>
          <a:spcPct val="90000"/>
        </a:lnSpc>
        <a:spcBef>
          <a:spcPts val="309"/>
        </a:spcBef>
        <a:buFont typeface="Arial" panose="020B0604020202020204" pitchFamily="34" charset="0"/>
        <a:buChar char="•"/>
        <a:defRPr sz="1112" kern="1200">
          <a:solidFill>
            <a:schemeClr val="tx1"/>
          </a:solidFill>
          <a:latin typeface="+mn-lt"/>
          <a:ea typeface="+mn-ea"/>
          <a:cs typeface="+mn-cs"/>
        </a:defRPr>
      </a:lvl7pPr>
      <a:lvl8pPr marL="2119242" indent="-141283" algn="l" defTabSz="565131" rtl="0" eaLnBrk="1" latinLnBrk="0" hangingPunct="1">
        <a:lnSpc>
          <a:spcPct val="90000"/>
        </a:lnSpc>
        <a:spcBef>
          <a:spcPts val="309"/>
        </a:spcBef>
        <a:buFont typeface="Arial" panose="020B0604020202020204" pitchFamily="34" charset="0"/>
        <a:buChar char="•"/>
        <a:defRPr sz="1112" kern="1200">
          <a:solidFill>
            <a:schemeClr val="tx1"/>
          </a:solidFill>
          <a:latin typeface="+mn-lt"/>
          <a:ea typeface="+mn-ea"/>
          <a:cs typeface="+mn-cs"/>
        </a:defRPr>
      </a:lvl8pPr>
      <a:lvl9pPr marL="2401808" indent="-141283" algn="l" defTabSz="565131" rtl="0" eaLnBrk="1" latinLnBrk="0" hangingPunct="1">
        <a:lnSpc>
          <a:spcPct val="90000"/>
        </a:lnSpc>
        <a:spcBef>
          <a:spcPts val="309"/>
        </a:spcBef>
        <a:buFont typeface="Arial" panose="020B0604020202020204" pitchFamily="34" charset="0"/>
        <a:buChar char="•"/>
        <a:defRPr sz="111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65131" rtl="0" eaLnBrk="1" latinLnBrk="0" hangingPunct="1">
        <a:defRPr sz="1112" kern="1200">
          <a:solidFill>
            <a:schemeClr val="tx1"/>
          </a:solidFill>
          <a:latin typeface="+mn-lt"/>
          <a:ea typeface="+mn-ea"/>
          <a:cs typeface="+mn-cs"/>
        </a:defRPr>
      </a:lvl1pPr>
      <a:lvl2pPr marL="282566" algn="l" defTabSz="565131" rtl="0" eaLnBrk="1" latinLnBrk="0" hangingPunct="1">
        <a:defRPr sz="1112" kern="1200">
          <a:solidFill>
            <a:schemeClr val="tx1"/>
          </a:solidFill>
          <a:latin typeface="+mn-lt"/>
          <a:ea typeface="+mn-ea"/>
          <a:cs typeface="+mn-cs"/>
        </a:defRPr>
      </a:lvl2pPr>
      <a:lvl3pPr marL="565131" algn="l" defTabSz="565131" rtl="0" eaLnBrk="1" latinLnBrk="0" hangingPunct="1">
        <a:defRPr sz="1112" kern="1200">
          <a:solidFill>
            <a:schemeClr val="tx1"/>
          </a:solidFill>
          <a:latin typeface="+mn-lt"/>
          <a:ea typeface="+mn-ea"/>
          <a:cs typeface="+mn-cs"/>
        </a:defRPr>
      </a:lvl3pPr>
      <a:lvl4pPr marL="847697" algn="l" defTabSz="565131" rtl="0" eaLnBrk="1" latinLnBrk="0" hangingPunct="1">
        <a:defRPr sz="1112" kern="1200">
          <a:solidFill>
            <a:schemeClr val="tx1"/>
          </a:solidFill>
          <a:latin typeface="+mn-lt"/>
          <a:ea typeface="+mn-ea"/>
          <a:cs typeface="+mn-cs"/>
        </a:defRPr>
      </a:lvl4pPr>
      <a:lvl5pPr marL="1130262" algn="l" defTabSz="565131" rtl="0" eaLnBrk="1" latinLnBrk="0" hangingPunct="1">
        <a:defRPr sz="1112" kern="1200">
          <a:solidFill>
            <a:schemeClr val="tx1"/>
          </a:solidFill>
          <a:latin typeface="+mn-lt"/>
          <a:ea typeface="+mn-ea"/>
          <a:cs typeface="+mn-cs"/>
        </a:defRPr>
      </a:lvl5pPr>
      <a:lvl6pPr marL="1412828" algn="l" defTabSz="565131" rtl="0" eaLnBrk="1" latinLnBrk="0" hangingPunct="1">
        <a:defRPr sz="1112" kern="1200">
          <a:solidFill>
            <a:schemeClr val="tx1"/>
          </a:solidFill>
          <a:latin typeface="+mn-lt"/>
          <a:ea typeface="+mn-ea"/>
          <a:cs typeface="+mn-cs"/>
        </a:defRPr>
      </a:lvl6pPr>
      <a:lvl7pPr marL="1695394" algn="l" defTabSz="565131" rtl="0" eaLnBrk="1" latinLnBrk="0" hangingPunct="1">
        <a:defRPr sz="1112" kern="1200">
          <a:solidFill>
            <a:schemeClr val="tx1"/>
          </a:solidFill>
          <a:latin typeface="+mn-lt"/>
          <a:ea typeface="+mn-ea"/>
          <a:cs typeface="+mn-cs"/>
        </a:defRPr>
      </a:lvl7pPr>
      <a:lvl8pPr marL="1977959" algn="l" defTabSz="565131" rtl="0" eaLnBrk="1" latinLnBrk="0" hangingPunct="1">
        <a:defRPr sz="1112" kern="1200">
          <a:solidFill>
            <a:schemeClr val="tx1"/>
          </a:solidFill>
          <a:latin typeface="+mn-lt"/>
          <a:ea typeface="+mn-ea"/>
          <a:cs typeface="+mn-cs"/>
        </a:defRPr>
      </a:lvl8pPr>
      <a:lvl9pPr marL="2260525" algn="l" defTabSz="565131" rtl="0" eaLnBrk="1" latinLnBrk="0" hangingPunct="1">
        <a:defRPr sz="111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785" userDrawn="1">
          <p15:clr>
            <a:srgbClr val="F26B43"/>
          </p15:clr>
        </p15:guide>
        <p15:guide id="2" pos="238" userDrawn="1">
          <p15:clr>
            <a:srgbClr val="F26B43"/>
          </p15:clr>
        </p15:guide>
        <p15:guide id="3" pos="3322" userDrawn="1">
          <p15:clr>
            <a:srgbClr val="F26B43"/>
          </p15:clr>
        </p15:guide>
        <p15:guide id="4" orient="horz" pos="249" userDrawn="1">
          <p15:clr>
            <a:srgbClr val="F26B43"/>
          </p15:clr>
        </p15:guide>
        <p15:guide id="5" orient="horz" pos="6094">
          <p15:clr>
            <a:srgbClr val="F26B43"/>
          </p15:clr>
        </p15:guide>
        <p15:guide id="6" pos="2448">
          <p15:clr>
            <a:srgbClr val="F26B43"/>
          </p15:clr>
        </p15:guide>
        <p15:guide id="7" orient="horz" pos="1059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5D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809A9E-8D57-5C23-7964-B65E9DDED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53">
            <a:extLst>
              <a:ext uri="{FF2B5EF4-FFF2-40B4-BE49-F238E27FC236}">
                <a16:creationId xmlns:a16="http://schemas.microsoft.com/office/drawing/2014/main" id="{19D0C2AA-3B78-BC3E-BB96-E8F87BE4B552}"/>
              </a:ext>
            </a:extLst>
          </p:cNvPr>
          <p:cNvSpPr>
            <a:spLocks/>
          </p:cNvSpPr>
          <p:nvPr/>
        </p:nvSpPr>
        <p:spPr bwMode="auto">
          <a:xfrm>
            <a:off x="377825" y="835147"/>
            <a:ext cx="4895850" cy="6894920"/>
          </a:xfrm>
          <a:prstGeom prst="roundRect">
            <a:avLst>
              <a:gd name="adj" fmla="val 1963"/>
            </a:avLst>
          </a:prstGeom>
          <a:solidFill>
            <a:srgbClr val="FFFFFF"/>
          </a:solidFill>
          <a:effectLst>
            <a:outerShdw blurRad="127000" dist="38100" dir="2700000" algn="tl" rotWithShape="0">
              <a:prstClr val="black">
                <a:alpha val="11000"/>
              </a:prstClr>
            </a:outerShdw>
          </a:effectLst>
        </p:spPr>
        <p:txBody>
          <a:bodyPr rot="0" spcFirstLastPara="0" vert="horz" wrap="square" lIns="132875" tIns="106300" rIns="132875" bIns="1063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67751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53" b="0" i="0" u="none" strike="noStrike" kern="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sp>
        <p:nvSpPr>
          <p:cNvPr id="5" name="Rectangle: Top Corners Rounded 4">
            <a:extLst>
              <a:ext uri="{FF2B5EF4-FFF2-40B4-BE49-F238E27FC236}">
                <a16:creationId xmlns:a16="http://schemas.microsoft.com/office/drawing/2014/main" id="{EA2E513C-CDC4-9ECE-EC9F-1E093F755CAF}"/>
              </a:ext>
            </a:extLst>
          </p:cNvPr>
          <p:cNvSpPr/>
          <p:nvPr/>
        </p:nvSpPr>
        <p:spPr bwMode="auto">
          <a:xfrm flipH="1">
            <a:off x="377812" y="835147"/>
            <a:ext cx="4895851" cy="409453"/>
          </a:xfrm>
          <a:prstGeom prst="round2SameRect">
            <a:avLst>
              <a:gd name="adj1" fmla="val 16174"/>
              <a:gd name="adj2" fmla="val 0"/>
            </a:avLst>
          </a:prstGeom>
          <a:solidFill>
            <a:srgbClr val="8A226F"/>
          </a:solidFill>
          <a:effectLst/>
        </p:spPr>
        <p:txBody>
          <a:bodyPr vert="horz" wrap="square" lIns="0" tIns="0" rIns="0" bIns="0" rtlCol="0" anchor="ctr" anchorCtr="0">
            <a:normAutofit/>
          </a:bodyPr>
          <a:lstStyle/>
          <a:p>
            <a:pPr marL="0" marR="0" lvl="0" indent="0" algn="ctr" defTabSz="929384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/>
            </a:pPr>
            <a:endParaRPr kumimoji="0" lang="en-US" sz="1196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Semibold" panose="020B0502040204020203" pitchFamily="34" charset="0"/>
              <a:ea typeface="+mn-ea"/>
              <a:cs typeface="Segoe UI Semibold" panose="020B0502040204020203" pitchFamily="34" charset="0"/>
            </a:endParaRPr>
          </a:p>
        </p:txBody>
      </p:sp>
      <p:graphicFrame>
        <p:nvGraphicFramePr>
          <p:cNvPr id="6" name="Table 0">
            <a:extLst>
              <a:ext uri="{FF2B5EF4-FFF2-40B4-BE49-F238E27FC236}">
                <a16:creationId xmlns:a16="http://schemas.microsoft.com/office/drawing/2014/main" id="{B04491EF-AD3B-4712-4905-81577F047A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6006241"/>
              </p:ext>
            </p:extLst>
          </p:nvPr>
        </p:nvGraphicFramePr>
        <p:xfrm>
          <a:off x="377813" y="835146"/>
          <a:ext cx="4895850" cy="6880928"/>
        </p:xfrm>
        <a:graphic>
          <a:graphicData uri="http://schemas.openxmlformats.org/drawingml/2006/table">
            <a:tbl>
              <a:tblPr/>
              <a:tblGrid>
                <a:gridCol w="35782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21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3368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r>
                        <a:rPr lang="en-US" sz="700" b="0" i="0" u="none" strike="noStrike" kern="1200" cap="none" spc="0" normalizeH="0" baseline="0" dirty="0">
                          <a:solidFill>
                            <a:schemeClr val="bg1">
                              <a:lumMod val="100000"/>
                            </a:schemeClr>
                          </a:solidFill>
                          <a:latin typeface="Segoe UI Semibold" panose="020B0702040204020203" pitchFamily="34" charset="0"/>
                          <a:ea typeface="+mn-ea"/>
                          <a:cs typeface="Segoe UI Semibold" panose="020B0702040204020203" pitchFamily="34" charset="0"/>
                        </a:rPr>
                        <a:t>Incremental capabilities</a:t>
                      </a:r>
                    </a:p>
                  </a:txBody>
                  <a:tcPr marL="72000" marR="72000" marT="36000" marB="36000" anchor="ctr">
                    <a:lnL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700" b="0" i="0" u="none" strike="noStrike" kern="1200" cap="none" spc="0" normalizeH="0" baseline="0" dirty="0">
                          <a:solidFill>
                            <a:schemeClr val="bg1">
                              <a:lumMod val="100000"/>
                            </a:schemeClr>
                          </a:solidFill>
                          <a:latin typeface="Segoe UI Semibold"/>
                          <a:ea typeface="+mn-ea"/>
                          <a:cs typeface="Segoe UI Semibold"/>
                        </a:rPr>
                        <a:t>Business Basic</a:t>
                      </a:r>
                    </a:p>
                  </a:txBody>
                  <a:tcPr marL="36000" marR="36000" marT="36000" marB="36000" anchor="ctr">
                    <a:lnL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700" b="0" i="0" u="none" strike="noStrike" kern="1200" cap="none" spc="0" normalizeH="0" baseline="0" dirty="0">
                          <a:solidFill>
                            <a:schemeClr val="bg1">
                              <a:lumMod val="100000"/>
                            </a:schemeClr>
                          </a:solidFill>
                          <a:latin typeface="Segoe UI Semibold" panose="020B0702040204020203" pitchFamily="34" charset="0"/>
                          <a:ea typeface="+mn-ea"/>
                          <a:cs typeface="Segoe UI Semibold" panose="020B0702040204020203" pitchFamily="34" charset="0"/>
                        </a:rPr>
                        <a:t>Business Premium+ Defender Suite for Business Premium</a:t>
                      </a:r>
                    </a:p>
                  </a:txBody>
                  <a:tcPr marL="36000" marR="36000" marT="36000" marB="36000" anchor="ctr">
                    <a:lnL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3123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700" b="0" i="0" u="none" strike="noStrike" kern="1200" cap="none" spc="0" normalizeH="0" baseline="0" dirty="0">
                          <a:solidFill>
                            <a:srgbClr val="8A226F"/>
                          </a:solidFill>
                          <a:latin typeface="Segoe UI Semibold"/>
                          <a:ea typeface="+mn-ea"/>
                          <a:cs typeface="Segoe UI Semibold"/>
                        </a:rPr>
                        <a:t>Productivity and collaboration</a:t>
                      </a:r>
                    </a:p>
                  </a:txBody>
                  <a:tcPr marL="72000" marR="72000" marT="0" marB="0" anchor="ctr">
                    <a:lnL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740C5">
                        <a:alpha val="21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US" sz="700" b="0" i="0" u="none" strike="noStrike" kern="1200" cap="none" spc="0" normalizeH="0" baseline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72000" marR="72000" marT="0" marB="0">
                    <a:lnL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740C5">
                        <a:alpha val="21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US" sz="700" b="0" i="0" u="none" strike="noStrike" kern="1200" cap="none" spc="0" normalizeH="0" baseline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72000" marR="72000" marT="0" marB="0">
                    <a:lnL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740C5">
                        <a:alpha val="21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086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/>
                          <a:ea typeface="+mn-ea"/>
                          <a:cs typeface="Segoe UI"/>
                        </a:rPr>
                        <a:t>Web and mobile versions of Word, Excel, PowerPoint, Outlook (100 GB); Teams (chat, call, meet); OneDrive (1 TB); SharePoint; Forms</a:t>
                      </a:r>
                    </a:p>
                  </a:txBody>
                  <a:tcPr marL="72000" marR="72000" marT="0" marB="0" anchor="ctr">
                    <a:lnL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/>
                          <a:ea typeface="+mn-ea"/>
                          <a:cs typeface="Segoe UI"/>
                        </a:rPr>
                        <a:t>✓</a:t>
                      </a:r>
                    </a:p>
                  </a:txBody>
                  <a:tcPr marL="72000" marR="72000" marT="0" marB="0" anchor="ctr">
                    <a:lnL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/>
                          <a:ea typeface="+mn-ea"/>
                          <a:cs typeface="Segoe UI"/>
                        </a:rPr>
                        <a:t>✓</a:t>
                      </a:r>
                    </a:p>
                  </a:txBody>
                  <a:tcPr marL="72000" marR="72000" marT="0" marB="0" anchor="ctr">
                    <a:lnL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086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Desktop versions of Word, Excel, PowerPoint, Outlook, OneNote, and Access (PC) — install on up to 5 PC/Mac + 5 tablets + 5 mobile</a:t>
                      </a:r>
                    </a:p>
                  </a:txBody>
                  <a:tcPr marL="72000" marR="72000" marT="0" marB="0" anchor="ctr">
                    <a:lnL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US" sz="650" b="0" i="0" u="none" strike="noStrike" kern="1200" cap="none" spc="0" normalizeH="0" baseline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72000" marR="72000" marT="0" marB="0" anchor="ctr">
                    <a:lnL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/>
                          <a:ea typeface="+mn-ea"/>
                          <a:cs typeface="Segoe UI"/>
                        </a:rPr>
                        <a:t>✓</a:t>
                      </a:r>
                    </a:p>
                  </a:txBody>
                  <a:tcPr marL="72000" marR="72000" marT="0" marB="0" anchor="ctr">
                    <a:lnL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0086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Microsoft Loop (collaborative workspaces), Clipchamp (video editing), and webinar hosting with attendee registration</a:t>
                      </a:r>
                    </a:p>
                  </a:txBody>
                  <a:tcPr marL="72000" marR="72000" marT="0" marB="0" anchor="ctr">
                    <a:lnL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US" sz="650" b="0" i="0" u="none" strike="noStrike" kern="1200" cap="none" spc="0" normalizeH="0" baseline="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72000" marR="72000" marT="0" marB="0" anchor="ctr">
                    <a:lnL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✓</a:t>
                      </a:r>
                    </a:p>
                  </a:txBody>
                  <a:tcPr marL="72000" marR="72000" marT="0" marB="0" anchor="ctr">
                    <a:lnL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5043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/>
                          <a:ea typeface="+mn-ea"/>
                          <a:cs typeface="Segoe UI"/>
                        </a:rPr>
                        <a:t>Advanced grammar and style suggestions with Microsoft Editor (premium features)</a:t>
                      </a:r>
                    </a:p>
                  </a:txBody>
                  <a:tcPr marL="72000" marR="72000" marT="0" marB="0" anchor="ctr">
                    <a:lnL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US" sz="650" b="0" i="0" u="none" strike="noStrike" kern="1200" cap="none" spc="0" normalizeH="0" baseline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72000" marR="72000" marT="0" marB="0" anchor="ctr">
                    <a:lnL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✓</a:t>
                      </a:r>
                    </a:p>
                  </a:txBody>
                  <a:tcPr marL="72000" marR="72000" marT="0" marB="0" anchor="ctr">
                    <a:lnL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13123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700" b="0" i="0" u="none" strike="noStrike" kern="1200" cap="none" spc="0" normalizeH="0" baseline="0" dirty="0">
                          <a:solidFill>
                            <a:srgbClr val="8A226F"/>
                          </a:solidFill>
                          <a:latin typeface="Segoe UI Semibold"/>
                          <a:ea typeface="+mn-ea"/>
                          <a:cs typeface="Segoe UI Semibold"/>
                        </a:rPr>
                        <a:t>Security, Device management and Windows</a:t>
                      </a:r>
                    </a:p>
                  </a:txBody>
                  <a:tcPr marL="72000" marR="72000" marT="0" marB="0" anchor="ctr">
                    <a:lnL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740C5">
                        <a:alpha val="21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US" sz="700" b="0" i="0" u="none" strike="noStrike" kern="1200" cap="none" spc="0" normalizeH="0" baseline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72000" marR="72000" marT="0" marB="0">
                    <a:lnL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740C5">
                        <a:alpha val="21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US" sz="700" b="0" i="0" u="none" strike="noStrike" kern="1200" cap="none" spc="0" normalizeH="0" baseline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72000" marR="72000" marT="0" marB="0">
                    <a:lnL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740C5">
                        <a:alpha val="21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086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Microsoft Intune Plan 1: Endpoint management, security policies, and app deployment across iOS, Android, Windows, macOS</a:t>
                      </a:r>
                    </a:p>
                  </a:txBody>
                  <a:tcPr marL="72000" marR="72000" marT="0" marB="0" anchor="ctr">
                    <a:lnL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US" sz="650" b="0" i="0" u="none" strike="noStrike" kern="1200" cap="none" spc="0" normalizeH="0" baseline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72000" marR="72000" marT="0" marB="0" anchor="ctr">
                    <a:lnL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/>
                          <a:ea typeface="+mn-ea"/>
                          <a:cs typeface="Segoe UI"/>
                        </a:rPr>
                        <a:t>✓</a:t>
                      </a:r>
                    </a:p>
                  </a:txBody>
                  <a:tcPr marL="72000" marR="72000" marT="0" marB="0" anchor="ctr">
                    <a:lnL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0086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Windows Autopilot (zero-touch device setup), Windows Autopatch (automated updates), MAM, Endpoint Analytics</a:t>
                      </a:r>
                    </a:p>
                  </a:txBody>
                  <a:tcPr marL="72000" marR="72000" marT="0" marB="0" anchor="ctr">
                    <a:lnL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US" sz="650" b="0" i="0" u="none" strike="noStrike" kern="1200" cap="none" spc="0" normalizeH="0" baseline="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72000" marR="72000" marT="0" marB="0" anchor="ctr">
                    <a:lnL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✓</a:t>
                      </a:r>
                    </a:p>
                  </a:txBody>
                  <a:tcPr marL="72000" marR="72000" marT="0" marB="0" anchor="ctr">
                    <a:lnL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05043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/>
                          <a:ea typeface="+mn-ea"/>
                          <a:cs typeface="Segoe UI"/>
                        </a:rPr>
                        <a:t>Windows 11 Pro upgrade, Azure Virtual Desktop, Shared Computer Activation</a:t>
                      </a:r>
                    </a:p>
                  </a:txBody>
                  <a:tcPr marL="72000" marR="72000" marT="0" marB="0" anchor="ctr">
                    <a:lnL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US" sz="650" b="0" i="0" u="none" strike="noStrike" kern="1200" cap="none" spc="0" normalizeH="0" baseline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72000" marR="72000" marT="0" marB="0" anchor="ctr">
                    <a:lnL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✓</a:t>
                      </a:r>
                    </a:p>
                  </a:txBody>
                  <a:tcPr marL="72000" marR="72000" marT="0" marB="0" anchor="ctr">
                    <a:lnL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13123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700" b="0" i="0" u="none" strike="noStrike" kern="1200" cap="none" spc="0" normalizeH="0" baseline="0" dirty="0">
                          <a:solidFill>
                            <a:srgbClr val="8A226F"/>
                          </a:solidFill>
                          <a:latin typeface="Segoe UI Semibold"/>
                          <a:ea typeface="+mn-ea"/>
                          <a:cs typeface="Segoe UI Semibold"/>
                        </a:rPr>
                        <a:t>Identity and access management</a:t>
                      </a:r>
                    </a:p>
                  </a:txBody>
                  <a:tcPr marL="72000" marR="72000" marT="0" marB="0" anchor="ctr">
                    <a:lnL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740C5">
                        <a:alpha val="21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US" sz="700" b="0" i="0" u="none" strike="noStrike" kern="1200" cap="none" spc="0" normalizeH="0" baseline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72000" marR="72000" marT="0" marB="0">
                    <a:lnL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740C5">
                        <a:alpha val="21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US" sz="700" b="0" i="0" u="none" strike="noStrike" kern="1200" cap="none" spc="0" normalizeH="0" baseline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72000" marR="72000" marT="0" marB="0">
                    <a:lnL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740C5">
                        <a:alpha val="21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05043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Entra ID (Free): Basic SSO and MFA for cloud apps</a:t>
                      </a:r>
                    </a:p>
                  </a:txBody>
                  <a:tcPr marL="72000" marR="72000" marT="0" marB="0" anchor="ctr">
                    <a:lnL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/>
                          <a:ea typeface="+mn-ea"/>
                          <a:cs typeface="Segoe UI"/>
                        </a:rPr>
                        <a:t>✓</a:t>
                      </a:r>
                    </a:p>
                  </a:txBody>
                  <a:tcPr marL="72000" marR="72000" marT="0" marB="0" anchor="ctr">
                    <a:lnL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/>
                          <a:ea typeface="+mn-ea"/>
                          <a:cs typeface="Segoe UI"/>
                        </a:rPr>
                        <a:t>✓</a:t>
                      </a:r>
                    </a:p>
                  </a:txBody>
                  <a:tcPr marL="72000" marR="72000" marT="0" marB="0" anchor="ctr">
                    <a:lnL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28451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↑↑ Entra ID P2: Risk-based Conditional Access with real-time sign-in and user risk detection</a:t>
                      </a:r>
                    </a:p>
                  </a:txBody>
                  <a:tcPr marL="72000" marR="72000" marT="0" marB="0" anchor="ctr">
                    <a:lnL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US" sz="650" b="0" i="0" u="none" strike="noStrike" kern="1200" cap="none" spc="0" normalizeH="0" baseline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72000" marR="72000" marT="0" marB="0" anchor="ctr">
                    <a:lnL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/>
                          <a:ea typeface="+mn-ea"/>
                          <a:cs typeface="Segoe UI"/>
                        </a:rPr>
                        <a:t>✓</a:t>
                      </a:r>
                    </a:p>
                  </a:txBody>
                  <a:tcPr marL="72000" marR="72000" marT="0" marB="0" anchor="ctr">
                    <a:lnL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0086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↑↑ Entra ID Protection: ML-driven anomaly detection for compromised credentials and suspicious sign-ins</a:t>
                      </a:r>
                    </a:p>
                  </a:txBody>
                  <a:tcPr marL="72000" marR="72000" marT="0" marB="0" anchor="ctr">
                    <a:lnL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US" sz="650" b="0" i="0" u="none" strike="noStrike" kern="1200" cap="none" spc="0" normalizeH="0" baseline="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72000" marR="72000" marT="0" marB="0" anchor="ctr">
                    <a:lnL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✓</a:t>
                      </a:r>
                    </a:p>
                  </a:txBody>
                  <a:tcPr marL="72000" marR="72000" marT="0" marB="0" anchor="ctr">
                    <a:lnL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0086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/>
                          <a:ea typeface="+mn-ea"/>
                          <a:cs typeface="Segoe UI"/>
                        </a:rPr>
                        <a:t>↑↑ Entra ID Governance: Access reviews, entitlement management, and Privileged Identity Management (PIM)</a:t>
                      </a:r>
                    </a:p>
                  </a:txBody>
                  <a:tcPr marL="72000" marR="72000" marT="0" marB="0" anchor="ctr">
                    <a:lnL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US" sz="650" b="0" i="0" u="none" strike="noStrike" kern="1200" cap="none" spc="0" normalizeH="0" baseline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72000" marR="72000" marT="0" marB="0" anchor="ctr">
                    <a:lnL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✓</a:t>
                      </a:r>
                    </a:p>
                  </a:txBody>
                  <a:tcPr marL="72000" marR="72000" marT="0" marB="0" anchor="ctr">
                    <a:lnL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13123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700" b="0" i="0" u="none" strike="noStrike" kern="1200" cap="none" spc="0" normalizeH="0" baseline="0" dirty="0">
                          <a:solidFill>
                            <a:srgbClr val="8A226F"/>
                          </a:solidFill>
                          <a:latin typeface="Segoe UI Semibold"/>
                          <a:ea typeface="+mn-ea"/>
                          <a:cs typeface="Segoe UI Semibold"/>
                        </a:rPr>
                        <a:t>Identity threat detection and response</a:t>
                      </a:r>
                    </a:p>
                  </a:txBody>
                  <a:tcPr marL="72000" marR="72000" marT="0" marB="0" anchor="ctr">
                    <a:lnL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740C5">
                        <a:alpha val="21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US" sz="700" b="0" i="0" u="none" strike="noStrike" kern="1200" cap="none" spc="0" normalizeH="0" baseline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72000" marR="72000" marT="0" marB="0">
                    <a:lnL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740C5">
                        <a:alpha val="21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US" sz="700" b="0" i="0" u="none" strike="noStrike" kern="1200" cap="none" spc="0" normalizeH="0" baseline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72000" marR="72000" marT="0" marB="0">
                    <a:lnL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740C5">
                        <a:alpha val="21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05043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Defender for Identity: Monitor on-premises AD and hybrid identity for compromise</a:t>
                      </a:r>
                    </a:p>
                  </a:txBody>
                  <a:tcPr marL="72000" marR="72000" marT="0" marB="0" anchor="ctr">
                    <a:lnL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US" sz="650" b="0" i="0" u="none" strike="noStrike" kern="1200" cap="none" spc="0" normalizeH="0" baseline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72000" marR="72000" marT="0" marB="0" anchor="ctr">
                    <a:lnL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/>
                          <a:ea typeface="+mn-ea"/>
                          <a:cs typeface="Segoe UI"/>
                        </a:rPr>
                        <a:t>✓</a:t>
                      </a:r>
                    </a:p>
                  </a:txBody>
                  <a:tcPr marL="72000" marR="72000" marT="0" marB="0" anchor="ctr">
                    <a:lnL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0086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Detect lateral movement (pass-the-hash, pass-the-ticket, golden ticket) and credential theft attacks</a:t>
                      </a:r>
                    </a:p>
                  </a:txBody>
                  <a:tcPr marL="72000" marR="72000" marT="0" marB="0" anchor="ctr">
                    <a:lnL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US" sz="650" b="0" i="0" u="none" strike="noStrike" kern="1200" cap="none" spc="0" normalizeH="0" baseline="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72000" marR="72000" marT="0" marB="0" anchor="ctr">
                    <a:lnL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✓</a:t>
                      </a:r>
                    </a:p>
                  </a:txBody>
                  <a:tcPr marL="72000" marR="72000" marT="0" marB="0" anchor="ctr">
                    <a:lnL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13123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700" b="0" i="0" u="none" strike="noStrike" kern="1200" cap="none" spc="0" normalizeH="0" baseline="0" dirty="0">
                          <a:solidFill>
                            <a:srgbClr val="8A226F"/>
                          </a:solidFill>
                          <a:latin typeface="Segoe UI Semibold"/>
                          <a:ea typeface="+mn-ea"/>
                          <a:cs typeface="Segoe UI Semibold"/>
                        </a:rPr>
                        <a:t>Endpoint security</a:t>
                      </a:r>
                    </a:p>
                  </a:txBody>
                  <a:tcPr marL="72000" marR="72000" marT="0" marB="0" anchor="ctr">
                    <a:lnL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740C5">
                        <a:alpha val="21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US" sz="700" b="0" i="0" u="none" strike="noStrike" kern="1200" cap="none" spc="0" normalizeH="0" baseline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72000" marR="72000" marT="0" marB="0">
                    <a:lnL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740C5">
                        <a:alpha val="21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US" sz="700" b="0" i="0" u="none" strike="noStrike" kern="1200" cap="none" spc="0" normalizeH="0" baseline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72000" marR="72000" marT="0" marB="0">
                    <a:lnL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740C5">
                        <a:alpha val="21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10086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Defender for Business: Next-gen antivirus, EDR, automated remediation, threat and vulnerability management</a:t>
                      </a:r>
                    </a:p>
                  </a:txBody>
                  <a:tcPr marL="72000" marR="72000" marT="0" marB="0" anchor="ctr">
                    <a:lnL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US" sz="650" b="0" i="0" u="none" strike="noStrike" kern="1200" cap="none" spc="0" normalizeH="0" baseline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72000" marR="72000" marT="0" marB="0" anchor="ctr">
                    <a:lnL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/>
                          <a:ea typeface="+mn-ea"/>
                          <a:cs typeface="Segoe UI"/>
                        </a:rPr>
                        <a:t>✓</a:t>
                      </a:r>
                    </a:p>
                  </a:txBody>
                  <a:tcPr marL="72000" marR="72000" marT="0" marB="0" anchor="ctr">
                    <a:lnL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44202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↑ Defender for Endpoint P2: Advanced threat hunting, custom detection rules, KQL queries</a:t>
                      </a:r>
                    </a:p>
                  </a:txBody>
                  <a:tcPr marL="72000" marR="72000" marT="0" marB="0" anchor="ctr">
                    <a:lnL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US" sz="650" b="0" i="0" u="none" strike="noStrike" kern="1200" cap="none" spc="0" normalizeH="0" baseline="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72000" marR="72000" marT="0" marB="0" anchor="ctr">
                    <a:lnL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/>
                          <a:ea typeface="+mn-ea"/>
                          <a:cs typeface="Segoe UI"/>
                        </a:rPr>
                        <a:t>✓</a:t>
                      </a:r>
                    </a:p>
                  </a:txBody>
                  <a:tcPr marL="72000" marR="72000" marT="0" marB="0" anchor="ctr">
                    <a:lnL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48138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↑ Live response, 6-month data retention and advanced behavioral analytics for APT detection</a:t>
                      </a:r>
                    </a:p>
                  </a:txBody>
                  <a:tcPr marL="72000" marR="72000" marT="0" marB="0" anchor="ctr">
                    <a:lnL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US" sz="650" b="0" i="0" u="none" strike="noStrike" kern="1200" cap="none" spc="0" normalizeH="0" baseline="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72000" marR="72000" marT="0" marB="0" anchor="ctr">
                    <a:lnL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✓</a:t>
                      </a:r>
                    </a:p>
                  </a:txBody>
                  <a:tcPr marL="72000" marR="72000" marT="0" marB="0" anchor="ctr">
                    <a:lnL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13123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700" b="0" i="0" u="none" strike="noStrike" kern="1200" cap="none" spc="0" normalizeH="0" baseline="0" dirty="0">
                          <a:solidFill>
                            <a:srgbClr val="8A226F"/>
                          </a:solidFill>
                          <a:latin typeface="Segoe UI Semibold"/>
                          <a:ea typeface="+mn-ea"/>
                          <a:cs typeface="Segoe UI Semibold"/>
                        </a:rPr>
                        <a:t>Email and collaboration security</a:t>
                      </a:r>
                    </a:p>
                  </a:txBody>
                  <a:tcPr marL="72000" marR="72000" marT="0" marB="0" anchor="ctr">
                    <a:lnL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740C5">
                        <a:alpha val="21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US" sz="700" b="0" i="0" u="none" strike="noStrike" kern="1200" cap="none" spc="0" normalizeH="0" baseline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72000" marR="72000" marT="0" marB="0">
                    <a:lnL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740C5">
                        <a:alpha val="21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US" sz="700" b="0" i="0" u="none" strike="noStrike" kern="1200" cap="none" spc="0" normalizeH="0" baseline="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72000" marR="72000" marT="0" marB="0">
                    <a:lnL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740C5">
                        <a:alpha val="21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105043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Basic anti-spam and anti-malware filtering via Exchange Online Protection (EOP)</a:t>
                      </a:r>
                    </a:p>
                  </a:txBody>
                  <a:tcPr marL="72000" marR="72000" marT="0" marB="0" anchor="ctr">
                    <a:lnL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/>
                          <a:ea typeface="+mn-ea"/>
                          <a:cs typeface="Segoe UI"/>
                        </a:rPr>
                        <a:t>✓</a:t>
                      </a:r>
                    </a:p>
                  </a:txBody>
                  <a:tcPr marL="72000" marR="72000" marT="0" marB="0" anchor="ctr">
                    <a:lnL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✓</a:t>
                      </a:r>
                    </a:p>
                  </a:txBody>
                  <a:tcPr marL="72000" marR="72000" marT="0" marB="0" anchor="ctr">
                    <a:lnL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210086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↑ Defender for Office 365 P1: Safe Links, Safe Attachments, anti-phishing policies across email, Teams, SharePoint</a:t>
                      </a:r>
                    </a:p>
                  </a:txBody>
                  <a:tcPr marL="72000" marR="72000" marT="0" marB="0" anchor="ctr">
                    <a:lnL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US" sz="650" b="0" i="0" u="none" strike="noStrike" kern="1200" cap="none" spc="0" normalizeH="0" baseline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72000" marR="72000" marT="0" marB="0" anchor="ctr">
                    <a:lnL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/>
                          <a:ea typeface="+mn-ea"/>
                          <a:cs typeface="Segoe UI"/>
                        </a:rPr>
                        <a:t>✓</a:t>
                      </a:r>
                    </a:p>
                  </a:txBody>
                  <a:tcPr marL="72000" marR="72000" marT="0" marB="0" anchor="ctr">
                    <a:lnL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  <a:tr h="213735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↑↑ Defender for Office 365 P2: Automated Investigation and Response (AIR), Attack Simulation Training</a:t>
                      </a:r>
                    </a:p>
                  </a:txBody>
                  <a:tcPr marL="72000" marR="72000" marT="0" marB="0" anchor="ctr">
                    <a:lnL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US" sz="650" b="0" i="0" u="none" strike="noStrike" kern="1200" cap="none" spc="0" normalizeH="0" baseline="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72000" marR="72000" marT="0" marB="0" anchor="ctr">
                    <a:lnL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✓</a:t>
                      </a:r>
                    </a:p>
                  </a:txBody>
                  <a:tcPr marL="72000" marR="72000" marT="0" marB="0" anchor="ctr">
                    <a:lnL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7"/>
                  </a:ext>
                </a:extLst>
              </a:tr>
              <a:tr h="210086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↑↑ Threat Explorer, Threat Trackers, advanced hunting across email entities with campaign views</a:t>
                      </a:r>
                    </a:p>
                  </a:txBody>
                  <a:tcPr marL="72000" marR="72000" marT="0" marB="0" anchor="ctr">
                    <a:lnL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US" sz="650" b="0" i="0" u="none" strike="noStrike" kern="1200" cap="none" spc="0" normalizeH="0" baseline="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72000" marR="72000" marT="0" marB="0" anchor="ctr">
                    <a:lnL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✓</a:t>
                      </a:r>
                    </a:p>
                  </a:txBody>
                  <a:tcPr marL="72000" marR="72000" marT="0" marB="0" anchor="ctr">
                    <a:lnL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8"/>
                  </a:ext>
                </a:extLst>
              </a:tr>
              <a:tr h="210085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65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/>
                          <a:cs typeface="Segoe UI"/>
                        </a:rPr>
                        <a:t>URL time-of-click protection (</a:t>
                      </a:r>
                      <a:r>
                        <a:rPr lang="en-US" sz="6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egoe UI"/>
                          <a:cs typeface="Segoe UI"/>
                        </a:rPr>
                        <a:t>SafeLinks</a:t>
                      </a:r>
                      <a:r>
                        <a:rPr lang="en-US" sz="65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/>
                          <a:cs typeface="Segoe UI"/>
                        </a:rPr>
                        <a:t> Lite) — re-checks links at moment of click</a:t>
                      </a:r>
                      <a:endParaRPr lang="en-US"/>
                    </a:p>
                  </a:txBody>
                  <a:tcPr marL="73152" marR="73152" marT="0" marB="0" anchor="ctr">
                    <a:lnL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Segoe UI"/>
                        </a:rPr>
                        <a:t>✓</a:t>
                      </a:r>
                      <a:endParaRPr lang="en-US"/>
                    </a:p>
                  </a:txBody>
                  <a:tcPr marL="72000" marR="72000" marT="0" marB="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chemeClr val="bg1">
                          <a:lumMod val="85000"/>
                        </a:schemeClr>
                      </a:solidFill>
                    </a:lnT>
                    <a:lnB w="6350">
                      <a:solidFill>
                        <a:schemeClr val="bg1">
                          <a:lumMod val="85000"/>
                        </a:schemeClr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Segoe UI"/>
                        </a:rPr>
                        <a:t>✓</a:t>
                      </a:r>
                      <a:endParaRPr lang="en-US"/>
                    </a:p>
                  </a:txBody>
                  <a:tcPr marL="72000" marR="72000" marT="0" marB="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chemeClr val="bg1">
                          <a:lumMod val="85000"/>
                        </a:schemeClr>
                      </a:solidFill>
                    </a:lnT>
                    <a:lnB w="6350">
                      <a:solidFill>
                        <a:schemeClr val="bg1">
                          <a:lumMod val="85000"/>
                        </a:schemeClr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573332"/>
                  </a:ext>
                </a:extLst>
              </a:tr>
              <a:tr h="113123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700" b="0" i="0" u="none" strike="noStrike" kern="1200" cap="none" spc="0" normalizeH="0" baseline="0" dirty="0">
                          <a:solidFill>
                            <a:srgbClr val="8A226F"/>
                          </a:solidFill>
                          <a:latin typeface="Segoe UI Semibold"/>
                          <a:ea typeface="+mn-ea"/>
                          <a:cs typeface="Segoe UI Semibold"/>
                        </a:rPr>
                        <a:t>Cloud application, IoT and Unified XDR</a:t>
                      </a:r>
                    </a:p>
                  </a:txBody>
                  <a:tcPr marL="72000" marR="72000" marT="0" marB="0" anchor="ctr">
                    <a:lnL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740C5">
                        <a:alpha val="21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US" sz="700" b="0" i="0" u="none" strike="noStrike" kern="1200" cap="none" spc="0" normalizeH="0" baseline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72000" marR="72000" marT="0" marB="0">
                    <a:lnL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740C5">
                        <a:alpha val="21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US" sz="700" b="0" i="0" u="none" strike="noStrike" kern="1200" cap="none" spc="0" normalizeH="0" baseline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72000" marR="72000" marT="0" marB="0">
                    <a:lnL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740C5">
                        <a:alpha val="21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9"/>
                  </a:ext>
                </a:extLst>
              </a:tr>
              <a:tr h="210086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Defender for Cloud Apps: Discover/control shadow IT across 31,000+ cloud and AI apps with session governance</a:t>
                      </a:r>
                    </a:p>
                  </a:txBody>
                  <a:tcPr marL="72000" marR="72000" marT="0" marB="0" anchor="ctr">
                    <a:lnL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US" sz="650" b="0" i="0" u="none" strike="noStrike" kern="1200" cap="none" spc="0" normalizeH="0" baseline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72000" marR="72000" marT="0" marB="0" anchor="ctr">
                    <a:lnL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✓</a:t>
                      </a:r>
                    </a:p>
                  </a:txBody>
                  <a:tcPr marL="72000" marR="72000" marT="0" marB="0" anchor="ctr">
                    <a:lnL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0"/>
                  </a:ext>
                </a:extLst>
              </a:tr>
              <a:tr h="210086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Defender for IoT (Enterprise IoT): Continuous asset discovery and threat detection for connected devices</a:t>
                      </a:r>
                    </a:p>
                  </a:txBody>
                  <a:tcPr marL="72000" marR="72000" marT="0" marB="0" anchor="ctr">
                    <a:lnL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US" sz="650" b="0" i="0" u="none" strike="noStrike" kern="1200" cap="none" spc="0" normalizeH="0" baseline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72000" marR="72000" marT="0" marB="0" anchor="ctr">
                    <a:lnL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✓</a:t>
                      </a:r>
                    </a:p>
                  </a:txBody>
                  <a:tcPr marL="72000" marR="72000" marT="0" marB="0" anchor="ctr">
                    <a:lnL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1"/>
                  </a:ext>
                </a:extLst>
              </a:tr>
              <a:tr h="210086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Defender XDR: Unified incident correlation, automatic attack disruption, and cross-domain advanced hunting</a:t>
                      </a:r>
                    </a:p>
                  </a:txBody>
                  <a:tcPr marL="72000" marR="72000" marT="0" marB="0" anchor="ctr">
                    <a:lnL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US" sz="650" b="0" i="0" u="none" strike="noStrike" kern="1200" cap="none" spc="0" normalizeH="0" baseline="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72000" marR="72000" marT="0" marB="0" anchor="ctr">
                    <a:lnL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✓</a:t>
                      </a:r>
                    </a:p>
                  </a:txBody>
                  <a:tcPr marL="72000" marR="72000" marT="0" marB="0" anchor="ctr">
                    <a:lnL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2"/>
                  </a:ext>
                </a:extLst>
              </a:tr>
              <a:tr h="113123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700" b="0" i="0" u="none" strike="noStrike" kern="1200" cap="none" spc="0" normalizeH="0" baseline="0" dirty="0">
                          <a:solidFill>
                            <a:srgbClr val="8A226F">
                              <a:lumMod val="100000"/>
                            </a:srgbClr>
                          </a:solidFill>
                          <a:latin typeface="Segoe UI Semibold" panose="020B0702040204020203" pitchFamily="34" charset="0"/>
                          <a:ea typeface="+mn-ea"/>
                          <a:cs typeface="Segoe UI Semibold" panose="020B0702040204020203" pitchFamily="34" charset="0"/>
                        </a:rPr>
                        <a:t>Data security baseline</a:t>
                      </a:r>
                    </a:p>
                  </a:txBody>
                  <a:tcPr marL="72000" marR="72000" marT="0" marB="0" anchor="ctr">
                    <a:lnL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740C5">
                        <a:alpha val="21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US" sz="700" b="0" i="0" u="none" strike="noStrike" kern="1200" cap="none" spc="0" normalizeH="0" baseline="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72000" marR="72000" marT="0" marB="0">
                    <a:lnL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740C5">
                        <a:alpha val="21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US" sz="700" b="0" i="0" u="none" strike="noStrike" kern="1200" cap="none" spc="0" normalizeH="0" baseline="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72000" marR="72000" marT="0" marB="0">
                    <a:lnL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740C5">
                        <a:alpha val="21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0451518"/>
                  </a:ext>
                </a:extLst>
              </a:tr>
              <a:tr h="210086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Purview Information Protection P1: Manual sensitivity labels, default labeling, basic classification</a:t>
                      </a:r>
                    </a:p>
                  </a:txBody>
                  <a:tcPr marL="72000" marR="72000" marT="0" marB="0" anchor="ctr">
                    <a:lnL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US" sz="650" b="0" i="0" u="none" strike="noStrike" kern="1200" cap="none" spc="0" normalizeH="0" baseline="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72000" marR="72000" marT="0" marB="0" anchor="ctr">
                    <a:lnL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/>
                          <a:ea typeface="+mn-ea"/>
                          <a:cs typeface="Segoe UI"/>
                        </a:rPr>
                        <a:t>✓</a:t>
                      </a:r>
                    </a:p>
                  </a:txBody>
                  <a:tcPr marL="72000" marR="72000" marT="0" marB="0" anchor="ctr">
                    <a:lnL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8176799"/>
                  </a:ext>
                </a:extLst>
              </a:tr>
              <a:tr h="210086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Purview DLP for email and files; Audit (Standard); BitLocker; Credential Guard; Windows Information Protection</a:t>
                      </a:r>
                    </a:p>
                  </a:txBody>
                  <a:tcPr marL="72000" marR="72000" marT="0" marB="0" anchor="ctr">
                    <a:lnL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US" sz="650" b="0" i="0" u="none" strike="noStrike" kern="1200" cap="none" spc="0" normalizeH="0" baseline="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72000" marR="72000" marT="0" marB="0" anchor="ctr">
                    <a:lnL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✓</a:t>
                      </a:r>
                    </a:p>
                  </a:txBody>
                  <a:tcPr marL="72000" marR="72000" marT="0" marB="0" anchor="ctr">
                    <a:lnL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9855295"/>
                  </a:ext>
                </a:extLst>
              </a:tr>
              <a:tr h="16464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5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Monthly Security Summary Report — posture across identity, devices, info, apps</a:t>
                      </a:r>
                    </a:p>
                  </a:txBody>
                  <a:tcPr marL="73152" marR="73152" marT="0" marB="0" anchor="ctr">
                    <a:lnL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6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72000" marR="72000" marT="0" marB="0" anchor="ctr">
                    <a:lnL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6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✓</a:t>
                      </a:r>
                    </a:p>
                  </a:txBody>
                  <a:tcPr marL="72000" marR="72000" marT="0" marB="0" anchor="ctr">
                    <a:lnL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1864462"/>
                  </a:ext>
                </a:extLst>
              </a:tr>
              <a:tr h="12828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5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Device Exposure Score in Microsoft 365 Lighthouse — CSP/MSP cross-tenant view</a:t>
                      </a:r>
                    </a:p>
                  </a:txBody>
                  <a:tcPr marL="73152" marR="73152" marT="0" marB="0" anchor="ctr">
                    <a:lnL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6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72000" marR="72000" marT="0" marB="0" anchor="ctr">
                    <a:lnL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6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✓</a:t>
                      </a:r>
                    </a:p>
                  </a:txBody>
                  <a:tcPr marL="72000" marR="72000" marT="0" marB="0" anchor="ctr">
                    <a:lnL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5801907"/>
                  </a:ext>
                </a:extLst>
              </a:tr>
              <a:tr h="226245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700" b="0" i="0" u="none" strike="noStrike" kern="1200" cap="none" spc="0" normalizeH="0" baseline="0" dirty="0">
                          <a:solidFill>
                            <a:srgbClr val="8A226F">
                              <a:lumMod val="100000"/>
                            </a:srgbClr>
                          </a:solidFill>
                          <a:latin typeface="Segoe UI Semibold" panose="020B0702040204020203" pitchFamily="34" charset="0"/>
                          <a:ea typeface="+mn-ea"/>
                          <a:cs typeface="Segoe UI Semibold" panose="020B0702040204020203" pitchFamily="34" charset="0"/>
                        </a:rPr>
                        <a:t>Common: Secure Score, Copilot Chat (AI), Power Apps/Automate/Dataverse for Teams, Viva (Connections, Insights, Engage, Learning)</a:t>
                      </a:r>
                    </a:p>
                  </a:txBody>
                  <a:tcPr marL="72000" marR="72000" marT="0" marB="0" anchor="ctr">
                    <a:lnL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740C5">
                        <a:alpha val="21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70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✓</a:t>
                      </a:r>
                    </a:p>
                  </a:txBody>
                  <a:tcPr marL="72000" marR="72000" marT="0" marB="0" anchor="ctr">
                    <a:lnL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740C5">
                        <a:alpha val="21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70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✓</a:t>
                      </a:r>
                    </a:p>
                  </a:txBody>
                  <a:tcPr marL="72000" marR="72000" marT="0" marB="0" anchor="ctr">
                    <a:lnL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740C5">
                        <a:alpha val="21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3312109"/>
                  </a:ext>
                </a:extLst>
              </a:tr>
              <a:tr h="14957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5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/>
                          <a:cs typeface="Segoe UI"/>
                        </a:rPr>
                        <a:t>Inbox &amp; </a:t>
                      </a:r>
                      <a:r>
                        <a:rPr lang="en-US" sz="6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egoe UI"/>
                          <a:cs typeface="Segoe UI"/>
                        </a:rPr>
                        <a:t>Calender</a:t>
                      </a:r>
                      <a:r>
                        <a:rPr lang="en-US" sz="65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/>
                          <a:cs typeface="Segoe UI"/>
                        </a:rPr>
                        <a:t> awareness with Copilot Chat enhancements </a:t>
                      </a:r>
                    </a:p>
                  </a:txBody>
                  <a:tcPr marL="73152" marR="73152" marT="0" marB="0" anchor="ctr">
                    <a:lnL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6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✓</a:t>
                      </a:r>
                    </a:p>
                  </a:txBody>
                  <a:tcPr marL="72000" marR="72000" marT="0" marB="0" anchor="ctr">
                    <a:lnL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6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✓</a:t>
                      </a:r>
                    </a:p>
                  </a:txBody>
                  <a:tcPr marL="72000" marR="72000" marT="0" marB="0" anchor="ctr">
                    <a:lnL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8669115"/>
                  </a:ext>
                </a:extLst>
              </a:tr>
              <a:tr h="15262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5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Copilot Chat Analytics — admin reporting on adoption and usage</a:t>
                      </a:r>
                    </a:p>
                  </a:txBody>
                  <a:tcPr marL="73152" marR="73152" marT="0" marB="0" anchor="ctr">
                    <a:lnL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6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✓</a:t>
                      </a:r>
                    </a:p>
                  </a:txBody>
                  <a:tcPr marL="72000" marR="72000" marT="0" marB="0" anchor="ctr">
                    <a:lnL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6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✓</a:t>
                      </a:r>
                    </a:p>
                  </a:txBody>
                  <a:tcPr marL="72000" marR="72000" marT="0" marB="0" anchor="ctr">
                    <a:lnL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7957609"/>
                  </a:ext>
                </a:extLst>
              </a:tr>
            </a:tbl>
          </a:graphicData>
        </a:graphic>
      </p:graphicFrame>
      <p:sp>
        <p:nvSpPr>
          <p:cNvPr id="7" name="Incremental capabilities from Current SKU to Target SKU">
            <a:extLst>
              <a:ext uri="{FF2B5EF4-FFF2-40B4-BE49-F238E27FC236}">
                <a16:creationId xmlns:a16="http://schemas.microsoft.com/office/drawing/2014/main" id="{2A2760CD-5170-408A-9A92-34B0FFB1D18F}"/>
              </a:ext>
            </a:extLst>
          </p:cNvPr>
          <p:cNvSpPr/>
          <p:nvPr/>
        </p:nvSpPr>
        <p:spPr>
          <a:xfrm>
            <a:off x="377826" y="256545"/>
            <a:ext cx="4895849" cy="470898"/>
          </a:xfrm>
          <a:prstGeom prst="rect">
            <a:avLst/>
          </a:prstGeom>
          <a:noFill/>
          <a:ln/>
        </p:spPr>
        <p:txBody>
          <a:bodyPr wrap="square" lIns="0" tIns="0" rIns="0" bIns="0" rtlCol="0" anchor="t" anchorCtr="0">
            <a:spAutoFit/>
          </a:bodyPr>
          <a:lstStyle/>
          <a:p>
            <a:pPr defTabSz="910968">
              <a:lnSpc>
                <a:spcPct val="85000"/>
              </a:lnSpc>
              <a:defRPr/>
            </a:pPr>
            <a:r>
              <a:rPr lang="en-US">
                <a:solidFill>
                  <a:srgbClr val="B740C5"/>
                </a:solidFill>
                <a:latin typeface="Segoe UI Semibold"/>
                <a:cs typeface="Segoe UI Semibold"/>
              </a:rPr>
              <a:t>Business Basic vs Business Premium + Defender Suite for Business Premium</a:t>
            </a:r>
          </a:p>
        </p:txBody>
      </p:sp>
    </p:spTree>
    <p:extLst>
      <p:ext uri="{BB962C8B-B14F-4D97-AF65-F5344CB8AC3E}">
        <p14:creationId xmlns:p14="http://schemas.microsoft.com/office/powerpoint/2010/main" val="4022100008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138</TotalTime>
  <Words>610</Words>
  <Application>Microsoft Office PowerPoint</Application>
  <PresentationFormat>Custom</PresentationFormat>
  <Paragraphs>82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2_Office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Seema Kapari</dc:creator>
  <cp:lastModifiedBy>Shreya Singh</cp:lastModifiedBy>
  <cp:revision>20</cp:revision>
  <dcterms:created xsi:type="dcterms:W3CDTF">2026-03-24T15:15:07Z</dcterms:created>
  <dcterms:modified xsi:type="dcterms:W3CDTF">2026-07-06T14:58:43Z</dcterms:modified>
</cp:coreProperties>
</file>