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147470134" r:id="rId2"/>
    <p:sldId id="2147470135" r:id="rId3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1E1"/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32CD1-1B8F-D23A-B5BC-B1193B2F8DFE}" v="18" dt="2026-07-06T15:09:42.511"/>
    <p1510:client id="{A9ABC0F9-B676-00F9-6AC3-192E102EEF1E}" v="55" dt="2026-07-06T14:42:50.4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66" d="100"/>
          <a:sy n="66" d="100"/>
        </p:scale>
        <p:origin x="1212" y="32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A9ABC0F9-B676-00F9-6AC3-192E102EEF1E}"/>
    <pc:docChg chg="modSld">
      <pc:chgData name="Seema Kapri" userId="S::seema.kapri@hsv.digital::3468d2f6-a5eb-4e01-882c-f62721c4c7bf" providerId="AD" clId="Web-{A9ABC0F9-B676-00F9-6AC3-192E102EEF1E}" dt="2026-07-06T14:42:50.402" v="27"/>
      <pc:docMkLst>
        <pc:docMk/>
      </pc:docMkLst>
      <pc:sldChg chg="modSp">
        <pc:chgData name="Seema Kapri" userId="S::seema.kapri@hsv.digital::3468d2f6-a5eb-4e01-882c-f62721c4c7bf" providerId="AD" clId="Web-{A9ABC0F9-B676-00F9-6AC3-192E102EEF1E}" dt="2026-07-06T14:42:34.011" v="13"/>
        <pc:sldMkLst>
          <pc:docMk/>
          <pc:sldMk cId="3615234551" sldId="2147470134"/>
        </pc:sldMkLst>
        <pc:graphicFrameChg chg="mod modGraphic">
          <ac:chgData name="Seema Kapri" userId="S::seema.kapri@hsv.digital::3468d2f6-a5eb-4e01-882c-f62721c4c7bf" providerId="AD" clId="Web-{A9ABC0F9-B676-00F9-6AC3-192E102EEF1E}" dt="2026-07-06T14:42:34.011" v="13"/>
          <ac:graphicFrameMkLst>
            <pc:docMk/>
            <pc:sldMk cId="3615234551" sldId="2147470134"/>
            <ac:graphicFrameMk id="3" creationId="{5A72691B-D7AD-EC82-DC99-612009D98FC7}"/>
          </ac:graphicFrameMkLst>
        </pc:graphicFrameChg>
      </pc:sldChg>
      <pc:sldChg chg="modSp">
        <pc:chgData name="Seema Kapri" userId="S::seema.kapri@hsv.digital::3468d2f6-a5eb-4e01-882c-f62721c4c7bf" providerId="AD" clId="Web-{A9ABC0F9-B676-00F9-6AC3-192E102EEF1E}" dt="2026-07-06T14:42:50.402" v="27"/>
        <pc:sldMkLst>
          <pc:docMk/>
          <pc:sldMk cId="1634306668" sldId="2147470135"/>
        </pc:sldMkLst>
        <pc:graphicFrameChg chg="mod modGraphic">
          <ac:chgData name="Seema Kapri" userId="S::seema.kapri@hsv.digital::3468d2f6-a5eb-4e01-882c-f62721c4c7bf" providerId="AD" clId="Web-{A9ABC0F9-B676-00F9-6AC3-192E102EEF1E}" dt="2026-07-06T14:42:50.402" v="27"/>
          <ac:graphicFrameMkLst>
            <pc:docMk/>
            <pc:sldMk cId="1634306668" sldId="2147470135"/>
            <ac:graphicFrameMk id="3" creationId="{E64560F6-C0D2-A85D-62EB-F1D8C1B0BA99}"/>
          </ac:graphicFrameMkLst>
        </pc:graphicFrameChg>
      </pc:sldChg>
    </pc:docChg>
  </pc:docChgLst>
  <pc:docChgLst>
    <pc:chgData name="Seema Kapri" userId="S::seema.kapri@hsv.digital::3468d2f6-a5eb-4e01-882c-f62721c4c7bf" providerId="AD" clId="Web-{38532CD1-1B8F-D23A-B5BC-B1193B2F8DFE}"/>
    <pc:docChg chg="modSld">
      <pc:chgData name="Seema Kapri" userId="S::seema.kapri@hsv.digital::3468d2f6-a5eb-4e01-882c-f62721c4c7bf" providerId="AD" clId="Web-{38532CD1-1B8F-D23A-B5BC-B1193B2F8DFE}" dt="2026-07-06T15:09:36.589" v="14"/>
      <pc:docMkLst>
        <pc:docMk/>
      </pc:docMkLst>
      <pc:sldChg chg="modSp">
        <pc:chgData name="Seema Kapri" userId="S::seema.kapri@hsv.digital::3468d2f6-a5eb-4e01-882c-f62721c4c7bf" providerId="AD" clId="Web-{38532CD1-1B8F-D23A-B5BC-B1193B2F8DFE}" dt="2026-07-06T15:09:36.589" v="14"/>
        <pc:sldMkLst>
          <pc:docMk/>
          <pc:sldMk cId="3615234551" sldId="2147470134"/>
        </pc:sldMkLst>
        <pc:graphicFrameChg chg="mod modGraphic">
          <ac:chgData name="Seema Kapri" userId="S::seema.kapri@hsv.digital::3468d2f6-a5eb-4e01-882c-f62721c4c7bf" providerId="AD" clId="Web-{38532CD1-1B8F-D23A-B5BC-B1193B2F8DFE}" dt="2026-07-06T15:09:36.589" v="14"/>
          <ac:graphicFrameMkLst>
            <pc:docMk/>
            <pc:sldMk cId="3615234551" sldId="2147470134"/>
            <ac:graphicFrameMk id="3" creationId="{5A72691B-D7AD-EC82-DC99-612009D98FC7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7-01T09:57:23.206" v="98" actId="14734"/>
      <pc:docMkLst>
        <pc:docMk/>
      </pc:docMkLst>
      <pc:sldChg chg="modSp mod">
        <pc:chgData name="Shreya Singh" userId="b354311e-5542-4a3b-80c7-af4347e0a1ac" providerId="ADAL" clId="{24CE2105-6015-495D-A54D-6F3B21ACCFC8}" dt="2026-07-01T09:57:23.206" v="98" actId="14734"/>
        <pc:sldMkLst>
          <pc:docMk/>
          <pc:sldMk cId="3615234551" sldId="2147470134"/>
        </pc:sldMkLst>
        <pc:graphicFrameChg chg="mod modGraphic">
          <ac:chgData name="Shreya Singh" userId="b354311e-5542-4a3b-80c7-af4347e0a1ac" providerId="ADAL" clId="{24CE2105-6015-495D-A54D-6F3B21ACCFC8}" dt="2026-07-01T09:57:23.206" v="98" actId="14734"/>
          <ac:graphicFrameMkLst>
            <pc:docMk/>
            <pc:sldMk cId="3615234551" sldId="2147470134"/>
            <ac:graphicFrameMk id="3" creationId="{5A72691B-D7AD-EC82-DC99-612009D98FC7}"/>
          </ac:graphicFrameMkLst>
        </pc:graphicFrameChg>
      </pc:sldChg>
      <pc:sldChg chg="modSp mod">
        <pc:chgData name="Shreya Singh" userId="b354311e-5542-4a3b-80c7-af4347e0a1ac" providerId="ADAL" clId="{24CE2105-6015-495D-A54D-6F3B21ACCFC8}" dt="2026-07-01T09:56:55.619" v="95" actId="14100"/>
        <pc:sldMkLst>
          <pc:docMk/>
          <pc:sldMk cId="1634306668" sldId="2147470135"/>
        </pc:sldMkLst>
        <pc:spChg chg="mod">
          <ac:chgData name="Shreya Singh" userId="b354311e-5542-4a3b-80c7-af4347e0a1ac" providerId="ADAL" clId="{24CE2105-6015-495D-A54D-6F3B21ACCFC8}" dt="2026-07-01T09:56:55.619" v="95" actId="14100"/>
          <ac:spMkLst>
            <pc:docMk/>
            <pc:sldMk cId="1634306668" sldId="2147470135"/>
            <ac:spMk id="4" creationId="{33D3DC9A-2A18-B175-3A31-4D666767BFDE}"/>
          </ac:spMkLst>
        </pc:spChg>
        <pc:graphicFrameChg chg="mod modGraphic">
          <ac:chgData name="Shreya Singh" userId="b354311e-5542-4a3b-80c7-af4347e0a1ac" providerId="ADAL" clId="{24CE2105-6015-495D-A54D-6F3B21ACCFC8}" dt="2026-07-01T09:56:47.869" v="94" actId="14734"/>
          <ac:graphicFrameMkLst>
            <pc:docMk/>
            <pc:sldMk cId="1634306668" sldId="2147470135"/>
            <ac:graphicFrameMk id="3" creationId="{E64560F6-C0D2-A85D-62EB-F1D8C1B0BA9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DE1C-79FD-0B64-EE2B-F2941249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EB09E-ECAE-C139-D414-492A654C6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B1DF0-37A1-F6D4-188A-CC03029F4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F62FB-157C-8E37-0B73-6723BFF9A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130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6159-AD92-5150-034D-50AC15AA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53BBB-74BA-59E8-E836-7DCA8F711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C225B-BFFD-74FC-97B0-117BB2BA4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85BCA-82A1-34D6-7535-559F438C0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4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096BB-B3E9-0382-ABE3-5B75D5E8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66AA1ADE-47DA-844B-F9DB-95B730F2EFE7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692201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98B1EC9-6696-58B0-0E5C-6828935A18F5}"/>
              </a:ext>
            </a:extLst>
          </p:cNvPr>
          <p:cNvSpPr/>
          <p:nvPr/>
        </p:nvSpPr>
        <p:spPr bwMode="auto">
          <a:xfrm flipH="1">
            <a:off x="377807" y="885948"/>
            <a:ext cx="4895851" cy="457818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5A72691B-D7AD-EC82-DC99-612009D98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15338"/>
              </p:ext>
            </p:extLst>
          </p:nvPr>
        </p:nvGraphicFramePr>
        <p:xfrm>
          <a:off x="377826" y="885946"/>
          <a:ext cx="4895850" cy="6871498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324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24">
                  <a:extLst>
                    <a:ext uri="{9D8B030D-6E8A-4147-A177-3AD203B41FA5}">
                      <a16:colId xmlns:a16="http://schemas.microsoft.com/office/drawing/2014/main" val="2365940916"/>
                    </a:ext>
                  </a:extLst>
                </a:gridCol>
                <a:gridCol w="1205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49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72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Business </a:t>
                      </a: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Standard</a:t>
                      </a:r>
                      <a:endParaRPr lang="en-US" sz="700" b="0" i="0" u="none" strike="noStrike" kern="1200" cap="none" spc="0" normalizeH="0" baseline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/>
                        <a:ea typeface="+mn-ea"/>
                        <a:cs typeface="Segoe UI Semibold"/>
                        <a:sym typeface=""/>
                      </a:endParaRP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Business Premium+ Defender &amp; Purview Suite for Business Premium</a:t>
                      </a: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 and collaboration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5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Desktop, web, and mobile versions of Word, Excel, PowerPoint, Outlook (100 GB), OneNote, Access (PC); Teams; OneDrive (1 TB); SharePoint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Loop, Clipchamp, Editor (premium), Forms, Bookings, Planner, To Do, Sway; webinar hosting with registration and reporting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Apps, Power Automate, Dataverse for Teams, Microsoft Graph API, Microsoft Search, Viva (Connections, Insights, Engage, Learning)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Device management and Windows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Intune Plan 1: Endpoint management, security policies, and app deployment across iOS, Android, Windows, macOS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Autopilot (zero-touch device setup), Windows Autopatch (automated updates), MAM, Endpoint Analytics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11 Pro upgrade, Azure Virtual Desktop, Shared Computer Activation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978770"/>
                  </a:ext>
                </a:extLst>
              </a:tr>
              <a:tr h="127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702681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and access management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Entra ID (Free): Basic SSO and MFA for cloud apps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74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↑↑ Entra ID P2: Risk-based Conditional Access with real-time sign-in and user risk detection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Protection: ML-driven anomaly detection for compromised credentials and suspicious sign-ins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Governance: Access reviews, entitlement management, and Privileged Identity Management (PIM)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threat detection and response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Identity: Monitor on-premises AD and hybrid identity for compromise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Endpoint security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474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Endpoint P2: Advanced threat hunting, custom detection rules, KQL queries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474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Live response, 6-month data retention and advanced behavioral analytics for APT detection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0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Email and collaboration security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Basic anti-spam and anti-malware filtering via Exchange Online Protection (EOP)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↑ Defender for Office 365 P1: Safe Links, Safe Attachments, anti-phishing policies across email, Teams, SharePoint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Defender for Office 365 P2: Automated Investigation and Response (AIR), Attack Simulation Training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Threat Explorer, Threat Trackers, advanced hunting across email entities with campaign views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5518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URL time-of-click protection (SafeLinks Lite) — re-checks links at moment of click</a:t>
                      </a:r>
                      <a:endParaRPr lang="en-US">
                        <a:sym typeface=""/>
                      </a:endParaRP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110859"/>
                  </a:ext>
                </a:extLst>
              </a:tr>
              <a:tr h="12759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Cloud application, IoT and Unified XDR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Cloud Apps: Discover/control shadow IT across 31,000+ cloud and AI apps with session governance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IoT (Enterprise IoT): Continuous asset discovery and threat detection for connected devices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/>
                        <a:ea typeface="Calibri" charset="0"/>
                        <a:cs typeface="Segoe UI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551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  <a:sym typeface=""/>
                        </a:rPr>
                        <a:t>Defender XDR: Unified incident correlation, automatic attack disruption, and cross-domain advanced hunting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96D427A2-314F-96A8-3EB4-09BFEBD193ED}"/>
              </a:ext>
            </a:extLst>
          </p:cNvPr>
          <p:cNvSpPr/>
          <p:nvPr/>
        </p:nvSpPr>
        <p:spPr>
          <a:xfrm>
            <a:off x="377826" y="281945"/>
            <a:ext cx="5215254" cy="45781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sz="1700" dirty="0">
                <a:solidFill>
                  <a:srgbClr val="B740C5"/>
                </a:solidFill>
                <a:latin typeface="Segoe UI Semibold"/>
                <a:cs typeface="Segoe UI Semibold"/>
              </a:rPr>
              <a:t>Business Standard vs Business Premium+ Defender Suite + Purview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361523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B145F-CA65-D96E-E65A-CABF38FF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33D3DC9A-2A18-B175-3A31-4D666767BFDE}"/>
              </a:ext>
            </a:extLst>
          </p:cNvPr>
          <p:cNvSpPr>
            <a:spLocks/>
          </p:cNvSpPr>
          <p:nvPr/>
        </p:nvSpPr>
        <p:spPr bwMode="auto">
          <a:xfrm>
            <a:off x="377825" y="885948"/>
            <a:ext cx="4895850" cy="4329519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CF28CB9-9851-381A-3D93-B51F33390D39}"/>
              </a:ext>
            </a:extLst>
          </p:cNvPr>
          <p:cNvSpPr/>
          <p:nvPr/>
        </p:nvSpPr>
        <p:spPr bwMode="auto">
          <a:xfrm flipH="1">
            <a:off x="377807" y="885948"/>
            <a:ext cx="4895851" cy="457818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64560F6-C0D2-A85D-62EB-F1D8C1B0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984397"/>
              </p:ext>
            </p:extLst>
          </p:nvPr>
        </p:nvGraphicFramePr>
        <p:xfrm>
          <a:off x="377826" y="885945"/>
          <a:ext cx="4895850" cy="4247177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324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24">
                  <a:extLst>
                    <a:ext uri="{9D8B030D-6E8A-4147-A177-3AD203B41FA5}">
                      <a16:colId xmlns:a16="http://schemas.microsoft.com/office/drawing/2014/main" val="2365940916"/>
                    </a:ext>
                  </a:extLst>
                </a:gridCol>
                <a:gridCol w="1205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66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72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Business </a:t>
                      </a:r>
                      <a:b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</a:rPr>
                      </a:b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Standard</a:t>
                      </a:r>
                      <a:endParaRPr lang="en-US" sz="700" b="0" i="0" u="none" strike="noStrike" kern="1200" cap="none" spc="0" normalizeH="0" baseline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/>
                        <a:ea typeface="+mn-ea"/>
                        <a:cs typeface="Segoe UI Semibold"/>
                        <a:sym typeface="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 Premium+ Defender &amp; Purview Suite for Business Premium</a:t>
                      </a:r>
                    </a:p>
                  </a:txBody>
                  <a:tcPr marL="36000" marR="36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Information Protection, Classification and DLP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68895"/>
                  </a:ext>
                </a:extLst>
              </a:tr>
              <a:tr h="28026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IP P1: Manual sensitivity labels, basic classification; Purview DLP for email/files via Exchange/SharePoint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388717"/>
                  </a:ext>
                </a:extLst>
              </a:tr>
              <a:tr h="28026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IP P2: Auto labeling, trainable classifiers (ML), EDM, data discovery; Unified/Endpoint/Adaptive DLP across M365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767824"/>
                  </a:ext>
                </a:extLst>
              </a:tr>
              <a:tr h="28026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Insider Risk Management: Detect data theft, policy violations with privacy analytics + Adaptive Protection for DLP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310482"/>
                  </a:ext>
                </a:extLst>
              </a:tr>
              <a:tr h="2155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435744"/>
                  </a:ext>
                </a:extLst>
              </a:tr>
              <a:tr h="2155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947900"/>
                  </a:ext>
                </a:extLst>
              </a:tr>
              <a:tr h="21558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38801"/>
                  </a:ext>
                </a:extLst>
              </a:tr>
              <a:tr h="215587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eDiscovery, audit and data lifecycle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Audit (Standard): Log and search audited user/admin activities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0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eDiscovery (Premium): Legal hold, review sets, predictive coding; Audit (Premium): 10-year retention, forensic insights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sym typeface=""/>
                        </a:rPr>
                        <a:t>Data Lifecycle Management: Automated retention/deletion, records management, event-based triggers</a:t>
                      </a:r>
                    </a:p>
                  </a:txBody>
                  <a:tcPr marL="72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524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Copilot Chat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3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9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E8F3D3BA-9814-9839-9FDD-CB8173126E98}"/>
              </a:ext>
            </a:extLst>
          </p:cNvPr>
          <p:cNvSpPr/>
          <p:nvPr/>
        </p:nvSpPr>
        <p:spPr>
          <a:xfrm>
            <a:off x="377826" y="281945"/>
            <a:ext cx="5215254" cy="45781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sz="1700" dirty="0">
                <a:solidFill>
                  <a:srgbClr val="B740C5"/>
                </a:solidFill>
                <a:latin typeface="Segoe UI Semibold"/>
                <a:cs typeface="Segoe UI Semibold"/>
              </a:rPr>
              <a:t>Business Standard vs Business Premium+ Defender Suite + Purview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163430666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746</Words>
  <Application>Microsoft Office PowerPoint</Application>
  <PresentationFormat>Custom</PresentationFormat>
  <Paragraphs>100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2_Office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12</cp:revision>
  <dcterms:created xsi:type="dcterms:W3CDTF">2026-03-24T15:15:07Z</dcterms:created>
  <dcterms:modified xsi:type="dcterms:W3CDTF">2026-07-06T15:09:47Z</dcterms:modified>
</cp:coreProperties>
</file>