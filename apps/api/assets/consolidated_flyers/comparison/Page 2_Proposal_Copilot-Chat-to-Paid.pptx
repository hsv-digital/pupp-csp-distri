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1"/>
  </p:sldMasterIdLst>
  <p:notesMasterIdLst>
    <p:notesMasterId r:id="rId3"/>
  </p:notesMasterIdLst>
  <p:sldIdLst>
    <p:sldId id="274" r:id="rId2"/>
  </p:sldIdLst>
  <p:sldSz cx="5667375" cy="8020050"/>
  <p:notesSz cx="8020050" cy="56673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6" userDrawn="1">
          <p15:clr>
            <a:srgbClr val="A4A3A4"/>
          </p15:clr>
        </p15:guide>
        <p15:guide id="2" pos="17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226F"/>
    <a:srgbClr val="B740C5"/>
    <a:srgbClr val="007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2669" y="43"/>
      </p:cViewPr>
      <p:guideLst>
        <p:guide orient="horz" pos="2526"/>
        <p:guide pos="17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979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616C1-7F56-413A-6A3A-878BD15D0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DB7EBA-9CA2-10DB-2146-DAC4924D5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877D13-BD51-E463-928D-5D7E02A1F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F1E35-579A-C40A-F3DC-CB4E963B2E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9717BF-D6A1-41FB-AA9B-31E83E01F21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763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5054" y="1312542"/>
            <a:ext cx="4817268" cy="2792166"/>
          </a:xfrm>
        </p:spPr>
        <p:txBody>
          <a:bodyPr anchor="b"/>
          <a:lstStyle>
            <a:lvl1pPr algn="ctr">
              <a:defRPr sz="3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8422" y="4212384"/>
            <a:ext cx="4250532" cy="1936322"/>
          </a:xfrm>
        </p:spPr>
        <p:txBody>
          <a:bodyPr/>
          <a:lstStyle>
            <a:lvl1pPr marL="0" indent="0" algn="ctr">
              <a:buNone/>
              <a:defRPr sz="1488"/>
            </a:lvl1pPr>
            <a:lvl2pPr marL="283383" indent="0" algn="ctr">
              <a:buNone/>
              <a:defRPr sz="1240"/>
            </a:lvl2pPr>
            <a:lvl3pPr marL="566766" indent="0" algn="ctr">
              <a:buNone/>
              <a:defRPr sz="1116"/>
            </a:lvl3pPr>
            <a:lvl4pPr marL="850150" indent="0" algn="ctr">
              <a:buNone/>
              <a:defRPr sz="991"/>
            </a:lvl4pPr>
            <a:lvl5pPr marL="1133532" indent="0" algn="ctr">
              <a:buNone/>
              <a:defRPr sz="991"/>
            </a:lvl5pPr>
            <a:lvl6pPr marL="1416915" indent="0" algn="ctr">
              <a:buNone/>
              <a:defRPr sz="991"/>
            </a:lvl6pPr>
            <a:lvl7pPr marL="1700298" indent="0" algn="ctr">
              <a:buNone/>
              <a:defRPr sz="991"/>
            </a:lvl7pPr>
            <a:lvl8pPr marL="1983682" indent="0" algn="ctr">
              <a:buNone/>
              <a:defRPr sz="991"/>
            </a:lvl8pPr>
            <a:lvl9pPr marL="2267064" indent="0" algn="ctr">
              <a:buNone/>
              <a:defRPr sz="99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73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962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681" y="1999447"/>
            <a:ext cx="4888111" cy="3336117"/>
          </a:xfrm>
        </p:spPr>
        <p:txBody>
          <a:bodyPr anchor="b"/>
          <a:lstStyle>
            <a:lvl1pPr>
              <a:defRPr sz="3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681" y="5367124"/>
            <a:ext cx="4888111" cy="1754386"/>
          </a:xfrm>
        </p:spPr>
        <p:txBody>
          <a:bodyPr/>
          <a:lstStyle>
            <a:lvl1pPr marL="0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1pPr>
            <a:lvl2pPr marL="283383" indent="0">
              <a:buNone/>
              <a:defRPr sz="1240">
                <a:solidFill>
                  <a:schemeClr val="tx1">
                    <a:tint val="82000"/>
                  </a:schemeClr>
                </a:solidFill>
              </a:defRPr>
            </a:lvl2pPr>
            <a:lvl3pPr marL="566766" indent="0">
              <a:buNone/>
              <a:defRPr sz="1116">
                <a:solidFill>
                  <a:schemeClr val="tx1">
                    <a:tint val="82000"/>
                  </a:schemeClr>
                </a:solidFill>
              </a:defRPr>
            </a:lvl3pPr>
            <a:lvl4pPr marL="850150" indent="0">
              <a:buNone/>
              <a:defRPr sz="991">
                <a:solidFill>
                  <a:schemeClr val="tx1">
                    <a:tint val="82000"/>
                  </a:schemeClr>
                </a:solidFill>
              </a:defRPr>
            </a:lvl4pPr>
            <a:lvl5pPr marL="1133532" indent="0">
              <a:buNone/>
              <a:defRPr sz="991">
                <a:solidFill>
                  <a:schemeClr val="tx1">
                    <a:tint val="82000"/>
                  </a:schemeClr>
                </a:solidFill>
              </a:defRPr>
            </a:lvl5pPr>
            <a:lvl6pPr marL="1416915" indent="0">
              <a:buNone/>
              <a:defRPr sz="991">
                <a:solidFill>
                  <a:schemeClr val="tx1">
                    <a:tint val="82000"/>
                  </a:schemeClr>
                </a:solidFill>
              </a:defRPr>
            </a:lvl6pPr>
            <a:lvl7pPr marL="1700298" indent="0">
              <a:buNone/>
              <a:defRPr sz="991">
                <a:solidFill>
                  <a:schemeClr val="tx1">
                    <a:tint val="82000"/>
                  </a:schemeClr>
                </a:solidFill>
              </a:defRPr>
            </a:lvl7pPr>
            <a:lvl8pPr marL="1983682" indent="0">
              <a:buNone/>
              <a:defRPr sz="991">
                <a:solidFill>
                  <a:schemeClr val="tx1">
                    <a:tint val="82000"/>
                  </a:schemeClr>
                </a:solidFill>
              </a:defRPr>
            </a:lvl8pPr>
            <a:lvl9pPr marL="2267064" indent="0">
              <a:buNone/>
              <a:defRPr sz="99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186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9633" y="2134967"/>
            <a:ext cx="2408634" cy="50886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69109" y="2134967"/>
            <a:ext cx="2408634" cy="50886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710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371" y="426996"/>
            <a:ext cx="4888111" cy="1550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370" y="1966027"/>
            <a:ext cx="2397565" cy="963519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383" indent="0">
              <a:buNone/>
              <a:defRPr sz="1240" b="1"/>
            </a:lvl2pPr>
            <a:lvl3pPr marL="566766" indent="0">
              <a:buNone/>
              <a:defRPr sz="1116" b="1"/>
            </a:lvl3pPr>
            <a:lvl4pPr marL="850150" indent="0">
              <a:buNone/>
              <a:defRPr sz="991" b="1"/>
            </a:lvl4pPr>
            <a:lvl5pPr marL="1133532" indent="0">
              <a:buNone/>
              <a:defRPr sz="991" b="1"/>
            </a:lvl5pPr>
            <a:lvl6pPr marL="1416915" indent="0">
              <a:buNone/>
              <a:defRPr sz="991" b="1"/>
            </a:lvl6pPr>
            <a:lvl7pPr marL="1700298" indent="0">
              <a:buNone/>
              <a:defRPr sz="991" b="1"/>
            </a:lvl7pPr>
            <a:lvl8pPr marL="1983682" indent="0">
              <a:buNone/>
              <a:defRPr sz="991" b="1"/>
            </a:lvl8pPr>
            <a:lvl9pPr marL="2267064" indent="0">
              <a:buNone/>
              <a:defRPr sz="99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370" y="2929547"/>
            <a:ext cx="2397565" cy="4308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69110" y="1966027"/>
            <a:ext cx="2409372" cy="963519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383" indent="0">
              <a:buNone/>
              <a:defRPr sz="1240" b="1"/>
            </a:lvl2pPr>
            <a:lvl3pPr marL="566766" indent="0">
              <a:buNone/>
              <a:defRPr sz="1116" b="1"/>
            </a:lvl3pPr>
            <a:lvl4pPr marL="850150" indent="0">
              <a:buNone/>
              <a:defRPr sz="991" b="1"/>
            </a:lvl4pPr>
            <a:lvl5pPr marL="1133532" indent="0">
              <a:buNone/>
              <a:defRPr sz="991" b="1"/>
            </a:lvl5pPr>
            <a:lvl6pPr marL="1416915" indent="0">
              <a:buNone/>
              <a:defRPr sz="991" b="1"/>
            </a:lvl6pPr>
            <a:lvl7pPr marL="1700298" indent="0">
              <a:buNone/>
              <a:defRPr sz="991" b="1"/>
            </a:lvl7pPr>
            <a:lvl8pPr marL="1983682" indent="0">
              <a:buNone/>
              <a:defRPr sz="991" b="1"/>
            </a:lvl8pPr>
            <a:lvl9pPr marL="2267064" indent="0">
              <a:buNone/>
              <a:defRPr sz="99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869110" y="2929547"/>
            <a:ext cx="2409372" cy="4308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924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517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004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370" y="534672"/>
            <a:ext cx="1827876" cy="1871344"/>
          </a:xfrm>
        </p:spPr>
        <p:txBody>
          <a:bodyPr anchor="b"/>
          <a:lstStyle>
            <a:lvl1pPr>
              <a:defRPr sz="198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9373" y="1154742"/>
            <a:ext cx="2869108" cy="5699434"/>
          </a:xfrm>
        </p:spPr>
        <p:txBody>
          <a:bodyPr/>
          <a:lstStyle>
            <a:lvl1pPr>
              <a:defRPr sz="1984"/>
            </a:lvl1pPr>
            <a:lvl2pPr>
              <a:defRPr sz="1736"/>
            </a:lvl2pPr>
            <a:lvl3pPr>
              <a:defRPr sz="1488"/>
            </a:lvl3pPr>
            <a:lvl4pPr>
              <a:defRPr sz="1240"/>
            </a:lvl4pPr>
            <a:lvl5pPr>
              <a:defRPr sz="1240"/>
            </a:lvl5pPr>
            <a:lvl6pPr>
              <a:defRPr sz="1240"/>
            </a:lvl6pPr>
            <a:lvl7pPr>
              <a:defRPr sz="1240"/>
            </a:lvl7pPr>
            <a:lvl8pPr>
              <a:defRPr sz="1240"/>
            </a:lvl8pPr>
            <a:lvl9pPr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370" y="2406016"/>
            <a:ext cx="1827876" cy="4457441"/>
          </a:xfrm>
        </p:spPr>
        <p:txBody>
          <a:bodyPr/>
          <a:lstStyle>
            <a:lvl1pPr marL="0" indent="0">
              <a:buNone/>
              <a:defRPr sz="991"/>
            </a:lvl1pPr>
            <a:lvl2pPr marL="283383" indent="0">
              <a:buNone/>
              <a:defRPr sz="868"/>
            </a:lvl2pPr>
            <a:lvl3pPr marL="566766" indent="0">
              <a:buNone/>
              <a:defRPr sz="744"/>
            </a:lvl3pPr>
            <a:lvl4pPr marL="850150" indent="0">
              <a:buNone/>
              <a:defRPr sz="620"/>
            </a:lvl4pPr>
            <a:lvl5pPr marL="1133532" indent="0">
              <a:buNone/>
              <a:defRPr sz="620"/>
            </a:lvl5pPr>
            <a:lvl6pPr marL="1416915" indent="0">
              <a:buNone/>
              <a:defRPr sz="620"/>
            </a:lvl6pPr>
            <a:lvl7pPr marL="1700298" indent="0">
              <a:buNone/>
              <a:defRPr sz="620"/>
            </a:lvl7pPr>
            <a:lvl8pPr marL="1983682" indent="0">
              <a:buNone/>
              <a:defRPr sz="620"/>
            </a:lvl8pPr>
            <a:lvl9pPr marL="2267064" indent="0">
              <a:buNone/>
              <a:defRPr sz="6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761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370" y="534672"/>
            <a:ext cx="1827876" cy="1871344"/>
          </a:xfrm>
        </p:spPr>
        <p:txBody>
          <a:bodyPr anchor="b"/>
          <a:lstStyle>
            <a:lvl1pPr>
              <a:defRPr sz="198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09373" y="1154742"/>
            <a:ext cx="2869108" cy="5699434"/>
          </a:xfrm>
        </p:spPr>
        <p:txBody>
          <a:bodyPr anchor="t"/>
          <a:lstStyle>
            <a:lvl1pPr marL="0" indent="0">
              <a:buNone/>
              <a:defRPr sz="1984"/>
            </a:lvl1pPr>
            <a:lvl2pPr marL="283383" indent="0">
              <a:buNone/>
              <a:defRPr sz="1736"/>
            </a:lvl2pPr>
            <a:lvl3pPr marL="566766" indent="0">
              <a:buNone/>
              <a:defRPr sz="1488"/>
            </a:lvl3pPr>
            <a:lvl4pPr marL="850150" indent="0">
              <a:buNone/>
              <a:defRPr sz="1240"/>
            </a:lvl4pPr>
            <a:lvl5pPr marL="1133532" indent="0">
              <a:buNone/>
              <a:defRPr sz="1240"/>
            </a:lvl5pPr>
            <a:lvl6pPr marL="1416915" indent="0">
              <a:buNone/>
              <a:defRPr sz="1240"/>
            </a:lvl6pPr>
            <a:lvl7pPr marL="1700298" indent="0">
              <a:buNone/>
              <a:defRPr sz="1240"/>
            </a:lvl7pPr>
            <a:lvl8pPr marL="1983682" indent="0">
              <a:buNone/>
              <a:defRPr sz="1240"/>
            </a:lvl8pPr>
            <a:lvl9pPr marL="2267064" indent="0">
              <a:buNone/>
              <a:defRPr sz="12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370" y="2406016"/>
            <a:ext cx="1827876" cy="4457441"/>
          </a:xfrm>
        </p:spPr>
        <p:txBody>
          <a:bodyPr/>
          <a:lstStyle>
            <a:lvl1pPr marL="0" indent="0">
              <a:buNone/>
              <a:defRPr sz="991"/>
            </a:lvl1pPr>
            <a:lvl2pPr marL="283383" indent="0">
              <a:buNone/>
              <a:defRPr sz="868"/>
            </a:lvl2pPr>
            <a:lvl3pPr marL="566766" indent="0">
              <a:buNone/>
              <a:defRPr sz="744"/>
            </a:lvl3pPr>
            <a:lvl4pPr marL="850150" indent="0">
              <a:buNone/>
              <a:defRPr sz="620"/>
            </a:lvl4pPr>
            <a:lvl5pPr marL="1133532" indent="0">
              <a:buNone/>
              <a:defRPr sz="620"/>
            </a:lvl5pPr>
            <a:lvl6pPr marL="1416915" indent="0">
              <a:buNone/>
              <a:defRPr sz="620"/>
            </a:lvl6pPr>
            <a:lvl7pPr marL="1700298" indent="0">
              <a:buNone/>
              <a:defRPr sz="620"/>
            </a:lvl7pPr>
            <a:lvl8pPr marL="1983682" indent="0">
              <a:buNone/>
              <a:defRPr sz="620"/>
            </a:lvl8pPr>
            <a:lvl9pPr marL="2267064" indent="0">
              <a:buNone/>
              <a:defRPr sz="6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416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573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055715" y="426993"/>
            <a:ext cx="1222028" cy="67966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9633" y="426993"/>
            <a:ext cx="3595241" cy="67966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585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9633" y="426996"/>
            <a:ext cx="4888111" cy="1550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9633" y="2134967"/>
            <a:ext cx="4888111" cy="5088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632" y="7433400"/>
            <a:ext cx="1275159" cy="4269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2F6F66-F0E3-45FA-BF06-9237F73415C1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77319" y="7433400"/>
            <a:ext cx="1912739" cy="4269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02585" y="7433400"/>
            <a:ext cx="1275159" cy="4269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789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l" defTabSz="697216" rtl="0" eaLnBrk="1" latinLnBrk="0" hangingPunct="1">
        <a:lnSpc>
          <a:spcPct val="90000"/>
        </a:lnSpc>
        <a:spcBef>
          <a:spcPct val="0"/>
        </a:spcBef>
        <a:buNone/>
        <a:defRPr sz="3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4304" indent="-174304" algn="l" defTabSz="697216" rtl="0" eaLnBrk="1" latinLnBrk="0" hangingPunct="1">
        <a:lnSpc>
          <a:spcPct val="90000"/>
        </a:lnSpc>
        <a:spcBef>
          <a:spcPts val="763"/>
        </a:spcBef>
        <a:buFont typeface="Arial" panose="020B0604020202020204" pitchFamily="34" charset="0"/>
        <a:buChar char="•"/>
        <a:defRPr sz="2135" kern="1200">
          <a:solidFill>
            <a:schemeClr val="tx1"/>
          </a:solidFill>
          <a:latin typeface="+mn-lt"/>
          <a:ea typeface="+mn-ea"/>
          <a:cs typeface="+mn-cs"/>
        </a:defRPr>
      </a:lvl1pPr>
      <a:lvl2pPr marL="522911" indent="-174304" algn="l" defTabSz="697216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30" kern="1200">
          <a:solidFill>
            <a:schemeClr val="tx1"/>
          </a:solidFill>
          <a:latin typeface="+mn-lt"/>
          <a:ea typeface="+mn-ea"/>
          <a:cs typeface="+mn-cs"/>
        </a:defRPr>
      </a:lvl2pPr>
      <a:lvl3pPr marL="871519" indent="-174304" algn="l" defTabSz="697216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525" kern="1200">
          <a:solidFill>
            <a:schemeClr val="tx1"/>
          </a:solidFill>
          <a:latin typeface="+mn-lt"/>
          <a:ea typeface="+mn-ea"/>
          <a:cs typeface="+mn-cs"/>
        </a:defRPr>
      </a:lvl3pPr>
      <a:lvl4pPr marL="1220126" indent="-174304" algn="l" defTabSz="697216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3" kern="1200">
          <a:solidFill>
            <a:schemeClr val="tx1"/>
          </a:solidFill>
          <a:latin typeface="+mn-lt"/>
          <a:ea typeface="+mn-ea"/>
          <a:cs typeface="+mn-cs"/>
        </a:defRPr>
      </a:lvl4pPr>
      <a:lvl5pPr marL="1568734" indent="-174304" algn="l" defTabSz="697216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3" kern="1200">
          <a:solidFill>
            <a:schemeClr val="tx1"/>
          </a:solidFill>
          <a:latin typeface="+mn-lt"/>
          <a:ea typeface="+mn-ea"/>
          <a:cs typeface="+mn-cs"/>
        </a:defRPr>
      </a:lvl5pPr>
      <a:lvl6pPr marL="1917342" indent="-174304" algn="l" defTabSz="697216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3" kern="1200">
          <a:solidFill>
            <a:schemeClr val="tx1"/>
          </a:solidFill>
          <a:latin typeface="+mn-lt"/>
          <a:ea typeface="+mn-ea"/>
          <a:cs typeface="+mn-cs"/>
        </a:defRPr>
      </a:lvl6pPr>
      <a:lvl7pPr marL="2265949" indent="-174304" algn="l" defTabSz="697216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3" kern="1200">
          <a:solidFill>
            <a:schemeClr val="tx1"/>
          </a:solidFill>
          <a:latin typeface="+mn-lt"/>
          <a:ea typeface="+mn-ea"/>
          <a:cs typeface="+mn-cs"/>
        </a:defRPr>
      </a:lvl7pPr>
      <a:lvl8pPr marL="2614556" indent="-174304" algn="l" defTabSz="697216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3" kern="1200">
          <a:solidFill>
            <a:schemeClr val="tx1"/>
          </a:solidFill>
          <a:latin typeface="+mn-lt"/>
          <a:ea typeface="+mn-ea"/>
          <a:cs typeface="+mn-cs"/>
        </a:defRPr>
      </a:lvl8pPr>
      <a:lvl9pPr marL="2963164" indent="-174304" algn="l" defTabSz="697216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7216" rtl="0" eaLnBrk="1" latinLnBrk="0" hangingPunct="1">
        <a:defRPr sz="1373" kern="1200">
          <a:solidFill>
            <a:schemeClr val="tx1"/>
          </a:solidFill>
          <a:latin typeface="+mn-lt"/>
          <a:ea typeface="+mn-ea"/>
          <a:cs typeface="+mn-cs"/>
        </a:defRPr>
      </a:lvl1pPr>
      <a:lvl2pPr marL="348607" algn="l" defTabSz="697216" rtl="0" eaLnBrk="1" latinLnBrk="0" hangingPunct="1">
        <a:defRPr sz="1373" kern="1200">
          <a:solidFill>
            <a:schemeClr val="tx1"/>
          </a:solidFill>
          <a:latin typeface="+mn-lt"/>
          <a:ea typeface="+mn-ea"/>
          <a:cs typeface="+mn-cs"/>
        </a:defRPr>
      </a:lvl2pPr>
      <a:lvl3pPr marL="697216" algn="l" defTabSz="697216" rtl="0" eaLnBrk="1" latinLnBrk="0" hangingPunct="1">
        <a:defRPr sz="1373" kern="1200">
          <a:solidFill>
            <a:schemeClr val="tx1"/>
          </a:solidFill>
          <a:latin typeface="+mn-lt"/>
          <a:ea typeface="+mn-ea"/>
          <a:cs typeface="+mn-cs"/>
        </a:defRPr>
      </a:lvl3pPr>
      <a:lvl4pPr marL="1045823" algn="l" defTabSz="697216" rtl="0" eaLnBrk="1" latinLnBrk="0" hangingPunct="1">
        <a:defRPr sz="1373" kern="1200">
          <a:solidFill>
            <a:schemeClr val="tx1"/>
          </a:solidFill>
          <a:latin typeface="+mn-lt"/>
          <a:ea typeface="+mn-ea"/>
          <a:cs typeface="+mn-cs"/>
        </a:defRPr>
      </a:lvl4pPr>
      <a:lvl5pPr marL="1394430" algn="l" defTabSz="697216" rtl="0" eaLnBrk="1" latinLnBrk="0" hangingPunct="1">
        <a:defRPr sz="1373" kern="1200">
          <a:solidFill>
            <a:schemeClr val="tx1"/>
          </a:solidFill>
          <a:latin typeface="+mn-lt"/>
          <a:ea typeface="+mn-ea"/>
          <a:cs typeface="+mn-cs"/>
        </a:defRPr>
      </a:lvl5pPr>
      <a:lvl6pPr marL="1743037" algn="l" defTabSz="697216" rtl="0" eaLnBrk="1" latinLnBrk="0" hangingPunct="1">
        <a:defRPr sz="1373" kern="1200">
          <a:solidFill>
            <a:schemeClr val="tx1"/>
          </a:solidFill>
          <a:latin typeface="+mn-lt"/>
          <a:ea typeface="+mn-ea"/>
          <a:cs typeface="+mn-cs"/>
        </a:defRPr>
      </a:lvl6pPr>
      <a:lvl7pPr marL="2091645" algn="l" defTabSz="697216" rtl="0" eaLnBrk="1" latinLnBrk="0" hangingPunct="1">
        <a:defRPr sz="1373" kern="1200">
          <a:solidFill>
            <a:schemeClr val="tx1"/>
          </a:solidFill>
          <a:latin typeface="+mn-lt"/>
          <a:ea typeface="+mn-ea"/>
          <a:cs typeface="+mn-cs"/>
        </a:defRPr>
      </a:lvl7pPr>
      <a:lvl8pPr marL="2440253" algn="l" defTabSz="697216" rtl="0" eaLnBrk="1" latinLnBrk="0" hangingPunct="1">
        <a:defRPr sz="1373" kern="1200">
          <a:solidFill>
            <a:schemeClr val="tx1"/>
          </a:solidFill>
          <a:latin typeface="+mn-lt"/>
          <a:ea typeface="+mn-ea"/>
          <a:cs typeface="+mn-cs"/>
        </a:defRPr>
      </a:lvl8pPr>
      <a:lvl9pPr marL="2788860" algn="l" defTabSz="697216" rtl="0" eaLnBrk="1" latinLnBrk="0" hangingPunct="1">
        <a:defRPr sz="13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sv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014C1-6A3E-C8B6-238F-CA6109DF8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Rectangle 3468742" descr="preencoded.png">
            <a:extLst>
              <a:ext uri="{FF2B5EF4-FFF2-40B4-BE49-F238E27FC236}">
                <a16:creationId xmlns:a16="http://schemas.microsoft.com/office/drawing/2014/main" id="{811781A5-3B8D-8801-9498-F6DD74C0E2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17144"/>
          <a:stretch>
            <a:fillRect/>
          </a:stretch>
        </p:blipFill>
        <p:spPr>
          <a:xfrm>
            <a:off x="1593" y="-8783"/>
            <a:ext cx="5664190" cy="6840784"/>
          </a:xfrm>
          <a:prstGeom prst="rect">
            <a:avLst/>
          </a:prstGeom>
        </p:spPr>
      </p:pic>
      <p:pic>
        <p:nvPicPr>
          <p:cNvPr id="1106" name="Picture 1105">
            <a:extLst>
              <a:ext uri="{FF2B5EF4-FFF2-40B4-BE49-F238E27FC236}">
                <a16:creationId xmlns:a16="http://schemas.microsoft.com/office/drawing/2014/main" id="{F5F64C2B-21EA-C031-DC01-E29061740B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102" t="56128" r="60860" b="-102"/>
          <a:stretch>
            <a:fillRect/>
          </a:stretch>
        </p:blipFill>
        <p:spPr>
          <a:xfrm flipH="1" flipV="1">
            <a:off x="-2704" y="4338221"/>
            <a:ext cx="5672781" cy="367839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93C7EB6-AE67-B8A3-76C1-AD14AC60ADC6}"/>
              </a:ext>
            </a:extLst>
          </p:cNvPr>
          <p:cNvSpPr/>
          <p:nvPr/>
        </p:nvSpPr>
        <p:spPr bwMode="auto">
          <a:xfrm>
            <a:off x="1593" y="2255"/>
            <a:ext cx="5664191" cy="1390007"/>
          </a:xfrm>
          <a:prstGeom prst="rect">
            <a:avLst/>
          </a:prstGeom>
          <a:solidFill>
            <a:srgbClr val="F2E5DE">
              <a:alpha val="42000"/>
            </a:srgb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275" tIns="106619" rIns="133275" bIns="106619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81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162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243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324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405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486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567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648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7960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57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F6459C-86A0-0F90-7BE3-BC723C5354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5877" t="56128" r="60860" b="-102"/>
          <a:stretch>
            <a:fillRect/>
          </a:stretch>
        </p:blipFill>
        <p:spPr>
          <a:xfrm>
            <a:off x="879998" y="-8783"/>
            <a:ext cx="4790082" cy="1482784"/>
          </a:xfrm>
          <a:prstGeom prst="rect">
            <a:avLst/>
          </a:prstGeom>
        </p:spPr>
      </p:pic>
      <p:sp>
        <p:nvSpPr>
          <p:cNvPr id="5" name="Title 31">
            <a:extLst>
              <a:ext uri="{FF2B5EF4-FFF2-40B4-BE49-F238E27FC236}">
                <a16:creationId xmlns:a16="http://schemas.microsoft.com/office/drawing/2014/main" id="{50EB93B7-E4EB-7496-5A35-100F216E6E75}"/>
              </a:ext>
            </a:extLst>
          </p:cNvPr>
          <p:cNvSpPr txBox="1">
            <a:spLocks/>
          </p:cNvSpPr>
          <p:nvPr/>
        </p:nvSpPr>
        <p:spPr>
          <a:xfrm>
            <a:off x="271927" y="636695"/>
            <a:ext cx="5146766" cy="30881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81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162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243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324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405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486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567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648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66540">
              <a:defRPr/>
            </a:pPr>
            <a:r>
              <a:rPr lang="en-US" sz="2007" spc="-23" dirty="0">
                <a:solidFill>
                  <a:prstClr val="black"/>
                </a:solidFill>
                <a:latin typeface="Segoe Sans Display Semibold"/>
                <a:cs typeface="Segoe Sans Display Semibold"/>
              </a:rPr>
              <a:t>Move from Quick Wins to Transformation</a:t>
            </a:r>
          </a:p>
        </p:txBody>
      </p:sp>
      <p:pic>
        <p:nvPicPr>
          <p:cNvPr id="9" name="Graphic 8" descr="Microsoft Security">
            <a:extLst>
              <a:ext uri="{FF2B5EF4-FFF2-40B4-BE49-F238E27FC236}">
                <a16:creationId xmlns:a16="http://schemas.microsoft.com/office/drawing/2014/main" id="{81BA8AD1-EEC8-068C-F449-4FD72943DC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9635"/>
          <a:stretch>
            <a:fillRect/>
          </a:stretch>
        </p:blipFill>
        <p:spPr bwMode="black">
          <a:xfrm>
            <a:off x="276616" y="261580"/>
            <a:ext cx="796267" cy="16720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59680F0-7334-E71A-93D2-720B98650481}"/>
              </a:ext>
            </a:extLst>
          </p:cNvPr>
          <p:cNvSpPr txBox="1"/>
          <p:nvPr/>
        </p:nvSpPr>
        <p:spPr>
          <a:xfrm>
            <a:off x="271930" y="1051714"/>
            <a:ext cx="5146767" cy="185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81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162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243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324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405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486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567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648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33218">
              <a:defRPr/>
            </a:pPr>
            <a:r>
              <a:rPr lang="en-US" sz="1203" dirty="0">
                <a:solidFill>
                  <a:srgbClr val="000000">
                    <a:lumMod val="85000"/>
                    <a:lumOff val="15000"/>
                  </a:srgb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Empower every user across every role with a Copilot + Agent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7E3A93C-0E07-6F79-22FC-74E4F65D8107}"/>
              </a:ext>
            </a:extLst>
          </p:cNvPr>
          <p:cNvGrpSpPr/>
          <p:nvPr/>
        </p:nvGrpSpPr>
        <p:grpSpPr>
          <a:xfrm>
            <a:off x="1878331" y="1500662"/>
            <a:ext cx="1636657" cy="266108"/>
            <a:chOff x="3247079" y="1446692"/>
            <a:chExt cx="918108" cy="265363"/>
          </a:xfrm>
          <a:solidFill>
            <a:srgbClr val="8A226F"/>
          </a:solidFill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45C6074-B613-8136-22DB-865DA73B2F0F}"/>
                </a:ext>
              </a:extLst>
            </p:cNvPr>
            <p:cNvSpPr/>
            <p:nvPr/>
          </p:nvSpPr>
          <p:spPr bwMode="auto">
            <a:xfrm>
              <a:off x="3247079" y="1446692"/>
              <a:ext cx="918108" cy="265363"/>
            </a:xfrm>
            <a:prstGeom prst="roundRect">
              <a:avLst>
                <a:gd name="adj" fmla="val 15516"/>
              </a:avLst>
            </a:prstGeom>
            <a:grpFill/>
            <a:ln>
              <a:noFill/>
              <a:headEnd type="none" w="med" len="med"/>
              <a:tailEnd type="none" w="med" len="med"/>
            </a:ln>
            <a:effectLst>
              <a:outerShdw blurRad="127000" dist="50800" dir="5400000" algn="ctr" rotWithShape="0">
                <a:srgbClr val="000000">
                  <a:alpha val="11000"/>
                </a:srgb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33275" tIns="106619" rIns="133275" bIns="106619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74081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48162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22243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96324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70405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44486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18567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92648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7960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IN" sz="1457" err="1">
                <a:solidFill>
                  <a:srgbClr val="C03BC4"/>
                </a:soli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AC621D8-A3E4-DEB9-FA24-9E823079B667}"/>
                </a:ext>
              </a:extLst>
            </p:cNvPr>
            <p:cNvSpPr txBox="1"/>
            <p:nvPr/>
          </p:nvSpPr>
          <p:spPr>
            <a:xfrm>
              <a:off x="3389773" y="1454884"/>
              <a:ext cx="632720" cy="248979"/>
            </a:xfrm>
            <a:prstGeom prst="rect">
              <a:avLst/>
            </a:prstGeom>
            <a:grpFill/>
          </p:spPr>
          <p:txBody>
            <a:bodyPr wrap="square" lIns="91748" tIns="45874" rIns="91748" bIns="45874" anchor="t">
              <a:spAutoFit/>
            </a:bodyPr>
            <a:lstStyle>
              <a:defPPr>
                <a:defRPr lang="en-US"/>
              </a:defPPr>
              <a:lvl1pPr marL="0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74081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48162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22243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96324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70405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44486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18567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92648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333218">
                <a:defRPr/>
              </a:pPr>
              <a:r>
                <a:rPr lang="en-US" sz="1003" b="1" dirty="0">
                  <a:solidFill>
                    <a:srgbClr val="FFFFFF"/>
                  </a:solidFill>
                  <a:latin typeface="Segoe UI Semibold"/>
                  <a:cs typeface="Segoe UI Semibold"/>
                </a:rPr>
                <a:t>Copilot Chat</a:t>
              </a:r>
              <a:endParaRPr lang="en-US" sz="1020" b="1" dirty="0">
                <a:solidFill>
                  <a:srgbClr val="FFFF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E2D6329-F569-9FDC-9E90-65620D066D83}"/>
              </a:ext>
            </a:extLst>
          </p:cNvPr>
          <p:cNvGrpSpPr/>
          <p:nvPr/>
        </p:nvGrpSpPr>
        <p:grpSpPr>
          <a:xfrm>
            <a:off x="3607516" y="1500662"/>
            <a:ext cx="1636657" cy="266108"/>
            <a:chOff x="4267277" y="1442227"/>
            <a:chExt cx="918108" cy="265363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5BAC15C-AB21-35D8-7D03-EC2CC6BA0AD5}"/>
                </a:ext>
              </a:extLst>
            </p:cNvPr>
            <p:cNvSpPr/>
            <p:nvPr/>
          </p:nvSpPr>
          <p:spPr bwMode="auto">
            <a:xfrm>
              <a:off x="4267277" y="1442227"/>
              <a:ext cx="918108" cy="265363"/>
            </a:xfrm>
            <a:prstGeom prst="roundRect">
              <a:avLst>
                <a:gd name="adj" fmla="val 15516"/>
              </a:avLst>
            </a:prstGeom>
            <a:solidFill>
              <a:srgbClr val="C03BC4"/>
            </a:solidFill>
            <a:ln>
              <a:noFill/>
              <a:headEnd type="none" w="med" len="med"/>
              <a:tailEnd type="none" w="med" len="med"/>
            </a:ln>
            <a:effectLst>
              <a:outerShdw blurRad="127000" dist="50800" dir="5400000" algn="ctr" rotWithShape="0">
                <a:srgbClr val="000000">
                  <a:alpha val="11000"/>
                </a:srgb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33275" tIns="106619" rIns="133275" bIns="106619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74081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48162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22243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96324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70405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44486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18567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92648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7960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IN" sz="1457" err="1">
                <a:solidFill>
                  <a:srgbClr val="C03BC4"/>
                </a:soli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7E391B3-BC50-8EAE-5A97-F78050728A2E}"/>
                </a:ext>
              </a:extLst>
            </p:cNvPr>
            <p:cNvSpPr txBox="1"/>
            <p:nvPr/>
          </p:nvSpPr>
          <p:spPr>
            <a:xfrm>
              <a:off x="4393111" y="1450419"/>
              <a:ext cx="666440" cy="248979"/>
            </a:xfrm>
            <a:prstGeom prst="rect">
              <a:avLst/>
            </a:prstGeom>
            <a:noFill/>
          </p:spPr>
          <p:txBody>
            <a:bodyPr wrap="square" lIns="91748" tIns="45874" rIns="91748" bIns="45874" anchor="t">
              <a:spAutoFit/>
            </a:bodyPr>
            <a:lstStyle>
              <a:defPPr>
                <a:defRPr lang="en-US"/>
              </a:defPPr>
              <a:lvl1pPr marL="0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74081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48162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22243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96324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70405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44486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18567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92648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333218">
                <a:defRPr/>
              </a:pPr>
              <a:r>
                <a:rPr lang="en-US" sz="1003" b="1" dirty="0">
                  <a:solidFill>
                    <a:srgbClr val="FFFFFF"/>
                  </a:solidFill>
                  <a:latin typeface="Segoe UI Semibold"/>
                  <a:cs typeface="Segoe UI Semibold"/>
                </a:rPr>
                <a:t>Copilot Business</a:t>
              </a:r>
              <a:endParaRPr lang="en-US" sz="1020" b="1" dirty="0">
                <a:solidFill>
                  <a:srgbClr val="FFFF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0CEAF57-DC52-B86C-F4F6-E89B7499DC71}"/>
              </a:ext>
            </a:extLst>
          </p:cNvPr>
          <p:cNvSpPr/>
          <p:nvPr/>
        </p:nvSpPr>
        <p:spPr bwMode="auto">
          <a:xfrm>
            <a:off x="262839" y="1733327"/>
            <a:ext cx="5114487" cy="5931647"/>
          </a:xfrm>
          <a:prstGeom prst="roundRect">
            <a:avLst>
              <a:gd name="adj" fmla="val 2873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275" tIns="106619" rIns="133275" bIns="106619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81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162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243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324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405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486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567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648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79609" fontAlgn="base">
              <a:spcBef>
                <a:spcPct val="0"/>
              </a:spcBef>
              <a:spcAft>
                <a:spcPct val="0"/>
              </a:spcAft>
              <a:defRPr/>
            </a:pPr>
            <a:endParaRPr lang="en-IN" sz="1457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0EEAD99C-384F-A7AF-E694-6555163A273A}"/>
              </a:ext>
            </a:extLst>
          </p:cNvPr>
          <p:cNvGraphicFramePr>
            <a:graphicFrameLocks noGrp="1"/>
          </p:cNvGraphicFramePr>
          <p:nvPr/>
        </p:nvGraphicFramePr>
        <p:xfrm>
          <a:off x="395993" y="1838051"/>
          <a:ext cx="4848181" cy="57220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39535">
                  <a:extLst>
                    <a:ext uri="{9D8B030D-6E8A-4147-A177-3AD203B41FA5}">
                      <a16:colId xmlns:a16="http://schemas.microsoft.com/office/drawing/2014/main" val="2609573218"/>
                    </a:ext>
                  </a:extLst>
                </a:gridCol>
                <a:gridCol w="1699120">
                  <a:extLst>
                    <a:ext uri="{9D8B030D-6E8A-4147-A177-3AD203B41FA5}">
                      <a16:colId xmlns:a16="http://schemas.microsoft.com/office/drawing/2014/main" val="2021809884"/>
                    </a:ext>
                  </a:extLst>
                </a:gridCol>
                <a:gridCol w="1709526">
                  <a:extLst>
                    <a:ext uri="{9D8B030D-6E8A-4147-A177-3AD203B41FA5}">
                      <a16:colId xmlns:a16="http://schemas.microsoft.com/office/drawing/2014/main" val="230707671"/>
                    </a:ext>
                  </a:extLst>
                </a:gridCol>
              </a:tblGrid>
              <a:tr h="842561">
                <a:tc>
                  <a:txBody>
                    <a:bodyPr/>
                    <a:lstStyle/>
                    <a:p>
                      <a:endParaRPr lang="en-IN" sz="800"/>
                    </a:p>
                  </a:txBody>
                  <a:tcPr marL="91697" marR="91697" marT="45848" marB="458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33228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Summarize issues &amp; suggest resolutions</a:t>
                      </a:r>
                    </a:p>
                    <a:p>
                      <a:pPr marL="92075" marR="0" lvl="0" indent="-92075" algn="l" defTabSz="33228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Draft empathetic replies</a:t>
                      </a:r>
                    </a:p>
                    <a:p>
                      <a:pPr marL="92075" marR="0" lvl="0" indent="-92075" algn="l" defTabSz="33228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Create FAQ &amp; help docs</a:t>
                      </a:r>
                    </a:p>
                  </a:txBody>
                  <a:tcPr marL="91697" marR="91697" marT="45848" marB="458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33228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Summarizes long e-mail threads into next steps</a:t>
                      </a:r>
                    </a:p>
                    <a:p>
                      <a:pPr marL="92075" marR="0" lvl="0" indent="-92075" algn="l" defTabSz="33228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Update service documentation from historical inquiries</a:t>
                      </a:r>
                    </a:p>
                    <a:p>
                      <a:pPr marL="92075" marR="0" lvl="0" indent="-92075" algn="l" defTabSz="33228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Draft responses in context to e-mail thread with customer</a:t>
                      </a:r>
                    </a:p>
                  </a:txBody>
                  <a:tcPr marL="91697" marR="91697" marT="45848" marB="458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4339338"/>
                  </a:ext>
                </a:extLst>
              </a:tr>
              <a:tr h="1178621">
                <a:tc>
                  <a:txBody>
                    <a:bodyPr/>
                    <a:lstStyle/>
                    <a:p>
                      <a:endParaRPr lang="en-IN" sz="800"/>
                    </a:p>
                  </a:txBody>
                  <a:tcPr marL="91697" marR="91697" marT="45848" marB="458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Draft outreach emails &amp; proposals</a:t>
                      </a:r>
                    </a:p>
                    <a:p>
                      <a:pPr marL="92075" marR="0" lvl="0" indent="-92075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Help brainstorm best ways to deal with customer objections</a:t>
                      </a:r>
                    </a:p>
                    <a:p>
                      <a:pPr marL="92075" marR="0" lvl="0" indent="-92075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Gain insight into potential customers based on publicly available data</a:t>
                      </a:r>
                    </a:p>
                  </a:txBody>
                  <a:tcPr marL="91697" marR="91697" marT="45848" marB="458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Draft a personalized follow-up email referencing client’s last meeting</a:t>
                      </a:r>
                    </a:p>
                    <a:p>
                      <a:pPr marL="92075" marR="0" lvl="0" indent="-92075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Turn meeting notes into a formal proposal with pricing tables</a:t>
                      </a:r>
                    </a:p>
                    <a:p>
                      <a:pPr marL="92075" marR="0" lvl="0" indent="-92075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Build a branded pitch deck from a single-page summary</a:t>
                      </a:r>
                    </a:p>
                  </a:txBody>
                  <a:tcPr marL="91697" marR="91697" marT="45848" marB="458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0130595"/>
                  </a:ext>
                </a:extLst>
              </a:tr>
              <a:tr h="1178621">
                <a:tc>
                  <a:txBody>
                    <a:bodyPr/>
                    <a:lstStyle/>
                    <a:p>
                      <a:endParaRPr lang="en-IN" sz="800"/>
                    </a:p>
                  </a:txBody>
                  <a:tcPr marL="91697" marR="91697" marT="45848" marB="458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Generate campaign ideas</a:t>
                      </a:r>
                    </a:p>
                    <a:p>
                      <a:pPr marL="92075" marR="0" lvl="0" indent="-92075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Create social media calendar </a:t>
                      </a:r>
                    </a:p>
                    <a:p>
                      <a:pPr marL="92075" marR="0" lvl="0" indent="-92075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Generate content and provide SEO optimized keywords</a:t>
                      </a:r>
                    </a:p>
                  </a:txBody>
                  <a:tcPr marL="91697" marR="91697" marT="45848" marB="458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Drafts compelling copy aligned to brand voice</a:t>
                      </a:r>
                    </a:p>
                    <a:p>
                      <a:pPr marL="92075" marR="0" lvl="0" indent="-92075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Create campaign briefs using pre-created template</a:t>
                      </a:r>
                    </a:p>
                    <a:p>
                      <a:pPr marL="92075" marR="0" lvl="0" indent="-92075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Researcher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 – Run competitive research, extract customer insights, and develop go-to-market strategies</a:t>
                      </a:r>
                    </a:p>
                  </a:txBody>
                  <a:tcPr marL="91697" marR="91697" marT="45848" marB="458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4461080"/>
                  </a:ext>
                </a:extLst>
              </a:tr>
              <a:tr h="1304339">
                <a:tc>
                  <a:txBody>
                    <a:bodyPr/>
                    <a:lstStyle/>
                    <a:p>
                      <a:endParaRPr lang="en-IN" sz="800"/>
                    </a:p>
                  </a:txBody>
                  <a:tcPr marL="91697" marR="91697" marT="45848" marB="458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Draft job descriptions or interview questions  </a:t>
                      </a:r>
                    </a:p>
                    <a:p>
                      <a:pPr marL="92075" marR="0" lvl="0" indent="-92075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Create onboarding materials</a:t>
                      </a:r>
                    </a:p>
                    <a:p>
                      <a:pPr marL="92075" marR="0" lvl="0" indent="-92075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Provide neutral phrasing for sensitive communication</a:t>
                      </a:r>
                    </a:p>
                  </a:txBody>
                  <a:tcPr marL="91697" marR="91697" marT="45848" marB="458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Summarizes candidate resumes or interview notes from stored files</a:t>
                      </a:r>
                    </a:p>
                    <a:p>
                      <a:pPr marL="92075" marR="0" lvl="0" indent="-92075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Auto-updates and reformats policy documents in Word</a:t>
                      </a:r>
                    </a:p>
                    <a:p>
                      <a:pPr marL="92075" marR="0" lvl="0" indent="-92075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Researcher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 - Analyzes hiring funnel trends, turnover data, compensation benchmarks vs market, DEI metrics</a:t>
                      </a:r>
                    </a:p>
                  </a:txBody>
                  <a:tcPr marL="91697" marR="91697" marT="45848" marB="458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5061322"/>
                  </a:ext>
                </a:extLst>
              </a:tr>
              <a:tr h="1217908">
                <a:tc>
                  <a:txBody>
                    <a:bodyPr/>
                    <a:lstStyle/>
                    <a:p>
                      <a:endParaRPr lang="en-IN" sz="800"/>
                    </a:p>
                  </a:txBody>
                  <a:tcPr marL="91697" marR="91697" marT="45848" marB="458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Create charts and visuals</a:t>
                      </a:r>
                    </a:p>
                    <a:p>
                      <a:pPr marL="92075" marR="0" lvl="0" indent="-92075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Gather competitor information and compare product capabilities</a:t>
                      </a:r>
                    </a:p>
                    <a:p>
                      <a:pPr marL="92075" marR="0" lvl="0" indent="-92075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Understand contract terms and suggest updates</a:t>
                      </a:r>
                    </a:p>
                  </a:txBody>
                  <a:tcPr marL="91697" marR="91697" marT="45848" marB="458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2075" lvl="0" indent="-92075" defTabSz="914367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/>
                          <a:cs typeface="Segoe UI"/>
                        </a:rPr>
                        <a:t>Translates raw numbers into executive-friendly narratives</a:t>
                      </a:r>
                    </a:p>
                    <a:p>
                      <a:pPr marL="92075" lvl="0" indent="-92075" defTabSz="914367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/>
                          <a:cs typeface="Segoe UI"/>
                        </a:rPr>
                        <a:t>Builds forecasts and financial models quickly</a:t>
                      </a:r>
                    </a:p>
                    <a:p>
                      <a:pPr marL="92075" lvl="0" indent="-92075" defTabSz="914367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/>
                          <a:cs typeface="Segoe UI"/>
                        </a:rPr>
                        <a:t>Creates clear reports and presentations from complex data</a:t>
                      </a:r>
                    </a:p>
                  </a:txBody>
                  <a:tcPr marL="91697" marR="91697" marT="45848" marB="458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3500260"/>
                  </a:ext>
                </a:extLst>
              </a:tr>
            </a:tbl>
          </a:graphicData>
        </a:graphic>
      </p:graphicFrame>
      <p:pic>
        <p:nvPicPr>
          <p:cNvPr id="23" name="Picture 22">
            <a:extLst>
              <a:ext uri="{FF2B5EF4-FFF2-40B4-BE49-F238E27FC236}">
                <a16:creationId xmlns:a16="http://schemas.microsoft.com/office/drawing/2014/main" id="{D2B1E387-8BDB-F6D1-FDC0-B6ECD6BACF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0" t="20839" r="5639" b="12368"/>
          <a:stretch>
            <a:fillRect/>
          </a:stretch>
        </p:blipFill>
        <p:spPr>
          <a:xfrm>
            <a:off x="489557" y="1855341"/>
            <a:ext cx="975333" cy="688902"/>
          </a:xfrm>
          <a:prstGeom prst="round2SameRect">
            <a:avLst>
              <a:gd name="adj1" fmla="val 3339"/>
              <a:gd name="adj2" fmla="val 0"/>
            </a:avLst>
          </a:prstGeom>
          <a:effectLst/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C9FBB0D-C035-FC62-B5E8-DC0ED560D577}"/>
              </a:ext>
            </a:extLst>
          </p:cNvPr>
          <p:cNvGrpSpPr/>
          <p:nvPr/>
        </p:nvGrpSpPr>
        <p:grpSpPr>
          <a:xfrm>
            <a:off x="489557" y="2442211"/>
            <a:ext cx="975333" cy="165480"/>
            <a:chOff x="344361" y="2423624"/>
            <a:chExt cx="972601" cy="165017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4A553B3F-52AD-D0FA-42CB-6CEB3A01696E}"/>
                </a:ext>
              </a:extLst>
            </p:cNvPr>
            <p:cNvSpPr/>
            <p:nvPr/>
          </p:nvSpPr>
          <p:spPr bwMode="auto">
            <a:xfrm>
              <a:off x="344361" y="2423624"/>
              <a:ext cx="972601" cy="165017"/>
            </a:xfrm>
            <a:prstGeom prst="roundRect">
              <a:avLst>
                <a:gd name="adj" fmla="val 15516"/>
              </a:avLst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127000" dist="50800" dir="5400000" algn="ctr" rotWithShape="0">
                <a:srgbClr val="000000">
                  <a:alpha val="11000"/>
                </a:srgb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33275" tIns="106619" rIns="133275" bIns="106619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74081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48162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22243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96324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70405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44486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18567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92648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7960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IN" sz="1457" err="1">
                <a:solidFill>
                  <a:srgbClr val="C03BC4"/>
                </a:soli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617AA04-9C1B-B169-2CEF-E993E47E5C98}"/>
                </a:ext>
              </a:extLst>
            </p:cNvPr>
            <p:cNvSpPr txBox="1"/>
            <p:nvPr/>
          </p:nvSpPr>
          <p:spPr>
            <a:xfrm>
              <a:off x="425903" y="2444577"/>
              <a:ext cx="809516" cy="12311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marL="0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74081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48162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22243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96324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70405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44486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18567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92648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333218">
                <a:defRPr/>
              </a:pPr>
              <a:r>
                <a:rPr lang="en-US" sz="803" b="1">
                  <a:solidFill>
                    <a:srgbClr val="FFFFF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Customer Service</a:t>
              </a:r>
            </a:p>
          </p:txBody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AFCB71B6-A68E-82FC-B673-78462412DF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052" t="7616" r="2440" b="24586"/>
          <a:stretch>
            <a:fillRect/>
          </a:stretch>
        </p:blipFill>
        <p:spPr>
          <a:xfrm>
            <a:off x="491259" y="2862932"/>
            <a:ext cx="973631" cy="688902"/>
          </a:xfrm>
          <a:prstGeom prst="round2SameRect">
            <a:avLst>
              <a:gd name="adj1" fmla="val 9725"/>
              <a:gd name="adj2" fmla="val 0"/>
            </a:avLst>
          </a:prstGeom>
          <a:effectLst/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4F1F50A-6E79-48F2-18C5-2BEB1CD8AC50}"/>
              </a:ext>
            </a:extLst>
          </p:cNvPr>
          <p:cNvGrpSpPr/>
          <p:nvPr/>
        </p:nvGrpSpPr>
        <p:grpSpPr>
          <a:xfrm>
            <a:off x="489557" y="3510234"/>
            <a:ext cx="975333" cy="165480"/>
            <a:chOff x="344361" y="2423624"/>
            <a:chExt cx="972601" cy="165017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AFEDC02-31A9-7907-4D29-08061E118814}"/>
                </a:ext>
              </a:extLst>
            </p:cNvPr>
            <p:cNvSpPr/>
            <p:nvPr/>
          </p:nvSpPr>
          <p:spPr bwMode="auto">
            <a:xfrm>
              <a:off x="344361" y="2423624"/>
              <a:ext cx="972601" cy="165017"/>
            </a:xfrm>
            <a:prstGeom prst="roundRect">
              <a:avLst>
                <a:gd name="adj" fmla="val 15516"/>
              </a:avLst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127000" dist="50800" dir="5400000" algn="ctr" rotWithShape="0">
                <a:srgbClr val="000000">
                  <a:alpha val="11000"/>
                </a:srgb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33275" tIns="106619" rIns="133275" bIns="106619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74081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48162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22243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96324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70405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44486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18567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92648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7960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IN" sz="1457" err="1">
                <a:solidFill>
                  <a:srgbClr val="C03BC4"/>
                </a:soli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74D14D-DD41-7F8F-F868-FC3104EA1286}"/>
                </a:ext>
              </a:extLst>
            </p:cNvPr>
            <p:cNvSpPr txBox="1"/>
            <p:nvPr/>
          </p:nvSpPr>
          <p:spPr>
            <a:xfrm>
              <a:off x="712840" y="2444577"/>
              <a:ext cx="235642" cy="12311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marL="0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74081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48162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22243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96324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70405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44486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18567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92648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333218">
                <a:defRPr/>
              </a:pPr>
              <a:r>
                <a:rPr lang="en-US" sz="803" b="1">
                  <a:solidFill>
                    <a:srgbClr val="FFFFF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Sales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CF6D9678-E449-EE8A-01EC-CA7182C17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10" t="14541" r="1499" b="16437"/>
          <a:stretch>
            <a:fillRect/>
          </a:stretch>
        </p:blipFill>
        <p:spPr>
          <a:xfrm>
            <a:off x="491259" y="4028909"/>
            <a:ext cx="973631" cy="691150"/>
          </a:xfrm>
          <a:prstGeom prst="round2SameRect">
            <a:avLst>
              <a:gd name="adj1" fmla="val 9725"/>
              <a:gd name="adj2" fmla="val 0"/>
            </a:avLst>
          </a:prstGeom>
          <a:effectLst/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B4E2B63C-D71C-8F11-5EF2-84BC0BC35B00}"/>
              </a:ext>
            </a:extLst>
          </p:cNvPr>
          <p:cNvGrpSpPr/>
          <p:nvPr/>
        </p:nvGrpSpPr>
        <p:grpSpPr>
          <a:xfrm>
            <a:off x="489557" y="4685033"/>
            <a:ext cx="975333" cy="165480"/>
            <a:chOff x="344361" y="2423624"/>
            <a:chExt cx="972601" cy="165017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6813A64-365D-F2A5-E5E4-9D05CD6EE7BC}"/>
                </a:ext>
              </a:extLst>
            </p:cNvPr>
            <p:cNvSpPr/>
            <p:nvPr/>
          </p:nvSpPr>
          <p:spPr bwMode="auto">
            <a:xfrm>
              <a:off x="344361" y="2423624"/>
              <a:ext cx="972601" cy="165017"/>
            </a:xfrm>
            <a:prstGeom prst="roundRect">
              <a:avLst>
                <a:gd name="adj" fmla="val 15516"/>
              </a:avLst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127000" dist="50800" dir="5400000" algn="ctr" rotWithShape="0">
                <a:srgbClr val="000000">
                  <a:alpha val="11000"/>
                </a:srgb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33275" tIns="106619" rIns="133275" bIns="106619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74081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48162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22243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96324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70405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44486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18567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92648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7960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IN" sz="1457" err="1">
                <a:solidFill>
                  <a:srgbClr val="C03BC4"/>
                </a:soli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FA35629-D6BE-C690-C33E-24942FC3014E}"/>
                </a:ext>
              </a:extLst>
            </p:cNvPr>
            <p:cNvSpPr txBox="1"/>
            <p:nvPr/>
          </p:nvSpPr>
          <p:spPr>
            <a:xfrm>
              <a:off x="590212" y="2444577"/>
              <a:ext cx="480901" cy="12311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marL="0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74081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48162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22243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96324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70405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44486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18567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92648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333218">
                <a:defRPr/>
              </a:pPr>
              <a:r>
                <a:rPr lang="en-US" sz="803" b="1" dirty="0">
                  <a:solidFill>
                    <a:srgbClr val="FFFFF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Marketing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BF0B6F26-1C16-1707-4769-A65CC915B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81" t="3754" r="3685" b="28217"/>
          <a:stretch>
            <a:fillRect/>
          </a:stretch>
        </p:blipFill>
        <p:spPr>
          <a:xfrm>
            <a:off x="487853" y="5282363"/>
            <a:ext cx="973631" cy="691150"/>
          </a:xfrm>
          <a:prstGeom prst="round2SameRect">
            <a:avLst>
              <a:gd name="adj1" fmla="val 9725"/>
              <a:gd name="adj2" fmla="val 0"/>
            </a:avLst>
          </a:prstGeom>
          <a:effectLst/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F14DFCFA-3CDD-3CC6-C226-A0A3871BCEE8}"/>
              </a:ext>
            </a:extLst>
          </p:cNvPr>
          <p:cNvGrpSpPr/>
          <p:nvPr/>
        </p:nvGrpSpPr>
        <p:grpSpPr>
          <a:xfrm>
            <a:off x="483557" y="5906517"/>
            <a:ext cx="975333" cy="165480"/>
            <a:chOff x="344361" y="2423624"/>
            <a:chExt cx="972601" cy="165017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110BC184-32F0-B272-10E8-3F29D87FB455}"/>
                </a:ext>
              </a:extLst>
            </p:cNvPr>
            <p:cNvSpPr/>
            <p:nvPr/>
          </p:nvSpPr>
          <p:spPr bwMode="auto">
            <a:xfrm>
              <a:off x="344361" y="2423624"/>
              <a:ext cx="972601" cy="165017"/>
            </a:xfrm>
            <a:prstGeom prst="roundRect">
              <a:avLst>
                <a:gd name="adj" fmla="val 15516"/>
              </a:avLst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127000" dist="50800" dir="5400000" algn="ctr" rotWithShape="0">
                <a:srgbClr val="000000">
                  <a:alpha val="11000"/>
                </a:srgb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33275" tIns="106619" rIns="133275" bIns="106619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74081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48162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22243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96324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70405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44486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18567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92648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7960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IN" sz="1457" err="1">
                <a:solidFill>
                  <a:srgbClr val="C03BC4"/>
                </a:soli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4015783-DA70-53AD-E6D2-E042E44F29BA}"/>
                </a:ext>
              </a:extLst>
            </p:cNvPr>
            <p:cNvSpPr txBox="1"/>
            <p:nvPr/>
          </p:nvSpPr>
          <p:spPr>
            <a:xfrm>
              <a:off x="760932" y="2444577"/>
              <a:ext cx="139462" cy="12311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marL="0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74081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48162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22243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96324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70405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44486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18567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92648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333218">
                <a:defRPr/>
              </a:pPr>
              <a:r>
                <a:rPr lang="en-US" sz="803" b="1">
                  <a:solidFill>
                    <a:srgbClr val="FFFFF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HR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0B41C0E-9D62-B8AF-9684-1BBCC4F63AFD}"/>
              </a:ext>
            </a:extLst>
          </p:cNvPr>
          <p:cNvGrpSpPr/>
          <p:nvPr/>
        </p:nvGrpSpPr>
        <p:grpSpPr>
          <a:xfrm>
            <a:off x="483556" y="6507058"/>
            <a:ext cx="981333" cy="840872"/>
            <a:chOff x="482202" y="6485774"/>
            <a:chExt cx="978584" cy="838517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774BDA4E-75AF-488A-3E55-F179C4461D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91" r="398" b="23459"/>
            <a:stretch>
              <a:fillRect/>
            </a:stretch>
          </p:blipFill>
          <p:spPr>
            <a:xfrm>
              <a:off x="489883" y="6485774"/>
              <a:ext cx="970903" cy="685774"/>
            </a:xfrm>
            <a:prstGeom prst="round2SameRect">
              <a:avLst>
                <a:gd name="adj1" fmla="val 9725"/>
                <a:gd name="adj2" fmla="val 0"/>
              </a:avLst>
            </a:prstGeom>
            <a:effectLst/>
          </p:spPr>
        </p:pic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1595FC3-FE80-33D7-5E39-6F2B24AD9AF9}"/>
                </a:ext>
              </a:extLst>
            </p:cNvPr>
            <p:cNvGrpSpPr/>
            <p:nvPr/>
          </p:nvGrpSpPr>
          <p:grpSpPr>
            <a:xfrm>
              <a:off x="482202" y="7159274"/>
              <a:ext cx="972601" cy="165017"/>
              <a:chOff x="344361" y="2423624"/>
              <a:chExt cx="972601" cy="165017"/>
            </a:xfrm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DEA3E23A-6FC6-4673-EC11-38DE518D6532}"/>
                  </a:ext>
                </a:extLst>
              </p:cNvPr>
              <p:cNvSpPr/>
              <p:nvPr/>
            </p:nvSpPr>
            <p:spPr bwMode="auto">
              <a:xfrm>
                <a:off x="344361" y="2423624"/>
                <a:ext cx="972601" cy="165017"/>
              </a:xfrm>
              <a:prstGeom prst="roundRect">
                <a:avLst>
                  <a:gd name="adj" fmla="val 15516"/>
                </a:avLst>
              </a:prstGeom>
              <a:gradFill>
                <a:gsLst>
                  <a:gs pos="0">
                    <a:srgbClr val="C03BC4"/>
                  </a:gs>
                  <a:gs pos="100000">
                    <a:srgbClr val="0F6CBD"/>
                  </a:gs>
                </a:gsLst>
                <a:lin ang="18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127000" dist="50800" dir="5400000" algn="ctr" rotWithShape="0">
                  <a:srgbClr val="000000">
                    <a:alpha val="11000"/>
                  </a:srgbClr>
                </a:outerShdw>
              </a:effectLst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="horz" wrap="square" lIns="133275" tIns="106619" rIns="133275" bIns="106619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374081" rtl="0" eaLnBrk="1" latinLnBrk="0" hangingPunct="1">
                  <a:defRPr sz="147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74081" algn="l" defTabSz="374081" rtl="0" eaLnBrk="1" latinLnBrk="0" hangingPunct="1">
                  <a:defRPr sz="147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48162" algn="l" defTabSz="374081" rtl="0" eaLnBrk="1" latinLnBrk="0" hangingPunct="1">
                  <a:defRPr sz="147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22243" algn="l" defTabSz="374081" rtl="0" eaLnBrk="1" latinLnBrk="0" hangingPunct="1">
                  <a:defRPr sz="147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96324" algn="l" defTabSz="374081" rtl="0" eaLnBrk="1" latinLnBrk="0" hangingPunct="1">
                  <a:defRPr sz="147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70405" algn="l" defTabSz="374081" rtl="0" eaLnBrk="1" latinLnBrk="0" hangingPunct="1">
                  <a:defRPr sz="147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44486" algn="l" defTabSz="374081" rtl="0" eaLnBrk="1" latinLnBrk="0" hangingPunct="1">
                  <a:defRPr sz="147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18567" algn="l" defTabSz="374081" rtl="0" eaLnBrk="1" latinLnBrk="0" hangingPunct="1">
                  <a:defRPr sz="147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92648" algn="l" defTabSz="374081" rtl="0" eaLnBrk="1" latinLnBrk="0" hangingPunct="1">
                  <a:defRPr sz="147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679609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IN" sz="1457" err="1">
                  <a:solidFill>
                    <a:srgbClr val="C03BC4"/>
                  </a:solidFill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80F2E35-B462-6ADA-2997-72001E7A8E1B}"/>
                  </a:ext>
                </a:extLst>
              </p:cNvPr>
              <p:cNvSpPr txBox="1"/>
              <p:nvPr/>
            </p:nvSpPr>
            <p:spPr>
              <a:xfrm>
                <a:off x="654333" y="2444577"/>
                <a:ext cx="352661" cy="12311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>
                <a:defPPr>
                  <a:defRPr lang="en-US"/>
                </a:defPPr>
                <a:lvl1pPr marL="0" algn="l" defTabSz="374081" rtl="0" eaLnBrk="1" latinLnBrk="0" hangingPunct="1">
                  <a:defRPr sz="147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74081" algn="l" defTabSz="374081" rtl="0" eaLnBrk="1" latinLnBrk="0" hangingPunct="1">
                  <a:defRPr sz="147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48162" algn="l" defTabSz="374081" rtl="0" eaLnBrk="1" latinLnBrk="0" hangingPunct="1">
                  <a:defRPr sz="147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22243" algn="l" defTabSz="374081" rtl="0" eaLnBrk="1" latinLnBrk="0" hangingPunct="1">
                  <a:defRPr sz="147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96324" algn="l" defTabSz="374081" rtl="0" eaLnBrk="1" latinLnBrk="0" hangingPunct="1">
                  <a:defRPr sz="147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70405" algn="l" defTabSz="374081" rtl="0" eaLnBrk="1" latinLnBrk="0" hangingPunct="1">
                  <a:defRPr sz="147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44486" algn="l" defTabSz="374081" rtl="0" eaLnBrk="1" latinLnBrk="0" hangingPunct="1">
                  <a:defRPr sz="147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18567" algn="l" defTabSz="374081" rtl="0" eaLnBrk="1" latinLnBrk="0" hangingPunct="1">
                  <a:defRPr sz="147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92648" algn="l" defTabSz="374081" rtl="0" eaLnBrk="1" latinLnBrk="0" hangingPunct="1">
                  <a:defRPr sz="147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333218">
                  <a:defRPr/>
                </a:pPr>
                <a:r>
                  <a:rPr lang="en-US" sz="803" b="1">
                    <a:solidFill>
                      <a:srgbClr val="FFFFFF"/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Finance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6027191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241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1_Office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Rashvika Abdulla</cp:lastModifiedBy>
  <cp:revision>13</cp:revision>
  <dcterms:created xsi:type="dcterms:W3CDTF">2026-02-21T17:45:29Z</dcterms:created>
  <dcterms:modified xsi:type="dcterms:W3CDTF">2026-07-10T13:44:26Z</dcterms:modified>
</cp:coreProperties>
</file>