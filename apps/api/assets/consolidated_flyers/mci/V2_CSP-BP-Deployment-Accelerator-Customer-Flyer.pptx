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147470051" r:id="rId2"/>
  </p:sldIdLst>
  <p:sldSz cx="5667375" cy="8020050"/>
  <p:notesSz cx="8020050" cy="56673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6 scenario" id="{65DC1BD4-C832-453B-B761-A584D004BC54}">
          <p14:sldIdLst>
            <p14:sldId id="21474700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458" userDrawn="1">
          <p15:clr>
            <a:srgbClr val="A4A3A4"/>
          </p15:clr>
        </p15:guide>
        <p15:guide id="2" pos="17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226F"/>
    <a:srgbClr val="C03BC4"/>
    <a:srgbClr val="F2E5DE"/>
    <a:srgbClr val="0078D4"/>
    <a:srgbClr val="B740C5"/>
    <a:srgbClr val="0F6C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EEB3FA-7BA4-43A0-A6FF-63BF58527475}" v="1320" dt="2026-07-06T13:38:57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1104" y="-2674"/>
      </p:cViewPr>
      <p:guideLst>
        <p:guide orient="horz" pos="2458"/>
        <p:guide pos="17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shvika Abdulla" userId="377c5ba8-b904-4b9f-a957-4ff6d2e9489b" providerId="ADAL" clId="{0DC57CA2-0E12-4681-B9B7-33FD8D5B5E5D}"/>
    <pc:docChg chg="undo redo custSel modSld">
      <pc:chgData name="Rashvika Abdulla" userId="377c5ba8-b904-4b9f-a957-4ff6d2e9489b" providerId="ADAL" clId="{0DC57CA2-0E12-4681-B9B7-33FD8D5B5E5D}" dt="2026-07-06T13:55:16.890" v="1570" actId="207"/>
      <pc:docMkLst>
        <pc:docMk/>
      </pc:docMkLst>
      <pc:sldChg chg="addSp delSp modSp mod">
        <pc:chgData name="Rashvika Abdulla" userId="377c5ba8-b904-4b9f-a957-4ff6d2e9489b" providerId="ADAL" clId="{0DC57CA2-0E12-4681-B9B7-33FD8D5B5E5D}" dt="2026-07-06T13:55:16.890" v="1570" actId="207"/>
        <pc:sldMkLst>
          <pc:docMk/>
          <pc:sldMk cId="0" sldId="2147470051"/>
        </pc:sldMkLst>
        <pc:spChg chg="mod">
          <ac:chgData name="Rashvika Abdulla" userId="377c5ba8-b904-4b9f-a957-4ff6d2e9489b" providerId="ADAL" clId="{0DC57CA2-0E12-4681-B9B7-33FD8D5B5E5D}" dt="2026-07-06T13:25:56.239" v="115" actId="1036"/>
          <ac:spMkLst>
            <pc:docMk/>
            <pc:sldMk cId="0" sldId="2147470051"/>
            <ac:spMk id="4" creationId="{DF858B90-5458-E56F-2B96-5B67630FD1D9}"/>
          </ac:spMkLst>
        </pc:spChg>
        <pc:spChg chg="mod">
          <ac:chgData name="Rashvika Abdulla" userId="377c5ba8-b904-4b9f-a957-4ff6d2e9489b" providerId="ADAL" clId="{0DC57CA2-0E12-4681-B9B7-33FD8D5B5E5D}" dt="2026-07-06T13:25:52.686" v="111" actId="1036"/>
          <ac:spMkLst>
            <pc:docMk/>
            <pc:sldMk cId="0" sldId="2147470051"/>
            <ac:spMk id="5" creationId="{4979E832-4316-7486-85D4-F98F422B35BD}"/>
          </ac:spMkLst>
        </pc:spChg>
        <pc:spChg chg="del">
          <ac:chgData name="Rashvika Abdulla" userId="377c5ba8-b904-4b9f-a957-4ff6d2e9489b" providerId="ADAL" clId="{0DC57CA2-0E12-4681-B9B7-33FD8D5B5E5D}" dt="2026-07-06T13:25:11.558" v="37" actId="478"/>
          <ac:spMkLst>
            <pc:docMk/>
            <pc:sldMk cId="0" sldId="2147470051"/>
            <ac:spMk id="6" creationId="{2A52F585-6079-E7FD-E72F-E24887168188}"/>
          </ac:spMkLst>
        </pc:spChg>
        <pc:spChg chg="del">
          <ac:chgData name="Rashvika Abdulla" userId="377c5ba8-b904-4b9f-a957-4ff6d2e9489b" providerId="ADAL" clId="{0DC57CA2-0E12-4681-B9B7-33FD8D5B5E5D}" dt="2026-07-06T13:25:11.558" v="37" actId="478"/>
          <ac:spMkLst>
            <pc:docMk/>
            <pc:sldMk cId="0" sldId="2147470051"/>
            <ac:spMk id="7" creationId="{80E2263E-72E8-A540-03D8-4165A0F17341}"/>
          </ac:spMkLst>
        </pc:spChg>
        <pc:spChg chg="add mod">
          <ac:chgData name="Rashvika Abdulla" userId="377c5ba8-b904-4b9f-a957-4ff6d2e9489b" providerId="ADAL" clId="{0DC57CA2-0E12-4681-B9B7-33FD8D5B5E5D}" dt="2026-07-06T13:55:01.301" v="1568" actId="207"/>
          <ac:spMkLst>
            <pc:docMk/>
            <pc:sldMk cId="0" sldId="2147470051"/>
            <ac:spMk id="8" creationId="{7E35D35B-9B4E-9363-0DFE-9A77C75AE6E2}"/>
          </ac:spMkLst>
        </pc:spChg>
        <pc:spChg chg="add del mod modVis">
          <ac:chgData name="Rashvika Abdulla" userId="377c5ba8-b904-4b9f-a957-4ff6d2e9489b" providerId="ADAL" clId="{0DC57CA2-0E12-4681-B9B7-33FD8D5B5E5D}" dt="2026-07-06T13:27:37.061" v="893" actId="478"/>
          <ac:spMkLst>
            <pc:docMk/>
            <pc:sldMk cId="0" sldId="2147470051"/>
            <ac:spMk id="9" creationId="{8F041EF2-4864-6200-76F6-DFE17AB79190}"/>
          </ac:spMkLst>
        </pc:spChg>
        <pc:spChg chg="del mod modVis">
          <ac:chgData name="Rashvika Abdulla" userId="377c5ba8-b904-4b9f-a957-4ff6d2e9489b" providerId="ADAL" clId="{0DC57CA2-0E12-4681-B9B7-33FD8D5B5E5D}" dt="2026-07-06T13:27:27.962" v="234" actId="478"/>
          <ac:spMkLst>
            <pc:docMk/>
            <pc:sldMk cId="0" sldId="2147470051"/>
            <ac:spMk id="10" creationId="{4BBEDED1-A5EB-1CC8-C3C4-9FF647D2F521}"/>
          </ac:spMkLst>
        </pc:spChg>
        <pc:spChg chg="del mod modVis">
          <ac:chgData name="Rashvika Abdulla" userId="377c5ba8-b904-4b9f-a957-4ff6d2e9489b" providerId="ADAL" clId="{0DC57CA2-0E12-4681-B9B7-33FD8D5B5E5D}" dt="2026-07-06T13:27:27.962" v="233" actId="478"/>
          <ac:spMkLst>
            <pc:docMk/>
            <pc:sldMk cId="0" sldId="2147470051"/>
            <ac:spMk id="11" creationId="{D0E99912-45AE-79ED-8085-CF09748FCFB6}"/>
          </ac:spMkLst>
        </pc:spChg>
        <pc:spChg chg="del mod modVis">
          <ac:chgData name="Rashvika Abdulla" userId="377c5ba8-b904-4b9f-a957-4ff6d2e9489b" providerId="ADAL" clId="{0DC57CA2-0E12-4681-B9B7-33FD8D5B5E5D}" dt="2026-07-06T13:27:27.962" v="232" actId="478"/>
          <ac:spMkLst>
            <pc:docMk/>
            <pc:sldMk cId="0" sldId="2147470051"/>
            <ac:spMk id="13" creationId="{4E6B933C-5D18-F7C3-96B0-B9EA274B6AFD}"/>
          </ac:spMkLst>
        </pc:spChg>
        <pc:spChg chg="del mod modVis">
          <ac:chgData name="Rashvika Abdulla" userId="377c5ba8-b904-4b9f-a957-4ff6d2e9489b" providerId="ADAL" clId="{0DC57CA2-0E12-4681-B9B7-33FD8D5B5E5D}" dt="2026-07-06T13:27:27.962" v="231" actId="478"/>
          <ac:spMkLst>
            <pc:docMk/>
            <pc:sldMk cId="0" sldId="2147470051"/>
            <ac:spMk id="15" creationId="{E584D168-B0A7-5BBD-90A7-12BE08E3808C}"/>
          </ac:spMkLst>
        </pc:spChg>
        <pc:spChg chg="del mod modVis">
          <ac:chgData name="Rashvika Abdulla" userId="377c5ba8-b904-4b9f-a957-4ff6d2e9489b" providerId="ADAL" clId="{0DC57CA2-0E12-4681-B9B7-33FD8D5B5E5D}" dt="2026-07-06T13:27:27.962" v="230" actId="478"/>
          <ac:spMkLst>
            <pc:docMk/>
            <pc:sldMk cId="0" sldId="2147470051"/>
            <ac:spMk id="16" creationId="{91152843-FDE2-CB49-A1D9-BD9973658932}"/>
          </ac:spMkLst>
        </pc:spChg>
        <pc:spChg chg="del mod modVis">
          <ac:chgData name="Rashvika Abdulla" userId="377c5ba8-b904-4b9f-a957-4ff6d2e9489b" providerId="ADAL" clId="{0DC57CA2-0E12-4681-B9B7-33FD8D5B5E5D}" dt="2026-07-06T13:27:27.962" v="229" actId="478"/>
          <ac:spMkLst>
            <pc:docMk/>
            <pc:sldMk cId="0" sldId="2147470051"/>
            <ac:spMk id="17" creationId="{6701413A-4D22-5AF6-0212-0C960C5A3139}"/>
          </ac:spMkLst>
        </pc:spChg>
        <pc:spChg chg="del mod modVis">
          <ac:chgData name="Rashvika Abdulla" userId="377c5ba8-b904-4b9f-a957-4ff6d2e9489b" providerId="ADAL" clId="{0DC57CA2-0E12-4681-B9B7-33FD8D5B5E5D}" dt="2026-07-06T13:27:27.962" v="228" actId="478"/>
          <ac:spMkLst>
            <pc:docMk/>
            <pc:sldMk cId="0" sldId="2147470051"/>
            <ac:spMk id="18" creationId="{CE4D21F8-F75F-32C0-CE6F-73E8250BB760}"/>
          </ac:spMkLst>
        </pc:spChg>
        <pc:spChg chg="del mod modVis">
          <ac:chgData name="Rashvika Abdulla" userId="377c5ba8-b904-4b9f-a957-4ff6d2e9489b" providerId="ADAL" clId="{0DC57CA2-0E12-4681-B9B7-33FD8D5B5E5D}" dt="2026-07-06T13:27:27.962" v="227" actId="478"/>
          <ac:spMkLst>
            <pc:docMk/>
            <pc:sldMk cId="0" sldId="2147470051"/>
            <ac:spMk id="19" creationId="{C426F6D9-CA80-AC6C-6E73-90C19324AE46}"/>
          </ac:spMkLst>
        </pc:spChg>
        <pc:spChg chg="del mod modVis">
          <ac:chgData name="Rashvika Abdulla" userId="377c5ba8-b904-4b9f-a957-4ff6d2e9489b" providerId="ADAL" clId="{0DC57CA2-0E12-4681-B9B7-33FD8D5B5E5D}" dt="2026-07-06T13:27:27.960" v="226" actId="478"/>
          <ac:spMkLst>
            <pc:docMk/>
            <pc:sldMk cId="0" sldId="2147470051"/>
            <ac:spMk id="20" creationId="{092E555A-207F-20A4-7187-9D17978BE8DD}"/>
          </ac:spMkLst>
        </pc:spChg>
        <pc:spChg chg="del mod modVis">
          <ac:chgData name="Rashvika Abdulla" userId="377c5ba8-b904-4b9f-a957-4ff6d2e9489b" providerId="ADAL" clId="{0DC57CA2-0E12-4681-B9B7-33FD8D5B5E5D}" dt="2026-07-06T13:27:27.960" v="225" actId="478"/>
          <ac:spMkLst>
            <pc:docMk/>
            <pc:sldMk cId="0" sldId="2147470051"/>
            <ac:spMk id="23" creationId="{D9C9E52B-AF7F-C12C-0789-C9F88A64795E}"/>
          </ac:spMkLst>
        </pc:spChg>
        <pc:spChg chg="del mod modVis">
          <ac:chgData name="Rashvika Abdulla" userId="377c5ba8-b904-4b9f-a957-4ff6d2e9489b" providerId="ADAL" clId="{0DC57CA2-0E12-4681-B9B7-33FD8D5B5E5D}" dt="2026-07-06T13:27:31.088" v="308" actId="478"/>
          <ac:spMkLst>
            <pc:docMk/>
            <pc:sldMk cId="0" sldId="2147470051"/>
            <ac:spMk id="24" creationId="{7F81453E-D671-FB91-5706-2EE262CB7554}"/>
          </ac:spMkLst>
        </pc:spChg>
        <pc:spChg chg="del mod modVis">
          <ac:chgData name="Rashvika Abdulla" userId="377c5ba8-b904-4b9f-a957-4ff6d2e9489b" providerId="ADAL" clId="{0DC57CA2-0E12-4681-B9B7-33FD8D5B5E5D}" dt="2026-07-06T13:27:31.077" v="307" actId="478"/>
          <ac:spMkLst>
            <pc:docMk/>
            <pc:sldMk cId="0" sldId="2147470051"/>
            <ac:spMk id="26" creationId="{5FBA4ACF-B142-2709-AAF8-9B2C436A6131}"/>
          </ac:spMkLst>
        </pc:spChg>
        <pc:spChg chg="del mod modVis">
          <ac:chgData name="Rashvika Abdulla" userId="377c5ba8-b904-4b9f-a957-4ff6d2e9489b" providerId="ADAL" clId="{0DC57CA2-0E12-4681-B9B7-33FD8D5B5E5D}" dt="2026-07-06T13:27:31.077" v="306" actId="478"/>
          <ac:spMkLst>
            <pc:docMk/>
            <pc:sldMk cId="0" sldId="2147470051"/>
            <ac:spMk id="27" creationId="{58691CB7-A916-C30C-E860-47D68817D725}"/>
          </ac:spMkLst>
        </pc:spChg>
        <pc:spChg chg="del mod modVis">
          <ac:chgData name="Rashvika Abdulla" userId="377c5ba8-b904-4b9f-a957-4ff6d2e9489b" providerId="ADAL" clId="{0DC57CA2-0E12-4681-B9B7-33FD8D5B5E5D}" dt="2026-07-06T13:27:31.077" v="305" actId="478"/>
          <ac:spMkLst>
            <pc:docMk/>
            <pc:sldMk cId="0" sldId="2147470051"/>
            <ac:spMk id="28" creationId="{26BA64E0-0DC7-91B8-A944-1439DC1760D7}"/>
          </ac:spMkLst>
        </pc:spChg>
        <pc:spChg chg="del mod modVis">
          <ac:chgData name="Rashvika Abdulla" userId="377c5ba8-b904-4b9f-a957-4ff6d2e9489b" providerId="ADAL" clId="{0DC57CA2-0E12-4681-B9B7-33FD8D5B5E5D}" dt="2026-07-06T13:27:31.077" v="304" actId="478"/>
          <ac:spMkLst>
            <pc:docMk/>
            <pc:sldMk cId="0" sldId="2147470051"/>
            <ac:spMk id="29" creationId="{7B1CF9DD-973B-9B87-9FED-F12873440ED0}"/>
          </ac:spMkLst>
        </pc:spChg>
        <pc:spChg chg="del mod modVis">
          <ac:chgData name="Rashvika Abdulla" userId="377c5ba8-b904-4b9f-a957-4ff6d2e9489b" providerId="ADAL" clId="{0DC57CA2-0E12-4681-B9B7-33FD8D5B5E5D}" dt="2026-07-06T13:27:31.077" v="303" actId="478"/>
          <ac:spMkLst>
            <pc:docMk/>
            <pc:sldMk cId="0" sldId="2147470051"/>
            <ac:spMk id="30" creationId="{124A0133-76C8-DA74-2B43-434BBFC801C2}"/>
          </ac:spMkLst>
        </pc:spChg>
        <pc:spChg chg="del mod modVis">
          <ac:chgData name="Rashvika Abdulla" userId="377c5ba8-b904-4b9f-a957-4ff6d2e9489b" providerId="ADAL" clId="{0DC57CA2-0E12-4681-B9B7-33FD8D5B5E5D}" dt="2026-07-06T13:27:31.077" v="302" actId="478"/>
          <ac:spMkLst>
            <pc:docMk/>
            <pc:sldMk cId="0" sldId="2147470051"/>
            <ac:spMk id="31" creationId="{09A2E223-66D6-9CFF-FD44-AE40C914B6BF}"/>
          </ac:spMkLst>
        </pc:spChg>
        <pc:spChg chg="del mod modVis">
          <ac:chgData name="Rashvika Abdulla" userId="377c5ba8-b904-4b9f-a957-4ff6d2e9489b" providerId="ADAL" clId="{0DC57CA2-0E12-4681-B9B7-33FD8D5B5E5D}" dt="2026-07-06T13:27:31.077" v="301" actId="478"/>
          <ac:spMkLst>
            <pc:docMk/>
            <pc:sldMk cId="0" sldId="2147470051"/>
            <ac:spMk id="34" creationId="{92C024D6-0208-47C5-A9F0-DC96CE9CAD8D}"/>
          </ac:spMkLst>
        </pc:spChg>
        <pc:spChg chg="del mod modVis">
          <ac:chgData name="Rashvika Abdulla" userId="377c5ba8-b904-4b9f-a957-4ff6d2e9489b" providerId="ADAL" clId="{0DC57CA2-0E12-4681-B9B7-33FD8D5B5E5D}" dt="2026-07-06T13:27:33.411" v="382" actId="478"/>
          <ac:spMkLst>
            <pc:docMk/>
            <pc:sldMk cId="0" sldId="2147470051"/>
            <ac:spMk id="35" creationId="{7E362A0D-76A6-CE91-F4EB-D4F4707F7FB1}"/>
          </ac:spMkLst>
        </pc:spChg>
        <pc:spChg chg="del mod modVis">
          <ac:chgData name="Rashvika Abdulla" userId="377c5ba8-b904-4b9f-a957-4ff6d2e9489b" providerId="ADAL" clId="{0DC57CA2-0E12-4681-B9B7-33FD8D5B5E5D}" dt="2026-07-06T13:27:33.411" v="381" actId="478"/>
          <ac:spMkLst>
            <pc:docMk/>
            <pc:sldMk cId="0" sldId="2147470051"/>
            <ac:spMk id="36" creationId="{F9AF6749-6A0F-DF45-A257-320C9072DA7C}"/>
          </ac:spMkLst>
        </pc:spChg>
        <pc:spChg chg="del mod modVis">
          <ac:chgData name="Rashvika Abdulla" userId="377c5ba8-b904-4b9f-a957-4ff6d2e9489b" providerId="ADAL" clId="{0DC57CA2-0E12-4681-B9B7-33FD8D5B5E5D}" dt="2026-07-06T13:27:33.411" v="380" actId="478"/>
          <ac:spMkLst>
            <pc:docMk/>
            <pc:sldMk cId="0" sldId="2147470051"/>
            <ac:spMk id="37" creationId="{8EE24C79-C3F8-CE08-2B67-76FF7DE0F33A}"/>
          </ac:spMkLst>
        </pc:spChg>
        <pc:spChg chg="del mod modVis">
          <ac:chgData name="Rashvika Abdulla" userId="377c5ba8-b904-4b9f-a957-4ff6d2e9489b" providerId="ADAL" clId="{0DC57CA2-0E12-4681-B9B7-33FD8D5B5E5D}" dt="2026-07-06T13:27:33.411" v="379" actId="478"/>
          <ac:spMkLst>
            <pc:docMk/>
            <pc:sldMk cId="0" sldId="2147470051"/>
            <ac:spMk id="38" creationId="{61ECB0BA-CBF3-5867-FEEB-FBDBB7FB9F2A}"/>
          </ac:spMkLst>
        </pc:spChg>
        <pc:spChg chg="del mod modVis">
          <ac:chgData name="Rashvika Abdulla" userId="377c5ba8-b904-4b9f-a957-4ff6d2e9489b" providerId="ADAL" clId="{0DC57CA2-0E12-4681-B9B7-33FD8D5B5E5D}" dt="2026-07-06T13:27:33.405" v="378" actId="478"/>
          <ac:spMkLst>
            <pc:docMk/>
            <pc:sldMk cId="0" sldId="2147470051"/>
            <ac:spMk id="39" creationId="{A5418EBF-6D8E-A114-8448-1D894060CA18}"/>
          </ac:spMkLst>
        </pc:spChg>
        <pc:spChg chg="del mod modVis">
          <ac:chgData name="Rashvika Abdulla" userId="377c5ba8-b904-4b9f-a957-4ff6d2e9489b" providerId="ADAL" clId="{0DC57CA2-0E12-4681-B9B7-33FD8D5B5E5D}" dt="2026-07-06T13:27:33.405" v="377" actId="478"/>
          <ac:spMkLst>
            <pc:docMk/>
            <pc:sldMk cId="0" sldId="2147470051"/>
            <ac:spMk id="40" creationId="{1FC54C5C-8E95-CF37-F8A9-7C1B9EBDC4F9}"/>
          </ac:spMkLst>
        </pc:spChg>
        <pc:spChg chg="mod">
          <ac:chgData name="Rashvika Abdulla" userId="377c5ba8-b904-4b9f-a957-4ff6d2e9489b" providerId="ADAL" clId="{0DC57CA2-0E12-4681-B9B7-33FD8D5B5E5D}" dt="2026-07-06T13:55:07.015" v="1569" actId="207"/>
          <ac:spMkLst>
            <pc:docMk/>
            <pc:sldMk cId="0" sldId="2147470051"/>
            <ac:spMk id="41" creationId="{2BFCFB65-D4E7-9275-CD4A-80BBC065C884}"/>
          </ac:spMkLst>
        </pc:spChg>
        <pc:spChg chg="del mod modVis">
          <ac:chgData name="Rashvika Abdulla" userId="377c5ba8-b904-4b9f-a957-4ff6d2e9489b" providerId="ADAL" clId="{0DC57CA2-0E12-4681-B9B7-33FD8D5B5E5D}" dt="2026-07-06T13:27:33.405" v="376" actId="478"/>
          <ac:spMkLst>
            <pc:docMk/>
            <pc:sldMk cId="0" sldId="2147470051"/>
            <ac:spMk id="42" creationId="{21152604-0E55-6DB5-ED57-AB6FD4627FFA}"/>
          </ac:spMkLst>
        </pc:spChg>
        <pc:spChg chg="del mod modVis">
          <ac:chgData name="Rashvika Abdulla" userId="377c5ba8-b904-4b9f-a957-4ff6d2e9489b" providerId="ADAL" clId="{0DC57CA2-0E12-4681-B9B7-33FD8D5B5E5D}" dt="2026-07-06T13:27:33.405" v="375" actId="478"/>
          <ac:spMkLst>
            <pc:docMk/>
            <pc:sldMk cId="0" sldId="2147470051"/>
            <ac:spMk id="43" creationId="{812DE676-82DB-5A0F-A71A-8C6D5D9BEE4B}"/>
          </ac:spMkLst>
        </pc:spChg>
        <pc:spChg chg="del mod modVis">
          <ac:chgData name="Rashvika Abdulla" userId="377c5ba8-b904-4b9f-a957-4ff6d2e9489b" providerId="ADAL" clId="{0DC57CA2-0E12-4681-B9B7-33FD8D5B5E5D}" dt="2026-07-06T13:27:33.587" v="456" actId="478"/>
          <ac:spMkLst>
            <pc:docMk/>
            <pc:sldMk cId="0" sldId="2147470051"/>
            <ac:spMk id="44" creationId="{1691E756-8EF1-3EA3-52F3-58C91B2A7FD6}"/>
          </ac:spMkLst>
        </pc:spChg>
        <pc:spChg chg="del mod">
          <ac:chgData name="Rashvika Abdulla" userId="377c5ba8-b904-4b9f-a957-4ff6d2e9489b" providerId="ADAL" clId="{0DC57CA2-0E12-4681-B9B7-33FD8D5B5E5D}" dt="2026-07-06T13:38:09.466" v="1519" actId="478"/>
          <ac:spMkLst>
            <pc:docMk/>
            <pc:sldMk cId="0" sldId="2147470051"/>
            <ac:spMk id="45" creationId="{88864C2C-0CF2-1C65-1870-0675C8ED20B1}"/>
          </ac:spMkLst>
        </pc:spChg>
        <pc:spChg chg="del mod">
          <ac:chgData name="Rashvika Abdulla" userId="377c5ba8-b904-4b9f-a957-4ff6d2e9489b" providerId="ADAL" clId="{0DC57CA2-0E12-4681-B9B7-33FD8D5B5E5D}" dt="2026-07-06T13:38:09.466" v="1519" actId="478"/>
          <ac:spMkLst>
            <pc:docMk/>
            <pc:sldMk cId="0" sldId="2147470051"/>
            <ac:spMk id="46" creationId="{8D27B9D9-BAAF-D43B-4711-A33417D2A878}"/>
          </ac:spMkLst>
        </pc:spChg>
        <pc:spChg chg="del mod modVis">
          <ac:chgData name="Rashvika Abdulla" userId="377c5ba8-b904-4b9f-a957-4ff6d2e9489b" providerId="ADAL" clId="{0DC57CA2-0E12-4681-B9B7-33FD8D5B5E5D}" dt="2026-07-06T13:27:33.587" v="455" actId="478"/>
          <ac:spMkLst>
            <pc:docMk/>
            <pc:sldMk cId="0" sldId="2147470051"/>
            <ac:spMk id="47" creationId="{6D27E889-143E-D68F-A7B7-9536B786F9C1}"/>
          </ac:spMkLst>
        </pc:spChg>
        <pc:spChg chg="del mod modVis">
          <ac:chgData name="Rashvika Abdulla" userId="377c5ba8-b904-4b9f-a957-4ff6d2e9489b" providerId="ADAL" clId="{0DC57CA2-0E12-4681-B9B7-33FD8D5B5E5D}" dt="2026-07-06T13:27:33.587" v="454" actId="478"/>
          <ac:spMkLst>
            <pc:docMk/>
            <pc:sldMk cId="0" sldId="2147470051"/>
            <ac:spMk id="48" creationId="{7C96AA29-7082-32D6-94C2-3C9E6B30E73D}"/>
          </ac:spMkLst>
        </pc:spChg>
        <pc:spChg chg="del mod modVis">
          <ac:chgData name="Rashvika Abdulla" userId="377c5ba8-b904-4b9f-a957-4ff6d2e9489b" providerId="ADAL" clId="{0DC57CA2-0E12-4681-B9B7-33FD8D5B5E5D}" dt="2026-07-06T13:27:33.587" v="453" actId="478"/>
          <ac:spMkLst>
            <pc:docMk/>
            <pc:sldMk cId="0" sldId="2147470051"/>
            <ac:spMk id="52" creationId="{849297C8-D53A-ADCE-1607-FAE9BFA97946}"/>
          </ac:spMkLst>
        </pc:spChg>
        <pc:spChg chg="del mod modVis">
          <ac:chgData name="Rashvika Abdulla" userId="377c5ba8-b904-4b9f-a957-4ff6d2e9489b" providerId="ADAL" clId="{0DC57CA2-0E12-4681-B9B7-33FD8D5B5E5D}" dt="2026-07-06T13:27:33.587" v="452" actId="478"/>
          <ac:spMkLst>
            <pc:docMk/>
            <pc:sldMk cId="0" sldId="2147470051"/>
            <ac:spMk id="53" creationId="{C56EE35D-68F7-D2B9-5D01-A5A761ACB3AB}"/>
          </ac:spMkLst>
        </pc:spChg>
        <pc:spChg chg="del mod modVis">
          <ac:chgData name="Rashvika Abdulla" userId="377c5ba8-b904-4b9f-a957-4ff6d2e9489b" providerId="ADAL" clId="{0DC57CA2-0E12-4681-B9B7-33FD8D5B5E5D}" dt="2026-07-06T13:27:33.587" v="451" actId="478"/>
          <ac:spMkLst>
            <pc:docMk/>
            <pc:sldMk cId="0" sldId="2147470051"/>
            <ac:spMk id="54" creationId="{BBFF0F27-816B-8E80-6452-2212FE30C70A}"/>
          </ac:spMkLst>
        </pc:spChg>
        <pc:spChg chg="del">
          <ac:chgData name="Rashvika Abdulla" userId="377c5ba8-b904-4b9f-a957-4ff6d2e9489b" providerId="ADAL" clId="{0DC57CA2-0E12-4681-B9B7-33FD8D5B5E5D}" dt="2026-07-06T13:25:17.570" v="38" actId="478"/>
          <ac:spMkLst>
            <pc:docMk/>
            <pc:sldMk cId="0" sldId="2147470051"/>
            <ac:spMk id="55" creationId="{0E4CA62A-544D-7F10-ABD1-4C3216F093CA}"/>
          </ac:spMkLst>
        </pc:spChg>
        <pc:spChg chg="del mod modVis">
          <ac:chgData name="Rashvika Abdulla" userId="377c5ba8-b904-4b9f-a957-4ff6d2e9489b" providerId="ADAL" clId="{0DC57CA2-0E12-4681-B9B7-33FD8D5B5E5D}" dt="2026-07-06T13:27:33.587" v="450" actId="478"/>
          <ac:spMkLst>
            <pc:docMk/>
            <pc:sldMk cId="0" sldId="2147470051"/>
            <ac:spMk id="56" creationId="{710921FA-9842-2323-ABD3-DEAF13DDE720}"/>
          </ac:spMkLst>
        </pc:spChg>
        <pc:spChg chg="del mod modVis">
          <ac:chgData name="Rashvika Abdulla" userId="377c5ba8-b904-4b9f-a957-4ff6d2e9489b" providerId="ADAL" clId="{0DC57CA2-0E12-4681-B9B7-33FD8D5B5E5D}" dt="2026-07-06T13:27:33.587" v="449" actId="478"/>
          <ac:spMkLst>
            <pc:docMk/>
            <pc:sldMk cId="0" sldId="2147470051"/>
            <ac:spMk id="57" creationId="{B31E4AE1-5CC4-3AAF-78EB-4209EBF8D254}"/>
          </ac:spMkLst>
        </pc:spChg>
        <pc:spChg chg="del mod modVis">
          <ac:chgData name="Rashvika Abdulla" userId="377c5ba8-b904-4b9f-a957-4ff6d2e9489b" providerId="ADAL" clId="{0DC57CA2-0E12-4681-B9B7-33FD8D5B5E5D}" dt="2026-07-06T13:27:33.795" v="530" actId="478"/>
          <ac:spMkLst>
            <pc:docMk/>
            <pc:sldMk cId="0" sldId="2147470051"/>
            <ac:spMk id="58" creationId="{CBCDA2AB-2715-7F63-405F-AD3D54EAFE72}"/>
          </ac:spMkLst>
        </pc:spChg>
        <pc:spChg chg="del mod modVis">
          <ac:chgData name="Rashvika Abdulla" userId="377c5ba8-b904-4b9f-a957-4ff6d2e9489b" providerId="ADAL" clId="{0DC57CA2-0E12-4681-B9B7-33FD8D5B5E5D}" dt="2026-07-06T13:27:33.795" v="529" actId="478"/>
          <ac:spMkLst>
            <pc:docMk/>
            <pc:sldMk cId="0" sldId="2147470051"/>
            <ac:spMk id="59" creationId="{539F93CC-568F-0AF9-4316-F2AC6270B8E5}"/>
          </ac:spMkLst>
        </pc:spChg>
        <pc:spChg chg="del mod modVis">
          <ac:chgData name="Rashvika Abdulla" userId="377c5ba8-b904-4b9f-a957-4ff6d2e9489b" providerId="ADAL" clId="{0DC57CA2-0E12-4681-B9B7-33FD8D5B5E5D}" dt="2026-07-06T13:27:33.795" v="528" actId="478"/>
          <ac:spMkLst>
            <pc:docMk/>
            <pc:sldMk cId="0" sldId="2147470051"/>
            <ac:spMk id="60" creationId="{6E16B8D0-7CE7-7ACD-BBA1-189F9787D554}"/>
          </ac:spMkLst>
        </pc:spChg>
        <pc:spChg chg="del mod modVis">
          <ac:chgData name="Rashvika Abdulla" userId="377c5ba8-b904-4b9f-a957-4ff6d2e9489b" providerId="ADAL" clId="{0DC57CA2-0E12-4681-B9B7-33FD8D5B5E5D}" dt="2026-07-06T13:27:33.795" v="527" actId="478"/>
          <ac:spMkLst>
            <pc:docMk/>
            <pc:sldMk cId="0" sldId="2147470051"/>
            <ac:spMk id="61" creationId="{8D0C67DB-5AB7-4E95-E738-07A61652610F}"/>
          </ac:spMkLst>
        </pc:spChg>
        <pc:spChg chg="del mod modVis">
          <ac:chgData name="Rashvika Abdulla" userId="377c5ba8-b904-4b9f-a957-4ff6d2e9489b" providerId="ADAL" clId="{0DC57CA2-0E12-4681-B9B7-33FD8D5B5E5D}" dt="2026-07-06T13:27:33.795" v="526" actId="478"/>
          <ac:spMkLst>
            <pc:docMk/>
            <pc:sldMk cId="0" sldId="2147470051"/>
            <ac:spMk id="1344" creationId="{9D046F40-4B5B-061F-CA9D-BD255A3DA39C}"/>
          </ac:spMkLst>
        </pc:spChg>
        <pc:spChg chg="del">
          <ac:chgData name="Rashvika Abdulla" userId="377c5ba8-b904-4b9f-a957-4ff6d2e9489b" providerId="ADAL" clId="{0DC57CA2-0E12-4681-B9B7-33FD8D5B5E5D}" dt="2026-07-06T13:25:17.570" v="38" actId="478"/>
          <ac:spMkLst>
            <pc:docMk/>
            <pc:sldMk cId="0" sldId="2147470051"/>
            <ac:spMk id="1346" creationId="{21A30CE2-A236-FCFD-46D4-ADED42F26AA6}"/>
          </ac:spMkLst>
        </pc:spChg>
        <pc:spChg chg="del mod modVis">
          <ac:chgData name="Rashvika Abdulla" userId="377c5ba8-b904-4b9f-a957-4ff6d2e9489b" providerId="ADAL" clId="{0DC57CA2-0E12-4681-B9B7-33FD8D5B5E5D}" dt="2026-07-06T13:27:33.795" v="525" actId="478"/>
          <ac:spMkLst>
            <pc:docMk/>
            <pc:sldMk cId="0" sldId="2147470051"/>
            <ac:spMk id="1347" creationId="{BEC167E1-CE3F-DC17-1B1D-D0BCABC0FDEE}"/>
          </ac:spMkLst>
        </pc:spChg>
        <pc:spChg chg="del mod modVis">
          <ac:chgData name="Rashvika Abdulla" userId="377c5ba8-b904-4b9f-a957-4ff6d2e9489b" providerId="ADAL" clId="{0DC57CA2-0E12-4681-B9B7-33FD8D5B5E5D}" dt="2026-07-06T13:27:33.795" v="524" actId="478"/>
          <ac:spMkLst>
            <pc:docMk/>
            <pc:sldMk cId="0" sldId="2147470051"/>
            <ac:spMk id="1348" creationId="{617E32ED-5ECE-F4E9-E5E5-9FB4D0B73995}"/>
          </ac:spMkLst>
        </pc:spChg>
        <pc:spChg chg="del mod modVis">
          <ac:chgData name="Rashvika Abdulla" userId="377c5ba8-b904-4b9f-a957-4ff6d2e9489b" providerId="ADAL" clId="{0DC57CA2-0E12-4681-B9B7-33FD8D5B5E5D}" dt="2026-07-06T13:27:33.795" v="523" actId="478"/>
          <ac:spMkLst>
            <pc:docMk/>
            <pc:sldMk cId="0" sldId="2147470051"/>
            <ac:spMk id="1350" creationId="{F71D9932-4244-E37C-664D-9537568F192C}"/>
          </ac:spMkLst>
        </pc:spChg>
        <pc:spChg chg="del mod modVis">
          <ac:chgData name="Rashvika Abdulla" userId="377c5ba8-b904-4b9f-a957-4ff6d2e9489b" providerId="ADAL" clId="{0DC57CA2-0E12-4681-B9B7-33FD8D5B5E5D}" dt="2026-07-06T13:27:34.298" v="604" actId="478"/>
          <ac:spMkLst>
            <pc:docMk/>
            <pc:sldMk cId="0" sldId="2147470051"/>
            <ac:spMk id="1351" creationId="{06F453CE-9BBB-32D5-9CCC-F5C417CA9E54}"/>
          </ac:spMkLst>
        </pc:spChg>
        <pc:spChg chg="mod">
          <ac:chgData name="Rashvika Abdulla" userId="377c5ba8-b904-4b9f-a957-4ff6d2e9489b" providerId="ADAL" clId="{0DC57CA2-0E12-4681-B9B7-33FD8D5B5E5D}" dt="2026-07-06T13:26:03.273" v="117" actId="14100"/>
          <ac:spMkLst>
            <pc:docMk/>
            <pc:sldMk cId="0" sldId="2147470051"/>
            <ac:spMk id="1352" creationId="{3BE46357-0616-FCC1-D7C6-36362C5DE065}"/>
          </ac:spMkLst>
        </pc:spChg>
        <pc:spChg chg="del mod modVis">
          <ac:chgData name="Rashvika Abdulla" userId="377c5ba8-b904-4b9f-a957-4ff6d2e9489b" providerId="ADAL" clId="{0DC57CA2-0E12-4681-B9B7-33FD8D5B5E5D}" dt="2026-07-06T13:27:34.298" v="603" actId="478"/>
          <ac:spMkLst>
            <pc:docMk/>
            <pc:sldMk cId="0" sldId="2147470051"/>
            <ac:spMk id="1353" creationId="{F48DF177-31EF-E092-834D-30E60991FD6A}"/>
          </ac:spMkLst>
        </pc:spChg>
        <pc:spChg chg="del mod modVis">
          <ac:chgData name="Rashvika Abdulla" userId="377c5ba8-b904-4b9f-a957-4ff6d2e9489b" providerId="ADAL" clId="{0DC57CA2-0E12-4681-B9B7-33FD8D5B5E5D}" dt="2026-07-06T13:27:34.298" v="602" actId="478"/>
          <ac:spMkLst>
            <pc:docMk/>
            <pc:sldMk cId="0" sldId="2147470051"/>
            <ac:spMk id="1354" creationId="{3E1DC400-8E25-4ACF-7C2A-8B7644B38C88}"/>
          </ac:spMkLst>
        </pc:spChg>
        <pc:spChg chg="del mod modVis">
          <ac:chgData name="Rashvika Abdulla" userId="377c5ba8-b904-4b9f-a957-4ff6d2e9489b" providerId="ADAL" clId="{0DC57CA2-0E12-4681-B9B7-33FD8D5B5E5D}" dt="2026-07-06T13:27:34.298" v="601" actId="478"/>
          <ac:spMkLst>
            <pc:docMk/>
            <pc:sldMk cId="0" sldId="2147470051"/>
            <ac:spMk id="1355" creationId="{FE02BB51-BAB4-076D-0B1B-1D3942154B14}"/>
          </ac:spMkLst>
        </pc:spChg>
        <pc:spChg chg="del mod modVis">
          <ac:chgData name="Rashvika Abdulla" userId="377c5ba8-b904-4b9f-a957-4ff6d2e9489b" providerId="ADAL" clId="{0DC57CA2-0E12-4681-B9B7-33FD8D5B5E5D}" dt="2026-07-06T13:27:34.298" v="600" actId="478"/>
          <ac:spMkLst>
            <pc:docMk/>
            <pc:sldMk cId="0" sldId="2147470051"/>
            <ac:spMk id="1356" creationId="{10F4964A-6217-DF91-5877-F653440190C9}"/>
          </ac:spMkLst>
        </pc:spChg>
        <pc:spChg chg="del mod modVis">
          <ac:chgData name="Rashvika Abdulla" userId="377c5ba8-b904-4b9f-a957-4ff6d2e9489b" providerId="ADAL" clId="{0DC57CA2-0E12-4681-B9B7-33FD8D5B5E5D}" dt="2026-07-06T13:27:34.298" v="599" actId="478"/>
          <ac:spMkLst>
            <pc:docMk/>
            <pc:sldMk cId="0" sldId="2147470051"/>
            <ac:spMk id="1357" creationId="{07EC5CE8-57AC-FD23-5D4D-728FB4F654FD}"/>
          </ac:spMkLst>
        </pc:spChg>
        <pc:spChg chg="del mod modVis">
          <ac:chgData name="Rashvika Abdulla" userId="377c5ba8-b904-4b9f-a957-4ff6d2e9489b" providerId="ADAL" clId="{0DC57CA2-0E12-4681-B9B7-33FD8D5B5E5D}" dt="2026-07-06T13:27:34.298" v="598" actId="478"/>
          <ac:spMkLst>
            <pc:docMk/>
            <pc:sldMk cId="0" sldId="2147470051"/>
            <ac:spMk id="1358" creationId="{D69B51D3-7A82-3669-A2D8-99F456D5EE57}"/>
          </ac:spMkLst>
        </pc:spChg>
        <pc:spChg chg="del mod modVis">
          <ac:chgData name="Rashvika Abdulla" userId="377c5ba8-b904-4b9f-a957-4ff6d2e9489b" providerId="ADAL" clId="{0DC57CA2-0E12-4681-B9B7-33FD8D5B5E5D}" dt="2026-07-06T13:27:34.291" v="597" actId="478"/>
          <ac:spMkLst>
            <pc:docMk/>
            <pc:sldMk cId="0" sldId="2147470051"/>
            <ac:spMk id="1359" creationId="{E81B73D1-9BD6-8AE2-9777-A61B0252D008}"/>
          </ac:spMkLst>
        </pc:spChg>
        <pc:spChg chg="del mod modVis">
          <ac:chgData name="Rashvika Abdulla" userId="377c5ba8-b904-4b9f-a957-4ff6d2e9489b" providerId="ADAL" clId="{0DC57CA2-0E12-4681-B9B7-33FD8D5B5E5D}" dt="2026-07-06T13:27:34.482" v="678" actId="478"/>
          <ac:spMkLst>
            <pc:docMk/>
            <pc:sldMk cId="0" sldId="2147470051"/>
            <ac:spMk id="1360" creationId="{438B1759-5069-3CA5-F8B2-CCC965494E05}"/>
          </ac:spMkLst>
        </pc:spChg>
        <pc:spChg chg="del mod modVis">
          <ac:chgData name="Rashvika Abdulla" userId="377c5ba8-b904-4b9f-a957-4ff6d2e9489b" providerId="ADAL" clId="{0DC57CA2-0E12-4681-B9B7-33FD8D5B5E5D}" dt="2026-07-06T13:27:34.471" v="677" actId="478"/>
          <ac:spMkLst>
            <pc:docMk/>
            <pc:sldMk cId="0" sldId="2147470051"/>
            <ac:spMk id="1361" creationId="{866D266C-C310-0AE7-9016-456BEA3855B5}"/>
          </ac:spMkLst>
        </pc:spChg>
        <pc:spChg chg="del mod modVis">
          <ac:chgData name="Rashvika Abdulla" userId="377c5ba8-b904-4b9f-a957-4ff6d2e9489b" providerId="ADAL" clId="{0DC57CA2-0E12-4681-B9B7-33FD8D5B5E5D}" dt="2026-07-06T13:27:34.471" v="676" actId="478"/>
          <ac:spMkLst>
            <pc:docMk/>
            <pc:sldMk cId="0" sldId="2147470051"/>
            <ac:spMk id="1362" creationId="{7A9B2E99-65C1-A9D4-79A4-EBA526E7A56A}"/>
          </ac:spMkLst>
        </pc:spChg>
        <pc:spChg chg="del mod modVis">
          <ac:chgData name="Rashvika Abdulla" userId="377c5ba8-b904-4b9f-a957-4ff6d2e9489b" providerId="ADAL" clId="{0DC57CA2-0E12-4681-B9B7-33FD8D5B5E5D}" dt="2026-07-06T13:27:34.471" v="675" actId="478"/>
          <ac:spMkLst>
            <pc:docMk/>
            <pc:sldMk cId="0" sldId="2147470051"/>
            <ac:spMk id="1363" creationId="{858D9603-A222-B126-E377-CBB0F91E02B1}"/>
          </ac:spMkLst>
        </pc:spChg>
        <pc:spChg chg="del mod modVis">
          <ac:chgData name="Rashvika Abdulla" userId="377c5ba8-b904-4b9f-a957-4ff6d2e9489b" providerId="ADAL" clId="{0DC57CA2-0E12-4681-B9B7-33FD8D5B5E5D}" dt="2026-07-06T13:27:34.471" v="674" actId="478"/>
          <ac:spMkLst>
            <pc:docMk/>
            <pc:sldMk cId="0" sldId="2147470051"/>
            <ac:spMk id="1364" creationId="{7AFD3FED-C700-33F3-B9A5-4D9C562DE5DA}"/>
          </ac:spMkLst>
        </pc:spChg>
        <pc:spChg chg="del mod modVis">
          <ac:chgData name="Rashvika Abdulla" userId="377c5ba8-b904-4b9f-a957-4ff6d2e9489b" providerId="ADAL" clId="{0DC57CA2-0E12-4681-B9B7-33FD8D5B5E5D}" dt="2026-07-06T13:27:34.471" v="673" actId="478"/>
          <ac:spMkLst>
            <pc:docMk/>
            <pc:sldMk cId="0" sldId="2147470051"/>
            <ac:spMk id="1365" creationId="{52EC478A-C02C-28DE-4AEB-C6FEBFF8521A}"/>
          </ac:spMkLst>
        </pc:spChg>
        <pc:spChg chg="del mod modVis">
          <ac:chgData name="Rashvika Abdulla" userId="377c5ba8-b904-4b9f-a957-4ff6d2e9489b" providerId="ADAL" clId="{0DC57CA2-0E12-4681-B9B7-33FD8D5B5E5D}" dt="2026-07-06T13:27:34.471" v="672" actId="478"/>
          <ac:spMkLst>
            <pc:docMk/>
            <pc:sldMk cId="0" sldId="2147470051"/>
            <ac:spMk id="1366" creationId="{23C07525-7DED-DD53-375A-E3F0461AC92C}"/>
          </ac:spMkLst>
        </pc:spChg>
        <pc:spChg chg="del mod modVis">
          <ac:chgData name="Rashvika Abdulla" userId="377c5ba8-b904-4b9f-a957-4ff6d2e9489b" providerId="ADAL" clId="{0DC57CA2-0E12-4681-B9B7-33FD8D5B5E5D}" dt="2026-07-06T13:27:34.471" v="671" actId="478"/>
          <ac:spMkLst>
            <pc:docMk/>
            <pc:sldMk cId="0" sldId="2147470051"/>
            <ac:spMk id="1367" creationId="{937B385A-9E48-662C-08D5-6814946C8AD2}"/>
          </ac:spMkLst>
        </pc:spChg>
        <pc:spChg chg="del mod modVis">
          <ac:chgData name="Rashvika Abdulla" userId="377c5ba8-b904-4b9f-a957-4ff6d2e9489b" providerId="ADAL" clId="{0DC57CA2-0E12-4681-B9B7-33FD8D5B5E5D}" dt="2026-07-06T13:27:34.625" v="752" actId="478"/>
          <ac:spMkLst>
            <pc:docMk/>
            <pc:sldMk cId="0" sldId="2147470051"/>
            <ac:spMk id="1368" creationId="{EFD82FB3-A758-3D50-68B3-E8AD65786353}"/>
          </ac:spMkLst>
        </pc:spChg>
        <pc:spChg chg="del mod modVis">
          <ac:chgData name="Rashvika Abdulla" userId="377c5ba8-b904-4b9f-a957-4ff6d2e9489b" providerId="ADAL" clId="{0DC57CA2-0E12-4681-B9B7-33FD8D5B5E5D}" dt="2026-07-06T13:27:34.625" v="751" actId="478"/>
          <ac:spMkLst>
            <pc:docMk/>
            <pc:sldMk cId="0" sldId="2147470051"/>
            <ac:spMk id="1369" creationId="{20B66DA1-DAFC-9CF5-EE49-2AE31216EAF1}"/>
          </ac:spMkLst>
        </pc:spChg>
        <pc:spChg chg="del mod modVis">
          <ac:chgData name="Rashvika Abdulla" userId="377c5ba8-b904-4b9f-a957-4ff6d2e9489b" providerId="ADAL" clId="{0DC57CA2-0E12-4681-B9B7-33FD8D5B5E5D}" dt="2026-07-06T13:27:34.625" v="750" actId="478"/>
          <ac:spMkLst>
            <pc:docMk/>
            <pc:sldMk cId="0" sldId="2147470051"/>
            <ac:spMk id="1370" creationId="{D9A053B1-8674-D7B8-3CE5-5AF4297DE962}"/>
          </ac:spMkLst>
        </pc:spChg>
        <pc:spChg chg="del mod modVis">
          <ac:chgData name="Rashvika Abdulla" userId="377c5ba8-b904-4b9f-a957-4ff6d2e9489b" providerId="ADAL" clId="{0DC57CA2-0E12-4681-B9B7-33FD8D5B5E5D}" dt="2026-07-06T13:27:34.625" v="749" actId="478"/>
          <ac:spMkLst>
            <pc:docMk/>
            <pc:sldMk cId="0" sldId="2147470051"/>
            <ac:spMk id="1371" creationId="{6C3E15E5-3010-BE5C-5D64-986E9E696B0E}"/>
          </ac:spMkLst>
        </pc:spChg>
        <pc:spChg chg="del mod modVis">
          <ac:chgData name="Rashvika Abdulla" userId="377c5ba8-b904-4b9f-a957-4ff6d2e9489b" providerId="ADAL" clId="{0DC57CA2-0E12-4681-B9B7-33FD8D5B5E5D}" dt="2026-07-06T13:27:34.625" v="748" actId="478"/>
          <ac:spMkLst>
            <pc:docMk/>
            <pc:sldMk cId="0" sldId="2147470051"/>
            <ac:spMk id="1372" creationId="{219C64E6-AE61-402A-804C-65E2FBAC0ECF}"/>
          </ac:spMkLst>
        </pc:spChg>
        <pc:spChg chg="del mod modVis">
          <ac:chgData name="Rashvika Abdulla" userId="377c5ba8-b904-4b9f-a957-4ff6d2e9489b" providerId="ADAL" clId="{0DC57CA2-0E12-4681-B9B7-33FD8D5B5E5D}" dt="2026-07-06T13:27:34.625" v="747" actId="478"/>
          <ac:spMkLst>
            <pc:docMk/>
            <pc:sldMk cId="0" sldId="2147470051"/>
            <ac:spMk id="1373" creationId="{740D9E1A-BDED-D7BA-64EC-F0F74F3FF871}"/>
          </ac:spMkLst>
        </pc:spChg>
        <pc:spChg chg="del mod modVis">
          <ac:chgData name="Rashvika Abdulla" userId="377c5ba8-b904-4b9f-a957-4ff6d2e9489b" providerId="ADAL" clId="{0DC57CA2-0E12-4681-B9B7-33FD8D5B5E5D}" dt="2026-07-06T13:27:34.613" v="746" actId="478"/>
          <ac:spMkLst>
            <pc:docMk/>
            <pc:sldMk cId="0" sldId="2147470051"/>
            <ac:spMk id="1374" creationId="{30CDD275-869F-9E99-2B24-AC58B6AC29C0}"/>
          </ac:spMkLst>
        </pc:spChg>
        <pc:spChg chg="del mod modVis">
          <ac:chgData name="Rashvika Abdulla" userId="377c5ba8-b904-4b9f-a957-4ff6d2e9489b" providerId="ADAL" clId="{0DC57CA2-0E12-4681-B9B7-33FD8D5B5E5D}" dt="2026-07-06T13:27:34.613" v="745" actId="478"/>
          <ac:spMkLst>
            <pc:docMk/>
            <pc:sldMk cId="0" sldId="2147470051"/>
            <ac:spMk id="1375" creationId="{7CA6B7F2-7C57-885D-1E43-719E978D29B6}"/>
          </ac:spMkLst>
        </pc:spChg>
        <pc:spChg chg="del mod modVis">
          <ac:chgData name="Rashvika Abdulla" userId="377c5ba8-b904-4b9f-a957-4ff6d2e9489b" providerId="ADAL" clId="{0DC57CA2-0E12-4681-B9B7-33FD8D5B5E5D}" dt="2026-07-06T13:27:36.201" v="826" actId="478"/>
          <ac:spMkLst>
            <pc:docMk/>
            <pc:sldMk cId="0" sldId="2147470051"/>
            <ac:spMk id="1376" creationId="{E46C4136-6A92-88FE-EB62-8922D7368F24}"/>
          </ac:spMkLst>
        </pc:spChg>
        <pc:spChg chg="del mod modVis">
          <ac:chgData name="Rashvika Abdulla" userId="377c5ba8-b904-4b9f-a957-4ff6d2e9489b" providerId="ADAL" clId="{0DC57CA2-0E12-4681-B9B7-33FD8D5B5E5D}" dt="2026-07-06T13:27:36.201" v="825" actId="478"/>
          <ac:spMkLst>
            <pc:docMk/>
            <pc:sldMk cId="0" sldId="2147470051"/>
            <ac:spMk id="1377" creationId="{139AD805-859F-82AD-34DA-6E026C56AD06}"/>
          </ac:spMkLst>
        </pc:spChg>
        <pc:spChg chg="del mod modVis">
          <ac:chgData name="Rashvika Abdulla" userId="377c5ba8-b904-4b9f-a957-4ff6d2e9489b" providerId="ADAL" clId="{0DC57CA2-0E12-4681-B9B7-33FD8D5B5E5D}" dt="2026-07-06T13:27:36.201" v="824" actId="478"/>
          <ac:spMkLst>
            <pc:docMk/>
            <pc:sldMk cId="0" sldId="2147470051"/>
            <ac:spMk id="1378" creationId="{DD9CAADB-DB2C-6F7F-90FC-168EF0B4010C}"/>
          </ac:spMkLst>
        </pc:spChg>
        <pc:spChg chg="del mod modVis">
          <ac:chgData name="Rashvika Abdulla" userId="377c5ba8-b904-4b9f-a957-4ff6d2e9489b" providerId="ADAL" clId="{0DC57CA2-0E12-4681-B9B7-33FD8D5B5E5D}" dt="2026-07-06T13:27:36.201" v="823" actId="478"/>
          <ac:spMkLst>
            <pc:docMk/>
            <pc:sldMk cId="0" sldId="2147470051"/>
            <ac:spMk id="1379" creationId="{4394B2BE-8132-10A5-5135-50D17734B5FC}"/>
          </ac:spMkLst>
        </pc:spChg>
        <pc:spChg chg="del mod modVis">
          <ac:chgData name="Rashvika Abdulla" userId="377c5ba8-b904-4b9f-a957-4ff6d2e9489b" providerId="ADAL" clId="{0DC57CA2-0E12-4681-B9B7-33FD8D5B5E5D}" dt="2026-07-06T13:27:36.201" v="822" actId="478"/>
          <ac:spMkLst>
            <pc:docMk/>
            <pc:sldMk cId="0" sldId="2147470051"/>
            <ac:spMk id="1380" creationId="{533BF72E-EEB6-6F41-FCCD-CFA429AF509F}"/>
          </ac:spMkLst>
        </pc:spChg>
        <pc:spChg chg="del mod modVis">
          <ac:chgData name="Rashvika Abdulla" userId="377c5ba8-b904-4b9f-a957-4ff6d2e9489b" providerId="ADAL" clId="{0DC57CA2-0E12-4681-B9B7-33FD8D5B5E5D}" dt="2026-07-06T13:27:36.201" v="821" actId="478"/>
          <ac:spMkLst>
            <pc:docMk/>
            <pc:sldMk cId="0" sldId="2147470051"/>
            <ac:spMk id="1381" creationId="{44E47040-390E-0F4A-7EEE-6DB3A59A6BF5}"/>
          </ac:spMkLst>
        </pc:spChg>
        <pc:spChg chg="del mod modVis">
          <ac:chgData name="Rashvika Abdulla" userId="377c5ba8-b904-4b9f-a957-4ff6d2e9489b" providerId="ADAL" clId="{0DC57CA2-0E12-4681-B9B7-33FD8D5B5E5D}" dt="2026-07-06T13:27:36.201" v="820" actId="478"/>
          <ac:spMkLst>
            <pc:docMk/>
            <pc:sldMk cId="0" sldId="2147470051"/>
            <ac:spMk id="1382" creationId="{8E0B8F82-CF24-C9EE-E731-95A24713BB91}"/>
          </ac:spMkLst>
        </pc:spChg>
        <pc:spChg chg="del mod modVis">
          <ac:chgData name="Rashvika Abdulla" userId="377c5ba8-b904-4b9f-a957-4ff6d2e9489b" providerId="ADAL" clId="{0DC57CA2-0E12-4681-B9B7-33FD8D5B5E5D}" dt="2026-07-06T13:27:36.201" v="819" actId="478"/>
          <ac:spMkLst>
            <pc:docMk/>
            <pc:sldMk cId="0" sldId="2147470051"/>
            <ac:spMk id="1383" creationId="{43500B81-5428-6E64-B5F9-302A8C2218BE}"/>
          </ac:spMkLst>
        </pc:spChg>
        <pc:spChg chg="mod modVis">
          <ac:chgData name="Rashvika Abdulla" userId="377c5ba8-b904-4b9f-a957-4ff6d2e9489b" providerId="ADAL" clId="{0DC57CA2-0E12-4681-B9B7-33FD8D5B5E5D}" dt="2026-07-06T13:39:33.368" v="1550" actId="1035"/>
          <ac:spMkLst>
            <pc:docMk/>
            <pc:sldMk cId="0" sldId="2147470051"/>
            <ac:spMk id="1384" creationId="{5AB4649A-C2EF-B775-C04D-C44E8AE34323}"/>
          </ac:spMkLst>
        </pc:spChg>
        <pc:spChg chg="mod modVis">
          <ac:chgData name="Rashvika Abdulla" userId="377c5ba8-b904-4b9f-a957-4ff6d2e9489b" providerId="ADAL" clId="{0DC57CA2-0E12-4681-B9B7-33FD8D5B5E5D}" dt="2026-07-06T13:39:33.368" v="1550" actId="1035"/>
          <ac:spMkLst>
            <pc:docMk/>
            <pc:sldMk cId="0" sldId="2147470051"/>
            <ac:spMk id="1385" creationId="{99679035-9319-4E81-830B-F45D2A66FA96}"/>
          </ac:spMkLst>
        </pc:spChg>
        <pc:spChg chg="mod modVis">
          <ac:chgData name="Rashvika Abdulla" userId="377c5ba8-b904-4b9f-a957-4ff6d2e9489b" providerId="ADAL" clId="{0DC57CA2-0E12-4681-B9B7-33FD8D5B5E5D}" dt="2026-07-06T13:39:33.368" v="1550" actId="1035"/>
          <ac:spMkLst>
            <pc:docMk/>
            <pc:sldMk cId="0" sldId="2147470051"/>
            <ac:spMk id="1386" creationId="{07BC2FE8-C700-0F2D-A041-C7505E0F0F8E}"/>
          </ac:spMkLst>
        </pc:spChg>
        <pc:spChg chg="mod modVis">
          <ac:chgData name="Rashvika Abdulla" userId="377c5ba8-b904-4b9f-a957-4ff6d2e9489b" providerId="ADAL" clId="{0DC57CA2-0E12-4681-B9B7-33FD8D5B5E5D}" dt="2026-07-06T13:39:33.368" v="1550" actId="1035"/>
          <ac:spMkLst>
            <pc:docMk/>
            <pc:sldMk cId="0" sldId="2147470051"/>
            <ac:spMk id="1387" creationId="{BF1C2AA5-1D72-EDF9-E635-77191F7D9913}"/>
          </ac:spMkLst>
        </pc:spChg>
        <pc:spChg chg="del mod modVis">
          <ac:chgData name="Rashvika Abdulla" userId="377c5ba8-b904-4b9f-a957-4ff6d2e9489b" providerId="ADAL" clId="{0DC57CA2-0E12-4681-B9B7-33FD8D5B5E5D}" dt="2026-07-06T13:27:47.995" v="896" actId="478"/>
          <ac:spMkLst>
            <pc:docMk/>
            <pc:sldMk cId="0" sldId="2147470051"/>
            <ac:spMk id="1388" creationId="{80D348F8-6A6D-B804-3A9B-46D8EE427C27}"/>
          </ac:spMkLst>
        </pc:spChg>
        <pc:spChg chg="del mod modVis">
          <ac:chgData name="Rashvika Abdulla" userId="377c5ba8-b904-4b9f-a957-4ff6d2e9489b" providerId="ADAL" clId="{0DC57CA2-0E12-4681-B9B7-33FD8D5B5E5D}" dt="2026-07-06T13:27:47.995" v="896" actId="478"/>
          <ac:spMkLst>
            <pc:docMk/>
            <pc:sldMk cId="0" sldId="2147470051"/>
            <ac:spMk id="1389" creationId="{5C7E80BF-E402-C2FA-4347-93A7DC3D4CE7}"/>
          </ac:spMkLst>
        </pc:spChg>
        <pc:spChg chg="del mod modVis">
          <ac:chgData name="Rashvika Abdulla" userId="377c5ba8-b904-4b9f-a957-4ff6d2e9489b" providerId="ADAL" clId="{0DC57CA2-0E12-4681-B9B7-33FD8D5B5E5D}" dt="2026-07-06T13:27:47.995" v="896" actId="478"/>
          <ac:spMkLst>
            <pc:docMk/>
            <pc:sldMk cId="0" sldId="2147470051"/>
            <ac:spMk id="1390" creationId="{F1355297-A634-7DB4-3142-9AD4762D88DC}"/>
          </ac:spMkLst>
        </pc:spChg>
        <pc:spChg chg="del mod modVis">
          <ac:chgData name="Rashvika Abdulla" userId="377c5ba8-b904-4b9f-a957-4ff6d2e9489b" providerId="ADAL" clId="{0DC57CA2-0E12-4681-B9B7-33FD8D5B5E5D}" dt="2026-07-06T13:27:47.995" v="896" actId="478"/>
          <ac:spMkLst>
            <pc:docMk/>
            <pc:sldMk cId="0" sldId="2147470051"/>
            <ac:spMk id="1391" creationId="{7BF89DE8-0C26-3990-A37A-14326DD6EE88}"/>
          </ac:spMkLst>
        </pc:spChg>
        <pc:spChg chg="add mod ord">
          <ac:chgData name="Rashvika Abdulla" userId="377c5ba8-b904-4b9f-a957-4ff6d2e9489b" providerId="ADAL" clId="{0DC57CA2-0E12-4681-B9B7-33FD8D5B5E5D}" dt="2026-07-06T13:39:26.474" v="1542" actId="14100"/>
          <ac:spMkLst>
            <pc:docMk/>
            <pc:sldMk cId="0" sldId="2147470051"/>
            <ac:spMk id="1393" creationId="{A5F6DF20-F9AF-0D61-D2DF-91486A21A072}"/>
          </ac:spMkLst>
        </pc:spChg>
        <pc:spChg chg="add del mod modVis">
          <ac:chgData name="Rashvika Abdulla" userId="377c5ba8-b904-4b9f-a957-4ff6d2e9489b" providerId="ADAL" clId="{0DC57CA2-0E12-4681-B9B7-33FD8D5B5E5D}" dt="2026-07-06T13:33:07.701" v="1395" actId="478"/>
          <ac:spMkLst>
            <pc:docMk/>
            <pc:sldMk cId="0" sldId="2147470051"/>
            <ac:spMk id="1398" creationId="{6FA6F698-11F0-67E6-B456-EFA22C4D7F6E}"/>
          </ac:spMkLst>
        </pc:spChg>
        <pc:spChg chg="del mod modVis">
          <ac:chgData name="Rashvika Abdulla" userId="377c5ba8-b904-4b9f-a957-4ff6d2e9489b" providerId="ADAL" clId="{0DC57CA2-0E12-4681-B9B7-33FD8D5B5E5D}" dt="2026-07-06T13:32:53.946" v="1064" actId="478"/>
          <ac:spMkLst>
            <pc:docMk/>
            <pc:sldMk cId="0" sldId="2147470051"/>
            <ac:spMk id="1399" creationId="{AB299781-E1CC-87AC-B4FF-2408FDE42588}"/>
          </ac:spMkLst>
        </pc:spChg>
        <pc:spChg chg="del mod modVis">
          <ac:chgData name="Rashvika Abdulla" userId="377c5ba8-b904-4b9f-a957-4ff6d2e9489b" providerId="ADAL" clId="{0DC57CA2-0E12-4681-B9B7-33FD8D5B5E5D}" dt="2026-07-06T13:32:53.946" v="1063" actId="478"/>
          <ac:spMkLst>
            <pc:docMk/>
            <pc:sldMk cId="0" sldId="2147470051"/>
            <ac:spMk id="1400" creationId="{BC2A9902-1EAA-1225-5816-88D24FFA9675}"/>
          </ac:spMkLst>
        </pc:spChg>
        <pc:spChg chg="del mod modVis">
          <ac:chgData name="Rashvika Abdulla" userId="377c5ba8-b904-4b9f-a957-4ff6d2e9489b" providerId="ADAL" clId="{0DC57CA2-0E12-4681-B9B7-33FD8D5B5E5D}" dt="2026-07-06T13:32:53.946" v="1062" actId="478"/>
          <ac:spMkLst>
            <pc:docMk/>
            <pc:sldMk cId="0" sldId="2147470051"/>
            <ac:spMk id="1401" creationId="{FAB093F2-D561-9C00-C75A-02C4DDF65060}"/>
          </ac:spMkLst>
        </pc:spChg>
        <pc:spChg chg="del mod modVis">
          <ac:chgData name="Rashvika Abdulla" userId="377c5ba8-b904-4b9f-a957-4ff6d2e9489b" providerId="ADAL" clId="{0DC57CA2-0E12-4681-B9B7-33FD8D5B5E5D}" dt="2026-07-06T13:32:53.946" v="1061" actId="478"/>
          <ac:spMkLst>
            <pc:docMk/>
            <pc:sldMk cId="0" sldId="2147470051"/>
            <ac:spMk id="1402" creationId="{77BC4AB9-B47B-5AD8-4DC4-76DF597111C9}"/>
          </ac:spMkLst>
        </pc:spChg>
        <pc:spChg chg="del mod modVis">
          <ac:chgData name="Rashvika Abdulla" userId="377c5ba8-b904-4b9f-a957-4ff6d2e9489b" providerId="ADAL" clId="{0DC57CA2-0E12-4681-B9B7-33FD8D5B5E5D}" dt="2026-07-06T13:32:53.946" v="1060" actId="478"/>
          <ac:spMkLst>
            <pc:docMk/>
            <pc:sldMk cId="0" sldId="2147470051"/>
            <ac:spMk id="1403" creationId="{9081FDDD-9F59-DBA6-B5C4-F0A26E7ED566}"/>
          </ac:spMkLst>
        </pc:spChg>
        <pc:spChg chg="del mod modVis">
          <ac:chgData name="Rashvika Abdulla" userId="377c5ba8-b904-4b9f-a957-4ff6d2e9489b" providerId="ADAL" clId="{0DC57CA2-0E12-4681-B9B7-33FD8D5B5E5D}" dt="2026-07-06T13:32:53.946" v="1059" actId="478"/>
          <ac:spMkLst>
            <pc:docMk/>
            <pc:sldMk cId="0" sldId="2147470051"/>
            <ac:spMk id="1404" creationId="{D97E78BD-2B8A-0C8F-A6B0-0D66C02A240E}"/>
          </ac:spMkLst>
        </pc:spChg>
        <pc:spChg chg="del mod modVis">
          <ac:chgData name="Rashvika Abdulla" userId="377c5ba8-b904-4b9f-a957-4ff6d2e9489b" providerId="ADAL" clId="{0DC57CA2-0E12-4681-B9B7-33FD8D5B5E5D}" dt="2026-07-06T13:32:53.946" v="1058" actId="478"/>
          <ac:spMkLst>
            <pc:docMk/>
            <pc:sldMk cId="0" sldId="2147470051"/>
            <ac:spMk id="1405" creationId="{CCF78AA8-51A4-9086-E82A-88BDC07BC600}"/>
          </ac:spMkLst>
        </pc:spChg>
        <pc:spChg chg="del mod modVis">
          <ac:chgData name="Rashvika Abdulla" userId="377c5ba8-b904-4b9f-a957-4ff6d2e9489b" providerId="ADAL" clId="{0DC57CA2-0E12-4681-B9B7-33FD8D5B5E5D}" dt="2026-07-06T13:32:53.946" v="1057" actId="478"/>
          <ac:spMkLst>
            <pc:docMk/>
            <pc:sldMk cId="0" sldId="2147470051"/>
            <ac:spMk id="1406" creationId="{71F015A7-22AD-E5AF-0FF6-D11CC030EA69}"/>
          </ac:spMkLst>
        </pc:spChg>
        <pc:spChg chg="del mod modVis">
          <ac:chgData name="Rashvika Abdulla" userId="377c5ba8-b904-4b9f-a957-4ff6d2e9489b" providerId="ADAL" clId="{0DC57CA2-0E12-4681-B9B7-33FD8D5B5E5D}" dt="2026-07-06T13:32:54.866" v="1102" actId="478"/>
          <ac:spMkLst>
            <pc:docMk/>
            <pc:sldMk cId="0" sldId="2147470051"/>
            <ac:spMk id="1407" creationId="{1B38F36C-1CD0-C7DE-7207-16CC2BCC9F4A}"/>
          </ac:spMkLst>
        </pc:spChg>
        <pc:spChg chg="del mod modVis">
          <ac:chgData name="Rashvika Abdulla" userId="377c5ba8-b904-4b9f-a957-4ff6d2e9489b" providerId="ADAL" clId="{0DC57CA2-0E12-4681-B9B7-33FD8D5B5E5D}" dt="2026-07-06T13:32:54.866" v="1101" actId="478"/>
          <ac:spMkLst>
            <pc:docMk/>
            <pc:sldMk cId="0" sldId="2147470051"/>
            <ac:spMk id="1472" creationId="{6B21A1A8-A971-F725-4C42-2AEBCFF50686}"/>
          </ac:spMkLst>
        </pc:spChg>
        <pc:spChg chg="del mod modVis">
          <ac:chgData name="Rashvika Abdulla" userId="377c5ba8-b904-4b9f-a957-4ff6d2e9489b" providerId="ADAL" clId="{0DC57CA2-0E12-4681-B9B7-33FD8D5B5E5D}" dt="2026-07-06T13:32:54.866" v="1100" actId="478"/>
          <ac:spMkLst>
            <pc:docMk/>
            <pc:sldMk cId="0" sldId="2147470051"/>
            <ac:spMk id="1473" creationId="{1D758D56-62C7-C993-83C1-362B914ADCC3}"/>
          </ac:spMkLst>
        </pc:spChg>
        <pc:spChg chg="del mod modVis">
          <ac:chgData name="Rashvika Abdulla" userId="377c5ba8-b904-4b9f-a957-4ff6d2e9489b" providerId="ADAL" clId="{0DC57CA2-0E12-4681-B9B7-33FD8D5B5E5D}" dt="2026-07-06T13:32:54.866" v="1099" actId="478"/>
          <ac:spMkLst>
            <pc:docMk/>
            <pc:sldMk cId="0" sldId="2147470051"/>
            <ac:spMk id="1474" creationId="{61C737C1-6072-AF1F-87EA-CF30B61CC32C}"/>
          </ac:spMkLst>
        </pc:spChg>
        <pc:spChg chg="del mod modVis">
          <ac:chgData name="Rashvika Abdulla" userId="377c5ba8-b904-4b9f-a957-4ff6d2e9489b" providerId="ADAL" clId="{0DC57CA2-0E12-4681-B9B7-33FD8D5B5E5D}" dt="2026-07-06T13:32:56.135" v="1149" actId="478"/>
          <ac:spMkLst>
            <pc:docMk/>
            <pc:sldMk cId="0" sldId="2147470051"/>
            <ac:spMk id="1475" creationId="{8F862CB4-2D91-8C55-9938-D6470F34278F}"/>
          </ac:spMkLst>
        </pc:spChg>
        <pc:spChg chg="del mod modVis">
          <ac:chgData name="Rashvika Abdulla" userId="377c5ba8-b904-4b9f-a957-4ff6d2e9489b" providerId="ADAL" clId="{0DC57CA2-0E12-4681-B9B7-33FD8D5B5E5D}" dt="2026-07-06T13:32:56.135" v="1148" actId="478"/>
          <ac:spMkLst>
            <pc:docMk/>
            <pc:sldMk cId="0" sldId="2147470051"/>
            <ac:spMk id="1476" creationId="{F6B0C5BC-3A55-7748-91A3-439E9FF9D1D7}"/>
          </ac:spMkLst>
        </pc:spChg>
        <pc:spChg chg="del mod modVis">
          <ac:chgData name="Rashvika Abdulla" userId="377c5ba8-b904-4b9f-a957-4ff6d2e9489b" providerId="ADAL" clId="{0DC57CA2-0E12-4681-B9B7-33FD8D5B5E5D}" dt="2026-07-06T13:32:56.135" v="1147" actId="478"/>
          <ac:spMkLst>
            <pc:docMk/>
            <pc:sldMk cId="0" sldId="2147470051"/>
            <ac:spMk id="1477" creationId="{5EB95418-098B-9E5A-28E8-38D112DA5A6C}"/>
          </ac:spMkLst>
        </pc:spChg>
        <pc:spChg chg="del mod modVis">
          <ac:chgData name="Rashvika Abdulla" userId="377c5ba8-b904-4b9f-a957-4ff6d2e9489b" providerId="ADAL" clId="{0DC57CA2-0E12-4681-B9B7-33FD8D5B5E5D}" dt="2026-07-06T13:32:56.135" v="1146" actId="478"/>
          <ac:spMkLst>
            <pc:docMk/>
            <pc:sldMk cId="0" sldId="2147470051"/>
            <ac:spMk id="1478" creationId="{7FCCE8E0-DBCB-CF8B-10D9-E77F38CAE24C}"/>
          </ac:spMkLst>
        </pc:spChg>
        <pc:spChg chg="del mod modVis">
          <ac:chgData name="Rashvika Abdulla" userId="377c5ba8-b904-4b9f-a957-4ff6d2e9489b" providerId="ADAL" clId="{0DC57CA2-0E12-4681-B9B7-33FD8D5B5E5D}" dt="2026-07-06T13:32:56.135" v="1145" actId="478"/>
          <ac:spMkLst>
            <pc:docMk/>
            <pc:sldMk cId="0" sldId="2147470051"/>
            <ac:spMk id="1479" creationId="{CA2CC450-686A-4975-169A-C76809C23D95}"/>
          </ac:spMkLst>
        </pc:spChg>
        <pc:spChg chg="del mod modVis">
          <ac:chgData name="Rashvika Abdulla" userId="377c5ba8-b904-4b9f-a957-4ff6d2e9489b" providerId="ADAL" clId="{0DC57CA2-0E12-4681-B9B7-33FD8D5B5E5D}" dt="2026-07-06T13:32:56.538" v="1187" actId="478"/>
          <ac:spMkLst>
            <pc:docMk/>
            <pc:sldMk cId="0" sldId="2147470051"/>
            <ac:spMk id="1480" creationId="{D9B03F0D-51FD-4C23-9164-3EE7ED05C2B0}"/>
          </ac:spMkLst>
        </pc:spChg>
        <pc:spChg chg="del mod modVis">
          <ac:chgData name="Rashvika Abdulla" userId="377c5ba8-b904-4b9f-a957-4ff6d2e9489b" providerId="ADAL" clId="{0DC57CA2-0E12-4681-B9B7-33FD8D5B5E5D}" dt="2026-07-06T13:32:56.538" v="1186" actId="478"/>
          <ac:spMkLst>
            <pc:docMk/>
            <pc:sldMk cId="0" sldId="2147470051"/>
            <ac:spMk id="1481" creationId="{20821CF8-C803-8873-640D-D2F3EB55F17B}"/>
          </ac:spMkLst>
        </pc:spChg>
        <pc:spChg chg="del mod modVis">
          <ac:chgData name="Rashvika Abdulla" userId="377c5ba8-b904-4b9f-a957-4ff6d2e9489b" providerId="ADAL" clId="{0DC57CA2-0E12-4681-B9B7-33FD8D5B5E5D}" dt="2026-07-06T13:32:56.538" v="1185" actId="478"/>
          <ac:spMkLst>
            <pc:docMk/>
            <pc:sldMk cId="0" sldId="2147470051"/>
            <ac:spMk id="1482" creationId="{DB74E109-1F22-E3C1-DE80-6155061BC8E1}"/>
          </ac:spMkLst>
        </pc:spChg>
        <pc:spChg chg="del mod modVis">
          <ac:chgData name="Rashvika Abdulla" userId="377c5ba8-b904-4b9f-a957-4ff6d2e9489b" providerId="ADAL" clId="{0DC57CA2-0E12-4681-B9B7-33FD8D5B5E5D}" dt="2026-07-06T13:32:56.538" v="1184" actId="478"/>
          <ac:spMkLst>
            <pc:docMk/>
            <pc:sldMk cId="0" sldId="2147470051"/>
            <ac:spMk id="1483" creationId="{6FE88F79-9FE1-E923-247F-10A68AA2D47B}"/>
          </ac:spMkLst>
        </pc:spChg>
        <pc:spChg chg="del">
          <ac:chgData name="Rashvika Abdulla" userId="377c5ba8-b904-4b9f-a957-4ff6d2e9489b" providerId="ADAL" clId="{0DC57CA2-0E12-4681-B9B7-33FD8D5B5E5D}" dt="2026-07-06T13:25:17.570" v="38" actId="478"/>
          <ac:spMkLst>
            <pc:docMk/>
            <pc:sldMk cId="0" sldId="2147470051"/>
            <ac:spMk id="1485" creationId="{8E403193-DEB3-7D4C-166F-5E09A7235B16}"/>
          </ac:spMkLst>
        </pc:spChg>
        <pc:spChg chg="del mod modVis">
          <ac:chgData name="Rashvika Abdulla" userId="377c5ba8-b904-4b9f-a957-4ff6d2e9489b" providerId="ADAL" clId="{0DC57CA2-0E12-4681-B9B7-33FD8D5B5E5D}" dt="2026-07-06T13:32:57.070" v="1216" actId="478"/>
          <ac:spMkLst>
            <pc:docMk/>
            <pc:sldMk cId="0" sldId="2147470051"/>
            <ac:spMk id="1486" creationId="{45A9CE7C-E4D2-02A3-9BB4-4999C50C758F}"/>
          </ac:spMkLst>
        </pc:spChg>
        <pc:spChg chg="del mod modVis">
          <ac:chgData name="Rashvika Abdulla" userId="377c5ba8-b904-4b9f-a957-4ff6d2e9489b" providerId="ADAL" clId="{0DC57CA2-0E12-4681-B9B7-33FD8D5B5E5D}" dt="2026-07-06T13:32:57.070" v="1215" actId="478"/>
          <ac:spMkLst>
            <pc:docMk/>
            <pc:sldMk cId="0" sldId="2147470051"/>
            <ac:spMk id="1489" creationId="{FD824CB2-0D7B-9339-80B0-A2E194E2BF49}"/>
          </ac:spMkLst>
        </pc:spChg>
        <pc:spChg chg="del mod modVis">
          <ac:chgData name="Rashvika Abdulla" userId="377c5ba8-b904-4b9f-a957-4ff6d2e9489b" providerId="ADAL" clId="{0DC57CA2-0E12-4681-B9B7-33FD8D5B5E5D}" dt="2026-07-06T13:32:57.070" v="1214" actId="478"/>
          <ac:spMkLst>
            <pc:docMk/>
            <pc:sldMk cId="0" sldId="2147470051"/>
            <ac:spMk id="1490" creationId="{F1AE35E4-93F1-8393-19B1-67D6C7B67365}"/>
          </ac:spMkLst>
        </pc:spChg>
        <pc:spChg chg="del mod modVis">
          <ac:chgData name="Rashvika Abdulla" userId="377c5ba8-b904-4b9f-a957-4ff6d2e9489b" providerId="ADAL" clId="{0DC57CA2-0E12-4681-B9B7-33FD8D5B5E5D}" dt="2026-07-06T13:33:02.075" v="1236" actId="478"/>
          <ac:spMkLst>
            <pc:docMk/>
            <pc:sldMk cId="0" sldId="2147470051"/>
            <ac:spMk id="1491" creationId="{6B6E5423-802E-ED41-36EE-6BA34A8E74DE}"/>
          </ac:spMkLst>
        </pc:spChg>
        <pc:spChg chg="del mod modVis">
          <ac:chgData name="Rashvika Abdulla" userId="377c5ba8-b904-4b9f-a957-4ff6d2e9489b" providerId="ADAL" clId="{0DC57CA2-0E12-4681-B9B7-33FD8D5B5E5D}" dt="2026-07-06T13:33:02.075" v="1235" actId="478"/>
          <ac:spMkLst>
            <pc:docMk/>
            <pc:sldMk cId="0" sldId="2147470051"/>
            <ac:spMk id="1492" creationId="{DE02256E-3BF8-496C-C51A-EA6F12B59DE1}"/>
          </ac:spMkLst>
        </pc:spChg>
        <pc:spChg chg="del mod modVis">
          <ac:chgData name="Rashvika Abdulla" userId="377c5ba8-b904-4b9f-a957-4ff6d2e9489b" providerId="ADAL" clId="{0DC57CA2-0E12-4681-B9B7-33FD8D5B5E5D}" dt="2026-07-06T13:33:02.234" v="1256" actId="478"/>
          <ac:spMkLst>
            <pc:docMk/>
            <pc:sldMk cId="0" sldId="2147470051"/>
            <ac:spMk id="1493" creationId="{2BC80957-F2D8-A532-4E0B-D0807C8B3149}"/>
          </ac:spMkLst>
        </pc:spChg>
        <pc:spChg chg="del mod modVis">
          <ac:chgData name="Rashvika Abdulla" userId="377c5ba8-b904-4b9f-a957-4ff6d2e9489b" providerId="ADAL" clId="{0DC57CA2-0E12-4681-B9B7-33FD8D5B5E5D}" dt="2026-07-06T13:33:02.234" v="1255" actId="478"/>
          <ac:spMkLst>
            <pc:docMk/>
            <pc:sldMk cId="0" sldId="2147470051"/>
            <ac:spMk id="1494" creationId="{F33DBF08-4DD5-9940-765F-CB21B9EEA927}"/>
          </ac:spMkLst>
        </pc:spChg>
        <pc:spChg chg="del mod modVis">
          <ac:chgData name="Rashvika Abdulla" userId="377c5ba8-b904-4b9f-a957-4ff6d2e9489b" providerId="ADAL" clId="{0DC57CA2-0E12-4681-B9B7-33FD8D5B5E5D}" dt="2026-07-06T13:33:02.428" v="1276" actId="478"/>
          <ac:spMkLst>
            <pc:docMk/>
            <pc:sldMk cId="0" sldId="2147470051"/>
            <ac:spMk id="1495" creationId="{E3F313CA-37A4-4362-96A0-025341F0B590}"/>
          </ac:spMkLst>
        </pc:spChg>
        <pc:spChg chg="mod">
          <ac:chgData name="Rashvika Abdulla" userId="377c5ba8-b904-4b9f-a957-4ff6d2e9489b" providerId="ADAL" clId="{0DC57CA2-0E12-4681-B9B7-33FD8D5B5E5D}" dt="2026-07-06T13:39:43.517" v="1555" actId="1036"/>
          <ac:spMkLst>
            <pc:docMk/>
            <pc:sldMk cId="0" sldId="2147470051"/>
            <ac:spMk id="1496" creationId="{FD7406BE-217E-F3CE-365B-10855873F00D}"/>
          </ac:spMkLst>
        </pc:spChg>
        <pc:spChg chg="del mod modVis">
          <ac:chgData name="Rashvika Abdulla" userId="377c5ba8-b904-4b9f-a957-4ff6d2e9489b" providerId="ADAL" clId="{0DC57CA2-0E12-4681-B9B7-33FD8D5B5E5D}" dt="2026-07-06T13:33:02.428" v="1275" actId="478"/>
          <ac:spMkLst>
            <pc:docMk/>
            <pc:sldMk cId="0" sldId="2147470051"/>
            <ac:spMk id="1498" creationId="{4872FF79-B385-AF5B-F58F-016548516F4D}"/>
          </ac:spMkLst>
        </pc:spChg>
        <pc:spChg chg="del mod modVis">
          <ac:chgData name="Rashvika Abdulla" userId="377c5ba8-b904-4b9f-a957-4ff6d2e9489b" providerId="ADAL" clId="{0DC57CA2-0E12-4681-B9B7-33FD8D5B5E5D}" dt="2026-07-06T13:33:03.347" v="1296" actId="478"/>
          <ac:spMkLst>
            <pc:docMk/>
            <pc:sldMk cId="0" sldId="2147470051"/>
            <ac:spMk id="1501" creationId="{F189E5A4-426A-BA59-80E4-74555C2F9436}"/>
          </ac:spMkLst>
        </pc:spChg>
        <pc:spChg chg="del mod modVis">
          <ac:chgData name="Rashvika Abdulla" userId="377c5ba8-b904-4b9f-a957-4ff6d2e9489b" providerId="ADAL" clId="{0DC57CA2-0E12-4681-B9B7-33FD8D5B5E5D}" dt="2026-07-06T13:33:03.347" v="1295" actId="478"/>
          <ac:spMkLst>
            <pc:docMk/>
            <pc:sldMk cId="0" sldId="2147470051"/>
            <ac:spMk id="1502" creationId="{0ACCD6AC-C4D2-954E-034B-D3775A8CF22D}"/>
          </ac:spMkLst>
        </pc:spChg>
        <pc:spChg chg="del mod modVis">
          <ac:chgData name="Rashvika Abdulla" userId="377c5ba8-b904-4b9f-a957-4ff6d2e9489b" providerId="ADAL" clId="{0DC57CA2-0E12-4681-B9B7-33FD8D5B5E5D}" dt="2026-07-06T13:33:05.610" v="1316" actId="478"/>
          <ac:spMkLst>
            <pc:docMk/>
            <pc:sldMk cId="0" sldId="2147470051"/>
            <ac:spMk id="1503" creationId="{12890B24-9CD0-78A0-7A1D-E5C5A7FF9729}"/>
          </ac:spMkLst>
        </pc:spChg>
        <pc:spChg chg="del mod modVis">
          <ac:chgData name="Rashvika Abdulla" userId="377c5ba8-b904-4b9f-a957-4ff6d2e9489b" providerId="ADAL" clId="{0DC57CA2-0E12-4681-B9B7-33FD8D5B5E5D}" dt="2026-07-06T13:33:05.610" v="1315" actId="478"/>
          <ac:spMkLst>
            <pc:docMk/>
            <pc:sldMk cId="0" sldId="2147470051"/>
            <ac:spMk id="1504" creationId="{96A203DE-F5C4-C491-5167-97CA92A37508}"/>
          </ac:spMkLst>
        </pc:spChg>
        <pc:spChg chg="del mod modVis">
          <ac:chgData name="Rashvika Abdulla" userId="377c5ba8-b904-4b9f-a957-4ff6d2e9489b" providerId="ADAL" clId="{0DC57CA2-0E12-4681-B9B7-33FD8D5B5E5D}" dt="2026-07-06T13:33:06.156" v="1336" actId="478"/>
          <ac:spMkLst>
            <pc:docMk/>
            <pc:sldMk cId="0" sldId="2147470051"/>
            <ac:spMk id="1505" creationId="{0C51E43E-60E3-19AC-39C3-A76AA68425CC}"/>
          </ac:spMkLst>
        </pc:spChg>
        <pc:spChg chg="del">
          <ac:chgData name="Rashvika Abdulla" userId="377c5ba8-b904-4b9f-a957-4ff6d2e9489b" providerId="ADAL" clId="{0DC57CA2-0E12-4681-B9B7-33FD8D5B5E5D}" dt="2026-07-06T13:25:17.570" v="38" actId="478"/>
          <ac:spMkLst>
            <pc:docMk/>
            <pc:sldMk cId="0" sldId="2147470051"/>
            <ac:spMk id="1506" creationId="{C89A7713-B1D8-8103-19A4-D19655BC872A}"/>
          </ac:spMkLst>
        </pc:spChg>
        <pc:spChg chg="del mod modVis">
          <ac:chgData name="Rashvika Abdulla" userId="377c5ba8-b904-4b9f-a957-4ff6d2e9489b" providerId="ADAL" clId="{0DC57CA2-0E12-4681-B9B7-33FD8D5B5E5D}" dt="2026-07-06T13:33:06.156" v="1335" actId="478"/>
          <ac:spMkLst>
            <pc:docMk/>
            <pc:sldMk cId="0" sldId="2147470051"/>
            <ac:spMk id="1508" creationId="{02443D7A-F36B-0E62-4DD2-E936453F601B}"/>
          </ac:spMkLst>
        </pc:spChg>
        <pc:spChg chg="del">
          <ac:chgData name="Rashvika Abdulla" userId="377c5ba8-b904-4b9f-a957-4ff6d2e9489b" providerId="ADAL" clId="{0DC57CA2-0E12-4681-B9B7-33FD8D5B5E5D}" dt="2026-07-06T13:25:17.570" v="38" actId="478"/>
          <ac:spMkLst>
            <pc:docMk/>
            <pc:sldMk cId="0" sldId="2147470051"/>
            <ac:spMk id="1509" creationId="{246AFAA4-0F0A-B9EB-54F6-84DCAEF1F012}"/>
          </ac:spMkLst>
        </pc:spChg>
        <pc:spChg chg="del">
          <ac:chgData name="Rashvika Abdulla" userId="377c5ba8-b904-4b9f-a957-4ff6d2e9489b" providerId="ADAL" clId="{0DC57CA2-0E12-4681-B9B7-33FD8D5B5E5D}" dt="2026-07-06T13:25:17.570" v="38" actId="478"/>
          <ac:spMkLst>
            <pc:docMk/>
            <pc:sldMk cId="0" sldId="2147470051"/>
            <ac:spMk id="1510" creationId="{E36FD5C6-DC97-A27B-F859-B26DB0FD5841}"/>
          </ac:spMkLst>
        </pc:spChg>
        <pc:spChg chg="del">
          <ac:chgData name="Rashvika Abdulla" userId="377c5ba8-b904-4b9f-a957-4ff6d2e9489b" providerId="ADAL" clId="{0DC57CA2-0E12-4681-B9B7-33FD8D5B5E5D}" dt="2026-07-06T13:25:17.570" v="38" actId="478"/>
          <ac:spMkLst>
            <pc:docMk/>
            <pc:sldMk cId="0" sldId="2147470051"/>
            <ac:spMk id="1511" creationId="{47F839C0-1C87-5C8B-47CC-F806D81397AA}"/>
          </ac:spMkLst>
        </pc:spChg>
        <pc:spChg chg="del">
          <ac:chgData name="Rashvika Abdulla" userId="377c5ba8-b904-4b9f-a957-4ff6d2e9489b" providerId="ADAL" clId="{0DC57CA2-0E12-4681-B9B7-33FD8D5B5E5D}" dt="2026-07-06T13:25:17.570" v="38" actId="478"/>
          <ac:spMkLst>
            <pc:docMk/>
            <pc:sldMk cId="0" sldId="2147470051"/>
            <ac:spMk id="1512" creationId="{46A491C0-429C-6F3C-11FF-08C6B5D39DED}"/>
          </ac:spMkLst>
        </pc:spChg>
        <pc:spChg chg="del mod modVis">
          <ac:chgData name="Rashvika Abdulla" userId="377c5ba8-b904-4b9f-a957-4ff6d2e9489b" providerId="ADAL" clId="{0DC57CA2-0E12-4681-B9B7-33FD8D5B5E5D}" dt="2026-07-06T13:33:06.286" v="1356" actId="478"/>
          <ac:spMkLst>
            <pc:docMk/>
            <pc:sldMk cId="0" sldId="2147470051"/>
            <ac:spMk id="1513" creationId="{79391753-90D7-AD41-B8F5-C5004C6848F1}"/>
          </ac:spMkLst>
        </pc:spChg>
        <pc:spChg chg="del mod modVis">
          <ac:chgData name="Rashvika Abdulla" userId="377c5ba8-b904-4b9f-a957-4ff6d2e9489b" providerId="ADAL" clId="{0DC57CA2-0E12-4681-B9B7-33FD8D5B5E5D}" dt="2026-07-06T13:33:06.286" v="1355" actId="478"/>
          <ac:spMkLst>
            <pc:docMk/>
            <pc:sldMk cId="0" sldId="2147470051"/>
            <ac:spMk id="1514" creationId="{F337CD23-E17B-3DE0-EEBA-123B2B997EFC}"/>
          </ac:spMkLst>
        </pc:spChg>
        <pc:spChg chg="del mod modVis">
          <ac:chgData name="Rashvika Abdulla" userId="377c5ba8-b904-4b9f-a957-4ff6d2e9489b" providerId="ADAL" clId="{0DC57CA2-0E12-4681-B9B7-33FD8D5B5E5D}" dt="2026-07-06T13:33:06.510" v="1376" actId="478"/>
          <ac:spMkLst>
            <pc:docMk/>
            <pc:sldMk cId="0" sldId="2147470051"/>
            <ac:spMk id="1515" creationId="{47943EC0-8364-01F1-8063-DE0C3968B34E}"/>
          </ac:spMkLst>
        </pc:spChg>
        <pc:spChg chg="del mod modVis">
          <ac:chgData name="Rashvika Abdulla" userId="377c5ba8-b904-4b9f-a957-4ff6d2e9489b" providerId="ADAL" clId="{0DC57CA2-0E12-4681-B9B7-33FD8D5B5E5D}" dt="2026-07-06T13:33:06.510" v="1375" actId="478"/>
          <ac:spMkLst>
            <pc:docMk/>
            <pc:sldMk cId="0" sldId="2147470051"/>
            <ac:spMk id="1516" creationId="{9E66B281-2786-9A94-E9CC-4EEECDDF0050}"/>
          </ac:spMkLst>
        </pc:spChg>
        <pc:spChg chg="del">
          <ac:chgData name="Rashvika Abdulla" userId="377c5ba8-b904-4b9f-a957-4ff6d2e9489b" providerId="ADAL" clId="{0DC57CA2-0E12-4681-B9B7-33FD8D5B5E5D}" dt="2026-07-06T13:25:17.570" v="38" actId="478"/>
          <ac:spMkLst>
            <pc:docMk/>
            <pc:sldMk cId="0" sldId="2147470051"/>
            <ac:spMk id="1517" creationId="{16F32BA2-AFA0-F47A-D029-C9379B4D33BE}"/>
          </ac:spMkLst>
        </pc:spChg>
        <pc:spChg chg="mod modVis">
          <ac:chgData name="Rashvika Abdulla" userId="377c5ba8-b904-4b9f-a957-4ff6d2e9489b" providerId="ADAL" clId="{0DC57CA2-0E12-4681-B9B7-33FD8D5B5E5D}" dt="2026-07-06T13:53:42.942" v="1565" actId="207"/>
          <ac:spMkLst>
            <pc:docMk/>
            <pc:sldMk cId="0" sldId="2147470051"/>
            <ac:spMk id="1518" creationId="{1AFB695B-19E3-6B23-A767-B7D925AEA552}"/>
          </ac:spMkLst>
        </pc:spChg>
        <pc:spChg chg="del mod modVis">
          <ac:chgData name="Rashvika Abdulla" userId="377c5ba8-b904-4b9f-a957-4ff6d2e9489b" providerId="ADAL" clId="{0DC57CA2-0E12-4681-B9B7-33FD8D5B5E5D}" dt="2026-07-06T13:33:20.779" v="1410" actId="478"/>
          <ac:spMkLst>
            <pc:docMk/>
            <pc:sldMk cId="0" sldId="2147470051"/>
            <ac:spMk id="1519" creationId="{3E38FA68-CD4F-2BCF-8DF5-DCA3436511BC}"/>
          </ac:spMkLst>
        </pc:spChg>
        <pc:spChg chg="del">
          <ac:chgData name="Rashvika Abdulla" userId="377c5ba8-b904-4b9f-a957-4ff6d2e9489b" providerId="ADAL" clId="{0DC57CA2-0E12-4681-B9B7-33FD8D5B5E5D}" dt="2026-07-06T13:26:08.020" v="118" actId="478"/>
          <ac:spMkLst>
            <pc:docMk/>
            <pc:sldMk cId="0" sldId="2147470051"/>
            <ac:spMk id="1520" creationId="{7A1B9914-D0BF-3017-27FE-7FCEB8486ABC}"/>
          </ac:spMkLst>
        </pc:spChg>
        <pc:spChg chg="del">
          <ac:chgData name="Rashvika Abdulla" userId="377c5ba8-b904-4b9f-a957-4ff6d2e9489b" providerId="ADAL" clId="{0DC57CA2-0E12-4681-B9B7-33FD8D5B5E5D}" dt="2026-07-06T13:25:17.570" v="38" actId="478"/>
          <ac:spMkLst>
            <pc:docMk/>
            <pc:sldMk cId="0" sldId="2147470051"/>
            <ac:spMk id="1521" creationId="{385DF1DA-C44E-B41A-F9AB-CF1F395986CF}"/>
          </ac:spMkLst>
        </pc:spChg>
        <pc:spChg chg="add del mod">
          <ac:chgData name="Rashvika Abdulla" userId="377c5ba8-b904-4b9f-a957-4ff6d2e9489b" providerId="ADAL" clId="{0DC57CA2-0E12-4681-B9B7-33FD8D5B5E5D}" dt="2026-07-06T13:33:15.873" v="1398" actId="478"/>
          <ac:spMkLst>
            <pc:docMk/>
            <pc:sldMk cId="0" sldId="2147470051"/>
            <ac:spMk id="1522" creationId="{2EC0F263-41F0-330C-FDB0-1E121EE05B2B}"/>
          </ac:spMkLst>
        </pc:spChg>
        <pc:spChg chg="add mod ord">
          <ac:chgData name="Rashvika Abdulla" userId="377c5ba8-b904-4b9f-a957-4ff6d2e9489b" providerId="ADAL" clId="{0DC57CA2-0E12-4681-B9B7-33FD8D5B5E5D}" dt="2026-07-06T13:53:42.942" v="1565" actId="207"/>
          <ac:spMkLst>
            <pc:docMk/>
            <pc:sldMk cId="0" sldId="2147470051"/>
            <ac:spMk id="1527" creationId="{C4946514-9AFE-30E6-3D84-7324A721A038}"/>
          </ac:spMkLst>
        </pc:spChg>
        <pc:spChg chg="add mod">
          <ac:chgData name="Rashvika Abdulla" userId="377c5ba8-b904-4b9f-a957-4ff6d2e9489b" providerId="ADAL" clId="{0DC57CA2-0E12-4681-B9B7-33FD8D5B5E5D}" dt="2026-07-06T13:55:16.890" v="1570" actId="207"/>
          <ac:spMkLst>
            <pc:docMk/>
            <pc:sldMk cId="0" sldId="2147470051"/>
            <ac:spMk id="1528" creationId="{68021260-3B96-EF76-D1E5-6CF112B08EB6}"/>
          </ac:spMkLst>
        </pc:spChg>
        <pc:spChg chg="add del">
          <ac:chgData name="Rashvika Abdulla" userId="377c5ba8-b904-4b9f-a957-4ff6d2e9489b" providerId="ADAL" clId="{0DC57CA2-0E12-4681-B9B7-33FD8D5B5E5D}" dt="2026-07-06T13:33:45.399" v="1418"/>
          <ac:spMkLst>
            <pc:docMk/>
            <pc:sldMk cId="0" sldId="2147470051"/>
            <ac:spMk id="1529" creationId="{EE630429-C1D1-0F64-87FA-3D33BB1AAF88}"/>
          </ac:spMkLst>
        </pc:spChg>
        <pc:spChg chg="add mod">
          <ac:chgData name="Rashvika Abdulla" userId="377c5ba8-b904-4b9f-a957-4ff6d2e9489b" providerId="ADAL" clId="{0DC57CA2-0E12-4681-B9B7-33FD8D5B5E5D}" dt="2026-07-06T13:55:16.890" v="1570" actId="207"/>
          <ac:spMkLst>
            <pc:docMk/>
            <pc:sldMk cId="0" sldId="2147470051"/>
            <ac:spMk id="1530" creationId="{A79F7794-8AC1-E9AB-DF09-4BE78694252C}"/>
          </ac:spMkLst>
        </pc:spChg>
        <pc:spChg chg="add mod">
          <ac:chgData name="Rashvika Abdulla" userId="377c5ba8-b904-4b9f-a957-4ff6d2e9489b" providerId="ADAL" clId="{0DC57CA2-0E12-4681-B9B7-33FD8D5B5E5D}" dt="2026-07-06T13:35:02.222" v="1453" actId="12789"/>
          <ac:spMkLst>
            <pc:docMk/>
            <pc:sldMk cId="0" sldId="2147470051"/>
            <ac:spMk id="1531" creationId="{DA5A39D6-5130-4351-5E21-384697B674CC}"/>
          </ac:spMkLst>
        </pc:spChg>
        <pc:spChg chg="add mod">
          <ac:chgData name="Rashvika Abdulla" userId="377c5ba8-b904-4b9f-a957-4ff6d2e9489b" providerId="ADAL" clId="{0DC57CA2-0E12-4681-B9B7-33FD8D5B5E5D}" dt="2026-07-06T13:34:57.021" v="1451" actId="12789"/>
          <ac:spMkLst>
            <pc:docMk/>
            <pc:sldMk cId="0" sldId="2147470051"/>
            <ac:spMk id="1532" creationId="{7F0C6F55-F17B-8474-3D39-831966D13761}"/>
          </ac:spMkLst>
        </pc:spChg>
        <pc:spChg chg="add mod">
          <ac:chgData name="Rashvika Abdulla" userId="377c5ba8-b904-4b9f-a957-4ff6d2e9489b" providerId="ADAL" clId="{0DC57CA2-0E12-4681-B9B7-33FD8D5B5E5D}" dt="2026-07-06T13:36:13.563" v="1471" actId="1035"/>
          <ac:spMkLst>
            <pc:docMk/>
            <pc:sldMk cId="0" sldId="2147470051"/>
            <ac:spMk id="1533" creationId="{D2F2E134-F404-0B65-4699-6D6C55A75368}"/>
          </ac:spMkLst>
        </pc:spChg>
        <pc:spChg chg="add mod">
          <ac:chgData name="Rashvika Abdulla" userId="377c5ba8-b904-4b9f-a957-4ff6d2e9489b" providerId="ADAL" clId="{0DC57CA2-0E12-4681-B9B7-33FD8D5B5E5D}" dt="2026-07-06T13:36:13.563" v="1471" actId="1035"/>
          <ac:spMkLst>
            <pc:docMk/>
            <pc:sldMk cId="0" sldId="2147470051"/>
            <ac:spMk id="1534" creationId="{367FA250-836A-3C9C-2AC5-E19122C87957}"/>
          </ac:spMkLst>
        </pc:spChg>
        <pc:spChg chg="add mod">
          <ac:chgData name="Rashvika Abdulla" userId="377c5ba8-b904-4b9f-a957-4ff6d2e9489b" providerId="ADAL" clId="{0DC57CA2-0E12-4681-B9B7-33FD8D5B5E5D}" dt="2026-07-06T13:38:15.474" v="1520" actId="552"/>
          <ac:spMkLst>
            <pc:docMk/>
            <pc:sldMk cId="0" sldId="2147470051"/>
            <ac:spMk id="1535" creationId="{BCB143F9-E2F3-BF55-B13E-4F576E16DACB}"/>
          </ac:spMkLst>
        </pc:spChg>
        <pc:spChg chg="add mod">
          <ac:chgData name="Rashvika Abdulla" userId="377c5ba8-b904-4b9f-a957-4ff6d2e9489b" providerId="ADAL" clId="{0DC57CA2-0E12-4681-B9B7-33FD8D5B5E5D}" dt="2026-07-06T13:38:15.474" v="1520" actId="552"/>
          <ac:spMkLst>
            <pc:docMk/>
            <pc:sldMk cId="0" sldId="2147470051"/>
            <ac:spMk id="1536" creationId="{7636C491-1D63-2F74-E3FD-99CA3804A425}"/>
          </ac:spMkLst>
        </pc:spChg>
        <pc:spChg chg="add del mod">
          <ac:chgData name="Rashvika Abdulla" userId="377c5ba8-b904-4b9f-a957-4ff6d2e9489b" providerId="ADAL" clId="{0DC57CA2-0E12-4681-B9B7-33FD8D5B5E5D}" dt="2026-07-06T13:38:59.279" v="1538" actId="478"/>
          <ac:spMkLst>
            <pc:docMk/>
            <pc:sldMk cId="0" sldId="2147470051"/>
            <ac:spMk id="1537" creationId="{4D186AF9-CA4F-0942-25DD-666B5C0BA812}"/>
          </ac:spMkLst>
        </pc:spChg>
        <pc:spChg chg="add del mod">
          <ac:chgData name="Rashvika Abdulla" userId="377c5ba8-b904-4b9f-a957-4ff6d2e9489b" providerId="ADAL" clId="{0DC57CA2-0E12-4681-B9B7-33FD8D5B5E5D}" dt="2026-07-06T13:38:52.852" v="1530" actId="478"/>
          <ac:spMkLst>
            <pc:docMk/>
            <pc:sldMk cId="0" sldId="2147470051"/>
            <ac:spMk id="1538" creationId="{D3606002-078F-9052-F995-70DDAA8A4C74}"/>
          </ac:spMkLst>
        </pc:spChg>
        <pc:spChg chg="add del">
          <ac:chgData name="Rashvika Abdulla" userId="377c5ba8-b904-4b9f-a957-4ff6d2e9489b" providerId="ADAL" clId="{0DC57CA2-0E12-4681-B9B7-33FD8D5B5E5D}" dt="2026-07-06T13:38:51.406" v="1527"/>
          <ac:spMkLst>
            <pc:docMk/>
            <pc:sldMk cId="0" sldId="2147470051"/>
            <ac:spMk id="1539" creationId="{7C32416E-FCF2-A516-6045-9809348AEF0A}"/>
          </ac:spMkLst>
        </pc:spChg>
        <pc:spChg chg="add del">
          <ac:chgData name="Rashvika Abdulla" userId="377c5ba8-b904-4b9f-a957-4ff6d2e9489b" providerId="ADAL" clId="{0DC57CA2-0E12-4681-B9B7-33FD8D5B5E5D}" dt="2026-07-06T13:38:57.694" v="1533"/>
          <ac:spMkLst>
            <pc:docMk/>
            <pc:sldMk cId="0" sldId="2147470051"/>
            <ac:spMk id="1540" creationId="{9785DE41-1C0E-2073-4133-8C949FAB3ECD}"/>
          </ac:spMkLst>
        </pc:spChg>
        <pc:grpChg chg="del mod">
          <ac:chgData name="Rashvika Abdulla" userId="377c5ba8-b904-4b9f-a957-4ff6d2e9489b" providerId="ADAL" clId="{0DC57CA2-0E12-4681-B9B7-33FD8D5B5E5D}" dt="2026-07-06T13:38:09.466" v="1519" actId="478"/>
          <ac:grpSpMkLst>
            <pc:docMk/>
            <pc:sldMk cId="0" sldId="2147470051"/>
            <ac:grpSpMk id="14" creationId="{E5275E20-D4CA-8A0F-445C-A2F3C01579E5}"/>
          </ac:grpSpMkLst>
        </pc:grpChg>
        <pc:grpChg chg="del mod">
          <ac:chgData name="Rashvika Abdulla" userId="377c5ba8-b904-4b9f-a957-4ff6d2e9489b" providerId="ADAL" clId="{0DC57CA2-0E12-4681-B9B7-33FD8D5B5E5D}" dt="2026-07-06T13:38:09.466" v="1519" actId="478"/>
          <ac:grpSpMkLst>
            <pc:docMk/>
            <pc:sldMk cId="0" sldId="2147470051"/>
            <ac:grpSpMk id="25" creationId="{8918ACC1-41C7-31FC-0D95-4C1AE0CFEE35}"/>
          </ac:grpSpMkLst>
        </pc:grpChg>
        <pc:picChg chg="del mod">
          <ac:chgData name="Rashvika Abdulla" userId="377c5ba8-b904-4b9f-a957-4ff6d2e9489b" providerId="ADAL" clId="{0DC57CA2-0E12-4681-B9B7-33FD8D5B5E5D}" dt="2026-07-06T13:38:09.466" v="1519" actId="478"/>
          <ac:picMkLst>
            <pc:docMk/>
            <pc:sldMk cId="0" sldId="2147470051"/>
            <ac:picMk id="12" creationId="{42F85481-5A73-D4FD-EEB4-9091D11625DB}"/>
          </ac:picMkLst>
        </pc:picChg>
        <pc:cxnChg chg="add mod">
          <ac:chgData name="Rashvika Abdulla" userId="377c5ba8-b904-4b9f-a957-4ff6d2e9489b" providerId="ADAL" clId="{0DC57CA2-0E12-4681-B9B7-33FD8D5B5E5D}" dt="2026-07-06T13:39:33.368" v="1550" actId="1035"/>
          <ac:cxnSpMkLst>
            <pc:docMk/>
            <pc:sldMk cId="0" sldId="2147470051"/>
            <ac:cxnSpMk id="1392" creationId="{435F3F62-FBB9-9B45-F23B-FB48C458D29D}"/>
          </ac:cxnSpMkLst>
        </pc:cxnChg>
        <pc:cxnChg chg="add mod">
          <ac:chgData name="Rashvika Abdulla" userId="377c5ba8-b904-4b9f-a957-4ff6d2e9489b" providerId="ADAL" clId="{0DC57CA2-0E12-4681-B9B7-33FD8D5B5E5D}" dt="2026-07-06T13:39:33.368" v="1550" actId="1035"/>
          <ac:cxnSpMkLst>
            <pc:docMk/>
            <pc:sldMk cId="0" sldId="2147470051"/>
            <ac:cxnSpMk id="1396" creationId="{BFDADDE4-C9AD-D077-8F98-1385A7E3AB0A}"/>
          </ac:cxnSpMkLst>
        </pc:cxnChg>
        <pc:cxnChg chg="add mod">
          <ac:chgData name="Rashvika Abdulla" userId="377c5ba8-b904-4b9f-a957-4ff6d2e9489b" providerId="ADAL" clId="{0DC57CA2-0E12-4681-B9B7-33FD8D5B5E5D}" dt="2026-07-06T13:39:33.368" v="1550" actId="1035"/>
          <ac:cxnSpMkLst>
            <pc:docMk/>
            <pc:sldMk cId="0" sldId="2147470051"/>
            <ac:cxnSpMk id="1397" creationId="{7CB96533-9C5E-C0BE-8287-E5CF6B9F805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979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053" y="2993635"/>
            <a:ext cx="4817269" cy="1111073"/>
          </a:xfrm>
        </p:spPr>
        <p:txBody>
          <a:bodyPr anchor="b"/>
          <a:lstStyle>
            <a:lvl1pPr algn="ctr">
              <a:defRPr sz="361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8422" y="4212384"/>
            <a:ext cx="4250531" cy="222240"/>
          </a:xfrm>
        </p:spPr>
        <p:txBody>
          <a:bodyPr/>
          <a:lstStyle>
            <a:lvl1pPr marL="0" indent="0" algn="ctr">
              <a:buNone/>
              <a:defRPr sz="1444"/>
            </a:lvl1pPr>
            <a:lvl2pPr marL="275047" indent="0" algn="ctr">
              <a:buNone/>
              <a:defRPr sz="1203"/>
            </a:lvl2pPr>
            <a:lvl3pPr marL="550094" indent="0" algn="ctr">
              <a:buNone/>
              <a:defRPr sz="1083"/>
            </a:lvl3pPr>
            <a:lvl4pPr marL="825141" indent="0" algn="ctr">
              <a:buNone/>
              <a:defRPr sz="963"/>
            </a:lvl4pPr>
            <a:lvl5pPr marL="1100188" indent="0" algn="ctr">
              <a:buNone/>
              <a:defRPr sz="963"/>
            </a:lvl5pPr>
            <a:lvl6pPr marL="1375235" indent="0" algn="ctr">
              <a:buNone/>
              <a:defRPr sz="963"/>
            </a:lvl6pPr>
            <a:lvl7pPr marL="1650282" indent="0" algn="ctr">
              <a:buNone/>
              <a:defRPr sz="963"/>
            </a:lvl7pPr>
            <a:lvl8pPr marL="1925329" indent="0" algn="ctr">
              <a:buNone/>
              <a:defRPr sz="963"/>
            </a:lvl8pPr>
            <a:lvl9pPr marL="2200376" indent="0" algn="ctr">
              <a:buNone/>
              <a:defRPr sz="963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4751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267200" y="597573"/>
            <a:ext cx="5121891" cy="20037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271561" y="1678741"/>
            <a:ext cx="5121891" cy="699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5667375" cy="802005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272034" cy="68437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011" tIns="68009" rIns="85011" bIns="6800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43347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16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136017" cy="34218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011" tIns="68009" rIns="85011" bIns="68009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43347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16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533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ransition>
    <p:fade/>
  </p:transition>
  <p:hf sldNum="0" hdr="0" ftr="0" dt="0"/>
  <p:txStyles>
    <p:titleStyle>
      <a:lvl1pPr algn="l" defTabSz="433599" rtl="0" eaLnBrk="1" latinLnBrk="0" hangingPunct="1">
        <a:lnSpc>
          <a:spcPct val="100000"/>
        </a:lnSpc>
        <a:spcBef>
          <a:spcPct val="0"/>
        </a:spcBef>
        <a:buNone/>
        <a:defRPr lang="en-US" sz="1302" b="0" kern="1200" cap="none" spc="-23" baseline="0" dirty="0" smtClean="0">
          <a:ln w="3175">
            <a:noFill/>
          </a:ln>
          <a:solidFill>
            <a:srgbClr val="000000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433599" rtl="0" eaLnBrk="1" fontAlgn="auto" latinLnBrk="0" hangingPunct="1">
        <a:lnSpc>
          <a:spcPct val="100000"/>
        </a:lnSpc>
        <a:spcBef>
          <a:spcPts val="837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837" kern="1200" spc="0" baseline="0">
          <a:solidFill>
            <a:srgbClr val="000000"/>
          </a:solidFill>
          <a:latin typeface="+mj-lt"/>
          <a:ea typeface="+mn-ea"/>
          <a:cs typeface="Segoe UI Semilight" panose="020B0402040204020203" pitchFamily="34" charset="0"/>
        </a:defRPr>
      </a:lvl1pPr>
      <a:lvl2pPr marL="0" marR="0" indent="0" algn="l" defTabSz="433599" rtl="0" eaLnBrk="1" fontAlgn="auto" latinLnBrk="0" hangingPunct="1">
        <a:lnSpc>
          <a:spcPct val="100000"/>
        </a:lnSpc>
        <a:spcBef>
          <a:spcPts val="558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744" kern="1200" spc="0" baseline="0">
          <a:solidFill>
            <a:srgbClr val="000000"/>
          </a:solidFill>
          <a:latin typeface="+mn-lt"/>
          <a:ea typeface="+mn-ea"/>
          <a:cs typeface="+mn-cs"/>
        </a:defRPr>
      </a:lvl2pPr>
      <a:lvl3pPr marL="92985" marR="0" indent="-92985" algn="l" defTabSz="433599" rtl="0" eaLnBrk="1" fontAlgn="auto" latinLnBrk="0" hangingPunct="1">
        <a:lnSpc>
          <a:spcPct val="100000"/>
        </a:lnSpc>
        <a:spcBef>
          <a:spcPts val="279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3pPr>
      <a:lvl4pPr marL="187032" marR="0" indent="-84129" algn="l" defTabSz="433599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4pPr>
      <a:lvl5pPr marL="280548" marR="0" indent="-93516" algn="l" defTabSz="433599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651" kern="1200" spc="0" baseline="0">
          <a:solidFill>
            <a:srgbClr val="000000"/>
          </a:solidFill>
          <a:latin typeface="+mn-lt"/>
          <a:ea typeface="+mn-ea"/>
          <a:cs typeface="+mn-cs"/>
        </a:defRPr>
      </a:lvl5pPr>
      <a:lvl6pPr marL="11923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6pPr>
      <a:lvl7pPr marL="14091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7pPr>
      <a:lvl8pPr marL="16259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8pPr>
      <a:lvl9pPr marL="1842797" indent="-108400" algn="l" defTabSz="433599" rtl="0" eaLnBrk="1" latinLnBrk="0" hangingPunct="1">
        <a:spcBef>
          <a:spcPct val="20000"/>
        </a:spcBef>
        <a:buFont typeface="Arial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1pPr>
      <a:lvl2pPr marL="216800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2pPr>
      <a:lvl3pPr marL="433599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3pPr>
      <a:lvl4pPr marL="650399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4pPr>
      <a:lvl5pPr marL="867198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5pPr>
      <a:lvl6pPr marL="1083998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6pPr>
      <a:lvl7pPr marL="13007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7pPr>
      <a:lvl8pPr marL="15175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8pPr>
      <a:lvl9pPr marL="1734397" algn="l" defTabSz="433599" rtl="0" eaLnBrk="1" latinLnBrk="0" hangingPunct="1">
        <a:defRPr sz="8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1785" userDrawn="1">
          <p15:clr>
            <a:srgbClr val="C35EA4"/>
          </p15:clr>
        </p15:guide>
        <p15:guide id="25" orient="horz" pos="792">
          <p15:clr>
            <a:srgbClr val="C35EA4"/>
          </p15:clr>
        </p15:guide>
        <p15:guide id="26" orient="horz" pos="4885" userDrawn="1">
          <p15:clr>
            <a:srgbClr val="C35EA4"/>
          </p15:clr>
        </p15:guide>
        <p15:guide id="27" orient="horz" pos="167" userDrawn="1">
          <p15:clr>
            <a:srgbClr val="A4A3A4"/>
          </p15:clr>
        </p15:guide>
        <p15:guide id="28" pos="175" userDrawn="1">
          <p15:clr>
            <a:srgbClr val="A4A3A4"/>
          </p15:clr>
        </p15:guide>
        <p15:guide id="29" orient="horz" pos="6065">
          <p15:clr>
            <a:srgbClr val="A4A3A4"/>
          </p15:clr>
        </p15:guide>
        <p15:guide id="30" pos="339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Rectangle: Rounded Corners 1392">
            <a:extLst>
              <a:ext uri="{FF2B5EF4-FFF2-40B4-BE49-F238E27FC236}">
                <a16:creationId xmlns:a16="http://schemas.microsoft.com/office/drawing/2014/main" id="{A5F6DF20-F9AF-0D61-D2DF-91486A21A072}"/>
              </a:ext>
            </a:extLst>
          </p:cNvPr>
          <p:cNvSpPr>
            <a:spLocks/>
          </p:cNvSpPr>
          <p:nvPr/>
        </p:nvSpPr>
        <p:spPr bwMode="auto">
          <a:xfrm>
            <a:off x="277813" y="2932176"/>
            <a:ext cx="5111750" cy="1228344"/>
          </a:xfrm>
          <a:prstGeom prst="roundRect">
            <a:avLst>
              <a:gd name="adj" fmla="val 7170"/>
            </a:avLst>
          </a:prstGeom>
          <a:solidFill>
            <a:srgbClr val="F2E5DE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kern="0">
              <a:solidFill>
                <a:srgbClr val="FFFFFF"/>
              </a:solidFill>
              <a:latin typeface="Segoe Sans Display"/>
              <a:cs typeface="Segoe UI" pitchFamily="34" charset="0"/>
            </a:endParaRPr>
          </a:p>
        </p:txBody>
      </p:sp>
      <p:sp>
        <p:nvSpPr>
          <p:cNvPr id="1352" name="Rectangle 1351">
            <a:extLst>
              <a:ext uri="{FF2B5EF4-FFF2-40B4-BE49-F238E27FC236}">
                <a16:creationId xmlns:a16="http://schemas.microsoft.com/office/drawing/2014/main" id="{3BE46357-0616-FCC1-D7C6-36362C5DE065}"/>
              </a:ext>
            </a:extLst>
          </p:cNvPr>
          <p:cNvSpPr/>
          <p:nvPr/>
        </p:nvSpPr>
        <p:spPr bwMode="auto">
          <a:xfrm>
            <a:off x="-1" y="1"/>
            <a:ext cx="5667375" cy="1866899"/>
          </a:xfrm>
          <a:prstGeom prst="rect">
            <a:avLst/>
          </a:prstGeom>
          <a:solidFill>
            <a:srgbClr val="F2E5DE">
              <a:alpha val="42000"/>
            </a:srgb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995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8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5223CB-34FB-03D8-9FBD-DA3F438567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5877" t="56128" r="60860" b="-102"/>
          <a:stretch>
            <a:fillRect/>
          </a:stretch>
        </p:blipFill>
        <p:spPr>
          <a:xfrm>
            <a:off x="878897" y="-11042"/>
            <a:ext cx="4792775" cy="1483618"/>
          </a:xfrm>
          <a:prstGeom prst="rect">
            <a:avLst/>
          </a:prstGeom>
        </p:spPr>
      </p:pic>
      <p:pic>
        <p:nvPicPr>
          <p:cNvPr id="3" name="Graphic 2" descr="Microsoft Security">
            <a:extLst>
              <a:ext uri="{FF2B5EF4-FFF2-40B4-BE49-F238E27FC236}">
                <a16:creationId xmlns:a16="http://schemas.microsoft.com/office/drawing/2014/main" id="{189C2F85-2DEC-4ABB-873B-85E65EF3C2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9635"/>
          <a:stretch>
            <a:fillRect/>
          </a:stretch>
        </p:blipFill>
        <p:spPr bwMode="black">
          <a:xfrm>
            <a:off x="275179" y="259472"/>
            <a:ext cx="796714" cy="167302"/>
          </a:xfrm>
          <a:prstGeom prst="rect">
            <a:avLst/>
          </a:prstGeom>
        </p:spPr>
      </p:pic>
      <p:sp>
        <p:nvSpPr>
          <p:cNvPr id="4" name="Title 31">
            <a:extLst>
              <a:ext uri="{FF2B5EF4-FFF2-40B4-BE49-F238E27FC236}">
                <a16:creationId xmlns:a16="http://schemas.microsoft.com/office/drawing/2014/main" id="{DF858B90-5458-E56F-2B96-5B67630FD1D9}"/>
              </a:ext>
            </a:extLst>
          </p:cNvPr>
          <p:cNvSpPr txBox="1">
            <a:spLocks/>
          </p:cNvSpPr>
          <p:nvPr/>
        </p:nvSpPr>
        <p:spPr>
          <a:xfrm>
            <a:off x="278386" y="917806"/>
            <a:ext cx="4644134" cy="73866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59462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785" b="0" kern="1200" cap="none" spc="-32" baseline="0" dirty="0" smtClean="0">
                <a:ln w="3175">
                  <a:noFill/>
                </a:ln>
                <a:solidFill>
                  <a:srgbClr val="000000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3667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23" normalizeH="0" baseline="0" noProof="0" dirty="0">
                <a:ln w="3175"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/>
                <a:cs typeface="Segoe UI Semibold"/>
              </a:rPr>
              <a:t>CSP Deployment Accelerator for </a:t>
            </a:r>
            <a:br>
              <a:rPr kumimoji="0" lang="en-US" sz="2400" b="0" i="0" u="none" strike="noStrike" kern="1200" cap="none" spc="-23" normalizeH="0" baseline="0" noProof="0" dirty="0">
                <a:ln w="3175"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/>
                <a:cs typeface="Segoe UI Semibold"/>
              </a:rPr>
            </a:br>
            <a:r>
              <a:rPr kumimoji="0" lang="en-US" sz="2400" b="0" i="0" u="none" strike="noStrike" kern="1200" cap="none" spc="-23" normalizeH="0" baseline="0" noProof="0" dirty="0">
                <a:ln w="3175">
                  <a:noFill/>
                </a:ln>
                <a:solidFill>
                  <a:srgbClr val="8A226F"/>
                </a:solidFill>
                <a:effectLst/>
                <a:uLnTx/>
                <a:uFillTx/>
                <a:latin typeface="Segoe UI Semibold"/>
                <a:cs typeface="Segoe UI Semibold"/>
              </a:rPr>
              <a:t>Microsoft 365 Business Premium </a:t>
            </a:r>
            <a:endParaRPr lang="en-US" sz="2400" b="0" i="0" u="none" strike="noStrike" kern="1200" cap="none" spc="-23" normalizeH="0" baseline="0" noProof="0" dirty="0">
              <a:ln w="3175">
                <a:noFill/>
              </a:ln>
              <a:solidFill>
                <a:srgbClr val="8A226F"/>
              </a:solidFill>
              <a:effectLst/>
              <a:uLnTx/>
              <a:uFillTx/>
              <a:latin typeface="Segoe UI Semibold"/>
              <a:cs typeface="Segoe UI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79E832-4316-7486-85D4-F98F422B35BD}"/>
              </a:ext>
            </a:extLst>
          </p:cNvPr>
          <p:cNvSpPr txBox="1"/>
          <p:nvPr/>
        </p:nvSpPr>
        <p:spPr>
          <a:xfrm>
            <a:off x="275179" y="670918"/>
            <a:ext cx="4449221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333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latin typeface="Segoe UI"/>
              </a:rPr>
              <a:t>Accelerate your Microsoft 365 journey with partner-led services</a:t>
            </a:r>
          </a:p>
        </p:txBody>
      </p:sp>
      <p:sp>
        <p:nvSpPr>
          <p:cNvPr id="1496" name="Text Placeholder 99">
            <a:extLst>
              <a:ext uri="{FF2B5EF4-FFF2-40B4-BE49-F238E27FC236}">
                <a16:creationId xmlns:a16="http://schemas.microsoft.com/office/drawing/2014/main" id="{FD7406BE-217E-F3CE-365B-10855873F00D}"/>
              </a:ext>
            </a:extLst>
          </p:cNvPr>
          <p:cNvSpPr txBox="1">
            <a:spLocks/>
          </p:cNvSpPr>
          <p:nvPr/>
        </p:nvSpPr>
        <p:spPr>
          <a:xfrm>
            <a:off x="277813" y="2022731"/>
            <a:ext cx="5111750" cy="76944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1000" b="0" i="0" dirty="0">
                <a:solidFill>
                  <a:srgbClr val="000000"/>
                </a:solidFill>
                <a:latin typeface="Segoe UI"/>
              </a:rPr>
              <a:t>The CSP Deployment Accelerator for Microsoft 365 Business Premium helps eligible organizations deploy, secure, and adopt Microsoft 365 Business Premium with support from a qualified Microsoft partner. With Microsoft co-funded, partner-led deployment and adoption services, customers can reduce deployment complexity, strengthen security, and help users get value from Microsoft 365 Business Premium faster.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BFCFB65-D4E7-9275-CD4A-80BBC065C884}"/>
              </a:ext>
            </a:extLst>
          </p:cNvPr>
          <p:cNvSpPr/>
          <p:nvPr/>
        </p:nvSpPr>
        <p:spPr bwMode="auto">
          <a:xfrm>
            <a:off x="277813" y="6907695"/>
            <a:ext cx="5111749" cy="847243"/>
          </a:xfrm>
          <a:prstGeom prst="roundRect">
            <a:avLst>
              <a:gd name="adj" fmla="val 8004"/>
            </a:avLst>
          </a:prstGeom>
          <a:solidFill>
            <a:srgbClr val="C03BC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99">
            <a:extLst>
              <a:ext uri="{FF2B5EF4-FFF2-40B4-BE49-F238E27FC236}">
                <a16:creationId xmlns:a16="http://schemas.microsoft.com/office/drawing/2014/main" id="{7E35D35B-9B4E-9363-0DFE-9A77C75AE6E2}"/>
              </a:ext>
            </a:extLst>
          </p:cNvPr>
          <p:cNvSpPr txBox="1">
            <a:spLocks/>
          </p:cNvSpPr>
          <p:nvPr/>
        </p:nvSpPr>
        <p:spPr>
          <a:xfrm>
            <a:off x="375349" y="3035175"/>
            <a:ext cx="4939601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1000" b="0" i="0" dirty="0">
                <a:solidFill>
                  <a:srgbClr val="8A226F"/>
                </a:solidFill>
                <a:latin typeface="+mj-lt"/>
              </a:rPr>
              <a:t>Program benefits</a:t>
            </a:r>
          </a:p>
        </p:txBody>
      </p:sp>
      <p:sp>
        <p:nvSpPr>
          <p:cNvPr id="1384" name="Text Placeholder 99">
            <a:extLst>
              <a:ext uri="{FF2B5EF4-FFF2-40B4-BE49-F238E27FC236}">
                <a16:creationId xmlns:a16="http://schemas.microsoft.com/office/drawing/2014/main" id="{5AB4649A-C2EF-B775-C04D-C44E8AE34323}"/>
              </a:ext>
            </a:extLst>
          </p:cNvPr>
          <p:cNvSpPr txBox="1">
            <a:spLocks/>
          </p:cNvSpPr>
          <p:nvPr/>
        </p:nvSpPr>
        <p:spPr>
          <a:xfrm>
            <a:off x="375349" y="3248535"/>
            <a:ext cx="1051115" cy="65402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+mj-lt"/>
              </a:rPr>
              <a:t>Funded services: </a:t>
            </a: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Microsoft co-invests in deployment and adoption services delivered by partners.</a:t>
            </a:r>
          </a:p>
        </p:txBody>
      </p:sp>
      <p:sp>
        <p:nvSpPr>
          <p:cNvPr id="1385" name="Text Placeholder 99">
            <a:extLst>
              <a:ext uri="{FF2B5EF4-FFF2-40B4-BE49-F238E27FC236}">
                <a16:creationId xmlns:a16="http://schemas.microsoft.com/office/drawing/2014/main" id="{99679035-9319-4E81-830B-F45D2A66FA96}"/>
              </a:ext>
            </a:extLst>
          </p:cNvPr>
          <p:cNvSpPr txBox="1">
            <a:spLocks/>
          </p:cNvSpPr>
          <p:nvPr/>
        </p:nvSpPr>
        <p:spPr>
          <a:xfrm>
            <a:off x="1699620" y="3248535"/>
            <a:ext cx="1100645" cy="7848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850" dirty="0">
                <a:solidFill>
                  <a:srgbClr val="000000"/>
                </a:solidFill>
                <a:latin typeface="+mj-lt"/>
              </a:rPr>
              <a:t>Faster ROI: </a:t>
            </a:r>
            <a:br>
              <a:rPr lang="en-US" sz="850" b="0" i="0" dirty="0">
                <a:solidFill>
                  <a:srgbClr val="000000"/>
                </a:solidFill>
                <a:latin typeface="Segoe UI"/>
              </a:rPr>
            </a:b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Accelerate deployment </a:t>
            </a:r>
            <a:br>
              <a:rPr lang="en-US" sz="850" b="0" i="0" dirty="0">
                <a:solidFill>
                  <a:srgbClr val="000000"/>
                </a:solidFill>
                <a:latin typeface="Segoe UI"/>
              </a:rPr>
            </a:b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of Microsoft 365 BP workloads and help users become productive faster.</a:t>
            </a:r>
          </a:p>
        </p:txBody>
      </p:sp>
      <p:sp>
        <p:nvSpPr>
          <p:cNvPr id="1386" name="Text Placeholder 99">
            <a:extLst>
              <a:ext uri="{FF2B5EF4-FFF2-40B4-BE49-F238E27FC236}">
                <a16:creationId xmlns:a16="http://schemas.microsoft.com/office/drawing/2014/main" id="{07BC2FE8-C700-0F2D-A041-C7505E0F0F8E}"/>
              </a:ext>
            </a:extLst>
          </p:cNvPr>
          <p:cNvSpPr txBox="1">
            <a:spLocks/>
          </p:cNvSpPr>
          <p:nvPr/>
        </p:nvSpPr>
        <p:spPr>
          <a:xfrm>
            <a:off x="3073421" y="3248535"/>
            <a:ext cx="1004444" cy="7848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850" dirty="0">
                <a:solidFill>
                  <a:srgbClr val="000000"/>
                </a:solidFill>
                <a:latin typeface="+mj-lt"/>
              </a:rPr>
              <a:t>Security first: </a:t>
            </a: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Implementation of </a:t>
            </a:r>
            <a:br>
              <a:rPr lang="en-US" sz="850" b="0" i="0" dirty="0">
                <a:solidFill>
                  <a:srgbClr val="000000"/>
                </a:solidFill>
                <a:latin typeface="Segoe UI"/>
              </a:rPr>
            </a:b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security services </a:t>
            </a:r>
            <a:br>
              <a:rPr lang="en-US" sz="850" b="0" i="0" dirty="0">
                <a:solidFill>
                  <a:srgbClr val="000000"/>
                </a:solidFill>
                <a:latin typeface="Segoe UI"/>
              </a:rPr>
            </a:b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(ex. identity, device management, or governance controls. </a:t>
            </a:r>
          </a:p>
        </p:txBody>
      </p:sp>
      <p:sp>
        <p:nvSpPr>
          <p:cNvPr id="1387" name="Text Placeholder 99">
            <a:extLst>
              <a:ext uri="{FF2B5EF4-FFF2-40B4-BE49-F238E27FC236}">
                <a16:creationId xmlns:a16="http://schemas.microsoft.com/office/drawing/2014/main" id="{BF1C2AA5-1D72-EDF9-E635-77191F7D9913}"/>
              </a:ext>
            </a:extLst>
          </p:cNvPr>
          <p:cNvSpPr txBox="1">
            <a:spLocks/>
          </p:cNvSpPr>
          <p:nvPr/>
        </p:nvSpPr>
        <p:spPr>
          <a:xfrm>
            <a:off x="4351019" y="3248535"/>
            <a:ext cx="1008065" cy="52322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850" dirty="0">
                <a:solidFill>
                  <a:srgbClr val="000000"/>
                </a:solidFill>
                <a:latin typeface="+mj-lt"/>
              </a:rPr>
              <a:t>Adoption support: </a:t>
            </a: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Awareness, learning plans, and ongoing optimization.</a:t>
            </a:r>
          </a:p>
        </p:txBody>
      </p:sp>
      <p:cxnSp>
        <p:nvCxnSpPr>
          <p:cNvPr id="1392" name="Straight Connector 1391">
            <a:extLst>
              <a:ext uri="{FF2B5EF4-FFF2-40B4-BE49-F238E27FC236}">
                <a16:creationId xmlns:a16="http://schemas.microsoft.com/office/drawing/2014/main" id="{435F3F62-FBB9-9B45-F23B-FB48C458D29D}"/>
              </a:ext>
            </a:extLst>
          </p:cNvPr>
          <p:cNvCxnSpPr>
            <a:cxnSpLocks/>
          </p:cNvCxnSpPr>
          <p:nvPr/>
        </p:nvCxnSpPr>
        <p:spPr>
          <a:xfrm>
            <a:off x="1563042" y="3241957"/>
            <a:ext cx="0" cy="798167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6" name="Straight Connector 1395">
            <a:extLst>
              <a:ext uri="{FF2B5EF4-FFF2-40B4-BE49-F238E27FC236}">
                <a16:creationId xmlns:a16="http://schemas.microsoft.com/office/drawing/2014/main" id="{BFDADDE4-C9AD-D077-8F98-1385A7E3AB0A}"/>
              </a:ext>
            </a:extLst>
          </p:cNvPr>
          <p:cNvCxnSpPr>
            <a:cxnSpLocks/>
          </p:cNvCxnSpPr>
          <p:nvPr/>
        </p:nvCxnSpPr>
        <p:spPr>
          <a:xfrm>
            <a:off x="2936843" y="3241957"/>
            <a:ext cx="0" cy="798167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7" name="Straight Connector 1396">
            <a:extLst>
              <a:ext uri="{FF2B5EF4-FFF2-40B4-BE49-F238E27FC236}">
                <a16:creationId xmlns:a16="http://schemas.microsoft.com/office/drawing/2014/main" id="{7CB96533-9C5E-C0BE-8287-E5CF6B9F8054}"/>
              </a:ext>
            </a:extLst>
          </p:cNvPr>
          <p:cNvCxnSpPr>
            <a:cxnSpLocks/>
          </p:cNvCxnSpPr>
          <p:nvPr/>
        </p:nvCxnSpPr>
        <p:spPr>
          <a:xfrm>
            <a:off x="4214443" y="3241957"/>
            <a:ext cx="0" cy="798167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8" name="Rectangle: Rounded Corners 1517">
            <a:extLst>
              <a:ext uri="{FF2B5EF4-FFF2-40B4-BE49-F238E27FC236}">
                <a16:creationId xmlns:a16="http://schemas.microsoft.com/office/drawing/2014/main" id="{1AFB695B-19E3-6B23-A767-B7D925AEA552}"/>
              </a:ext>
            </a:extLst>
          </p:cNvPr>
          <p:cNvSpPr>
            <a:spLocks/>
          </p:cNvSpPr>
          <p:nvPr/>
        </p:nvSpPr>
        <p:spPr bwMode="auto">
          <a:xfrm>
            <a:off x="277813" y="4338729"/>
            <a:ext cx="2487295" cy="2440024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679959" fontAlgn="base">
              <a:spcBef>
                <a:spcPct val="0"/>
              </a:spcBef>
              <a:spcAft>
                <a:spcPct val="0"/>
              </a:spcAft>
            </a:pPr>
            <a:endParaRPr lang="en-IN" sz="1458" ker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cs typeface="Segoe UI" pitchFamily="34" charset="0"/>
            </a:endParaRPr>
          </a:p>
        </p:txBody>
      </p:sp>
      <p:sp>
        <p:nvSpPr>
          <p:cNvPr id="1527" name="Rectangle: Rounded Corners 1526">
            <a:extLst>
              <a:ext uri="{FF2B5EF4-FFF2-40B4-BE49-F238E27FC236}">
                <a16:creationId xmlns:a16="http://schemas.microsoft.com/office/drawing/2014/main" id="{C4946514-9AFE-30E6-3D84-7324A721A038}"/>
              </a:ext>
            </a:extLst>
          </p:cNvPr>
          <p:cNvSpPr>
            <a:spLocks/>
          </p:cNvSpPr>
          <p:nvPr/>
        </p:nvSpPr>
        <p:spPr bwMode="auto">
          <a:xfrm>
            <a:off x="2902268" y="4338729"/>
            <a:ext cx="2487295" cy="2440024"/>
          </a:xfrm>
          <a:prstGeom prst="roundRect">
            <a:avLst>
              <a:gd name="adj" fmla="val 2923"/>
            </a:avLst>
          </a:prstGeom>
          <a:solidFill>
            <a:srgbClr val="FFFFFF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txBody>
          <a:bodyPr rot="0" spcFirstLastPara="0" vert="horz" wrap="square" lIns="133350" tIns="106680" rIns="133350" bIns="1066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679959" fontAlgn="base">
              <a:spcBef>
                <a:spcPct val="0"/>
              </a:spcBef>
              <a:spcAft>
                <a:spcPct val="0"/>
              </a:spcAft>
            </a:pPr>
            <a:endParaRPr lang="en-IN" sz="1458" kern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cs typeface="Segoe UI" pitchFamily="34" charset="0"/>
            </a:endParaRPr>
          </a:p>
        </p:txBody>
      </p:sp>
      <p:sp>
        <p:nvSpPr>
          <p:cNvPr id="1528" name="Rectangle: Top Corners Rounded 1527">
            <a:extLst>
              <a:ext uri="{FF2B5EF4-FFF2-40B4-BE49-F238E27FC236}">
                <a16:creationId xmlns:a16="http://schemas.microsoft.com/office/drawing/2014/main" id="{68021260-3B96-EF76-D1E5-6CF112B08EB6}"/>
              </a:ext>
            </a:extLst>
          </p:cNvPr>
          <p:cNvSpPr/>
          <p:nvPr/>
        </p:nvSpPr>
        <p:spPr bwMode="auto">
          <a:xfrm>
            <a:off x="277813" y="4338729"/>
            <a:ext cx="2487295" cy="331966"/>
          </a:xfrm>
          <a:prstGeom prst="round2SameRect">
            <a:avLst>
              <a:gd name="adj1" fmla="val 24351"/>
              <a:gd name="adj2" fmla="val 0"/>
            </a:avLst>
          </a:prstGeom>
          <a:solidFill>
            <a:srgbClr val="8A226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dirty="0" err="1">
              <a:solidFill>
                <a:srgbClr val="8A226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30" name="Rectangle: Top Corners Rounded 1529">
            <a:extLst>
              <a:ext uri="{FF2B5EF4-FFF2-40B4-BE49-F238E27FC236}">
                <a16:creationId xmlns:a16="http://schemas.microsoft.com/office/drawing/2014/main" id="{A79F7794-8AC1-E9AB-DF09-4BE78694252C}"/>
              </a:ext>
            </a:extLst>
          </p:cNvPr>
          <p:cNvSpPr/>
          <p:nvPr/>
        </p:nvSpPr>
        <p:spPr bwMode="auto">
          <a:xfrm>
            <a:off x="2902268" y="4338729"/>
            <a:ext cx="2487295" cy="331966"/>
          </a:xfrm>
          <a:prstGeom prst="round2SameRect">
            <a:avLst>
              <a:gd name="adj1" fmla="val 24351"/>
              <a:gd name="adj2" fmla="val 0"/>
            </a:avLst>
          </a:prstGeom>
          <a:solidFill>
            <a:srgbClr val="8A226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dirty="0" err="1">
              <a:solidFill>
                <a:srgbClr val="8A226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31" name="Text Placeholder 99">
            <a:extLst>
              <a:ext uri="{FF2B5EF4-FFF2-40B4-BE49-F238E27FC236}">
                <a16:creationId xmlns:a16="http://schemas.microsoft.com/office/drawing/2014/main" id="{DA5A39D6-5130-4351-5E21-384697B674CC}"/>
              </a:ext>
            </a:extLst>
          </p:cNvPr>
          <p:cNvSpPr txBox="1">
            <a:spLocks/>
          </p:cNvSpPr>
          <p:nvPr/>
        </p:nvSpPr>
        <p:spPr>
          <a:xfrm>
            <a:off x="581375" y="4427768"/>
            <a:ext cx="1880171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1000" b="0" i="0" dirty="0">
                <a:solidFill>
                  <a:schemeClr val="bg1"/>
                </a:solidFill>
                <a:latin typeface="+mj-lt"/>
              </a:rPr>
              <a:t>Eligibility | Customers must:</a:t>
            </a:r>
          </a:p>
        </p:txBody>
      </p:sp>
      <p:sp>
        <p:nvSpPr>
          <p:cNvPr id="1532" name="Text Placeholder 99">
            <a:extLst>
              <a:ext uri="{FF2B5EF4-FFF2-40B4-BE49-F238E27FC236}">
                <a16:creationId xmlns:a16="http://schemas.microsoft.com/office/drawing/2014/main" id="{7F0C6F55-F17B-8474-3D39-831966D13761}"/>
              </a:ext>
            </a:extLst>
          </p:cNvPr>
          <p:cNvSpPr txBox="1">
            <a:spLocks/>
          </p:cNvSpPr>
          <p:nvPr/>
        </p:nvSpPr>
        <p:spPr>
          <a:xfrm>
            <a:off x="2982215" y="4427768"/>
            <a:ext cx="2327402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1000" b="0" i="0" dirty="0">
                <a:solidFill>
                  <a:schemeClr val="bg1"/>
                </a:solidFill>
                <a:latin typeface="+mj-lt"/>
              </a:rPr>
              <a:t>What to expect | Partner may help you:</a:t>
            </a:r>
          </a:p>
        </p:txBody>
      </p:sp>
      <p:sp>
        <p:nvSpPr>
          <p:cNvPr id="1533" name="Text Placeholder 99">
            <a:extLst>
              <a:ext uri="{FF2B5EF4-FFF2-40B4-BE49-F238E27FC236}">
                <a16:creationId xmlns:a16="http://schemas.microsoft.com/office/drawing/2014/main" id="{D2F2E134-F404-0B65-4699-6D6C55A75368}"/>
              </a:ext>
            </a:extLst>
          </p:cNvPr>
          <p:cNvSpPr txBox="1">
            <a:spLocks/>
          </p:cNvSpPr>
          <p:nvPr/>
        </p:nvSpPr>
        <p:spPr>
          <a:xfrm>
            <a:off x="383255" y="4774059"/>
            <a:ext cx="2276411" cy="140807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Purchase a minimum of 50+ incremental Microsoft 365 Business Premium seats through eligible CSP transactions.</a:t>
            </a:r>
          </a:p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Work with an eligible Microsoft partner to validate eligibility and plan deployment.</a:t>
            </a:r>
          </a:p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Complete eligible CSP transactions between July 1, 2026, and June 30, 2027.</a:t>
            </a:r>
          </a:p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Be nominated prior to the sale or within 60 days of provisioning.</a:t>
            </a:r>
          </a:p>
        </p:txBody>
      </p:sp>
      <p:sp>
        <p:nvSpPr>
          <p:cNvPr id="1534" name="Text Placeholder 99">
            <a:extLst>
              <a:ext uri="{FF2B5EF4-FFF2-40B4-BE49-F238E27FC236}">
                <a16:creationId xmlns:a16="http://schemas.microsoft.com/office/drawing/2014/main" id="{367FA250-836A-3C9C-2AC5-E19122C87957}"/>
              </a:ext>
            </a:extLst>
          </p:cNvPr>
          <p:cNvSpPr txBox="1">
            <a:spLocks/>
          </p:cNvSpPr>
          <p:nvPr/>
        </p:nvSpPr>
        <p:spPr>
          <a:xfrm>
            <a:off x="3007710" y="4774059"/>
            <a:ext cx="2276411" cy="18774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Prepare your tenant for Microsoft 365 Business Premium deployment.</a:t>
            </a:r>
          </a:p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Deploy and configure eligible Microsoft 365 Business Premium workloads.</a:t>
            </a:r>
          </a:p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Configure security and governance policies to </a:t>
            </a:r>
            <a:br>
              <a:rPr lang="en-US" sz="850" b="0" i="0" dirty="0">
                <a:solidFill>
                  <a:srgbClr val="000000"/>
                </a:solidFill>
                <a:latin typeface="Segoe UI"/>
              </a:rPr>
            </a:b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help protect users, devices, and company data.</a:t>
            </a:r>
          </a:p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Support adoption through training, communication planning, and change management.</a:t>
            </a:r>
          </a:p>
          <a:p>
            <a:pPr marL="92075" marR="0" lvl="0" indent="-92075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Provide ongoing optimization related to </a:t>
            </a:r>
            <a:br>
              <a:rPr lang="en-US" sz="850" b="0" i="0" dirty="0">
                <a:solidFill>
                  <a:srgbClr val="000000"/>
                </a:solidFill>
                <a:latin typeface="Segoe UI"/>
              </a:rPr>
            </a:br>
            <a:r>
              <a:rPr lang="en-US" sz="850" b="0" i="0" dirty="0">
                <a:solidFill>
                  <a:srgbClr val="000000"/>
                </a:solidFill>
                <a:latin typeface="Segoe UI"/>
              </a:rPr>
              <a:t>deployed workloads.</a:t>
            </a:r>
          </a:p>
        </p:txBody>
      </p:sp>
      <p:sp>
        <p:nvSpPr>
          <p:cNvPr id="1535" name="Text Placeholder 99">
            <a:extLst>
              <a:ext uri="{FF2B5EF4-FFF2-40B4-BE49-F238E27FC236}">
                <a16:creationId xmlns:a16="http://schemas.microsoft.com/office/drawing/2014/main" id="{BCB143F9-E2F3-BF55-B13E-4F576E16DACB}"/>
              </a:ext>
            </a:extLst>
          </p:cNvPr>
          <p:cNvSpPr txBox="1">
            <a:spLocks/>
          </p:cNvSpPr>
          <p:nvPr/>
        </p:nvSpPr>
        <p:spPr>
          <a:xfrm>
            <a:off x="468599" y="7034749"/>
            <a:ext cx="4624914" cy="15388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1000" b="0" i="0" dirty="0">
                <a:solidFill>
                  <a:schemeClr val="bg1"/>
                </a:solidFill>
                <a:latin typeface="+mj-lt"/>
              </a:rPr>
              <a:t>Ready to get started?</a:t>
            </a:r>
          </a:p>
        </p:txBody>
      </p:sp>
      <p:sp>
        <p:nvSpPr>
          <p:cNvPr id="1536" name="Text Placeholder 99">
            <a:extLst>
              <a:ext uri="{FF2B5EF4-FFF2-40B4-BE49-F238E27FC236}">
                <a16:creationId xmlns:a16="http://schemas.microsoft.com/office/drawing/2014/main" id="{7636C491-1D63-2F74-E3FD-99CA3804A425}"/>
              </a:ext>
            </a:extLst>
          </p:cNvPr>
          <p:cNvSpPr txBox="1">
            <a:spLocks/>
          </p:cNvSpPr>
          <p:nvPr/>
        </p:nvSpPr>
        <p:spPr>
          <a:xfrm>
            <a:off x="468599" y="7235220"/>
            <a:ext cx="4719097" cy="39241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9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90000"/>
              <a:tabLst/>
              <a:defRPr/>
            </a:pPr>
            <a:r>
              <a:rPr lang="en-US" sz="850" b="0" i="0" dirty="0">
                <a:solidFill>
                  <a:schemeClr val="bg1"/>
                </a:solidFill>
                <a:latin typeface="Segoe UI"/>
              </a:rPr>
              <a:t>Coordinate with your Microsoft partner to validate eligibility, confirm seat requirements, and plan your deployment. You’ll receive hands-on support to help deploy, secure, and adopt Microsoft 365 Business Premium across your organization.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CSP Template Diamond 06/23">
  <a:themeElements>
    <a:clrScheme name="SCI new branding">
      <a:dk1>
        <a:srgbClr val="000000"/>
      </a:dk1>
      <a:lt1>
        <a:srgbClr val="FFFFFF"/>
      </a:lt1>
      <a:dk2>
        <a:srgbClr val="091F2C"/>
      </a:dk2>
      <a:lt2>
        <a:srgbClr val="F4F3F5"/>
      </a:lt2>
      <a:accent1>
        <a:srgbClr val="0078D4"/>
      </a:accent1>
      <a:accent2>
        <a:srgbClr val="FFB900"/>
      </a:accent2>
      <a:accent3>
        <a:srgbClr val="07641D"/>
      </a:accent3>
      <a:accent4>
        <a:srgbClr val="454142"/>
      </a:accent4>
      <a:accent5>
        <a:srgbClr val="8DE971"/>
      </a:accent5>
      <a:accent6>
        <a:srgbClr val="8DC8E8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M_LightGray_Sept_2018.potx" id="{0FAF9FBA-50E5-4B89-8F50-EB458E088334}" vid="{09DABCF3-FBBE-41E3-8EAE-8A81552DAA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320</Words>
  <Application>Microsoft Office PowerPoint</Application>
  <PresentationFormat>Custom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Segoe Sans Display</vt:lpstr>
      <vt:lpstr>Segoe UI</vt:lpstr>
      <vt:lpstr>Segoe UI Semibold</vt:lpstr>
      <vt:lpstr>Wingdings</vt:lpstr>
      <vt:lpstr>2_CSP Template Diamond 06/23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Rashvika Abdulla</cp:lastModifiedBy>
  <cp:revision>15</cp:revision>
  <dcterms:created xsi:type="dcterms:W3CDTF">2026-02-21T17:45:29Z</dcterms:created>
  <dcterms:modified xsi:type="dcterms:W3CDTF">2026-07-06T13:55:21Z</dcterms:modified>
</cp:coreProperties>
</file>