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147470051" r:id="rId2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6 scenario" id="{65DC1BD4-C832-453B-B761-A584D004BC54}">
          <p14:sldIdLst>
            <p14:sldId id="21474700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58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  <a:srgbClr val="C03BC4"/>
    <a:srgbClr val="F2E5DE"/>
    <a:srgbClr val="0078D4"/>
    <a:srgbClr val="B740C5"/>
    <a:srgbClr val="0F6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890" y="317"/>
      </p:cViewPr>
      <p:guideLst>
        <p:guide orient="horz" pos="2458"/>
        <p:guide pos="1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vika Abdulla" userId="377c5ba8-b904-4b9f-a957-4ff6d2e9489b" providerId="ADAL" clId="{0DC57CA2-0E12-4681-B9B7-33FD8D5B5E5D}"/>
    <pc:docChg chg="modSld">
      <pc:chgData name="Rashvika Abdulla" userId="377c5ba8-b904-4b9f-a957-4ff6d2e9489b" providerId="ADAL" clId="{0DC57CA2-0E12-4681-B9B7-33FD8D5B5E5D}" dt="2026-07-06T14:01:42.506" v="44"/>
      <pc:docMkLst>
        <pc:docMk/>
      </pc:docMkLst>
      <pc:sldChg chg="modSp mod">
        <pc:chgData name="Rashvika Abdulla" userId="377c5ba8-b904-4b9f-a957-4ff6d2e9489b" providerId="ADAL" clId="{0DC57CA2-0E12-4681-B9B7-33FD8D5B5E5D}" dt="2026-07-06T14:01:42.506" v="44"/>
        <pc:sldMkLst>
          <pc:docMk/>
          <pc:sldMk cId="0" sldId="2147470051"/>
        </pc:sldMkLst>
        <pc:spChg chg="mod">
          <ac:chgData name="Rashvika Abdulla" userId="377c5ba8-b904-4b9f-a957-4ff6d2e9489b" providerId="ADAL" clId="{0DC57CA2-0E12-4681-B9B7-33FD8D5B5E5D}" dt="2026-07-06T13:59:25.820" v="2"/>
          <ac:spMkLst>
            <pc:docMk/>
            <pc:sldMk cId="0" sldId="2147470051"/>
            <ac:spMk id="4" creationId="{DF858B90-5458-E56F-2B96-5B67630FD1D9}"/>
          </ac:spMkLst>
        </pc:spChg>
        <pc:spChg chg="mod">
          <ac:chgData name="Rashvika Abdulla" userId="377c5ba8-b904-4b9f-a957-4ff6d2e9489b" providerId="ADAL" clId="{0DC57CA2-0E12-4681-B9B7-33FD8D5B5E5D}" dt="2026-07-06T13:59:16.108" v="0"/>
          <ac:spMkLst>
            <pc:docMk/>
            <pc:sldMk cId="0" sldId="2147470051"/>
            <ac:spMk id="5" creationId="{4979E832-4316-7486-85D4-F98F422B35BD}"/>
          </ac:spMkLst>
        </pc:spChg>
        <pc:spChg chg="mod">
          <ac:chgData name="Rashvika Abdulla" userId="377c5ba8-b904-4b9f-a957-4ff6d2e9489b" providerId="ADAL" clId="{0DC57CA2-0E12-4681-B9B7-33FD8D5B5E5D}" dt="2026-07-06T13:59:42.380" v="4"/>
          <ac:spMkLst>
            <pc:docMk/>
            <pc:sldMk cId="0" sldId="2147470051"/>
            <ac:spMk id="1384" creationId="{5AB4649A-C2EF-B775-C04D-C44E8AE34323}"/>
          </ac:spMkLst>
        </pc:spChg>
        <pc:spChg chg="mod">
          <ac:chgData name="Rashvika Abdulla" userId="377c5ba8-b904-4b9f-a957-4ff6d2e9489b" providerId="ADAL" clId="{0DC57CA2-0E12-4681-B9B7-33FD8D5B5E5D}" dt="2026-07-06T14:00:55.555" v="32" actId="408"/>
          <ac:spMkLst>
            <pc:docMk/>
            <pc:sldMk cId="0" sldId="2147470051"/>
            <ac:spMk id="1385" creationId="{99679035-9319-4E81-830B-F45D2A66FA96}"/>
          </ac:spMkLst>
        </pc:spChg>
        <pc:spChg chg="mod">
          <ac:chgData name="Rashvika Abdulla" userId="377c5ba8-b904-4b9f-a957-4ff6d2e9489b" providerId="ADAL" clId="{0DC57CA2-0E12-4681-B9B7-33FD8D5B5E5D}" dt="2026-07-06T14:00:55.555" v="32" actId="408"/>
          <ac:spMkLst>
            <pc:docMk/>
            <pc:sldMk cId="0" sldId="2147470051"/>
            <ac:spMk id="1386" creationId="{07BC2FE8-C700-0F2D-A041-C7505E0F0F8E}"/>
          </ac:spMkLst>
        </pc:spChg>
        <pc:spChg chg="mod">
          <ac:chgData name="Rashvika Abdulla" userId="377c5ba8-b904-4b9f-a957-4ff6d2e9489b" providerId="ADAL" clId="{0DC57CA2-0E12-4681-B9B7-33FD8D5B5E5D}" dt="2026-07-06T14:00:39.969" v="29" actId="1038"/>
          <ac:spMkLst>
            <pc:docMk/>
            <pc:sldMk cId="0" sldId="2147470051"/>
            <ac:spMk id="1387" creationId="{BF1C2AA5-1D72-EDF9-E635-77191F7D9913}"/>
          </ac:spMkLst>
        </pc:spChg>
        <pc:spChg chg="mod">
          <ac:chgData name="Rashvika Abdulla" userId="377c5ba8-b904-4b9f-a957-4ff6d2e9489b" providerId="ADAL" clId="{0DC57CA2-0E12-4681-B9B7-33FD8D5B5E5D}" dt="2026-07-06T13:59:30.706" v="3"/>
          <ac:spMkLst>
            <pc:docMk/>
            <pc:sldMk cId="0" sldId="2147470051"/>
            <ac:spMk id="1496" creationId="{FD7406BE-217E-F3CE-365B-10855873F00D}"/>
          </ac:spMkLst>
        </pc:spChg>
        <pc:spChg chg="mod">
          <ac:chgData name="Rashvika Abdulla" userId="377c5ba8-b904-4b9f-a957-4ff6d2e9489b" providerId="ADAL" clId="{0DC57CA2-0E12-4681-B9B7-33FD8D5B5E5D}" dt="2026-07-06T14:01:22.795" v="43" actId="1035"/>
          <ac:spMkLst>
            <pc:docMk/>
            <pc:sldMk cId="0" sldId="2147470051"/>
            <ac:spMk id="1518" creationId="{1AFB695B-19E3-6B23-A767-B7D925AEA552}"/>
          </ac:spMkLst>
        </pc:spChg>
        <pc:spChg chg="mod">
          <ac:chgData name="Rashvika Abdulla" userId="377c5ba8-b904-4b9f-a957-4ff6d2e9489b" providerId="ADAL" clId="{0DC57CA2-0E12-4681-B9B7-33FD8D5B5E5D}" dt="2026-07-06T14:01:22.795" v="43" actId="1035"/>
          <ac:spMkLst>
            <pc:docMk/>
            <pc:sldMk cId="0" sldId="2147470051"/>
            <ac:spMk id="1527" creationId="{C4946514-9AFE-30E6-3D84-7324A721A038}"/>
          </ac:spMkLst>
        </pc:spChg>
        <pc:spChg chg="mod">
          <ac:chgData name="Rashvika Abdulla" userId="377c5ba8-b904-4b9f-a957-4ff6d2e9489b" providerId="ADAL" clId="{0DC57CA2-0E12-4681-B9B7-33FD8D5B5E5D}" dt="2026-07-06T14:01:22.795" v="43" actId="1035"/>
          <ac:spMkLst>
            <pc:docMk/>
            <pc:sldMk cId="0" sldId="2147470051"/>
            <ac:spMk id="1528" creationId="{68021260-3B96-EF76-D1E5-6CF112B08EB6}"/>
          </ac:spMkLst>
        </pc:spChg>
        <pc:spChg chg="mod">
          <ac:chgData name="Rashvika Abdulla" userId="377c5ba8-b904-4b9f-a957-4ff6d2e9489b" providerId="ADAL" clId="{0DC57CA2-0E12-4681-B9B7-33FD8D5B5E5D}" dt="2026-07-06T14:01:22.795" v="43" actId="1035"/>
          <ac:spMkLst>
            <pc:docMk/>
            <pc:sldMk cId="0" sldId="2147470051"/>
            <ac:spMk id="1530" creationId="{A79F7794-8AC1-E9AB-DF09-4BE78694252C}"/>
          </ac:spMkLst>
        </pc:spChg>
        <pc:spChg chg="mod">
          <ac:chgData name="Rashvika Abdulla" userId="377c5ba8-b904-4b9f-a957-4ff6d2e9489b" providerId="ADAL" clId="{0DC57CA2-0E12-4681-B9B7-33FD8D5B5E5D}" dt="2026-07-06T14:01:22.795" v="43" actId="1035"/>
          <ac:spMkLst>
            <pc:docMk/>
            <pc:sldMk cId="0" sldId="2147470051"/>
            <ac:spMk id="1531" creationId="{DA5A39D6-5130-4351-5E21-384697B674CC}"/>
          </ac:spMkLst>
        </pc:spChg>
        <pc:spChg chg="mod">
          <ac:chgData name="Rashvika Abdulla" userId="377c5ba8-b904-4b9f-a957-4ff6d2e9489b" providerId="ADAL" clId="{0DC57CA2-0E12-4681-B9B7-33FD8D5B5E5D}" dt="2026-07-06T14:01:22.795" v="43" actId="1035"/>
          <ac:spMkLst>
            <pc:docMk/>
            <pc:sldMk cId="0" sldId="2147470051"/>
            <ac:spMk id="1532" creationId="{7F0C6F55-F17B-8474-3D39-831966D13761}"/>
          </ac:spMkLst>
        </pc:spChg>
        <pc:spChg chg="mod">
          <ac:chgData name="Rashvika Abdulla" userId="377c5ba8-b904-4b9f-a957-4ff6d2e9489b" providerId="ADAL" clId="{0DC57CA2-0E12-4681-B9B7-33FD8D5B5E5D}" dt="2026-07-06T14:01:22.795" v="43" actId="1035"/>
          <ac:spMkLst>
            <pc:docMk/>
            <pc:sldMk cId="0" sldId="2147470051"/>
            <ac:spMk id="1533" creationId="{D2F2E134-F404-0B65-4699-6D6C55A75368}"/>
          </ac:spMkLst>
        </pc:spChg>
        <pc:spChg chg="mod">
          <ac:chgData name="Rashvika Abdulla" userId="377c5ba8-b904-4b9f-a957-4ff6d2e9489b" providerId="ADAL" clId="{0DC57CA2-0E12-4681-B9B7-33FD8D5B5E5D}" dt="2026-07-06T14:01:22.795" v="43" actId="1035"/>
          <ac:spMkLst>
            <pc:docMk/>
            <pc:sldMk cId="0" sldId="2147470051"/>
            <ac:spMk id="1534" creationId="{367FA250-836A-3C9C-2AC5-E19122C87957}"/>
          </ac:spMkLst>
        </pc:spChg>
        <pc:spChg chg="mod">
          <ac:chgData name="Rashvika Abdulla" userId="377c5ba8-b904-4b9f-a957-4ff6d2e9489b" providerId="ADAL" clId="{0DC57CA2-0E12-4681-B9B7-33FD8D5B5E5D}" dt="2026-07-06T14:01:42.506" v="44"/>
          <ac:spMkLst>
            <pc:docMk/>
            <pc:sldMk cId="0" sldId="2147470051"/>
            <ac:spMk id="1536" creationId="{7636C491-1D63-2F74-E3FD-99CA3804A425}"/>
          </ac:spMkLst>
        </pc:spChg>
        <pc:cxnChg chg="mod">
          <ac:chgData name="Rashvika Abdulla" userId="377c5ba8-b904-4b9f-a957-4ff6d2e9489b" providerId="ADAL" clId="{0DC57CA2-0E12-4681-B9B7-33FD8D5B5E5D}" dt="2026-07-06T14:00:55.555" v="32" actId="408"/>
          <ac:cxnSpMkLst>
            <pc:docMk/>
            <pc:sldMk cId="0" sldId="2147470051"/>
            <ac:cxnSpMk id="1392" creationId="{435F3F62-FBB9-9B45-F23B-FB48C458D29D}"/>
          </ac:cxnSpMkLst>
        </pc:cxnChg>
        <pc:cxnChg chg="mod">
          <ac:chgData name="Rashvika Abdulla" userId="377c5ba8-b904-4b9f-a957-4ff6d2e9489b" providerId="ADAL" clId="{0DC57CA2-0E12-4681-B9B7-33FD8D5B5E5D}" dt="2026-07-06T14:00:55.555" v="32" actId="408"/>
          <ac:cxnSpMkLst>
            <pc:docMk/>
            <pc:sldMk cId="0" sldId="2147470051"/>
            <ac:cxnSpMk id="1396" creationId="{BFDADDE4-C9AD-D077-8F98-1385A7E3AB0A}"/>
          </ac:cxnSpMkLst>
        </pc:cxnChg>
        <pc:cxnChg chg="mod">
          <ac:chgData name="Rashvika Abdulla" userId="377c5ba8-b904-4b9f-a957-4ff6d2e9489b" providerId="ADAL" clId="{0DC57CA2-0E12-4681-B9B7-33FD8D5B5E5D}" dt="2026-07-06T14:00:55.555" v="32" actId="408"/>
          <ac:cxnSpMkLst>
            <pc:docMk/>
            <pc:sldMk cId="0" sldId="2147470051"/>
            <ac:cxnSpMk id="1397" creationId="{7CB96533-9C5E-C0BE-8287-E5CF6B9F805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993635"/>
            <a:ext cx="4817269" cy="1111073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22240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751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67200" y="597573"/>
            <a:ext cx="5121891" cy="2003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271561" y="1678741"/>
            <a:ext cx="5121891" cy="69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5667375" cy="802005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272034" cy="68437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36017" cy="34218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53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>
    <p:fade/>
  </p:transition>
  <p:hf sldNum="0" hdr="0" ftr="0" dt="0"/>
  <p:txStyles>
    <p:titleStyle>
      <a:lvl1pPr algn="l" defTabSz="433599" rtl="0" eaLnBrk="1" latinLnBrk="0" hangingPunct="1">
        <a:lnSpc>
          <a:spcPct val="100000"/>
        </a:lnSpc>
        <a:spcBef>
          <a:spcPct val="0"/>
        </a:spcBef>
        <a:buNone/>
        <a:defRPr lang="en-US" sz="1302" b="0" kern="1200" cap="none" spc="-23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433599" rtl="0" eaLnBrk="1" fontAlgn="auto" latinLnBrk="0" hangingPunct="1">
        <a:lnSpc>
          <a:spcPct val="100000"/>
        </a:lnSpc>
        <a:spcBef>
          <a:spcPts val="837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837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433599" rtl="0" eaLnBrk="1" fontAlgn="auto" latinLnBrk="0" hangingPunct="1">
        <a:lnSpc>
          <a:spcPct val="100000"/>
        </a:lnSpc>
        <a:spcBef>
          <a:spcPts val="55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744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92985" marR="0" indent="-92985" algn="l" defTabSz="433599" rtl="0" eaLnBrk="1" fontAlgn="auto" latinLnBrk="0" hangingPunct="1">
        <a:lnSpc>
          <a:spcPct val="100000"/>
        </a:lnSpc>
        <a:spcBef>
          <a:spcPts val="279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187032" marR="0" indent="-84129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280548" marR="0" indent="-93516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1923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91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259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427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680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335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503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671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839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007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175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343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1785" userDrawn="1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4885" userDrawn="1">
          <p15:clr>
            <a:srgbClr val="C35EA4"/>
          </p15:clr>
        </p15:guide>
        <p15:guide id="27" orient="horz" pos="167" userDrawn="1">
          <p15:clr>
            <a:srgbClr val="A4A3A4"/>
          </p15:clr>
        </p15:guide>
        <p15:guide id="28" pos="175" userDrawn="1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339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Rectangle: Rounded Corners 1392">
            <a:extLst>
              <a:ext uri="{FF2B5EF4-FFF2-40B4-BE49-F238E27FC236}">
                <a16:creationId xmlns:a16="http://schemas.microsoft.com/office/drawing/2014/main" id="{A5F6DF20-F9AF-0D61-D2DF-91486A21A072}"/>
              </a:ext>
            </a:extLst>
          </p:cNvPr>
          <p:cNvSpPr>
            <a:spLocks/>
          </p:cNvSpPr>
          <p:nvPr/>
        </p:nvSpPr>
        <p:spPr bwMode="auto">
          <a:xfrm>
            <a:off x="277813" y="2932176"/>
            <a:ext cx="5111750" cy="1228344"/>
          </a:xfrm>
          <a:prstGeom prst="roundRect">
            <a:avLst>
              <a:gd name="adj" fmla="val 7170"/>
            </a:avLst>
          </a:prstGeom>
          <a:solidFill>
            <a:srgbClr val="F2E5DE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3BE46357-0616-FCC1-D7C6-36362C5DE065}"/>
              </a:ext>
            </a:extLst>
          </p:cNvPr>
          <p:cNvSpPr/>
          <p:nvPr/>
        </p:nvSpPr>
        <p:spPr bwMode="auto">
          <a:xfrm>
            <a:off x="-1" y="1"/>
            <a:ext cx="5667375" cy="1866899"/>
          </a:xfrm>
          <a:prstGeom prst="rect">
            <a:avLst/>
          </a:prstGeom>
          <a:solidFill>
            <a:srgbClr val="F2E5DE">
              <a:alpha val="42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5223CB-34FB-03D8-9FBD-DA3F43856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877" t="56128" r="60860" b="-102"/>
          <a:stretch>
            <a:fillRect/>
          </a:stretch>
        </p:blipFill>
        <p:spPr>
          <a:xfrm>
            <a:off x="878897" y="-11042"/>
            <a:ext cx="4792775" cy="1483618"/>
          </a:xfrm>
          <a:prstGeom prst="rect">
            <a:avLst/>
          </a:prstGeom>
        </p:spPr>
      </p:pic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189C2F85-2DEC-4ABB-873B-85E65EF3C2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9635"/>
          <a:stretch>
            <a:fillRect/>
          </a:stretch>
        </p:blipFill>
        <p:spPr bwMode="black">
          <a:xfrm>
            <a:off x="275179" y="259472"/>
            <a:ext cx="796714" cy="167302"/>
          </a:xfrm>
          <a:prstGeom prst="rect">
            <a:avLst/>
          </a:prstGeom>
        </p:spPr>
      </p:pic>
      <p:sp>
        <p:nvSpPr>
          <p:cNvPr id="4" name="Title 31">
            <a:extLst>
              <a:ext uri="{FF2B5EF4-FFF2-40B4-BE49-F238E27FC236}">
                <a16:creationId xmlns:a16="http://schemas.microsoft.com/office/drawing/2014/main" id="{DF858B90-5458-E56F-2B96-5B67630FD1D9}"/>
              </a:ext>
            </a:extLst>
          </p:cNvPr>
          <p:cNvSpPr txBox="1">
            <a:spLocks/>
          </p:cNvSpPr>
          <p:nvPr/>
        </p:nvSpPr>
        <p:spPr>
          <a:xfrm>
            <a:off x="278386" y="917806"/>
            <a:ext cx="4644134" cy="7386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59462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785" b="0" kern="1200" cap="none" spc="-32" baseline="0" dirty="0" smtClean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36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23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cs typeface="Segoe UI Semibold"/>
              </a:rPr>
              <a:t>Deployment Accelerator for </a:t>
            </a:r>
            <a:br>
              <a:rPr kumimoji="0" lang="en-US" sz="2400" b="0" i="0" u="none" strike="noStrike" kern="1200" cap="none" spc="-23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cs typeface="Segoe UI Semibold"/>
              </a:rPr>
            </a:br>
            <a:r>
              <a:rPr kumimoji="0" lang="en-US" sz="2400" b="0" i="0" u="none" strike="noStrike" kern="1200" cap="none" spc="-23" normalizeH="0" baseline="0" noProof="0" dirty="0">
                <a:ln w="3175"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/>
                <a:cs typeface="Segoe UI Semibold"/>
              </a:rPr>
              <a:t>Microsoft Agents</a:t>
            </a:r>
            <a:endParaRPr lang="en-US" sz="2400" b="0" i="0" u="none" strike="noStrike" kern="1200" cap="none" spc="-23" normalizeH="0" baseline="0" noProof="0" dirty="0">
              <a:ln w="3175">
                <a:noFill/>
              </a:ln>
              <a:solidFill>
                <a:srgbClr val="8A226F"/>
              </a:solidFill>
              <a:effectLst/>
              <a:uLnTx/>
              <a:uFillTx/>
              <a:latin typeface="Segoe UI Semibold"/>
              <a:cs typeface="Segoe UI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9E832-4316-7486-85D4-F98F422B35BD}"/>
              </a:ext>
            </a:extLst>
          </p:cNvPr>
          <p:cNvSpPr txBox="1"/>
          <p:nvPr/>
        </p:nvSpPr>
        <p:spPr>
          <a:xfrm>
            <a:off x="275179" y="670918"/>
            <a:ext cx="444922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latin typeface="Segoe UI"/>
              </a:rPr>
              <a:t>Accelerate your Microsoft 365 journey with partner-led services</a:t>
            </a:r>
          </a:p>
        </p:txBody>
      </p:sp>
      <p:sp>
        <p:nvSpPr>
          <p:cNvPr id="1496" name="Text Placeholder 99">
            <a:extLst>
              <a:ext uri="{FF2B5EF4-FFF2-40B4-BE49-F238E27FC236}">
                <a16:creationId xmlns:a16="http://schemas.microsoft.com/office/drawing/2014/main" id="{FD7406BE-217E-F3CE-365B-10855873F00D}"/>
              </a:ext>
            </a:extLst>
          </p:cNvPr>
          <p:cNvSpPr txBox="1">
            <a:spLocks/>
          </p:cNvSpPr>
          <p:nvPr/>
        </p:nvSpPr>
        <p:spPr>
          <a:xfrm>
            <a:off x="277813" y="2022731"/>
            <a:ext cx="5111750" cy="76944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rgbClr val="000000"/>
                </a:solidFill>
                <a:latin typeface="Segoe UI"/>
              </a:rPr>
              <a:t>The Deployment Accelerator for Microsoft Agents helps eligible organizations design, build, and manage transformative agentic solutions with support from a qualified Microsoft partner. With Microsoft co-funded, partner-led services, customers can redesign and automate business processes, deploy purpose-built agents across Copilot Studio, Microsoft Foundry, and Power Platform, and govern them at scale with Agent 365. 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BFCFB65-D4E7-9275-CD4A-80BBC065C884}"/>
              </a:ext>
            </a:extLst>
          </p:cNvPr>
          <p:cNvSpPr/>
          <p:nvPr/>
        </p:nvSpPr>
        <p:spPr bwMode="auto">
          <a:xfrm>
            <a:off x="277813" y="6907695"/>
            <a:ext cx="5111749" cy="847243"/>
          </a:xfrm>
          <a:prstGeom prst="roundRect">
            <a:avLst>
              <a:gd name="adj" fmla="val 8004"/>
            </a:avLst>
          </a:prstGeom>
          <a:solidFill>
            <a:srgbClr val="C03BC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99">
            <a:extLst>
              <a:ext uri="{FF2B5EF4-FFF2-40B4-BE49-F238E27FC236}">
                <a16:creationId xmlns:a16="http://schemas.microsoft.com/office/drawing/2014/main" id="{7E35D35B-9B4E-9363-0DFE-9A77C75AE6E2}"/>
              </a:ext>
            </a:extLst>
          </p:cNvPr>
          <p:cNvSpPr txBox="1">
            <a:spLocks/>
          </p:cNvSpPr>
          <p:nvPr/>
        </p:nvSpPr>
        <p:spPr>
          <a:xfrm>
            <a:off x="375349" y="3035175"/>
            <a:ext cx="4939601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rgbClr val="8A226F"/>
                </a:solidFill>
                <a:latin typeface="+mj-lt"/>
              </a:rPr>
              <a:t>Program benefits</a:t>
            </a:r>
          </a:p>
        </p:txBody>
      </p:sp>
      <p:sp>
        <p:nvSpPr>
          <p:cNvPr id="1384" name="Text Placeholder 99">
            <a:extLst>
              <a:ext uri="{FF2B5EF4-FFF2-40B4-BE49-F238E27FC236}">
                <a16:creationId xmlns:a16="http://schemas.microsoft.com/office/drawing/2014/main" id="{5AB4649A-C2EF-B775-C04D-C44E8AE34323}"/>
              </a:ext>
            </a:extLst>
          </p:cNvPr>
          <p:cNvSpPr txBox="1">
            <a:spLocks/>
          </p:cNvSpPr>
          <p:nvPr/>
        </p:nvSpPr>
        <p:spPr>
          <a:xfrm>
            <a:off x="375349" y="3248535"/>
            <a:ext cx="1051115" cy="7848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+mj-lt"/>
              </a:rPr>
              <a:t>Funded services: </a:t>
            </a: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Microsoft co-invests in agent design, build, and management services delivered by partners.</a:t>
            </a:r>
          </a:p>
        </p:txBody>
      </p:sp>
      <p:sp>
        <p:nvSpPr>
          <p:cNvPr id="1385" name="Text Placeholder 99">
            <a:extLst>
              <a:ext uri="{FF2B5EF4-FFF2-40B4-BE49-F238E27FC236}">
                <a16:creationId xmlns:a16="http://schemas.microsoft.com/office/drawing/2014/main" id="{99679035-9319-4E81-830B-F45D2A66FA96}"/>
              </a:ext>
            </a:extLst>
          </p:cNvPr>
          <p:cNvSpPr txBox="1">
            <a:spLocks/>
          </p:cNvSpPr>
          <p:nvPr/>
        </p:nvSpPr>
        <p:spPr>
          <a:xfrm>
            <a:off x="1689844" y="3248535"/>
            <a:ext cx="1141400" cy="7848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dirty="0">
                <a:solidFill>
                  <a:srgbClr val="000000"/>
                </a:solidFill>
                <a:latin typeface="+mj-lt"/>
              </a:rPr>
              <a:t>Workflow transformation: </a:t>
            </a:r>
            <a:br>
              <a:rPr lang="en-US" sz="850" b="0" i="0" dirty="0">
                <a:solidFill>
                  <a:srgbClr val="000000"/>
                </a:solidFill>
                <a:latin typeface="Segoe UI"/>
              </a:rPr>
            </a:b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Redesign and automate end-to-end business processes with purpose-built agents</a:t>
            </a:r>
          </a:p>
        </p:txBody>
      </p:sp>
      <p:sp>
        <p:nvSpPr>
          <p:cNvPr id="1386" name="Text Placeholder 99">
            <a:extLst>
              <a:ext uri="{FF2B5EF4-FFF2-40B4-BE49-F238E27FC236}">
                <a16:creationId xmlns:a16="http://schemas.microsoft.com/office/drawing/2014/main" id="{07BC2FE8-C700-0F2D-A041-C7505E0F0F8E}"/>
              </a:ext>
            </a:extLst>
          </p:cNvPr>
          <p:cNvSpPr txBox="1">
            <a:spLocks/>
          </p:cNvSpPr>
          <p:nvPr/>
        </p:nvSpPr>
        <p:spPr>
          <a:xfrm>
            <a:off x="3094626" y="3248535"/>
            <a:ext cx="1004444" cy="7848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dirty="0">
                <a:solidFill>
                  <a:srgbClr val="000000"/>
                </a:solidFill>
                <a:latin typeface="+mj-lt"/>
              </a:rPr>
              <a:t>Governed at scale: </a:t>
            </a: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Implement Agent 365 to observe, secure, and manage agents across the organization</a:t>
            </a:r>
          </a:p>
        </p:txBody>
      </p:sp>
      <p:sp>
        <p:nvSpPr>
          <p:cNvPr id="1387" name="Text Placeholder 99">
            <a:extLst>
              <a:ext uri="{FF2B5EF4-FFF2-40B4-BE49-F238E27FC236}">
                <a16:creationId xmlns:a16="http://schemas.microsoft.com/office/drawing/2014/main" id="{BF1C2AA5-1D72-EDF9-E635-77191F7D9913}"/>
              </a:ext>
            </a:extLst>
          </p:cNvPr>
          <p:cNvSpPr txBox="1">
            <a:spLocks/>
          </p:cNvSpPr>
          <p:nvPr/>
        </p:nvSpPr>
        <p:spPr>
          <a:xfrm>
            <a:off x="4362451" y="3248535"/>
            <a:ext cx="937260" cy="7848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dirty="0">
                <a:solidFill>
                  <a:srgbClr val="000000"/>
                </a:solidFill>
                <a:latin typeface="+mj-lt"/>
              </a:rPr>
              <a:t>Measurable ROI: </a:t>
            </a: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Business outcome driven agent scenarios with success metrics and reporting</a:t>
            </a:r>
          </a:p>
        </p:txBody>
      </p:sp>
      <p:cxnSp>
        <p:nvCxnSpPr>
          <p:cNvPr id="1392" name="Straight Connector 1391">
            <a:extLst>
              <a:ext uri="{FF2B5EF4-FFF2-40B4-BE49-F238E27FC236}">
                <a16:creationId xmlns:a16="http://schemas.microsoft.com/office/drawing/2014/main" id="{435F3F62-FBB9-9B45-F23B-FB48C458D29D}"/>
              </a:ext>
            </a:extLst>
          </p:cNvPr>
          <p:cNvCxnSpPr>
            <a:cxnSpLocks/>
          </p:cNvCxnSpPr>
          <p:nvPr/>
        </p:nvCxnSpPr>
        <p:spPr>
          <a:xfrm>
            <a:off x="1558154" y="3241957"/>
            <a:ext cx="0" cy="798167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6" name="Straight Connector 1395">
            <a:extLst>
              <a:ext uri="{FF2B5EF4-FFF2-40B4-BE49-F238E27FC236}">
                <a16:creationId xmlns:a16="http://schemas.microsoft.com/office/drawing/2014/main" id="{BFDADDE4-C9AD-D077-8F98-1385A7E3AB0A}"/>
              </a:ext>
            </a:extLst>
          </p:cNvPr>
          <p:cNvCxnSpPr>
            <a:cxnSpLocks/>
          </p:cNvCxnSpPr>
          <p:nvPr/>
        </p:nvCxnSpPr>
        <p:spPr>
          <a:xfrm>
            <a:off x="2962935" y="3241957"/>
            <a:ext cx="0" cy="798167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7CB96533-9C5E-C0BE-8287-E5CF6B9F8054}"/>
              </a:ext>
            </a:extLst>
          </p:cNvPr>
          <p:cNvCxnSpPr>
            <a:cxnSpLocks/>
          </p:cNvCxnSpPr>
          <p:nvPr/>
        </p:nvCxnSpPr>
        <p:spPr>
          <a:xfrm>
            <a:off x="4230761" y="3241957"/>
            <a:ext cx="0" cy="798167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8" name="Rectangle: Rounded Corners 1517">
            <a:extLst>
              <a:ext uri="{FF2B5EF4-FFF2-40B4-BE49-F238E27FC236}">
                <a16:creationId xmlns:a16="http://schemas.microsoft.com/office/drawing/2014/main" id="{1AFB695B-19E3-6B23-A767-B7D925AEA552}"/>
              </a:ext>
            </a:extLst>
          </p:cNvPr>
          <p:cNvSpPr>
            <a:spLocks/>
          </p:cNvSpPr>
          <p:nvPr/>
        </p:nvSpPr>
        <p:spPr bwMode="auto">
          <a:xfrm>
            <a:off x="277813" y="4320948"/>
            <a:ext cx="2487295" cy="2420212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79959" fontAlgn="base">
              <a:spcBef>
                <a:spcPct val="0"/>
              </a:spcBef>
              <a:spcAft>
                <a:spcPct val="0"/>
              </a:spcAft>
            </a:pPr>
            <a:endParaRPr lang="en-IN" sz="1458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cs typeface="Segoe UI" pitchFamily="34" charset="0"/>
            </a:endParaRPr>
          </a:p>
        </p:txBody>
      </p:sp>
      <p:sp>
        <p:nvSpPr>
          <p:cNvPr id="1527" name="Rectangle: Rounded Corners 1526">
            <a:extLst>
              <a:ext uri="{FF2B5EF4-FFF2-40B4-BE49-F238E27FC236}">
                <a16:creationId xmlns:a16="http://schemas.microsoft.com/office/drawing/2014/main" id="{C4946514-9AFE-30E6-3D84-7324A721A038}"/>
              </a:ext>
            </a:extLst>
          </p:cNvPr>
          <p:cNvSpPr>
            <a:spLocks/>
          </p:cNvSpPr>
          <p:nvPr/>
        </p:nvSpPr>
        <p:spPr bwMode="auto">
          <a:xfrm>
            <a:off x="2902268" y="4320948"/>
            <a:ext cx="2487295" cy="2420212"/>
          </a:xfrm>
          <a:prstGeom prst="roundRect">
            <a:avLst>
              <a:gd name="adj" fmla="val 2923"/>
            </a:avLst>
          </a:prstGeom>
          <a:solidFill>
            <a:srgbClr val="FFFF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79959" fontAlgn="base">
              <a:spcBef>
                <a:spcPct val="0"/>
              </a:spcBef>
              <a:spcAft>
                <a:spcPct val="0"/>
              </a:spcAft>
            </a:pPr>
            <a:endParaRPr lang="en-IN" sz="1458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cs typeface="Segoe UI" pitchFamily="34" charset="0"/>
            </a:endParaRPr>
          </a:p>
        </p:txBody>
      </p:sp>
      <p:sp>
        <p:nvSpPr>
          <p:cNvPr id="1528" name="Rectangle: Top Corners Rounded 1527">
            <a:extLst>
              <a:ext uri="{FF2B5EF4-FFF2-40B4-BE49-F238E27FC236}">
                <a16:creationId xmlns:a16="http://schemas.microsoft.com/office/drawing/2014/main" id="{68021260-3B96-EF76-D1E5-6CF112B08EB6}"/>
              </a:ext>
            </a:extLst>
          </p:cNvPr>
          <p:cNvSpPr/>
          <p:nvPr/>
        </p:nvSpPr>
        <p:spPr bwMode="auto">
          <a:xfrm>
            <a:off x="277813" y="4320949"/>
            <a:ext cx="2487295" cy="331966"/>
          </a:xfrm>
          <a:prstGeom prst="round2SameRect">
            <a:avLst>
              <a:gd name="adj1" fmla="val 24351"/>
              <a:gd name="adj2" fmla="val 0"/>
            </a:avLst>
          </a:prstGeom>
          <a:solidFill>
            <a:srgbClr val="8A226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dirty="0" err="1">
              <a:solidFill>
                <a:srgbClr val="8A226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30" name="Rectangle: Top Corners Rounded 1529">
            <a:extLst>
              <a:ext uri="{FF2B5EF4-FFF2-40B4-BE49-F238E27FC236}">
                <a16:creationId xmlns:a16="http://schemas.microsoft.com/office/drawing/2014/main" id="{A79F7794-8AC1-E9AB-DF09-4BE78694252C}"/>
              </a:ext>
            </a:extLst>
          </p:cNvPr>
          <p:cNvSpPr/>
          <p:nvPr/>
        </p:nvSpPr>
        <p:spPr bwMode="auto">
          <a:xfrm>
            <a:off x="2902268" y="4320949"/>
            <a:ext cx="2487295" cy="331966"/>
          </a:xfrm>
          <a:prstGeom prst="round2SameRect">
            <a:avLst>
              <a:gd name="adj1" fmla="val 24351"/>
              <a:gd name="adj2" fmla="val 0"/>
            </a:avLst>
          </a:prstGeom>
          <a:solidFill>
            <a:srgbClr val="8A226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dirty="0" err="1">
              <a:solidFill>
                <a:srgbClr val="8A226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31" name="Text Placeholder 99">
            <a:extLst>
              <a:ext uri="{FF2B5EF4-FFF2-40B4-BE49-F238E27FC236}">
                <a16:creationId xmlns:a16="http://schemas.microsoft.com/office/drawing/2014/main" id="{DA5A39D6-5130-4351-5E21-384697B674CC}"/>
              </a:ext>
            </a:extLst>
          </p:cNvPr>
          <p:cNvSpPr txBox="1">
            <a:spLocks/>
          </p:cNvSpPr>
          <p:nvPr/>
        </p:nvSpPr>
        <p:spPr>
          <a:xfrm>
            <a:off x="581375" y="4409988"/>
            <a:ext cx="1880171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chemeClr val="bg1"/>
                </a:solidFill>
                <a:latin typeface="+mj-lt"/>
              </a:rPr>
              <a:t>Eligibility | Customers must:</a:t>
            </a:r>
          </a:p>
        </p:txBody>
      </p:sp>
      <p:sp>
        <p:nvSpPr>
          <p:cNvPr id="1532" name="Text Placeholder 99">
            <a:extLst>
              <a:ext uri="{FF2B5EF4-FFF2-40B4-BE49-F238E27FC236}">
                <a16:creationId xmlns:a16="http://schemas.microsoft.com/office/drawing/2014/main" id="{7F0C6F55-F17B-8474-3D39-831966D13761}"/>
              </a:ext>
            </a:extLst>
          </p:cNvPr>
          <p:cNvSpPr txBox="1">
            <a:spLocks/>
          </p:cNvSpPr>
          <p:nvPr/>
        </p:nvSpPr>
        <p:spPr>
          <a:xfrm>
            <a:off x="2982215" y="4409988"/>
            <a:ext cx="232740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chemeClr val="bg1"/>
                </a:solidFill>
                <a:latin typeface="+mj-lt"/>
              </a:rPr>
              <a:t>What to expect | Partner may help you:</a:t>
            </a:r>
          </a:p>
        </p:txBody>
      </p:sp>
      <p:sp>
        <p:nvSpPr>
          <p:cNvPr id="1533" name="Text Placeholder 99">
            <a:extLst>
              <a:ext uri="{FF2B5EF4-FFF2-40B4-BE49-F238E27FC236}">
                <a16:creationId xmlns:a16="http://schemas.microsoft.com/office/drawing/2014/main" id="{D2F2E134-F404-0B65-4699-6D6C55A75368}"/>
              </a:ext>
            </a:extLst>
          </p:cNvPr>
          <p:cNvSpPr txBox="1">
            <a:spLocks/>
          </p:cNvSpPr>
          <p:nvPr/>
        </p:nvSpPr>
        <p:spPr>
          <a:xfrm>
            <a:off x="383255" y="4741039"/>
            <a:ext cx="2276411" cy="12003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Have purchased a minimum of 50+ purchased Office 365 and/or Microsoft 365 seats (includes OE3/OE5/ME3/ME5/G3/G5, Business Standard &amp; Business Premium SKUs)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Work with an eligible Microsoft partner to validate eligibility and plan deployment.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Be nominated prior to the sale or within 60 days of provisioning.</a:t>
            </a:r>
          </a:p>
        </p:txBody>
      </p:sp>
      <p:sp>
        <p:nvSpPr>
          <p:cNvPr id="1534" name="Text Placeholder 99">
            <a:extLst>
              <a:ext uri="{FF2B5EF4-FFF2-40B4-BE49-F238E27FC236}">
                <a16:creationId xmlns:a16="http://schemas.microsoft.com/office/drawing/2014/main" id="{367FA250-836A-3C9C-2AC5-E19122C87957}"/>
              </a:ext>
            </a:extLst>
          </p:cNvPr>
          <p:cNvSpPr txBox="1">
            <a:spLocks/>
          </p:cNvSpPr>
          <p:nvPr/>
        </p:nvSpPr>
        <p:spPr>
          <a:xfrm>
            <a:off x="3007710" y="4741039"/>
            <a:ext cx="2276411" cy="18774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Identify priority scenarios, assess readiness, and design the agent solution architecture.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Design and build agents, and implement Agent 365 to observe, govern, and secure agents.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Configure identity, data access, and governance controls to protect users, agents, and data.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Support adoption through training, hackathons, and change management.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Provide ongoing monitoring, optimization, and business impact measurement.</a:t>
            </a:r>
          </a:p>
        </p:txBody>
      </p:sp>
      <p:sp>
        <p:nvSpPr>
          <p:cNvPr id="1535" name="Text Placeholder 99">
            <a:extLst>
              <a:ext uri="{FF2B5EF4-FFF2-40B4-BE49-F238E27FC236}">
                <a16:creationId xmlns:a16="http://schemas.microsoft.com/office/drawing/2014/main" id="{BCB143F9-E2F3-BF55-B13E-4F576E16DACB}"/>
              </a:ext>
            </a:extLst>
          </p:cNvPr>
          <p:cNvSpPr txBox="1">
            <a:spLocks/>
          </p:cNvSpPr>
          <p:nvPr/>
        </p:nvSpPr>
        <p:spPr>
          <a:xfrm>
            <a:off x="468599" y="7034749"/>
            <a:ext cx="4624914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chemeClr val="bg1"/>
                </a:solidFill>
                <a:latin typeface="+mj-lt"/>
              </a:rPr>
              <a:t>Ready to get started?</a:t>
            </a:r>
          </a:p>
        </p:txBody>
      </p:sp>
      <p:sp>
        <p:nvSpPr>
          <p:cNvPr id="1536" name="Text Placeholder 99">
            <a:extLst>
              <a:ext uri="{FF2B5EF4-FFF2-40B4-BE49-F238E27FC236}">
                <a16:creationId xmlns:a16="http://schemas.microsoft.com/office/drawing/2014/main" id="{7636C491-1D63-2F74-E3FD-99CA3804A425}"/>
              </a:ext>
            </a:extLst>
          </p:cNvPr>
          <p:cNvSpPr txBox="1">
            <a:spLocks/>
          </p:cNvSpPr>
          <p:nvPr/>
        </p:nvSpPr>
        <p:spPr>
          <a:xfrm>
            <a:off x="468599" y="7235220"/>
            <a:ext cx="4719097" cy="3924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tabLst/>
              <a:defRPr/>
            </a:pPr>
            <a:r>
              <a:rPr lang="en-US" sz="850" b="0" i="0" dirty="0">
                <a:solidFill>
                  <a:schemeClr val="bg1"/>
                </a:solidFill>
                <a:latin typeface="Segoe UI"/>
              </a:rPr>
              <a:t>Coordinate with your Microsoft partner to validate eligibility, confirm requirements, and plan your engagement. You'll receive hands-on support to design, build, and manage transformative agentic solutions across your 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331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Segoe Sans Display</vt:lpstr>
      <vt:lpstr>Segoe UI</vt:lpstr>
      <vt:lpstr>Segoe UI Semibold</vt:lpstr>
      <vt:lpstr>Wingdings</vt:lpstr>
      <vt:lpstr>2_CSP Template Diamond 06/23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Rashvika Abdulla</cp:lastModifiedBy>
  <cp:revision>17</cp:revision>
  <dcterms:created xsi:type="dcterms:W3CDTF">2026-02-21T17:45:29Z</dcterms:created>
  <dcterms:modified xsi:type="dcterms:W3CDTF">2026-07-06T14:01:52Z</dcterms:modified>
</cp:coreProperties>
</file>