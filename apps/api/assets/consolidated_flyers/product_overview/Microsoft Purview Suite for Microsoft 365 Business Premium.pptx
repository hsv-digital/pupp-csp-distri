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147470008" r:id="rId2"/>
  </p:sldIdLst>
  <p:sldSz cx="5648325" cy="7991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3DBA5-D190-AA66-E646-DD003E9C701C}" v="1" dt="2026-04-11T11:26:04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6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ED43DBA5-D190-AA66-E646-DD003E9C701C}"/>
    <pc:docChg chg="mod modSld modMainMaster setSldSz">
      <pc:chgData name="Seema Kapri" userId="S::seema.kapri@hsv.digital::3468d2f6-a5eb-4e01-882c-f62721c4c7bf" providerId="AD" clId="Web-{ED43DBA5-D190-AA66-E646-DD003E9C701C}" dt="2026-04-11T11:26:04.877" v="0"/>
      <pc:docMkLst>
        <pc:docMk/>
      </pc:docMkLst>
      <pc:sldChg chg="modSp">
        <pc:chgData name="Seema Kapri" userId="S::seema.kapri@hsv.digital::3468d2f6-a5eb-4e01-882c-f62721c4c7bf" providerId="AD" clId="Web-{ED43DBA5-D190-AA66-E646-DD003E9C701C}" dt="2026-04-11T11:26:04.877" v="0"/>
        <pc:sldMkLst>
          <pc:docMk/>
          <pc:sldMk cId="1630386862" sldId="2147470008"/>
        </pc:sldMkLst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6" creationId="{1F261787-A532-6E06-5DBB-DC560E196235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17" creationId="{A92E1932-F00B-7615-5E7D-55DC4703F1C2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43" creationId="{0229FE75-A857-208B-452D-3AC05899E608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47" creationId="{DBF849E1-2B38-8110-7D96-69D3AF3E886A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49" creationId="{07FC56BF-390F-68CB-6993-C9226762ED03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56" creationId="{CEEF4C83-13A7-1861-04DA-79288535A308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79" creationId="{F81BFA34-B18A-5D19-CB2E-5EFFFD85E75F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80" creationId="{B9FF4C58-C222-0372-551A-B65DBB1DB687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82" creationId="{B1FA4B85-4927-1ABB-F554-DE4985060010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k cId="1630386862" sldId="2147470008"/>
            <ac:spMk id="84" creationId="{BB100D5B-0759-0B55-0C50-3142C9A438E7}"/>
          </ac:spMkLst>
        </pc:spChg>
      </pc:sldChg>
      <pc:sldMasterChg chg="modSp modSldLayout">
        <pc:chgData name="Seema Kapri" userId="S::seema.kapri@hsv.digital::3468d2f6-a5eb-4e01-882c-f62721c4c7bf" providerId="AD" clId="Web-{ED43DBA5-D190-AA66-E646-DD003E9C701C}" dt="2026-04-11T11:26:04.877" v="0"/>
        <pc:sldMasterMkLst>
          <pc:docMk/>
          <pc:sldMasterMk cId="4225429862" sldId="2147483720"/>
        </pc:sldMasterMkLst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asterMk cId="4225429862" sldId="2147483720"/>
            <ac:spMk id="2" creationId="{00000000-0000-0000-0000-000000000000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asterMk cId="4225429862" sldId="2147483720"/>
            <ac:spMk id="3" creationId="{00000000-0000-0000-0000-000000000000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asterMk cId="4225429862" sldId="2147483720"/>
            <ac:spMk id="4" creationId="{00000000-0000-0000-0000-000000000000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asterMk cId="4225429862" sldId="2147483720"/>
            <ac:spMk id="5" creationId="{00000000-0000-0000-0000-000000000000}"/>
          </ac:spMkLst>
        </pc:spChg>
        <pc:spChg chg="mod">
          <ac:chgData name="Seema Kapri" userId="S::seema.kapri@hsv.digital::3468d2f6-a5eb-4e01-882c-f62721c4c7bf" providerId="AD" clId="Web-{ED43DBA5-D190-AA66-E646-DD003E9C701C}" dt="2026-04-11T11:26:04.877" v="0"/>
          <ac:spMkLst>
            <pc:docMk/>
            <pc:sldMasterMk cId="4225429862" sldId="2147483720"/>
            <ac:spMk id="6" creationId="{00000000-0000-0000-0000-000000000000}"/>
          </ac:spMkLst>
        </pc:sp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3594779952" sldId="2147483721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3594779952" sldId="2147483721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3594779952" sldId="2147483721"/>
              <ac:spMk id="3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255112433" sldId="2147483723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112433" sldId="2147483723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112433" sldId="2147483723"/>
              <ac:spMk id="3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2068839461" sldId="2147483724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068839461" sldId="2147483724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068839461" sldId="2147483724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2556925926" sldId="2147483725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6925926" sldId="2147483725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6925926" sldId="2147483725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6925926" sldId="2147483725"/>
              <ac:spMk id="4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6925926" sldId="2147483725"/>
              <ac:spMk id="5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556925926" sldId="2147483725"/>
              <ac:spMk id="6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1845113313" sldId="2147483728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1845113313" sldId="2147483728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1845113313" sldId="2147483728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1845113313" sldId="2147483728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4183154694" sldId="2147483729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4183154694" sldId="2147483729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4183154694" sldId="2147483729"/>
              <ac:spMk id="3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4183154694" sldId="2147483729"/>
              <ac:spMk id="4" creationId="{00000000-0000-0000-0000-000000000000}"/>
            </ac:spMkLst>
          </pc:spChg>
        </pc:sldLayoutChg>
        <pc:sldLayoutChg chg="modSp">
          <pc:chgData name="Seema Kapri" userId="S::seema.kapri@hsv.digital::3468d2f6-a5eb-4e01-882c-f62721c4c7bf" providerId="AD" clId="Web-{ED43DBA5-D190-AA66-E646-DD003E9C701C}" dt="2026-04-11T11:26:04.877" v="0"/>
          <pc:sldLayoutMkLst>
            <pc:docMk/>
            <pc:sldMasterMk cId="4225429862" sldId="2147483720"/>
            <pc:sldLayoutMk cId="2663077870" sldId="2147483731"/>
          </pc:sldLayoutMkLst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663077870" sldId="2147483731"/>
              <ac:spMk id="2" creationId="{00000000-0000-0000-0000-000000000000}"/>
            </ac:spMkLst>
          </pc:spChg>
          <pc:spChg chg="mod">
            <ac:chgData name="Seema Kapri" userId="S::seema.kapri@hsv.digital::3468d2f6-a5eb-4e01-882c-f62721c4c7bf" providerId="AD" clId="Web-{ED43DBA5-D190-AA66-E646-DD003E9C701C}" dt="2026-04-11T11:26:04.877" v="0"/>
            <ac:spMkLst>
              <pc:docMk/>
              <pc:sldMasterMk cId="4225429862" sldId="2147483720"/>
              <pc:sldLayoutMk cId="2663077870" sldId="214748373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DCA55-7141-46E2-8F0D-ED4FF406EC63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1864-BC2F-463F-854C-C6DDAAC131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5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B40D-F18F-E16C-414E-278D7AAC5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318DB-B491-3618-A4E0-CB26CC5CA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EDBEC-0C05-EE12-A0EE-36643DBB1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18F1-5568-F7B6-9411-F33C2DFF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9717BF-D6A1-41FB-AA9B-31E83E01F21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123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625" y="1307865"/>
            <a:ext cx="4801076" cy="2782217"/>
          </a:xfrm>
        </p:spPr>
        <p:txBody>
          <a:bodyPr anchor="b"/>
          <a:lstStyle>
            <a:lvl1pPr algn="ctr">
              <a:defRPr sz="3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041" y="4197375"/>
            <a:ext cx="4236244" cy="1929423"/>
          </a:xfrm>
        </p:spPr>
        <p:txBody>
          <a:bodyPr/>
          <a:lstStyle>
            <a:lvl1pPr marL="0" indent="0" algn="ctr">
              <a:buNone/>
              <a:defRPr sz="1467"/>
            </a:lvl1pPr>
            <a:lvl2pPr marL="279435" indent="0" algn="ctr">
              <a:buNone/>
              <a:defRPr sz="1223"/>
            </a:lvl2pPr>
            <a:lvl3pPr marL="558870" indent="0" algn="ctr">
              <a:buNone/>
              <a:defRPr sz="1100"/>
            </a:lvl3pPr>
            <a:lvl4pPr marL="838305" indent="0" algn="ctr">
              <a:buNone/>
              <a:defRPr sz="978"/>
            </a:lvl4pPr>
            <a:lvl5pPr marL="1117740" indent="0" algn="ctr">
              <a:buNone/>
              <a:defRPr sz="978"/>
            </a:lvl5pPr>
            <a:lvl6pPr marL="1397174" indent="0" algn="ctr">
              <a:buNone/>
              <a:defRPr sz="978"/>
            </a:lvl6pPr>
            <a:lvl7pPr marL="1676610" indent="0" algn="ctr">
              <a:buNone/>
              <a:defRPr sz="978"/>
            </a:lvl7pPr>
            <a:lvl8pPr marL="1956045" indent="0" algn="ctr">
              <a:buNone/>
              <a:defRPr sz="978"/>
            </a:lvl8pPr>
            <a:lvl9pPr marL="2235479" indent="0" algn="ctr">
              <a:buNone/>
              <a:defRPr sz="97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77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5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81" y="1992322"/>
            <a:ext cx="4871680" cy="3324231"/>
          </a:xfrm>
        </p:spPr>
        <p:txBody>
          <a:bodyPr anchor="b"/>
          <a:lstStyle>
            <a:lvl1pPr>
              <a:defRPr sz="36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381" y="5348001"/>
            <a:ext cx="4871680" cy="1748135"/>
          </a:xfrm>
        </p:spPr>
        <p:txBody>
          <a:bodyPr/>
          <a:lstStyle>
            <a:lvl1pPr marL="0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1pPr>
            <a:lvl2pPr marL="279435" indent="0">
              <a:buNone/>
              <a:defRPr sz="1223">
                <a:solidFill>
                  <a:schemeClr val="tx1">
                    <a:tint val="82000"/>
                  </a:schemeClr>
                </a:solidFill>
              </a:defRPr>
            </a:lvl2pPr>
            <a:lvl3pPr marL="558870" indent="0">
              <a:buNone/>
              <a:defRPr sz="1100">
                <a:solidFill>
                  <a:schemeClr val="tx1">
                    <a:tint val="82000"/>
                  </a:schemeClr>
                </a:solidFill>
              </a:defRPr>
            </a:lvl3pPr>
            <a:lvl4pPr marL="838305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4pPr>
            <a:lvl5pPr marL="1117740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5pPr>
            <a:lvl6pPr marL="1397174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6pPr>
            <a:lvl7pPr marL="1676610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7pPr>
            <a:lvl8pPr marL="1956045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8pPr>
            <a:lvl9pPr marL="2235479" indent="0">
              <a:buNone/>
              <a:defRPr sz="9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1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323" y="2127360"/>
            <a:ext cx="2400538" cy="5070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9465" y="2127360"/>
            <a:ext cx="2400538" cy="5070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3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9" y="425474"/>
            <a:ext cx="4871680" cy="1544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058" y="1959023"/>
            <a:ext cx="2389506" cy="960086"/>
          </a:xfrm>
        </p:spPr>
        <p:txBody>
          <a:bodyPr anchor="b"/>
          <a:lstStyle>
            <a:lvl1pPr marL="0" indent="0">
              <a:buNone/>
              <a:defRPr sz="1467" b="1"/>
            </a:lvl1pPr>
            <a:lvl2pPr marL="279435" indent="0">
              <a:buNone/>
              <a:defRPr sz="1223" b="1"/>
            </a:lvl2pPr>
            <a:lvl3pPr marL="558870" indent="0">
              <a:buNone/>
              <a:defRPr sz="1100" b="1"/>
            </a:lvl3pPr>
            <a:lvl4pPr marL="838305" indent="0">
              <a:buNone/>
              <a:defRPr sz="978" b="1"/>
            </a:lvl4pPr>
            <a:lvl5pPr marL="1117740" indent="0">
              <a:buNone/>
              <a:defRPr sz="978" b="1"/>
            </a:lvl5pPr>
            <a:lvl6pPr marL="1397174" indent="0">
              <a:buNone/>
              <a:defRPr sz="978" b="1"/>
            </a:lvl6pPr>
            <a:lvl7pPr marL="1676610" indent="0">
              <a:buNone/>
              <a:defRPr sz="978" b="1"/>
            </a:lvl7pPr>
            <a:lvl8pPr marL="1956045" indent="0">
              <a:buNone/>
              <a:defRPr sz="978" b="1"/>
            </a:lvl8pPr>
            <a:lvl9pPr marL="2235479" indent="0">
              <a:buNone/>
              <a:defRPr sz="9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9058" y="2919109"/>
            <a:ext cx="2389506" cy="429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59466" y="1959023"/>
            <a:ext cx="2401273" cy="960086"/>
          </a:xfrm>
        </p:spPr>
        <p:txBody>
          <a:bodyPr anchor="b"/>
          <a:lstStyle>
            <a:lvl1pPr marL="0" indent="0">
              <a:buNone/>
              <a:defRPr sz="1467" b="1"/>
            </a:lvl1pPr>
            <a:lvl2pPr marL="279435" indent="0">
              <a:buNone/>
              <a:defRPr sz="1223" b="1"/>
            </a:lvl2pPr>
            <a:lvl3pPr marL="558870" indent="0">
              <a:buNone/>
              <a:defRPr sz="1100" b="1"/>
            </a:lvl3pPr>
            <a:lvl4pPr marL="838305" indent="0">
              <a:buNone/>
              <a:defRPr sz="978" b="1"/>
            </a:lvl4pPr>
            <a:lvl5pPr marL="1117740" indent="0">
              <a:buNone/>
              <a:defRPr sz="978" b="1"/>
            </a:lvl5pPr>
            <a:lvl6pPr marL="1397174" indent="0">
              <a:buNone/>
              <a:defRPr sz="978" b="1"/>
            </a:lvl6pPr>
            <a:lvl7pPr marL="1676610" indent="0">
              <a:buNone/>
              <a:defRPr sz="978" b="1"/>
            </a:lvl7pPr>
            <a:lvl8pPr marL="1956045" indent="0">
              <a:buNone/>
              <a:defRPr sz="978" b="1"/>
            </a:lvl8pPr>
            <a:lvl9pPr marL="2235479" indent="0">
              <a:buNone/>
              <a:defRPr sz="9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59466" y="2919109"/>
            <a:ext cx="2401273" cy="429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92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35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600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8" y="532765"/>
            <a:ext cx="1821732" cy="1864677"/>
          </a:xfrm>
        </p:spPr>
        <p:txBody>
          <a:bodyPr anchor="b"/>
          <a:lstStyle>
            <a:lvl1pPr>
              <a:defRPr sz="19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1274" y="1150626"/>
            <a:ext cx="2859464" cy="5679127"/>
          </a:xfrm>
        </p:spPr>
        <p:txBody>
          <a:bodyPr/>
          <a:lstStyle>
            <a:lvl1pPr>
              <a:defRPr sz="1956"/>
            </a:lvl1pPr>
            <a:lvl2pPr>
              <a:defRPr sz="1712"/>
            </a:lvl2pPr>
            <a:lvl3pPr>
              <a:defRPr sz="1467"/>
            </a:lvl3pPr>
            <a:lvl4pPr>
              <a:defRPr sz="1223"/>
            </a:lvl4pPr>
            <a:lvl5pPr>
              <a:defRPr sz="1223"/>
            </a:lvl5pPr>
            <a:lvl6pPr>
              <a:defRPr sz="1223"/>
            </a:lvl6pPr>
            <a:lvl7pPr>
              <a:defRPr sz="1223"/>
            </a:lvl7pPr>
            <a:lvl8pPr>
              <a:defRPr sz="1223"/>
            </a:lvl8pPr>
            <a:lvl9pPr>
              <a:defRPr sz="12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058" y="2397443"/>
            <a:ext cx="1821732" cy="4441559"/>
          </a:xfrm>
        </p:spPr>
        <p:txBody>
          <a:bodyPr/>
          <a:lstStyle>
            <a:lvl1pPr marL="0" indent="0">
              <a:buNone/>
              <a:defRPr sz="978"/>
            </a:lvl1pPr>
            <a:lvl2pPr marL="279435" indent="0">
              <a:buNone/>
              <a:defRPr sz="856"/>
            </a:lvl2pPr>
            <a:lvl3pPr marL="558870" indent="0">
              <a:buNone/>
              <a:defRPr sz="734"/>
            </a:lvl3pPr>
            <a:lvl4pPr marL="838305" indent="0">
              <a:buNone/>
              <a:defRPr sz="611"/>
            </a:lvl4pPr>
            <a:lvl5pPr marL="1117740" indent="0">
              <a:buNone/>
              <a:defRPr sz="611"/>
            </a:lvl5pPr>
            <a:lvl6pPr marL="1397174" indent="0">
              <a:buNone/>
              <a:defRPr sz="611"/>
            </a:lvl6pPr>
            <a:lvl7pPr marL="1676610" indent="0">
              <a:buNone/>
              <a:defRPr sz="611"/>
            </a:lvl7pPr>
            <a:lvl8pPr marL="1956045" indent="0">
              <a:buNone/>
              <a:defRPr sz="611"/>
            </a:lvl8pPr>
            <a:lvl9pPr marL="2235479" indent="0">
              <a:buNone/>
              <a:defRPr sz="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1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058" y="532765"/>
            <a:ext cx="1821732" cy="1864677"/>
          </a:xfrm>
        </p:spPr>
        <p:txBody>
          <a:bodyPr anchor="b"/>
          <a:lstStyle>
            <a:lvl1pPr>
              <a:defRPr sz="19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01274" y="1150626"/>
            <a:ext cx="2859464" cy="5679127"/>
          </a:xfrm>
        </p:spPr>
        <p:txBody>
          <a:bodyPr anchor="t"/>
          <a:lstStyle>
            <a:lvl1pPr marL="0" indent="0">
              <a:buNone/>
              <a:defRPr sz="1956"/>
            </a:lvl1pPr>
            <a:lvl2pPr marL="279435" indent="0">
              <a:buNone/>
              <a:defRPr sz="1712"/>
            </a:lvl2pPr>
            <a:lvl3pPr marL="558870" indent="0">
              <a:buNone/>
              <a:defRPr sz="1467"/>
            </a:lvl3pPr>
            <a:lvl4pPr marL="838305" indent="0">
              <a:buNone/>
              <a:defRPr sz="1223"/>
            </a:lvl4pPr>
            <a:lvl5pPr marL="1117740" indent="0">
              <a:buNone/>
              <a:defRPr sz="1223"/>
            </a:lvl5pPr>
            <a:lvl6pPr marL="1397174" indent="0">
              <a:buNone/>
              <a:defRPr sz="1223"/>
            </a:lvl6pPr>
            <a:lvl7pPr marL="1676610" indent="0">
              <a:buNone/>
              <a:defRPr sz="1223"/>
            </a:lvl7pPr>
            <a:lvl8pPr marL="1956045" indent="0">
              <a:buNone/>
              <a:defRPr sz="1223"/>
            </a:lvl8pPr>
            <a:lvl9pPr marL="2235479" indent="0">
              <a:buNone/>
              <a:defRPr sz="12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058" y="2397443"/>
            <a:ext cx="1821732" cy="4441559"/>
          </a:xfrm>
        </p:spPr>
        <p:txBody>
          <a:bodyPr/>
          <a:lstStyle>
            <a:lvl1pPr marL="0" indent="0">
              <a:buNone/>
              <a:defRPr sz="978"/>
            </a:lvl1pPr>
            <a:lvl2pPr marL="279435" indent="0">
              <a:buNone/>
              <a:defRPr sz="856"/>
            </a:lvl2pPr>
            <a:lvl3pPr marL="558870" indent="0">
              <a:buNone/>
              <a:defRPr sz="734"/>
            </a:lvl3pPr>
            <a:lvl4pPr marL="838305" indent="0">
              <a:buNone/>
              <a:defRPr sz="611"/>
            </a:lvl4pPr>
            <a:lvl5pPr marL="1117740" indent="0">
              <a:buNone/>
              <a:defRPr sz="611"/>
            </a:lvl5pPr>
            <a:lvl6pPr marL="1397174" indent="0">
              <a:buNone/>
              <a:defRPr sz="611"/>
            </a:lvl6pPr>
            <a:lvl7pPr marL="1676610" indent="0">
              <a:buNone/>
              <a:defRPr sz="611"/>
            </a:lvl7pPr>
            <a:lvl8pPr marL="1956045" indent="0">
              <a:buNone/>
              <a:defRPr sz="611"/>
            </a:lvl8pPr>
            <a:lvl9pPr marL="2235479" indent="0">
              <a:buNone/>
              <a:defRPr sz="6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154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58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42083" y="425473"/>
            <a:ext cx="1217920" cy="67724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323" y="425473"/>
            <a:ext cx="3583156" cy="67724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07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323" y="425474"/>
            <a:ext cx="4871680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323" y="2127360"/>
            <a:ext cx="4871680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322" y="7406916"/>
            <a:ext cx="1270873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F6F66-F0E3-45FA-BF06-9237F73415C1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1008" y="7406916"/>
            <a:ext cx="1906310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9130" y="7406916"/>
            <a:ext cx="1270873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23456-B948-472E-8498-9A8C99CE3B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42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94853" rtl="0" eaLnBrk="1" latinLnBrk="0" hangingPunct="1">
        <a:lnSpc>
          <a:spcPct val="90000"/>
        </a:lnSpc>
        <a:spcBef>
          <a:spcPct val="0"/>
        </a:spcBef>
        <a:buNone/>
        <a:defRPr sz="33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13" indent="-173713" algn="l" defTabSz="694853" rtl="0" eaLnBrk="1" latinLnBrk="0" hangingPunct="1">
        <a:lnSpc>
          <a:spcPct val="90000"/>
        </a:lnSpc>
        <a:spcBef>
          <a:spcPts val="760"/>
        </a:spcBef>
        <a:buFont typeface="Arial" panose="020B0604020202020204" pitchFamily="34" charset="0"/>
        <a:buChar char="•"/>
        <a:defRPr sz="2128" kern="1200">
          <a:solidFill>
            <a:schemeClr val="tx1"/>
          </a:solidFill>
          <a:latin typeface="+mn-lt"/>
          <a:ea typeface="+mn-ea"/>
          <a:cs typeface="+mn-cs"/>
        </a:defRPr>
      </a:lvl1pPr>
      <a:lvl2pPr marL="521139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824" kern="1200">
          <a:solidFill>
            <a:schemeClr val="tx1"/>
          </a:solidFill>
          <a:latin typeface="+mn-lt"/>
          <a:ea typeface="+mn-ea"/>
          <a:cs typeface="+mn-cs"/>
        </a:defRPr>
      </a:lvl2pPr>
      <a:lvl3pPr marL="868566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520" kern="1200">
          <a:solidFill>
            <a:schemeClr val="tx1"/>
          </a:solidFill>
          <a:latin typeface="+mn-lt"/>
          <a:ea typeface="+mn-ea"/>
          <a:cs typeface="+mn-cs"/>
        </a:defRPr>
      </a:lvl3pPr>
      <a:lvl4pPr marL="1215992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563418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910845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258271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605697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953123" indent="-173713" algn="l" defTabSz="694853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1pPr>
      <a:lvl2pPr marL="347426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94853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42279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389705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737131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084558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431984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779410" algn="l" defTabSz="694853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57E35-A357-6951-93B8-84DA1F84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3468742" descr="preencoded.png">
            <a:extLst>
              <a:ext uri="{FF2B5EF4-FFF2-40B4-BE49-F238E27FC236}">
                <a16:creationId xmlns:a16="http://schemas.microsoft.com/office/drawing/2014/main" id="{935D4737-AF15-D2BD-A0CA-A169A8D5D2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1" b="17144"/>
          <a:stretch>
            <a:fillRect/>
          </a:stretch>
        </p:blipFill>
        <p:spPr>
          <a:xfrm>
            <a:off x="576" y="6"/>
            <a:ext cx="5647182" cy="7991474"/>
          </a:xfrm>
          <a:prstGeom prst="rect">
            <a:avLst/>
          </a:prstGeom>
        </p:spPr>
      </p:pic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81BFA34-B18A-5D19-CB2E-5EFFFD85E75F}"/>
              </a:ext>
            </a:extLst>
          </p:cNvPr>
          <p:cNvSpPr/>
          <p:nvPr/>
        </p:nvSpPr>
        <p:spPr bwMode="auto">
          <a:xfrm>
            <a:off x="282153" y="5210604"/>
            <a:ext cx="1625418" cy="244432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163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9FF4C58-C222-0372-551A-B65DBB1DB687}"/>
              </a:ext>
            </a:extLst>
          </p:cNvPr>
          <p:cNvSpPr/>
          <p:nvPr/>
        </p:nvSpPr>
        <p:spPr bwMode="auto">
          <a:xfrm>
            <a:off x="2016908" y="5210604"/>
            <a:ext cx="1625418" cy="244432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163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0975A17-5A4C-D6C3-AEC2-7F7BB3AB4AF3}"/>
              </a:ext>
            </a:extLst>
          </p:cNvPr>
          <p:cNvSpPr/>
          <p:nvPr/>
        </p:nvSpPr>
        <p:spPr bwMode="auto">
          <a:xfrm>
            <a:off x="3763968" y="5210604"/>
            <a:ext cx="1625418" cy="2444325"/>
          </a:xfrm>
          <a:prstGeom prst="roundRect">
            <a:avLst>
              <a:gd name="adj" fmla="val 5082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1163" err="1">
              <a:solidFill>
                <a:srgbClr val="C03BC4"/>
              </a:soli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B91F6E1-310B-4DCA-D9D1-EFA8D25C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526" t="30965" r="-63239" b="25799"/>
          <a:stretch>
            <a:fillRect/>
          </a:stretch>
        </p:blipFill>
        <p:spPr>
          <a:xfrm>
            <a:off x="576" y="-6495"/>
            <a:ext cx="5652707" cy="1385835"/>
          </a:xfrm>
          <a:prstGeom prst="rect">
            <a:avLst/>
          </a:prstGeom>
          <a:effectLst/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E2C1D61-C97B-074D-2D5C-424C889179B7}"/>
              </a:ext>
            </a:extLst>
          </p:cNvPr>
          <p:cNvSpPr/>
          <p:nvPr/>
        </p:nvSpPr>
        <p:spPr bwMode="auto">
          <a:xfrm>
            <a:off x="576" y="-3447"/>
            <a:ext cx="5647182" cy="1385833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1F8D7817-2A34-A090-10BB-8A54EB00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7031" t="49290" r="56933" b="-2909"/>
          <a:stretch>
            <a:fillRect/>
          </a:stretch>
        </p:blipFill>
        <p:spPr>
          <a:xfrm>
            <a:off x="576" y="-3448"/>
            <a:ext cx="5652707" cy="1385835"/>
          </a:xfrm>
          <a:prstGeom prst="rect">
            <a:avLst/>
          </a:prstGeom>
          <a:effectLst/>
        </p:spPr>
      </p:pic>
      <p:sp>
        <p:nvSpPr>
          <p:cNvPr id="32" name="Title 31">
            <a:extLst>
              <a:ext uri="{FF2B5EF4-FFF2-40B4-BE49-F238E27FC236}">
                <a16:creationId xmlns:a16="http://schemas.microsoft.com/office/drawing/2014/main" id="{C8230886-385E-3625-B41A-6EB929B3CEC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0573" y="563896"/>
            <a:ext cx="4214824" cy="5655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65417">
              <a:spcBef>
                <a:spcPts val="0"/>
              </a:spcBef>
            </a:pPr>
            <a:r>
              <a:rPr lang="en-US" sz="2035" dirty="0">
                <a:solidFill>
                  <a:srgbClr val="C03BC4"/>
                </a:solidFill>
                <a:cs typeface="Segoe Sans Display Semilight" pitchFamily="2" charset="0"/>
              </a:rPr>
              <a:t>Microsoft Purview Suite </a:t>
            </a:r>
            <a:r>
              <a:rPr lang="en-US" sz="2035" dirty="0">
                <a:cs typeface="Segoe Sans Display Semilight" pitchFamily="2" charset="0"/>
              </a:rPr>
              <a:t>for Microsoft 365 Business Premium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2E1932-F00B-7615-5E7D-55DC4703F1C2}"/>
              </a:ext>
            </a:extLst>
          </p:cNvPr>
          <p:cNvSpPr txBox="1">
            <a:spLocks/>
          </p:cNvSpPr>
          <p:nvPr/>
        </p:nvSpPr>
        <p:spPr>
          <a:xfrm>
            <a:off x="2074568" y="1662672"/>
            <a:ext cx="3157627" cy="4473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4395">
              <a:spcAft>
                <a:spcPts val="1309"/>
              </a:spcAft>
              <a:defRPr/>
            </a:pPr>
            <a:r>
              <a:rPr lang="en-US" sz="1453">
                <a:solidFill>
                  <a:srgbClr val="000000"/>
                </a:solidFill>
                <a:latin typeface="Segoe Sans Display Semibold" pitchFamily="2" charset="0"/>
                <a:cs typeface="Segoe Sans Display Semibold" pitchFamily="2" charset="0"/>
              </a:rPr>
              <a:t>Intelligent compliance and risk management in the age of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5A7B-B9D1-2B64-CAD0-43CB23302445}"/>
              </a:ext>
            </a:extLst>
          </p:cNvPr>
          <p:cNvSpPr txBox="1">
            <a:spLocks/>
          </p:cNvSpPr>
          <p:nvPr/>
        </p:nvSpPr>
        <p:spPr>
          <a:xfrm>
            <a:off x="2090404" y="2197159"/>
            <a:ext cx="3290136" cy="233419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64395">
              <a:spcAft>
                <a:spcPts val="582"/>
              </a:spcAft>
              <a:defRPr/>
            </a:pPr>
            <a:r>
              <a:rPr lang="en-US" sz="997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Microsoft Purview Suite, now available as an add-on to Microsoft 365 Business Premium, providers integrated data security and compliance capabilities critical for organizations looking to adopt Gen AI technologies and minimize risks related to regulatory requirements.</a:t>
            </a:r>
            <a:endParaRPr lang="en-US" sz="1594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marL="132879" indent="-132879" defTabSz="332198">
              <a:spcBef>
                <a:spcPts val="437"/>
              </a:spcBef>
              <a:spcAft>
                <a:spcPts val="582"/>
              </a:spcAft>
              <a:buFont typeface="Arial" panose="020B0604020202020204" pitchFamily="34" charset="0"/>
              <a:buChar char="•"/>
              <a:defRPr/>
            </a:pPr>
            <a:r>
              <a:rPr lang="en-US" sz="997">
                <a:solidFill>
                  <a:srgbClr val="000000"/>
                </a:solidFill>
                <a:latin typeface="Segoe Sans Display"/>
                <a:cs typeface="Segoe Sans Display"/>
              </a:rPr>
              <a:t>Safeguard sensitive data across clouds, apps, and endpoints.</a:t>
            </a:r>
          </a:p>
          <a:p>
            <a:pPr marL="132879" indent="-132879" defTabSz="332198">
              <a:spcAft>
                <a:spcPts val="582"/>
              </a:spcAft>
              <a:buFont typeface="Arial" panose="020B0604020202020204" pitchFamily="34" charset="0"/>
              <a:buChar char="•"/>
              <a:defRPr/>
            </a:pPr>
            <a:r>
              <a:rPr lang="en-US" sz="997">
                <a:solidFill>
                  <a:srgbClr val="000000"/>
                </a:solidFill>
                <a:latin typeface="Segoe Sans Display"/>
                <a:cs typeface="Segoe Sans Display"/>
              </a:rPr>
              <a:t>Identify and remediate critical risks within your organization.</a:t>
            </a:r>
          </a:p>
          <a:p>
            <a:pPr marL="132879" indent="-132879" defTabSz="332198">
              <a:spcAft>
                <a:spcPts val="582"/>
              </a:spcAft>
              <a:buFont typeface="Arial" panose="020B0604020202020204" pitchFamily="34" charset="0"/>
              <a:buChar char="•"/>
              <a:defRPr/>
            </a:pPr>
            <a:r>
              <a:rPr lang="en-US" sz="997">
                <a:solidFill>
                  <a:srgbClr val="000000"/>
                </a:solidFill>
                <a:latin typeface="Segoe Sans Display"/>
                <a:cs typeface="Segoe Sans Display"/>
              </a:rPr>
              <a:t>Investigate and respond to legal requirements with relevant data.</a:t>
            </a:r>
          </a:p>
          <a:p>
            <a:pPr marL="132879" indent="-132879" defTabSz="332198">
              <a:spcAft>
                <a:spcPts val="582"/>
              </a:spcAft>
              <a:buFont typeface="Arial" panose="020B0604020202020204" pitchFamily="34" charset="0"/>
              <a:buChar char="•"/>
              <a:defRPr/>
            </a:pPr>
            <a:r>
              <a:rPr lang="en-US" sz="997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Built-in assessments and actions for 350+ regional regulations</a:t>
            </a:r>
            <a:endParaRPr lang="en-US" sz="1594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2" name="Left Bracket 41">
            <a:extLst>
              <a:ext uri="{FF2B5EF4-FFF2-40B4-BE49-F238E27FC236}">
                <a16:creationId xmlns:a16="http://schemas.microsoft.com/office/drawing/2014/main" id="{4607B54D-3EC6-3752-105A-D9D2701B8F61}"/>
              </a:ext>
            </a:extLst>
          </p:cNvPr>
          <p:cNvSpPr/>
          <p:nvPr/>
        </p:nvSpPr>
        <p:spPr>
          <a:xfrm rot="16200000" flipH="1">
            <a:off x="2710625" y="2477599"/>
            <a:ext cx="244967" cy="5085222"/>
          </a:xfrm>
          <a:prstGeom prst="leftBracket">
            <a:avLst>
              <a:gd name="adj" fmla="val 0"/>
            </a:avLst>
          </a:prstGeom>
          <a:ln w="9525" cap="rnd">
            <a:solidFill>
              <a:srgbClr val="C03BC4">
                <a:alpha val="25000"/>
              </a:srgbClr>
            </a:solidFill>
            <a:headEnd type="none" w="lg" len="med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32198">
              <a:defRPr/>
            </a:pPr>
            <a:endParaRPr lang="en-IN" sz="1309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0229FE75-A857-208B-452D-3AC05899E608}"/>
              </a:ext>
            </a:extLst>
          </p:cNvPr>
          <p:cNvSpPr txBox="1">
            <a:spLocks/>
          </p:cNvSpPr>
          <p:nvPr/>
        </p:nvSpPr>
        <p:spPr>
          <a:xfrm>
            <a:off x="550049" y="4818509"/>
            <a:ext cx="4574680" cy="151092"/>
          </a:xfrm>
          <a:prstGeom prst="rect">
            <a:avLst/>
          </a:prstGeom>
          <a:solidFill>
            <a:srgbClr val="F2F0F0"/>
          </a:solidFill>
          <a:ln w="9525">
            <a:noFill/>
          </a:ln>
        </p:spPr>
        <p:txBody>
          <a:bodyPr vert="horz" wrap="square" lIns="66437" tIns="33220" rIns="66437" bIns="33220" rtlCol="0" anchor="ctr" anchorCtr="0"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64370">
              <a:spcAft>
                <a:spcPct val="0"/>
              </a:spcAft>
              <a:defRPr/>
            </a:pPr>
            <a:r>
              <a:rPr lang="en-US" sz="1163" spc="0">
                <a:solidFill>
                  <a:srgbClr val="C03BC4"/>
                </a:solidFill>
                <a:latin typeface="Segoe UI Semibold"/>
                <a:ea typeface="+mj-lt"/>
                <a:cs typeface="Segoe UI Semibold"/>
              </a:rPr>
              <a:t>Unified solutions to secure and govern data for the era of AI</a:t>
            </a:r>
            <a:endParaRPr lang="en-US" sz="2616" spc="-36">
              <a:solidFill>
                <a:srgbClr val="C03BC4"/>
              </a:solidFill>
              <a:latin typeface="Segoe UI Semibold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559E7-3970-4136-DC54-7BA2820FF8F5}"/>
              </a:ext>
            </a:extLst>
          </p:cNvPr>
          <p:cNvSpPr txBox="1"/>
          <p:nvPr/>
        </p:nvSpPr>
        <p:spPr>
          <a:xfrm>
            <a:off x="358808" y="5920009"/>
            <a:ext cx="1547063" cy="380226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64370">
              <a:defRPr/>
            </a:pPr>
            <a:r>
              <a:rPr lang="en-US" sz="1017">
                <a:solidFill>
                  <a:srgbClr val="000000"/>
                </a:solidFill>
                <a:latin typeface="Segoe Sans Display Semibold"/>
                <a:cs typeface="Segoe Sans Display Semibold"/>
              </a:rPr>
              <a:t>Address oversharing concerns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BE6B00-7CF5-6B33-E396-66DF2835C682}"/>
              </a:ext>
            </a:extLst>
          </p:cNvPr>
          <p:cNvSpPr txBox="1"/>
          <p:nvPr/>
        </p:nvSpPr>
        <p:spPr>
          <a:xfrm>
            <a:off x="2089467" y="5920009"/>
            <a:ext cx="1537883" cy="380226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64370">
              <a:defRPr/>
            </a:pPr>
            <a:r>
              <a:rPr lang="en-US" sz="1017">
                <a:solidFill>
                  <a:srgbClr val="000000"/>
                </a:solidFill>
                <a:latin typeface="Segoe Sans Display Semibold"/>
                <a:cs typeface="Segoe Sans Display Semibold"/>
              </a:rPr>
              <a:t>Protect against data loss and insider risks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731E7-05FF-532F-52AE-93BA33AE7EC1}"/>
              </a:ext>
            </a:extLst>
          </p:cNvPr>
          <p:cNvSpPr txBox="1"/>
          <p:nvPr/>
        </p:nvSpPr>
        <p:spPr>
          <a:xfrm>
            <a:off x="3832720" y="5920008"/>
            <a:ext cx="1507119" cy="380226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664370">
              <a:defRPr/>
            </a:pPr>
            <a:r>
              <a:rPr lang="en-US" sz="1017">
                <a:solidFill>
                  <a:srgbClr val="000000"/>
                </a:solidFill>
                <a:latin typeface="Segoe Sans Display Semibold"/>
                <a:cs typeface="Segoe Sans Display Semibold"/>
              </a:rPr>
              <a:t>Govern AI use to meet regulations &amp; policies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F849E1-2B38-8110-7D96-69D3AF3E886A}"/>
              </a:ext>
            </a:extLst>
          </p:cNvPr>
          <p:cNvSpPr txBox="1"/>
          <p:nvPr/>
        </p:nvSpPr>
        <p:spPr>
          <a:xfrm>
            <a:off x="361047" y="6328431"/>
            <a:ext cx="1362545" cy="1109538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Gain visibility into overshared content.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Remediate excessive permissions.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Prevent Generative AI from processing sensitive files.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C0BE90-57FC-7645-EC41-2A5A4441D26E}"/>
              </a:ext>
            </a:extLst>
          </p:cNvPr>
          <p:cNvSpPr txBox="1"/>
          <p:nvPr/>
        </p:nvSpPr>
        <p:spPr>
          <a:xfrm>
            <a:off x="2097858" y="6328431"/>
            <a:ext cx="1510276" cy="1109538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Get alerts and reports of risky behavior and AI use.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Protect sensitive files and Copilot interactions.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Dynamically apply security policies based on risky actions.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FC56BF-390F-68CB-6993-C9226762ED03}"/>
              </a:ext>
            </a:extLst>
          </p:cNvPr>
          <p:cNvSpPr txBox="1"/>
          <p:nvPr/>
        </p:nvSpPr>
        <p:spPr>
          <a:xfrm>
            <a:off x="3850717" y="6328432"/>
            <a:ext cx="1461625" cy="1109538"/>
          </a:xfrm>
          <a:prstGeom prst="rect">
            <a:avLst/>
          </a:prstGeom>
          <a:noFill/>
        </p:spPr>
        <p:txBody>
          <a:bodyPr wrap="square" lIns="66437" tIns="33220" rIns="66437" bIns="33220" rtlCol="0" anchor="t" anchorCtr="0">
            <a:sp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Inspect interaction content and audit logs. 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Investigate for compliance and ethical violations.</a:t>
            </a:r>
          </a:p>
          <a:p>
            <a:pPr marL="124573" indent="-124573" algn="l" defTabSz="664370">
              <a:spcAft>
                <a:spcPts val="437"/>
              </a:spcAft>
              <a:buSzPct val="100000"/>
              <a:buFont typeface="Wingdings" panose="05000000000000000000" pitchFamily="2" charset="2"/>
              <a:buChar char=""/>
              <a:defRPr/>
            </a:pPr>
            <a:r>
              <a:rPr lang="en-US" sz="872">
                <a:solidFill>
                  <a:srgbClr val="000000"/>
                </a:solidFill>
                <a:latin typeface="Segoe Sans Display"/>
                <a:cs typeface="Segoe Sans Display"/>
              </a:rPr>
              <a:t>Enforce lifecycle policies and legal holds. 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AC263C-DD68-2093-183D-563923E8995E}"/>
              </a:ext>
            </a:extLst>
          </p:cNvPr>
          <p:cNvGrpSpPr/>
          <p:nvPr/>
        </p:nvGrpSpPr>
        <p:grpSpPr>
          <a:xfrm>
            <a:off x="922768" y="5405402"/>
            <a:ext cx="352772" cy="352770"/>
            <a:chOff x="1279011" y="2060416"/>
            <a:chExt cx="441393" cy="44139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2C8F927-3A6B-5151-5591-7DBD1A7B5937}"/>
                </a:ext>
              </a:extLst>
            </p:cNvPr>
            <p:cNvSpPr/>
            <p:nvPr/>
          </p:nvSpPr>
          <p:spPr bwMode="auto">
            <a:xfrm rot="5400000">
              <a:off x="1279013" y="2060414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2875" tIns="106300" rIns="132875" bIns="1063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752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53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Graphic 81" descr="Icon of an app window with a closed padlock">
              <a:extLst>
                <a:ext uri="{FF2B5EF4-FFF2-40B4-BE49-F238E27FC236}">
                  <a16:creationId xmlns:a16="http://schemas.microsoft.com/office/drawing/2014/main" id="{EA82653D-5D21-5D23-3B69-4F87EAB3F775}"/>
                </a:ext>
              </a:extLst>
            </p:cNvPr>
            <p:cNvSpPr/>
            <p:nvPr/>
          </p:nvSpPr>
          <p:spPr>
            <a:xfrm>
              <a:off x="1407278" y="2184013"/>
              <a:ext cx="184865" cy="194188"/>
            </a:xfrm>
            <a:custGeom>
              <a:avLst/>
              <a:gdLst>
                <a:gd name="connsiteX0" fmla="*/ 228003 w 309156"/>
                <a:gd name="connsiteY0" fmla="*/ 0 h 309156"/>
                <a:gd name="connsiteX1" fmla="*/ 278241 w 309156"/>
                <a:gd name="connsiteY1" fmla="*/ 50238 h 309156"/>
                <a:gd name="connsiteX2" fmla="*/ 278241 w 309156"/>
                <a:gd name="connsiteY2" fmla="*/ 132172 h 309156"/>
                <a:gd name="connsiteX3" fmla="*/ 255054 w 309156"/>
                <a:gd name="connsiteY3" fmla="*/ 118174 h 309156"/>
                <a:gd name="connsiteX4" fmla="*/ 255054 w 309156"/>
                <a:gd name="connsiteY4" fmla="*/ 85018 h 309156"/>
                <a:gd name="connsiteX5" fmla="*/ 23187 w 309156"/>
                <a:gd name="connsiteY5" fmla="*/ 85018 h 309156"/>
                <a:gd name="connsiteX6" fmla="*/ 23187 w 309156"/>
                <a:gd name="connsiteY6" fmla="*/ 228003 h 309156"/>
                <a:gd name="connsiteX7" fmla="*/ 50238 w 309156"/>
                <a:gd name="connsiteY7" fmla="*/ 255054 h 309156"/>
                <a:gd name="connsiteX8" fmla="*/ 154578 w 309156"/>
                <a:gd name="connsiteY8" fmla="*/ 255054 h 309156"/>
                <a:gd name="connsiteX9" fmla="*/ 154578 w 309156"/>
                <a:gd name="connsiteY9" fmla="*/ 278241 h 309156"/>
                <a:gd name="connsiteX10" fmla="*/ 50238 w 309156"/>
                <a:gd name="connsiteY10" fmla="*/ 278241 h 309156"/>
                <a:gd name="connsiteX11" fmla="*/ 0 w 309156"/>
                <a:gd name="connsiteY11" fmla="*/ 228003 h 309156"/>
                <a:gd name="connsiteX12" fmla="*/ 0 w 309156"/>
                <a:gd name="connsiteY12" fmla="*/ 50238 h 309156"/>
                <a:gd name="connsiteX13" fmla="*/ 50238 w 309156"/>
                <a:gd name="connsiteY13" fmla="*/ 0 h 309156"/>
                <a:gd name="connsiteX14" fmla="*/ 228003 w 309156"/>
                <a:gd name="connsiteY14" fmla="*/ 0 h 309156"/>
                <a:gd name="connsiteX15" fmla="*/ 228003 w 309156"/>
                <a:gd name="connsiteY15" fmla="*/ 23187 h 309156"/>
                <a:gd name="connsiteX16" fmla="*/ 50238 w 309156"/>
                <a:gd name="connsiteY16" fmla="*/ 23187 h 309156"/>
                <a:gd name="connsiteX17" fmla="*/ 23187 w 309156"/>
                <a:gd name="connsiteY17" fmla="*/ 50238 h 309156"/>
                <a:gd name="connsiteX18" fmla="*/ 23187 w 309156"/>
                <a:gd name="connsiteY18" fmla="*/ 61831 h 309156"/>
                <a:gd name="connsiteX19" fmla="*/ 255054 w 309156"/>
                <a:gd name="connsiteY19" fmla="*/ 61831 h 309156"/>
                <a:gd name="connsiteX20" fmla="*/ 255054 w 309156"/>
                <a:gd name="connsiteY20" fmla="*/ 50238 h 309156"/>
                <a:gd name="connsiteX21" fmla="*/ 228003 w 309156"/>
                <a:gd name="connsiteY21" fmla="*/ 23187 h 309156"/>
                <a:gd name="connsiteX22" fmla="*/ 200952 w 309156"/>
                <a:gd name="connsiteY22" fmla="*/ 185494 h 309156"/>
                <a:gd name="connsiteX23" fmla="*/ 193223 w 309156"/>
                <a:gd name="connsiteY23" fmla="*/ 185494 h 309156"/>
                <a:gd name="connsiteX24" fmla="*/ 170036 w 309156"/>
                <a:gd name="connsiteY24" fmla="*/ 208681 h 309156"/>
                <a:gd name="connsiteX25" fmla="*/ 170036 w 309156"/>
                <a:gd name="connsiteY25" fmla="*/ 285970 h 309156"/>
                <a:gd name="connsiteX26" fmla="*/ 193223 w 309156"/>
                <a:gd name="connsiteY26" fmla="*/ 309157 h 309156"/>
                <a:gd name="connsiteX27" fmla="*/ 285970 w 309156"/>
                <a:gd name="connsiteY27" fmla="*/ 309157 h 309156"/>
                <a:gd name="connsiteX28" fmla="*/ 309157 w 309156"/>
                <a:gd name="connsiteY28" fmla="*/ 285970 h 309156"/>
                <a:gd name="connsiteX29" fmla="*/ 309157 w 309156"/>
                <a:gd name="connsiteY29" fmla="*/ 208681 h 309156"/>
                <a:gd name="connsiteX30" fmla="*/ 285970 w 309156"/>
                <a:gd name="connsiteY30" fmla="*/ 185494 h 309156"/>
                <a:gd name="connsiteX31" fmla="*/ 278241 w 309156"/>
                <a:gd name="connsiteY31" fmla="*/ 185494 h 309156"/>
                <a:gd name="connsiteX32" fmla="*/ 278241 w 309156"/>
                <a:gd name="connsiteY32" fmla="*/ 170036 h 309156"/>
                <a:gd name="connsiteX33" fmla="*/ 239596 w 309156"/>
                <a:gd name="connsiteY33" fmla="*/ 131392 h 309156"/>
                <a:gd name="connsiteX34" fmla="*/ 200952 w 309156"/>
                <a:gd name="connsiteY34" fmla="*/ 170036 h 309156"/>
                <a:gd name="connsiteX35" fmla="*/ 200952 w 309156"/>
                <a:gd name="connsiteY35" fmla="*/ 185494 h 309156"/>
                <a:gd name="connsiteX36" fmla="*/ 224139 w 309156"/>
                <a:gd name="connsiteY36" fmla="*/ 170036 h 309156"/>
                <a:gd name="connsiteX37" fmla="*/ 239596 w 309156"/>
                <a:gd name="connsiteY37" fmla="*/ 154578 h 309156"/>
                <a:gd name="connsiteX38" fmla="*/ 255054 w 309156"/>
                <a:gd name="connsiteY38" fmla="*/ 170036 h 309156"/>
                <a:gd name="connsiteX39" fmla="*/ 255054 w 309156"/>
                <a:gd name="connsiteY39" fmla="*/ 185494 h 309156"/>
                <a:gd name="connsiteX40" fmla="*/ 224139 w 309156"/>
                <a:gd name="connsiteY40" fmla="*/ 185494 h 309156"/>
                <a:gd name="connsiteX41" fmla="*/ 224139 w 309156"/>
                <a:gd name="connsiteY41" fmla="*/ 170036 h 309156"/>
                <a:gd name="connsiteX42" fmla="*/ 255054 w 309156"/>
                <a:gd name="connsiteY42" fmla="*/ 247325 h 309156"/>
                <a:gd name="connsiteX43" fmla="*/ 239596 w 309156"/>
                <a:gd name="connsiteY43" fmla="*/ 262783 h 309156"/>
                <a:gd name="connsiteX44" fmla="*/ 224139 w 309156"/>
                <a:gd name="connsiteY44" fmla="*/ 247325 h 309156"/>
                <a:gd name="connsiteX45" fmla="*/ 239596 w 309156"/>
                <a:gd name="connsiteY45" fmla="*/ 231868 h 309156"/>
                <a:gd name="connsiteX46" fmla="*/ 255054 w 309156"/>
                <a:gd name="connsiteY46" fmla="*/ 247325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09156" h="309156">
                  <a:moveTo>
                    <a:pt x="228003" y="0"/>
                  </a:moveTo>
                  <a:cubicBezTo>
                    <a:pt x="255748" y="0"/>
                    <a:pt x="278241" y="22492"/>
                    <a:pt x="278241" y="50238"/>
                  </a:cubicBezTo>
                  <a:lnTo>
                    <a:pt x="278241" y="132172"/>
                  </a:lnTo>
                  <a:cubicBezTo>
                    <a:pt x="271905" y="125708"/>
                    <a:pt x="263961" y="120825"/>
                    <a:pt x="255054" y="118174"/>
                  </a:cubicBezTo>
                  <a:lnTo>
                    <a:pt x="255054" y="85018"/>
                  </a:lnTo>
                  <a:lnTo>
                    <a:pt x="23187" y="85018"/>
                  </a:lnTo>
                  <a:lnTo>
                    <a:pt x="23187" y="228003"/>
                  </a:lnTo>
                  <a:cubicBezTo>
                    <a:pt x="23187" y="242943"/>
                    <a:pt x="35298" y="255054"/>
                    <a:pt x="50238" y="255054"/>
                  </a:cubicBezTo>
                  <a:lnTo>
                    <a:pt x="154578" y="255054"/>
                  </a:lnTo>
                  <a:lnTo>
                    <a:pt x="154578" y="278241"/>
                  </a:lnTo>
                  <a:lnTo>
                    <a:pt x="50238" y="278241"/>
                  </a:lnTo>
                  <a:cubicBezTo>
                    <a:pt x="22492" y="278241"/>
                    <a:pt x="0" y="255748"/>
                    <a:pt x="0" y="228003"/>
                  </a:cubicBezTo>
                  <a:lnTo>
                    <a:pt x="0" y="50238"/>
                  </a:lnTo>
                  <a:cubicBezTo>
                    <a:pt x="0" y="22492"/>
                    <a:pt x="22492" y="0"/>
                    <a:pt x="50238" y="0"/>
                  </a:cubicBezTo>
                  <a:lnTo>
                    <a:pt x="228003" y="0"/>
                  </a:lnTo>
                  <a:close/>
                  <a:moveTo>
                    <a:pt x="228003" y="23187"/>
                  </a:moveTo>
                  <a:lnTo>
                    <a:pt x="50238" y="23187"/>
                  </a:lnTo>
                  <a:cubicBezTo>
                    <a:pt x="35298" y="23187"/>
                    <a:pt x="23187" y="35298"/>
                    <a:pt x="23187" y="50238"/>
                  </a:cubicBezTo>
                  <a:lnTo>
                    <a:pt x="23187" y="61831"/>
                  </a:lnTo>
                  <a:lnTo>
                    <a:pt x="255054" y="61831"/>
                  </a:lnTo>
                  <a:lnTo>
                    <a:pt x="255054" y="50238"/>
                  </a:lnTo>
                  <a:cubicBezTo>
                    <a:pt x="255054" y="35298"/>
                    <a:pt x="242943" y="23187"/>
                    <a:pt x="228003" y="23187"/>
                  </a:cubicBezTo>
                  <a:close/>
                  <a:moveTo>
                    <a:pt x="200952" y="185494"/>
                  </a:moveTo>
                  <a:lnTo>
                    <a:pt x="193223" y="185494"/>
                  </a:lnTo>
                  <a:cubicBezTo>
                    <a:pt x="180418" y="185494"/>
                    <a:pt x="170036" y="195875"/>
                    <a:pt x="170036" y="208681"/>
                  </a:cubicBezTo>
                  <a:lnTo>
                    <a:pt x="170036" y="285970"/>
                  </a:lnTo>
                  <a:cubicBezTo>
                    <a:pt x="170036" y="298775"/>
                    <a:pt x="180418" y="309157"/>
                    <a:pt x="193223" y="309157"/>
                  </a:cubicBezTo>
                  <a:lnTo>
                    <a:pt x="285970" y="309157"/>
                  </a:lnTo>
                  <a:cubicBezTo>
                    <a:pt x="298775" y="309157"/>
                    <a:pt x="309157" y="298775"/>
                    <a:pt x="309157" y="285970"/>
                  </a:cubicBezTo>
                  <a:lnTo>
                    <a:pt x="309157" y="208681"/>
                  </a:lnTo>
                  <a:cubicBezTo>
                    <a:pt x="309157" y="195875"/>
                    <a:pt x="298775" y="185494"/>
                    <a:pt x="285970" y="185494"/>
                  </a:cubicBezTo>
                  <a:lnTo>
                    <a:pt x="278241" y="185494"/>
                  </a:lnTo>
                  <a:lnTo>
                    <a:pt x="278241" y="170036"/>
                  </a:lnTo>
                  <a:cubicBezTo>
                    <a:pt x="278241" y="148694"/>
                    <a:pt x="260939" y="131392"/>
                    <a:pt x="239596" y="131392"/>
                  </a:cubicBezTo>
                  <a:cubicBezTo>
                    <a:pt x="218254" y="131392"/>
                    <a:pt x="200952" y="148694"/>
                    <a:pt x="200952" y="170036"/>
                  </a:cubicBezTo>
                  <a:lnTo>
                    <a:pt x="200952" y="185494"/>
                  </a:lnTo>
                  <a:close/>
                  <a:moveTo>
                    <a:pt x="224139" y="170036"/>
                  </a:moveTo>
                  <a:cubicBezTo>
                    <a:pt x="224139" y="161499"/>
                    <a:pt x="231059" y="154578"/>
                    <a:pt x="239596" y="154578"/>
                  </a:cubicBezTo>
                  <a:cubicBezTo>
                    <a:pt x="248134" y="154578"/>
                    <a:pt x="255054" y="161499"/>
                    <a:pt x="255054" y="170036"/>
                  </a:cubicBezTo>
                  <a:lnTo>
                    <a:pt x="255054" y="185494"/>
                  </a:lnTo>
                  <a:lnTo>
                    <a:pt x="224139" y="185494"/>
                  </a:lnTo>
                  <a:lnTo>
                    <a:pt x="224139" y="170036"/>
                  </a:lnTo>
                  <a:close/>
                  <a:moveTo>
                    <a:pt x="255054" y="247325"/>
                  </a:moveTo>
                  <a:cubicBezTo>
                    <a:pt x="255054" y="255863"/>
                    <a:pt x="248134" y="262783"/>
                    <a:pt x="239596" y="262783"/>
                  </a:cubicBezTo>
                  <a:cubicBezTo>
                    <a:pt x="231059" y="262783"/>
                    <a:pt x="224139" y="255863"/>
                    <a:pt x="224139" y="247325"/>
                  </a:cubicBezTo>
                  <a:cubicBezTo>
                    <a:pt x="224139" y="238788"/>
                    <a:pt x="231059" y="231868"/>
                    <a:pt x="239596" y="231868"/>
                  </a:cubicBezTo>
                  <a:cubicBezTo>
                    <a:pt x="248134" y="231868"/>
                    <a:pt x="255054" y="238788"/>
                    <a:pt x="255054" y="247325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6774" tIns="18687" rIns="106774" bIns="19932" rtlCol="0" anchor="ctr"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53613" fontAlgn="base">
                <a:spcBef>
                  <a:spcPts val="1309"/>
                </a:spcBef>
                <a:spcAft>
                  <a:spcPts val="1309"/>
                </a:spcAft>
                <a:tabLst>
                  <a:tab pos="2689286" algn="l"/>
                </a:tabLst>
                <a:defRPr/>
              </a:pPr>
              <a:endParaRPr lang="en-US" sz="1309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147BE28-4AEC-895D-F51C-A5F4B37367EA}"/>
              </a:ext>
            </a:extLst>
          </p:cNvPr>
          <p:cNvGrpSpPr/>
          <p:nvPr/>
        </p:nvGrpSpPr>
        <p:grpSpPr>
          <a:xfrm>
            <a:off x="2661765" y="5405400"/>
            <a:ext cx="352772" cy="352770"/>
            <a:chOff x="3672450" y="2060414"/>
            <a:chExt cx="441393" cy="44139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EEF4C83-13A7-1861-04DA-79288535A308}"/>
                </a:ext>
              </a:extLst>
            </p:cNvPr>
            <p:cNvSpPr/>
            <p:nvPr/>
          </p:nvSpPr>
          <p:spPr bwMode="auto">
            <a:xfrm rot="5400000">
              <a:off x="3672452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2875" tIns="106300" rIns="132875" bIns="1063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752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53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Graphic 80" descr="Icon of a key">
              <a:extLst>
                <a:ext uri="{FF2B5EF4-FFF2-40B4-BE49-F238E27FC236}">
                  <a16:creationId xmlns:a16="http://schemas.microsoft.com/office/drawing/2014/main" id="{5670A3F3-ACD7-3E45-2270-28F32E926B25}"/>
                </a:ext>
              </a:extLst>
            </p:cNvPr>
            <p:cNvSpPr/>
            <p:nvPr/>
          </p:nvSpPr>
          <p:spPr>
            <a:xfrm>
              <a:off x="3810058" y="2194263"/>
              <a:ext cx="166179" cy="173691"/>
            </a:xfrm>
            <a:custGeom>
              <a:avLst/>
              <a:gdLst>
                <a:gd name="connsiteX0" fmla="*/ 251964 w 310702"/>
                <a:gd name="connsiteY0" fmla="*/ 76517 h 309156"/>
                <a:gd name="connsiteX1" fmla="*/ 232642 w 310702"/>
                <a:gd name="connsiteY1" fmla="*/ 95839 h 309156"/>
                <a:gd name="connsiteX2" fmla="*/ 213319 w 310702"/>
                <a:gd name="connsiteY2" fmla="*/ 76517 h 309156"/>
                <a:gd name="connsiteX3" fmla="*/ 232642 w 310702"/>
                <a:gd name="connsiteY3" fmla="*/ 57194 h 309156"/>
                <a:gd name="connsiteX4" fmla="*/ 251964 w 310702"/>
                <a:gd name="connsiteY4" fmla="*/ 76517 h 309156"/>
                <a:gd name="connsiteX5" fmla="*/ 209453 w 310702"/>
                <a:gd name="connsiteY5" fmla="*/ 0 h 309156"/>
                <a:gd name="connsiteX6" fmla="*/ 108205 w 310702"/>
                <a:gd name="connsiteY6" fmla="*/ 101249 h 309156"/>
                <a:gd name="connsiteX7" fmla="*/ 109912 w 310702"/>
                <a:gd name="connsiteY7" fmla="*/ 118315 h 309156"/>
                <a:gd name="connsiteX8" fmla="*/ 108842 w 310702"/>
                <a:gd name="connsiteY8" fmla="*/ 122088 h 309156"/>
                <a:gd name="connsiteX9" fmla="*/ 12451 w 310702"/>
                <a:gd name="connsiteY9" fmla="*/ 218479 h 309156"/>
                <a:gd name="connsiteX10" fmla="*/ 0 w 310702"/>
                <a:gd name="connsiteY10" fmla="*/ 248537 h 309156"/>
                <a:gd name="connsiteX11" fmla="*/ 0 w 310702"/>
                <a:gd name="connsiteY11" fmla="*/ 282105 h 309156"/>
                <a:gd name="connsiteX12" fmla="*/ 27051 w 310702"/>
                <a:gd name="connsiteY12" fmla="*/ 309157 h 309156"/>
                <a:gd name="connsiteX13" fmla="*/ 65696 w 310702"/>
                <a:gd name="connsiteY13" fmla="*/ 309157 h 309156"/>
                <a:gd name="connsiteX14" fmla="*/ 92747 w 310702"/>
                <a:gd name="connsiteY14" fmla="*/ 282105 h 309156"/>
                <a:gd name="connsiteX15" fmla="*/ 92747 w 310702"/>
                <a:gd name="connsiteY15" fmla="*/ 262783 h 309156"/>
                <a:gd name="connsiteX16" fmla="*/ 119798 w 310702"/>
                <a:gd name="connsiteY16" fmla="*/ 262783 h 309156"/>
                <a:gd name="connsiteX17" fmla="*/ 139120 w 310702"/>
                <a:gd name="connsiteY17" fmla="*/ 243461 h 309156"/>
                <a:gd name="connsiteX18" fmla="*/ 139120 w 310702"/>
                <a:gd name="connsiteY18" fmla="*/ 216410 h 309156"/>
                <a:gd name="connsiteX19" fmla="*/ 166171 w 310702"/>
                <a:gd name="connsiteY19" fmla="*/ 216410 h 309156"/>
                <a:gd name="connsiteX20" fmla="*/ 185481 w 310702"/>
                <a:gd name="connsiteY20" fmla="*/ 197802 h 309156"/>
                <a:gd name="connsiteX21" fmla="*/ 209453 w 310702"/>
                <a:gd name="connsiteY21" fmla="*/ 200952 h 309156"/>
                <a:gd name="connsiteX22" fmla="*/ 310702 w 310702"/>
                <a:gd name="connsiteY22" fmla="*/ 99703 h 309156"/>
                <a:gd name="connsiteX23" fmla="*/ 209453 w 310702"/>
                <a:gd name="connsiteY23" fmla="*/ 0 h 309156"/>
                <a:gd name="connsiteX24" fmla="*/ 131391 w 310702"/>
                <a:gd name="connsiteY24" fmla="*/ 101249 h 309156"/>
                <a:gd name="connsiteX25" fmla="*/ 209453 w 310702"/>
                <a:gd name="connsiteY25" fmla="*/ 23187 h 309156"/>
                <a:gd name="connsiteX26" fmla="*/ 287515 w 310702"/>
                <a:gd name="connsiteY26" fmla="*/ 99703 h 309156"/>
                <a:gd name="connsiteX27" fmla="*/ 209453 w 310702"/>
                <a:gd name="connsiteY27" fmla="*/ 177765 h 309156"/>
                <a:gd name="connsiteX28" fmla="*/ 178468 w 310702"/>
                <a:gd name="connsiteY28" fmla="*/ 170973 h 309156"/>
                <a:gd name="connsiteX29" fmla="*/ 167519 w 310702"/>
                <a:gd name="connsiteY29" fmla="*/ 171951 h 309156"/>
                <a:gd name="connsiteX30" fmla="*/ 162307 w 310702"/>
                <a:gd name="connsiteY30" fmla="*/ 181630 h 309156"/>
                <a:gd name="connsiteX31" fmla="*/ 162307 w 310702"/>
                <a:gd name="connsiteY31" fmla="*/ 193223 h 309156"/>
                <a:gd name="connsiteX32" fmla="*/ 135256 w 310702"/>
                <a:gd name="connsiteY32" fmla="*/ 193223 h 309156"/>
                <a:gd name="connsiteX33" fmla="*/ 115934 w 310702"/>
                <a:gd name="connsiteY33" fmla="*/ 212545 h 309156"/>
                <a:gd name="connsiteX34" fmla="*/ 115934 w 310702"/>
                <a:gd name="connsiteY34" fmla="*/ 239596 h 309156"/>
                <a:gd name="connsiteX35" fmla="*/ 88883 w 310702"/>
                <a:gd name="connsiteY35" fmla="*/ 239596 h 309156"/>
                <a:gd name="connsiteX36" fmla="*/ 69560 w 310702"/>
                <a:gd name="connsiteY36" fmla="*/ 258919 h 309156"/>
                <a:gd name="connsiteX37" fmla="*/ 69560 w 310702"/>
                <a:gd name="connsiteY37" fmla="*/ 282105 h 309156"/>
                <a:gd name="connsiteX38" fmla="*/ 65696 w 310702"/>
                <a:gd name="connsiteY38" fmla="*/ 285970 h 309156"/>
                <a:gd name="connsiteX39" fmla="*/ 27051 w 310702"/>
                <a:gd name="connsiteY39" fmla="*/ 285970 h 309156"/>
                <a:gd name="connsiteX40" fmla="*/ 23187 w 310702"/>
                <a:gd name="connsiteY40" fmla="*/ 282105 h 309156"/>
                <a:gd name="connsiteX41" fmla="*/ 23187 w 310702"/>
                <a:gd name="connsiteY41" fmla="*/ 248537 h 309156"/>
                <a:gd name="connsiteX42" fmla="*/ 28846 w 310702"/>
                <a:gd name="connsiteY42" fmla="*/ 234874 h 309156"/>
                <a:gd name="connsiteX43" fmla="*/ 125238 w 310702"/>
                <a:gd name="connsiteY43" fmla="*/ 138484 h 309156"/>
                <a:gd name="connsiteX44" fmla="*/ 132750 w 310702"/>
                <a:gd name="connsiteY44" fmla="*/ 114308 h 309156"/>
                <a:gd name="connsiteX45" fmla="*/ 131391 w 310702"/>
                <a:gd name="connsiteY45" fmla="*/ 101249 h 30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10702" h="309156">
                  <a:moveTo>
                    <a:pt x="251964" y="76517"/>
                  </a:moveTo>
                  <a:cubicBezTo>
                    <a:pt x="251964" y="87188"/>
                    <a:pt x="243312" y="95839"/>
                    <a:pt x="232642" y="95839"/>
                  </a:cubicBezTo>
                  <a:cubicBezTo>
                    <a:pt x="221970" y="95839"/>
                    <a:pt x="213319" y="87188"/>
                    <a:pt x="213319" y="76517"/>
                  </a:cubicBezTo>
                  <a:cubicBezTo>
                    <a:pt x="213319" y="65845"/>
                    <a:pt x="221970" y="57194"/>
                    <a:pt x="232642" y="57194"/>
                  </a:cubicBezTo>
                  <a:cubicBezTo>
                    <a:pt x="243312" y="57194"/>
                    <a:pt x="251964" y="65845"/>
                    <a:pt x="251964" y="76517"/>
                  </a:cubicBezTo>
                  <a:close/>
                  <a:moveTo>
                    <a:pt x="209453" y="0"/>
                  </a:moveTo>
                  <a:cubicBezTo>
                    <a:pt x="153586" y="0"/>
                    <a:pt x="108205" y="45381"/>
                    <a:pt x="108205" y="101249"/>
                  </a:cubicBezTo>
                  <a:cubicBezTo>
                    <a:pt x="108205" y="107234"/>
                    <a:pt x="108980" y="113002"/>
                    <a:pt x="109912" y="118315"/>
                  </a:cubicBezTo>
                  <a:cubicBezTo>
                    <a:pt x="110188" y="119883"/>
                    <a:pt x="109684" y="121246"/>
                    <a:pt x="108842" y="122088"/>
                  </a:cubicBezTo>
                  <a:lnTo>
                    <a:pt x="12451" y="218479"/>
                  </a:lnTo>
                  <a:cubicBezTo>
                    <a:pt x="4479" y="226451"/>
                    <a:pt x="0" y="237264"/>
                    <a:pt x="0" y="248537"/>
                  </a:cubicBezTo>
                  <a:lnTo>
                    <a:pt x="0" y="282105"/>
                  </a:lnTo>
                  <a:cubicBezTo>
                    <a:pt x="0" y="297045"/>
                    <a:pt x="12111" y="309157"/>
                    <a:pt x="27051" y="309157"/>
                  </a:cubicBezTo>
                  <a:lnTo>
                    <a:pt x="65696" y="309157"/>
                  </a:lnTo>
                  <a:cubicBezTo>
                    <a:pt x="80636" y="309157"/>
                    <a:pt x="92747" y="297045"/>
                    <a:pt x="92747" y="282105"/>
                  </a:cubicBezTo>
                  <a:lnTo>
                    <a:pt x="92747" y="262783"/>
                  </a:lnTo>
                  <a:lnTo>
                    <a:pt x="119798" y="262783"/>
                  </a:lnTo>
                  <a:cubicBezTo>
                    <a:pt x="130470" y="262783"/>
                    <a:pt x="139120" y="254133"/>
                    <a:pt x="139120" y="243461"/>
                  </a:cubicBezTo>
                  <a:lnTo>
                    <a:pt x="139120" y="216410"/>
                  </a:lnTo>
                  <a:lnTo>
                    <a:pt x="166171" y="216410"/>
                  </a:lnTo>
                  <a:cubicBezTo>
                    <a:pt x="176604" y="216410"/>
                    <a:pt x="185106" y="208143"/>
                    <a:pt x="185481" y="197802"/>
                  </a:cubicBezTo>
                  <a:cubicBezTo>
                    <a:pt x="193159" y="199777"/>
                    <a:pt x="201256" y="200952"/>
                    <a:pt x="209453" y="200952"/>
                  </a:cubicBezTo>
                  <a:cubicBezTo>
                    <a:pt x="265321" y="200952"/>
                    <a:pt x="310702" y="155571"/>
                    <a:pt x="310702" y="99703"/>
                  </a:cubicBezTo>
                  <a:cubicBezTo>
                    <a:pt x="310702" y="43573"/>
                    <a:pt x="265057" y="0"/>
                    <a:pt x="209453" y="0"/>
                  </a:cubicBezTo>
                  <a:close/>
                  <a:moveTo>
                    <a:pt x="131391" y="101249"/>
                  </a:moveTo>
                  <a:cubicBezTo>
                    <a:pt x="131391" y="58187"/>
                    <a:pt x="166391" y="23187"/>
                    <a:pt x="209453" y="23187"/>
                  </a:cubicBezTo>
                  <a:cubicBezTo>
                    <a:pt x="252780" y="23187"/>
                    <a:pt x="287515" y="56903"/>
                    <a:pt x="287515" y="99703"/>
                  </a:cubicBezTo>
                  <a:cubicBezTo>
                    <a:pt x="287515" y="142765"/>
                    <a:pt x="252516" y="177765"/>
                    <a:pt x="209453" y="177765"/>
                  </a:cubicBezTo>
                  <a:cubicBezTo>
                    <a:pt x="198953" y="177765"/>
                    <a:pt x="188143" y="175120"/>
                    <a:pt x="178468" y="170973"/>
                  </a:cubicBezTo>
                  <a:cubicBezTo>
                    <a:pt x="174885" y="169438"/>
                    <a:pt x="170772" y="169806"/>
                    <a:pt x="167519" y="171951"/>
                  </a:cubicBezTo>
                  <a:cubicBezTo>
                    <a:pt x="164265" y="174097"/>
                    <a:pt x="162307" y="177733"/>
                    <a:pt x="162307" y="181630"/>
                  </a:cubicBezTo>
                  <a:lnTo>
                    <a:pt x="162307" y="193223"/>
                  </a:lnTo>
                  <a:lnTo>
                    <a:pt x="135256" y="193223"/>
                  </a:lnTo>
                  <a:cubicBezTo>
                    <a:pt x="124585" y="193223"/>
                    <a:pt x="115934" y="201873"/>
                    <a:pt x="115934" y="212545"/>
                  </a:cubicBezTo>
                  <a:lnTo>
                    <a:pt x="115934" y="239596"/>
                  </a:lnTo>
                  <a:lnTo>
                    <a:pt x="88883" y="239596"/>
                  </a:lnTo>
                  <a:cubicBezTo>
                    <a:pt x="78211" y="239596"/>
                    <a:pt x="69560" y="248247"/>
                    <a:pt x="69560" y="258919"/>
                  </a:cubicBezTo>
                  <a:lnTo>
                    <a:pt x="69560" y="282105"/>
                  </a:lnTo>
                  <a:cubicBezTo>
                    <a:pt x="69560" y="284240"/>
                    <a:pt x="67830" y="285970"/>
                    <a:pt x="65696" y="285970"/>
                  </a:cubicBezTo>
                  <a:lnTo>
                    <a:pt x="27051" y="285970"/>
                  </a:lnTo>
                  <a:cubicBezTo>
                    <a:pt x="24917" y="285970"/>
                    <a:pt x="23187" y="284240"/>
                    <a:pt x="23187" y="282105"/>
                  </a:cubicBezTo>
                  <a:lnTo>
                    <a:pt x="23187" y="248537"/>
                  </a:lnTo>
                  <a:cubicBezTo>
                    <a:pt x="23187" y="243413"/>
                    <a:pt x="25222" y="238499"/>
                    <a:pt x="28846" y="234874"/>
                  </a:cubicBezTo>
                  <a:lnTo>
                    <a:pt x="125238" y="138484"/>
                  </a:lnTo>
                  <a:cubicBezTo>
                    <a:pt x="131705" y="132016"/>
                    <a:pt x="134262" y="122921"/>
                    <a:pt x="132750" y="114308"/>
                  </a:cubicBezTo>
                  <a:cubicBezTo>
                    <a:pt x="131920" y="109578"/>
                    <a:pt x="131391" y="105305"/>
                    <a:pt x="131391" y="101249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6774" tIns="18687" rIns="106774" bIns="19932" rtlCol="0" anchor="ctr"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53613" fontAlgn="base">
                <a:spcBef>
                  <a:spcPts val="1309"/>
                </a:spcBef>
                <a:spcAft>
                  <a:spcPts val="1309"/>
                </a:spcAft>
                <a:tabLst>
                  <a:tab pos="2689286" algn="l"/>
                </a:tabLst>
                <a:defRPr/>
              </a:pPr>
              <a:endParaRPr lang="en-US" sz="1309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C7538A5-9030-EA87-C481-53D0C489301C}"/>
              </a:ext>
            </a:extLst>
          </p:cNvPr>
          <p:cNvGrpSpPr/>
          <p:nvPr/>
        </p:nvGrpSpPr>
        <p:grpSpPr>
          <a:xfrm>
            <a:off x="4389758" y="5405400"/>
            <a:ext cx="352772" cy="352770"/>
            <a:chOff x="6050742" y="2060414"/>
            <a:chExt cx="441393" cy="44139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701CB2E-F682-E7D9-5624-1AE07B8C969B}"/>
                </a:ext>
              </a:extLst>
            </p:cNvPr>
            <p:cNvSpPr/>
            <p:nvPr/>
          </p:nvSpPr>
          <p:spPr bwMode="auto">
            <a:xfrm rot="5400000">
              <a:off x="6050744" y="2060412"/>
              <a:ext cx="441390" cy="441393"/>
            </a:xfrm>
            <a:prstGeom prst="ellipse">
              <a:avLst/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32875" tIns="106300" rIns="132875" bIns="1063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752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453">
                <a:solidFill>
                  <a:srgbClr val="000000"/>
                </a:solidFill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Graphic 3" descr="Magnifying glass with solid fill">
              <a:extLst>
                <a:ext uri="{FF2B5EF4-FFF2-40B4-BE49-F238E27FC236}">
                  <a16:creationId xmlns:a16="http://schemas.microsoft.com/office/drawing/2014/main" id="{43DF6BA3-36A8-7F9E-4827-840F024E2CA7}"/>
                </a:ext>
              </a:extLst>
            </p:cNvPr>
            <p:cNvSpPr/>
            <p:nvPr/>
          </p:nvSpPr>
          <p:spPr>
            <a:xfrm>
              <a:off x="6182914" y="2188045"/>
              <a:ext cx="177051" cy="186127"/>
            </a:xfrm>
            <a:custGeom>
              <a:avLst/>
              <a:gdLst>
                <a:gd name="connsiteX0" fmla="*/ 326805 w 335464"/>
                <a:gd name="connsiteY0" fmla="*/ 284733 h 335729"/>
                <a:gd name="connsiteX1" fmla="*/ 273683 w 335464"/>
                <a:gd name="connsiteY1" fmla="*/ 231611 h 335729"/>
                <a:gd name="connsiteX2" fmla="*/ 247335 w 335464"/>
                <a:gd name="connsiteY2" fmla="*/ 223536 h 335729"/>
                <a:gd name="connsiteX3" fmla="*/ 228636 w 335464"/>
                <a:gd name="connsiteY3" fmla="*/ 204837 h 335729"/>
                <a:gd name="connsiteX4" fmla="*/ 254984 w 335464"/>
                <a:gd name="connsiteY4" fmla="*/ 127492 h 335729"/>
                <a:gd name="connsiteX5" fmla="*/ 127492 w 335464"/>
                <a:gd name="connsiteY5" fmla="*/ 0 h 335729"/>
                <a:gd name="connsiteX6" fmla="*/ 0 w 335464"/>
                <a:gd name="connsiteY6" fmla="*/ 127492 h 335729"/>
                <a:gd name="connsiteX7" fmla="*/ 127492 w 335464"/>
                <a:gd name="connsiteY7" fmla="*/ 254984 h 335729"/>
                <a:gd name="connsiteX8" fmla="*/ 204837 w 335464"/>
                <a:gd name="connsiteY8" fmla="*/ 228636 h 335729"/>
                <a:gd name="connsiteX9" fmla="*/ 223536 w 335464"/>
                <a:gd name="connsiteY9" fmla="*/ 247335 h 335729"/>
                <a:gd name="connsiteX10" fmla="*/ 231611 w 335464"/>
                <a:gd name="connsiteY10" fmla="*/ 273683 h 335729"/>
                <a:gd name="connsiteX11" fmla="*/ 284733 w 335464"/>
                <a:gd name="connsiteY11" fmla="*/ 326805 h 335729"/>
                <a:gd name="connsiteX12" fmla="*/ 305981 w 335464"/>
                <a:gd name="connsiteY12" fmla="*/ 335729 h 335729"/>
                <a:gd name="connsiteX13" fmla="*/ 327230 w 335464"/>
                <a:gd name="connsiteY13" fmla="*/ 326805 h 335729"/>
                <a:gd name="connsiteX14" fmla="*/ 326805 w 335464"/>
                <a:gd name="connsiteY14" fmla="*/ 284733 h 335729"/>
                <a:gd name="connsiteX15" fmla="*/ 127067 w 335464"/>
                <a:gd name="connsiteY15" fmla="*/ 229061 h 335729"/>
                <a:gd name="connsiteX16" fmla="*/ 25073 w 335464"/>
                <a:gd name="connsiteY16" fmla="*/ 127067 h 335729"/>
                <a:gd name="connsiteX17" fmla="*/ 127067 w 335464"/>
                <a:gd name="connsiteY17" fmla="*/ 25073 h 335729"/>
                <a:gd name="connsiteX18" fmla="*/ 229061 w 335464"/>
                <a:gd name="connsiteY18" fmla="*/ 127067 h 335729"/>
                <a:gd name="connsiteX19" fmla="*/ 127067 w 335464"/>
                <a:gd name="connsiteY19" fmla="*/ 229061 h 335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5464" h="335729">
                  <a:moveTo>
                    <a:pt x="326805" y="284733"/>
                  </a:moveTo>
                  <a:lnTo>
                    <a:pt x="273683" y="231611"/>
                  </a:lnTo>
                  <a:cubicBezTo>
                    <a:pt x="266459" y="224386"/>
                    <a:pt x="256684" y="221836"/>
                    <a:pt x="247335" y="223536"/>
                  </a:cubicBezTo>
                  <a:lnTo>
                    <a:pt x="228636" y="204837"/>
                  </a:lnTo>
                  <a:cubicBezTo>
                    <a:pt x="245210" y="183589"/>
                    <a:pt x="254984" y="156390"/>
                    <a:pt x="254984" y="127492"/>
                  </a:cubicBezTo>
                  <a:cubicBezTo>
                    <a:pt x="254984" y="57371"/>
                    <a:pt x="197613" y="0"/>
                    <a:pt x="127492" y="0"/>
                  </a:cubicBezTo>
                  <a:cubicBezTo>
                    <a:pt x="57371" y="0"/>
                    <a:pt x="0" y="57371"/>
                    <a:pt x="0" y="127492"/>
                  </a:cubicBezTo>
                  <a:cubicBezTo>
                    <a:pt x="0" y="197613"/>
                    <a:pt x="57371" y="254984"/>
                    <a:pt x="127492" y="254984"/>
                  </a:cubicBezTo>
                  <a:cubicBezTo>
                    <a:pt x="156390" y="254984"/>
                    <a:pt x="183164" y="245210"/>
                    <a:pt x="204837" y="228636"/>
                  </a:cubicBezTo>
                  <a:lnTo>
                    <a:pt x="223536" y="247335"/>
                  </a:lnTo>
                  <a:cubicBezTo>
                    <a:pt x="221836" y="256684"/>
                    <a:pt x="224386" y="266459"/>
                    <a:pt x="231611" y="273683"/>
                  </a:cubicBezTo>
                  <a:lnTo>
                    <a:pt x="284733" y="326805"/>
                  </a:lnTo>
                  <a:cubicBezTo>
                    <a:pt x="290682" y="332755"/>
                    <a:pt x="298332" y="335729"/>
                    <a:pt x="305981" y="335729"/>
                  </a:cubicBezTo>
                  <a:cubicBezTo>
                    <a:pt x="313631" y="335729"/>
                    <a:pt x="321280" y="332755"/>
                    <a:pt x="327230" y="326805"/>
                  </a:cubicBezTo>
                  <a:cubicBezTo>
                    <a:pt x="338279" y="314906"/>
                    <a:pt x="338279" y="296207"/>
                    <a:pt x="326805" y="284733"/>
                  </a:cubicBezTo>
                  <a:close/>
                  <a:moveTo>
                    <a:pt x="127067" y="229061"/>
                  </a:moveTo>
                  <a:cubicBezTo>
                    <a:pt x="70971" y="229061"/>
                    <a:pt x="25073" y="183164"/>
                    <a:pt x="25073" y="127067"/>
                  </a:cubicBezTo>
                  <a:cubicBezTo>
                    <a:pt x="25073" y="70971"/>
                    <a:pt x="70971" y="25073"/>
                    <a:pt x="127067" y="25073"/>
                  </a:cubicBezTo>
                  <a:cubicBezTo>
                    <a:pt x="183164" y="25073"/>
                    <a:pt x="229061" y="70971"/>
                    <a:pt x="229061" y="127067"/>
                  </a:cubicBezTo>
                  <a:cubicBezTo>
                    <a:pt x="229061" y="183164"/>
                    <a:pt x="183164" y="229061"/>
                    <a:pt x="127067" y="229061"/>
                  </a:cubicBezTo>
                  <a:close/>
                </a:path>
              </a:pathLst>
            </a:custGeom>
            <a:solidFill>
              <a:schemeClr val="bg1"/>
            </a:solidFill>
            <a:ln w="11906" cap="flat">
              <a:noFill/>
              <a:prstDash val="solid"/>
              <a:miter/>
            </a:ln>
          </p:spPr>
          <p:txBody>
            <a:bodyPr wrap="square" lIns="106774" tIns="18687" rIns="106774" bIns="19932" rtlCol="0" anchor="ctr"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653613" fontAlgn="base">
                <a:spcBef>
                  <a:spcPts val="1309"/>
                </a:spcBef>
                <a:spcAft>
                  <a:spcPts val="1309"/>
                </a:spcAft>
                <a:tabLst>
                  <a:tab pos="2689286" algn="l"/>
                </a:tabLst>
                <a:defRPr/>
              </a:pPr>
              <a:endParaRPr lang="en-US" sz="1309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latin typeface="Segoe UI Semibold"/>
                <a:cs typeface="Segoe UI" pitchFamily="34" charset="0"/>
              </a:endParaRPr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48B8866-B1C4-6A69-B3E4-71B315EBC91E}"/>
              </a:ext>
            </a:extLst>
          </p:cNvPr>
          <p:cNvCxnSpPr>
            <a:cxnSpLocks/>
          </p:cNvCxnSpPr>
          <p:nvPr/>
        </p:nvCxnSpPr>
        <p:spPr>
          <a:xfrm>
            <a:off x="271055" y="1393149"/>
            <a:ext cx="5106225" cy="0"/>
          </a:xfrm>
          <a:prstGeom prst="line">
            <a:avLst/>
          </a:prstGeom>
          <a:ln>
            <a:solidFill>
              <a:srgbClr val="CE9E84">
                <a:alpha val="19000"/>
              </a:srgb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B1FA4B85-4927-1ABB-F554-DE4985060010}"/>
              </a:ext>
            </a:extLst>
          </p:cNvPr>
          <p:cNvSpPr/>
          <p:nvPr/>
        </p:nvSpPr>
        <p:spPr bwMode="auto">
          <a:xfrm>
            <a:off x="437212" y="5210603"/>
            <a:ext cx="1277901" cy="33218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A0AC1F0-B7CC-221C-CF2C-A8AB8A5E2099}"/>
              </a:ext>
            </a:extLst>
          </p:cNvPr>
          <p:cNvSpPr/>
          <p:nvPr/>
        </p:nvSpPr>
        <p:spPr bwMode="auto">
          <a:xfrm>
            <a:off x="2187468" y="5210603"/>
            <a:ext cx="1277901" cy="33218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100D5B-0759-0B55-0C50-3142C9A438E7}"/>
              </a:ext>
            </a:extLst>
          </p:cNvPr>
          <p:cNvSpPr/>
          <p:nvPr/>
        </p:nvSpPr>
        <p:spPr bwMode="auto">
          <a:xfrm>
            <a:off x="3937726" y="5210603"/>
            <a:ext cx="1277901" cy="33218"/>
          </a:xfrm>
          <a:prstGeom prst="rect">
            <a:avLst/>
          </a:prstGeom>
          <a:gradFill>
            <a:gsLst>
              <a:gs pos="0">
                <a:srgbClr val="C03BC4"/>
              </a:gs>
              <a:gs pos="100000">
                <a:srgbClr val="0F6CBD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9326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8652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07978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77305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46631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15957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85283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54609" algn="l" defTabSz="369326" rtl="0" eaLnBrk="1" latinLnBrk="0" hangingPunct="1">
              <a:defRPr sz="14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77526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453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53D3556-994F-A25F-DDA0-46DAB9D9C7E2}"/>
              </a:ext>
            </a:extLst>
          </p:cNvPr>
          <p:cNvCxnSpPr>
            <a:cxnSpLocks/>
          </p:cNvCxnSpPr>
          <p:nvPr/>
        </p:nvCxnSpPr>
        <p:spPr>
          <a:xfrm>
            <a:off x="407346" y="5858200"/>
            <a:ext cx="1384747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E1EB94C-5A1D-76A4-70FB-CC6D2FD0C410}"/>
              </a:ext>
            </a:extLst>
          </p:cNvPr>
          <p:cNvCxnSpPr>
            <a:cxnSpLocks/>
          </p:cNvCxnSpPr>
          <p:nvPr/>
        </p:nvCxnSpPr>
        <p:spPr>
          <a:xfrm>
            <a:off x="2142101" y="5858200"/>
            <a:ext cx="1384747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4AE2C17-053F-26EA-40BE-817289A0DC60}"/>
              </a:ext>
            </a:extLst>
          </p:cNvPr>
          <p:cNvCxnSpPr>
            <a:cxnSpLocks/>
          </p:cNvCxnSpPr>
          <p:nvPr/>
        </p:nvCxnSpPr>
        <p:spPr>
          <a:xfrm>
            <a:off x="3876857" y="5858200"/>
            <a:ext cx="1384747" cy="0"/>
          </a:xfrm>
          <a:prstGeom prst="line">
            <a:avLst/>
          </a:prstGeom>
          <a:ln>
            <a:solidFill>
              <a:schemeClr val="bg1">
                <a:lumMod val="50000"/>
                <a:alpha val="1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 descr="Microsoft Security">
            <a:extLst>
              <a:ext uri="{FF2B5EF4-FFF2-40B4-BE49-F238E27FC236}">
                <a16:creationId xmlns:a16="http://schemas.microsoft.com/office/drawing/2014/main" id="{08D1D08C-9739-150F-4781-21F9F1B62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9635"/>
          <a:stretch>
            <a:fillRect/>
          </a:stretch>
        </p:blipFill>
        <p:spPr bwMode="black">
          <a:xfrm>
            <a:off x="274770" y="258552"/>
            <a:ext cx="793876" cy="16670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6718F9F-D7F8-8AB5-49E0-F7F004721D21}"/>
              </a:ext>
            </a:extLst>
          </p:cNvPr>
          <p:cNvGrpSpPr/>
          <p:nvPr/>
        </p:nvGrpSpPr>
        <p:grpSpPr>
          <a:xfrm>
            <a:off x="278061" y="1699822"/>
            <a:ext cx="1634954" cy="2790485"/>
            <a:chOff x="271313" y="1691352"/>
            <a:chExt cx="1640799" cy="28004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F261787-A532-6E06-5DBB-DC560E196235}"/>
                </a:ext>
              </a:extLst>
            </p:cNvPr>
            <p:cNvSpPr/>
            <p:nvPr/>
          </p:nvSpPr>
          <p:spPr bwMode="auto">
            <a:xfrm>
              <a:off x="271313" y="1691352"/>
              <a:ext cx="1640799" cy="2800463"/>
            </a:xfrm>
            <a:prstGeom prst="roundRect">
              <a:avLst>
                <a:gd name="adj" fmla="val 5082"/>
              </a:avLst>
            </a:prstGeom>
            <a:gradFill>
              <a:gsLst>
                <a:gs pos="0">
                  <a:srgbClr val="C03BC4"/>
                </a:gs>
                <a:gs pos="100000">
                  <a:srgbClr val="0F6CBD"/>
                </a:gs>
              </a:gsLst>
              <a:lin ang="1800000" scaled="0"/>
            </a:gradFill>
            <a:ln>
              <a:noFill/>
              <a:headEnd type="none" w="med" len="med"/>
              <a:tailEnd type="none" w="med" len="med"/>
            </a:ln>
            <a:effectLst>
              <a:outerShdw blurRad="127000" dist="50800" dir="5400000" algn="ctr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2875" tIns="106300" rIns="132875" bIns="1063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752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453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D7F975A-EFFC-ED2A-C751-F90289DD4D12}"/>
                </a:ext>
              </a:extLst>
            </p:cNvPr>
            <p:cNvSpPr/>
            <p:nvPr/>
          </p:nvSpPr>
          <p:spPr bwMode="auto">
            <a:xfrm>
              <a:off x="438251" y="3361462"/>
              <a:ext cx="1300096" cy="580775"/>
            </a:xfrm>
            <a:prstGeom prst="roundRect">
              <a:avLst>
                <a:gd name="adj" fmla="val 8964"/>
              </a:avLst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270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132875" tIns="106300" rIns="132875" bIns="1063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77526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IN" sz="1163" err="1">
                <a:solidFill>
                  <a:srgbClr val="C03BC4"/>
                </a:solidFill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803776-5E8B-2132-6273-96CF7F5813DA}"/>
                </a:ext>
              </a:extLst>
            </p:cNvPr>
            <p:cNvGrpSpPr/>
            <p:nvPr/>
          </p:nvGrpSpPr>
          <p:grpSpPr>
            <a:xfrm>
              <a:off x="513820" y="3456630"/>
              <a:ext cx="1177379" cy="390472"/>
              <a:chOff x="45932" y="4239805"/>
              <a:chExt cx="1614691" cy="53550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8191316-8909-7296-9E20-E3BDDA3382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932" y="4239805"/>
                <a:ext cx="529765" cy="535504"/>
              </a:xfrm>
              <a:prstGeom prst="rect">
                <a:avLst/>
              </a:prstGeom>
            </p:spPr>
          </p:pic>
          <p:pic>
            <p:nvPicPr>
              <p:cNvPr id="11" name="purview">
                <a:extLst>
                  <a:ext uri="{FF2B5EF4-FFF2-40B4-BE49-F238E27FC236}">
                    <a16:creationId xmlns:a16="http://schemas.microsoft.com/office/drawing/2014/main" id="{F2F20322-882E-286F-3EFE-032ACDB9D9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l="1020" r="1020"/>
              <a:stretch/>
            </p:blipFill>
            <p:spPr>
              <a:xfrm>
                <a:off x="1155319" y="4270005"/>
                <a:ext cx="505304" cy="505304"/>
              </a:xfrm>
              <a:prstGeom prst="rect">
                <a:avLst/>
              </a:prstGeom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1199295-2F99-24A2-64CB-B2F820A1503C}"/>
                  </a:ext>
                </a:extLst>
              </p:cNvPr>
              <p:cNvGrpSpPr/>
              <p:nvPr/>
            </p:nvGrpSpPr>
            <p:grpSpPr>
              <a:xfrm>
                <a:off x="705488" y="4347537"/>
                <a:ext cx="320040" cy="320040"/>
                <a:chOff x="638372" y="546647"/>
                <a:chExt cx="479596" cy="479596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89185B8-A5BD-AA7A-49CA-5FE58A59D4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/>
              </p:nvSpPr>
              <p:spPr bwMode="auto">
                <a:xfrm>
                  <a:off x="638372" y="546647"/>
                  <a:ext cx="479596" cy="479596"/>
                </a:xfrm>
                <a:prstGeom prst="ellipse">
                  <a:avLst/>
                </a:prstGeom>
                <a:gradFill flip="none" rotWithShape="1">
                  <a:gsLst>
                    <a:gs pos="32000">
                      <a:srgbClr val="C03BC4"/>
                    </a:gs>
                    <a:gs pos="100000">
                      <a:srgbClr val="399A91"/>
                    </a:gs>
                    <a:gs pos="68000">
                      <a:srgbClr val="0078D4"/>
                    </a:gs>
                    <a:gs pos="0">
                      <a:srgbClr val="FF5C39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63897" cap="flat">
                  <a:noFill/>
                  <a:prstDash val="solid"/>
                  <a:miter/>
                </a:ln>
                <a:effectLst>
                  <a:outerShdw blurRad="63500" dist="63500" dir="2700000" algn="tl" rotWithShape="0">
                    <a:srgbClr val="454142">
                      <a:alpha val="20000"/>
                    </a:srgbClr>
                  </a:outerShdw>
                </a:effectLst>
              </p:spPr>
              <p:txBody>
                <a:bodyPr rot="0" spcFirstLastPara="0" vert="horz" wrap="square" lIns="52313" tIns="26157" rIns="52313" bIns="2615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9326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38652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107978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477305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46631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15957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85283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54609" algn="l" defTabSz="369326" rtl="0" eaLnBrk="1" latinLnBrk="0" hangingPunct="1">
                    <a:defRPr sz="1454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664395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09" b="1">
                    <a:ln w="3175">
                      <a:noFill/>
                    </a:ln>
                    <a:gradFill>
                      <a:gsLst>
                        <a:gs pos="53147">
                          <a:srgbClr val="FFFFFF"/>
                        </a:gs>
                        <a:gs pos="28000">
                          <a:srgbClr val="FFFFFF"/>
                        </a:gs>
                      </a:gsLst>
                      <a:path path="circle">
                        <a:fillToRect l="100000" b="100000"/>
                      </a:path>
                    </a:gradFill>
                    <a:latin typeface="Segoe UI Semibold"/>
                    <a:cs typeface="Segoe UI" pitchFamily="34" charset="0"/>
                  </a:endParaRPr>
                </a:p>
              </p:txBody>
            </p:sp>
            <p:pic>
              <p:nvPicPr>
                <p:cNvPr id="18" name="Graphic 22">
                  <a:extLst>
                    <a:ext uri="{FF2B5EF4-FFF2-40B4-BE49-F238E27FC236}">
                      <a16:creationId xmlns:a16="http://schemas.microsoft.com/office/drawing/2014/main" id="{EDF9CFBC-856B-C824-00D3-A8B41EF04B7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9091" y="657366"/>
                  <a:ext cx="258158" cy="258158"/>
                </a:xfrm>
                <a:prstGeom prst="rect">
                  <a:avLst/>
                </a:prstGeom>
                <a:effectLst>
                  <a:outerShdw blurRad="63500" dist="63500" dir="2700000" algn="ctr" rotWithShape="0">
                    <a:schemeClr val="bg1">
                      <a:alpha val="20000"/>
                    </a:schemeClr>
                  </a:outerShdw>
                </a:effectLst>
              </p:spPr>
            </p:pic>
          </p:grpSp>
        </p:grp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40A7A011-A5B1-B465-6A3F-B4941EFA893C}"/>
                </a:ext>
              </a:extLst>
            </p:cNvPr>
            <p:cNvSpPr txBox="1"/>
            <p:nvPr/>
          </p:nvSpPr>
          <p:spPr>
            <a:xfrm>
              <a:off x="374982" y="2096831"/>
              <a:ext cx="1436982" cy="9947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9326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38652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07978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77305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46631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15957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85283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54609" algn="l" defTabSz="369326" rtl="0" eaLnBrk="1" latinLnBrk="0" hangingPunct="1">
                <a:defRPr sz="145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64370">
                <a:spcBef>
                  <a:spcPts val="872"/>
                </a:spcBef>
                <a:defRPr/>
              </a:pPr>
              <a:r>
                <a:rPr lang="en-US" sz="1309">
                  <a:solidFill>
                    <a:srgbClr val="FFFFFF"/>
                  </a:solidFill>
                  <a:latin typeface="Segoe UI Semibold"/>
                  <a:cs typeface="Segoe Sans Display" pitchFamily="2" charset="0"/>
                </a:rPr>
                <a:t>AI transformation is happening now.</a:t>
              </a:r>
            </a:p>
            <a:p>
              <a:pPr algn="ctr" defTabSz="664370">
                <a:spcBef>
                  <a:spcPts val="437"/>
                </a:spcBef>
                <a:defRPr/>
              </a:pPr>
              <a:r>
                <a:rPr lang="en-US" sz="1163">
                  <a:solidFill>
                    <a:srgbClr val="FFFFFF"/>
                  </a:solidFill>
                  <a:latin typeface="Segoe Sans Display" pitchFamily="2" charset="0"/>
                  <a:cs typeface="Segoe Sans Display" pitchFamily="2" charset="0"/>
                </a:rPr>
                <a:t>Secure and govern your data estate and get ready for AI</a:t>
              </a:r>
              <a:endParaRPr lang="en-US" sz="1743">
                <a:solidFill>
                  <a:srgbClr val="FFFFFF"/>
                </a:solidFill>
                <a:latin typeface="Segoe Sans Display" pitchFamily="2" charset="0"/>
                <a:cs typeface="Segoe Sans Displa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38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210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 Purview Suite for Microsoft 365 Business Premium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Seema Kapari</cp:lastModifiedBy>
  <cp:revision>2</cp:revision>
  <dcterms:created xsi:type="dcterms:W3CDTF">2026-04-04T15:01:26Z</dcterms:created>
  <dcterms:modified xsi:type="dcterms:W3CDTF">2026-04-11T11:26:05Z</dcterms:modified>
</cp:coreProperties>
</file>