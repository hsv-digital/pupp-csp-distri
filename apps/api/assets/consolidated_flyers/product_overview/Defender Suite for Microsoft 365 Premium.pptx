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147470016" r:id="rId2"/>
  </p:sldIdLst>
  <p:sldSz cx="5648325" cy="7991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55C22-1068-6C9E-3308-80DE976D5928}" v="1" dt="2026-04-11T11:24:50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26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13655C22-1068-6C9E-3308-80DE976D5928}"/>
    <pc:docChg chg="mod modSld modMainMaster setSldSz">
      <pc:chgData name="Seema Kapri" userId="S::seema.kapri@hsv.digital::3468d2f6-a5eb-4e01-882c-f62721c4c7bf" providerId="AD" clId="Web-{13655C22-1068-6C9E-3308-80DE976D5928}" dt="2026-04-11T11:24:50.832" v="0"/>
      <pc:docMkLst>
        <pc:docMk/>
      </pc:docMkLst>
      <pc:sldChg chg="modSp">
        <pc:chgData name="Seema Kapri" userId="S::seema.kapri@hsv.digital::3468d2f6-a5eb-4e01-882c-f62721c4c7bf" providerId="AD" clId="Web-{13655C22-1068-6C9E-3308-80DE976D5928}" dt="2026-04-11T11:24:50.832" v="0"/>
        <pc:sldMkLst>
          <pc:docMk/>
          <pc:sldMk cId="4067805866" sldId="2147470016"/>
        </pc:sldMkLst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5" creationId="{CE6CFC70-06C7-C291-DA51-1D3359F2C52E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15" creationId="{FDC09689-9230-8774-332C-E0502BB2667B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17" creationId="{C205F477-06BB-0464-B7D7-F14F37D38EC1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19" creationId="{44D2AC6F-4F84-F587-BEF3-F143A00E6D9B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25" creationId="{8ACFB9E0-57EC-A667-BD67-1FCD18922E87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31" creationId="{7619480A-D377-F04B-D795-8C3BA6F6AE38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37" creationId="{2D7D97C9-E218-702D-C573-EC595E24D206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38" creationId="{04B475BC-BA57-5216-CE2C-96C8D24A3BE0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65" creationId="{9AD2FB6B-6EDB-68E4-2601-4F9CF0B3A50C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k cId="4067805866" sldId="2147470016"/>
            <ac:spMk id="66" creationId="{20E541FA-397B-06A1-8116-BCFA09464965}"/>
          </ac:spMkLst>
        </pc:spChg>
      </pc:sldChg>
      <pc:sldMasterChg chg="modSp modSldLayout">
        <pc:chgData name="Seema Kapri" userId="S::seema.kapri@hsv.digital::3468d2f6-a5eb-4e01-882c-f62721c4c7bf" providerId="AD" clId="Web-{13655C22-1068-6C9E-3308-80DE976D5928}" dt="2026-04-11T11:24:50.832" v="0"/>
        <pc:sldMasterMkLst>
          <pc:docMk/>
          <pc:sldMasterMk cId="1122647173" sldId="2147483732"/>
        </pc:sldMasterMkLst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asterMk cId="1122647173" sldId="2147483732"/>
            <ac:spMk id="2" creationId="{00000000-0000-0000-0000-000000000000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asterMk cId="1122647173" sldId="2147483732"/>
            <ac:spMk id="3" creationId="{00000000-0000-0000-0000-000000000000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asterMk cId="1122647173" sldId="2147483732"/>
            <ac:spMk id="4" creationId="{00000000-0000-0000-0000-000000000000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asterMk cId="1122647173" sldId="2147483732"/>
            <ac:spMk id="5" creationId="{00000000-0000-0000-0000-000000000000}"/>
          </ac:spMkLst>
        </pc:spChg>
        <pc:spChg chg="mod">
          <ac:chgData name="Seema Kapri" userId="S::seema.kapri@hsv.digital::3468d2f6-a5eb-4e01-882c-f62721c4c7bf" providerId="AD" clId="Web-{13655C22-1068-6C9E-3308-80DE976D5928}" dt="2026-04-11T11:24:50.832" v="0"/>
          <ac:spMkLst>
            <pc:docMk/>
            <pc:sldMasterMk cId="1122647173" sldId="2147483732"/>
            <ac:spMk id="6" creationId="{00000000-0000-0000-0000-000000000000}"/>
          </ac:spMkLst>
        </pc:sp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17524809" sldId="2147483733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17524809" sldId="2147483733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17524809" sldId="2147483733"/>
              <ac:spMk id="3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3092314792" sldId="2147483735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092314792" sldId="2147483735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092314792" sldId="2147483735"/>
              <ac:spMk id="3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34580187" sldId="2147483736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4580187" sldId="2147483736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4580187" sldId="2147483736"/>
              <ac:spMk id="4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3880376873" sldId="2147483737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880376873" sldId="2147483737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880376873" sldId="2147483737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880376873" sldId="2147483737"/>
              <ac:spMk id="4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880376873" sldId="2147483737"/>
              <ac:spMk id="5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880376873" sldId="2147483737"/>
              <ac:spMk id="6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2752899885" sldId="2147483740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2752899885" sldId="2147483740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2752899885" sldId="2147483740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2752899885" sldId="2147483740"/>
              <ac:spMk id="4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1722206160" sldId="2147483741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1722206160" sldId="2147483741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1722206160" sldId="2147483741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1722206160" sldId="2147483741"/>
              <ac:spMk id="4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13655C22-1068-6C9E-3308-80DE976D5928}" dt="2026-04-11T11:24:50.832" v="0"/>
          <pc:sldLayoutMkLst>
            <pc:docMk/>
            <pc:sldMasterMk cId="1122647173" sldId="2147483732"/>
            <pc:sldLayoutMk cId="3785386807" sldId="2147483743"/>
          </pc:sldLayoutMkLst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785386807" sldId="2147483743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13655C22-1068-6C9E-3308-80DE976D5928}" dt="2026-04-11T11:24:50.832" v="0"/>
            <ac:spMkLst>
              <pc:docMk/>
              <pc:sldMasterMk cId="1122647173" sldId="2147483732"/>
              <pc:sldLayoutMk cId="3785386807" sldId="214748374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DCA55-7141-46E2-8F0D-ED4FF406EC6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1864-BC2F-463F-854C-C6DDAAC13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130">
                <a:ln w="3175">
                  <a:noFill/>
                </a:ln>
                <a:solidFill>
                  <a:srgbClr val="2965AF"/>
                </a:solidFill>
                <a:latin typeface="Segoe Sans Display Semibold"/>
                <a:cs typeface="Segoe Sans Display" pitchFamily="2" charset="0"/>
              </a:rPr>
              <a:t>67%  </a:t>
            </a:r>
            <a:br>
              <a:rPr kumimoji="0" lang="en-US" sz="2800" b="0" i="0" u="none" strike="noStrike" kern="1200" cap="none" spc="-130" normalizeH="0" baseline="0" noProof="0">
                <a:ln w="3175">
                  <a:noFill/>
                </a:ln>
                <a:solidFill>
                  <a:srgbClr val="2965A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</a:br>
            <a:r>
              <a:rPr lang="en-US">
                <a:gradFill>
                  <a:gsLst>
                    <a:gs pos="4400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  <a:latin typeface="Segoe Sans Display"/>
                <a:cs typeface="Segoe UI" pitchFamily="34" charset="0"/>
              </a:rPr>
              <a:t>of all phishing attacks utilized some form of AI</a:t>
            </a:r>
          </a:p>
          <a:p>
            <a:endParaRPr lang="en-US"/>
          </a:p>
          <a:p>
            <a:r>
              <a:rPr lang="en-US"/>
              <a:t>292</a:t>
            </a:r>
          </a:p>
          <a:p>
            <a:r>
              <a:rPr lang="en-US"/>
              <a:t>days to identify and contain breaches involving stolen credentials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625" y="1307865"/>
            <a:ext cx="4801076" cy="2782218"/>
          </a:xfrm>
        </p:spPr>
        <p:txBody>
          <a:bodyPr anchor="b"/>
          <a:lstStyle>
            <a:lvl1pPr algn="ctr">
              <a:defRPr sz="3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041" y="4197375"/>
            <a:ext cx="4236244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423" indent="0" algn="ctr">
              <a:buNone/>
              <a:defRPr sz="1236"/>
            </a:lvl2pPr>
            <a:lvl3pPr marL="564846" indent="0" algn="ctr">
              <a:buNone/>
              <a:defRPr sz="1112"/>
            </a:lvl3pPr>
            <a:lvl4pPr marL="847269" indent="0" algn="ctr">
              <a:buNone/>
              <a:defRPr sz="988"/>
            </a:lvl4pPr>
            <a:lvl5pPr marL="1129691" indent="0" algn="ctr">
              <a:buNone/>
              <a:defRPr sz="988"/>
            </a:lvl5pPr>
            <a:lvl6pPr marL="1412114" indent="0" algn="ctr">
              <a:buNone/>
              <a:defRPr sz="988"/>
            </a:lvl6pPr>
            <a:lvl7pPr marL="1694537" indent="0" algn="ctr">
              <a:buNone/>
              <a:defRPr sz="988"/>
            </a:lvl7pPr>
            <a:lvl8pPr marL="1976960" indent="0" algn="ctr">
              <a:buNone/>
              <a:defRPr sz="988"/>
            </a:lvl8pPr>
            <a:lvl9pPr marL="2259382" indent="0" algn="ctr">
              <a:buNone/>
              <a:defRPr sz="9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72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81" y="1992322"/>
            <a:ext cx="4871680" cy="3324231"/>
          </a:xfrm>
        </p:spPr>
        <p:txBody>
          <a:bodyPr anchor="b"/>
          <a:lstStyle>
            <a:lvl1pPr>
              <a:defRPr sz="37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381" y="5348001"/>
            <a:ext cx="4871680" cy="1748135"/>
          </a:xfrm>
        </p:spPr>
        <p:txBody>
          <a:bodyPr/>
          <a:lstStyle>
            <a:lvl1pPr marL="0" indent="0">
              <a:buNone/>
              <a:defRPr sz="1483">
                <a:solidFill>
                  <a:schemeClr val="tx1">
                    <a:tint val="82000"/>
                  </a:schemeClr>
                </a:solidFill>
              </a:defRPr>
            </a:lvl1pPr>
            <a:lvl2pPr marL="282423" indent="0">
              <a:buNone/>
              <a:defRPr sz="1236">
                <a:solidFill>
                  <a:schemeClr val="tx1">
                    <a:tint val="82000"/>
                  </a:schemeClr>
                </a:solidFill>
              </a:defRPr>
            </a:lvl2pPr>
            <a:lvl3pPr marL="564846" indent="0">
              <a:buNone/>
              <a:defRPr sz="1112">
                <a:solidFill>
                  <a:schemeClr val="tx1">
                    <a:tint val="82000"/>
                  </a:schemeClr>
                </a:solidFill>
              </a:defRPr>
            </a:lvl3pPr>
            <a:lvl4pPr marL="847269" indent="0">
              <a:buNone/>
              <a:defRPr sz="988">
                <a:solidFill>
                  <a:schemeClr val="tx1">
                    <a:tint val="82000"/>
                  </a:schemeClr>
                </a:solidFill>
              </a:defRPr>
            </a:lvl4pPr>
            <a:lvl5pPr marL="1129691" indent="0">
              <a:buNone/>
              <a:defRPr sz="988">
                <a:solidFill>
                  <a:schemeClr val="tx1">
                    <a:tint val="82000"/>
                  </a:schemeClr>
                </a:solidFill>
              </a:defRPr>
            </a:lvl5pPr>
            <a:lvl6pPr marL="1412114" indent="0">
              <a:buNone/>
              <a:defRPr sz="988">
                <a:solidFill>
                  <a:schemeClr val="tx1">
                    <a:tint val="82000"/>
                  </a:schemeClr>
                </a:solidFill>
              </a:defRPr>
            </a:lvl6pPr>
            <a:lvl7pPr marL="1694537" indent="0">
              <a:buNone/>
              <a:defRPr sz="988">
                <a:solidFill>
                  <a:schemeClr val="tx1">
                    <a:tint val="82000"/>
                  </a:schemeClr>
                </a:solidFill>
              </a:defRPr>
            </a:lvl7pPr>
            <a:lvl8pPr marL="1976960" indent="0">
              <a:buNone/>
              <a:defRPr sz="988">
                <a:solidFill>
                  <a:schemeClr val="tx1">
                    <a:tint val="82000"/>
                  </a:schemeClr>
                </a:solidFill>
              </a:defRPr>
            </a:lvl8pPr>
            <a:lvl9pPr marL="2259382" indent="0">
              <a:buNone/>
              <a:defRPr sz="9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323" y="2127360"/>
            <a:ext cx="2400538" cy="5070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9465" y="2127360"/>
            <a:ext cx="2400538" cy="5070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59" y="425474"/>
            <a:ext cx="4871680" cy="1544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058" y="1959022"/>
            <a:ext cx="2389506" cy="960086"/>
          </a:xfrm>
        </p:spPr>
        <p:txBody>
          <a:bodyPr anchor="b"/>
          <a:lstStyle>
            <a:lvl1pPr marL="0" indent="0">
              <a:buNone/>
              <a:defRPr sz="1483" b="1"/>
            </a:lvl1pPr>
            <a:lvl2pPr marL="282423" indent="0">
              <a:buNone/>
              <a:defRPr sz="1236" b="1"/>
            </a:lvl2pPr>
            <a:lvl3pPr marL="564846" indent="0">
              <a:buNone/>
              <a:defRPr sz="1112" b="1"/>
            </a:lvl3pPr>
            <a:lvl4pPr marL="847269" indent="0">
              <a:buNone/>
              <a:defRPr sz="988" b="1"/>
            </a:lvl4pPr>
            <a:lvl5pPr marL="1129691" indent="0">
              <a:buNone/>
              <a:defRPr sz="988" b="1"/>
            </a:lvl5pPr>
            <a:lvl6pPr marL="1412114" indent="0">
              <a:buNone/>
              <a:defRPr sz="988" b="1"/>
            </a:lvl6pPr>
            <a:lvl7pPr marL="1694537" indent="0">
              <a:buNone/>
              <a:defRPr sz="988" b="1"/>
            </a:lvl7pPr>
            <a:lvl8pPr marL="1976960" indent="0">
              <a:buNone/>
              <a:defRPr sz="988" b="1"/>
            </a:lvl8pPr>
            <a:lvl9pPr marL="2259382" indent="0">
              <a:buNone/>
              <a:defRPr sz="9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9058" y="2919108"/>
            <a:ext cx="2389506" cy="42935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59466" y="1959022"/>
            <a:ext cx="2401273" cy="960086"/>
          </a:xfrm>
        </p:spPr>
        <p:txBody>
          <a:bodyPr anchor="b"/>
          <a:lstStyle>
            <a:lvl1pPr marL="0" indent="0">
              <a:buNone/>
              <a:defRPr sz="1483" b="1"/>
            </a:lvl1pPr>
            <a:lvl2pPr marL="282423" indent="0">
              <a:buNone/>
              <a:defRPr sz="1236" b="1"/>
            </a:lvl2pPr>
            <a:lvl3pPr marL="564846" indent="0">
              <a:buNone/>
              <a:defRPr sz="1112" b="1"/>
            </a:lvl3pPr>
            <a:lvl4pPr marL="847269" indent="0">
              <a:buNone/>
              <a:defRPr sz="988" b="1"/>
            </a:lvl4pPr>
            <a:lvl5pPr marL="1129691" indent="0">
              <a:buNone/>
              <a:defRPr sz="988" b="1"/>
            </a:lvl5pPr>
            <a:lvl6pPr marL="1412114" indent="0">
              <a:buNone/>
              <a:defRPr sz="988" b="1"/>
            </a:lvl6pPr>
            <a:lvl7pPr marL="1694537" indent="0">
              <a:buNone/>
              <a:defRPr sz="988" b="1"/>
            </a:lvl7pPr>
            <a:lvl8pPr marL="1976960" indent="0">
              <a:buNone/>
              <a:defRPr sz="988" b="1"/>
            </a:lvl8pPr>
            <a:lvl9pPr marL="2259382" indent="0">
              <a:buNone/>
              <a:defRPr sz="9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59466" y="2919108"/>
            <a:ext cx="2401273" cy="42935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37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96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0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58" y="532766"/>
            <a:ext cx="1821732" cy="1864677"/>
          </a:xfrm>
        </p:spPr>
        <p:txBody>
          <a:bodyPr anchor="b"/>
          <a:lstStyle>
            <a:lvl1pPr>
              <a:defRPr sz="19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1274" y="1150627"/>
            <a:ext cx="2859464" cy="5679127"/>
          </a:xfrm>
        </p:spPr>
        <p:txBody>
          <a:bodyPr/>
          <a:lstStyle>
            <a:lvl1pPr>
              <a:defRPr sz="1977"/>
            </a:lvl1pPr>
            <a:lvl2pPr>
              <a:defRPr sz="1730"/>
            </a:lvl2pPr>
            <a:lvl3pPr>
              <a:defRPr sz="1483"/>
            </a:lvl3pPr>
            <a:lvl4pPr>
              <a:defRPr sz="1236"/>
            </a:lvl4pPr>
            <a:lvl5pPr>
              <a:defRPr sz="1236"/>
            </a:lvl5pPr>
            <a:lvl6pPr>
              <a:defRPr sz="1236"/>
            </a:lvl6pPr>
            <a:lvl7pPr>
              <a:defRPr sz="1236"/>
            </a:lvl7pPr>
            <a:lvl8pPr>
              <a:defRPr sz="1236"/>
            </a:lvl8pPr>
            <a:lvl9pPr>
              <a:defRPr sz="1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058" y="2397443"/>
            <a:ext cx="1821732" cy="4441559"/>
          </a:xfrm>
        </p:spPr>
        <p:txBody>
          <a:bodyPr/>
          <a:lstStyle>
            <a:lvl1pPr marL="0" indent="0">
              <a:buNone/>
              <a:defRPr sz="988"/>
            </a:lvl1pPr>
            <a:lvl2pPr marL="282423" indent="0">
              <a:buNone/>
              <a:defRPr sz="865"/>
            </a:lvl2pPr>
            <a:lvl3pPr marL="564846" indent="0">
              <a:buNone/>
              <a:defRPr sz="741"/>
            </a:lvl3pPr>
            <a:lvl4pPr marL="847269" indent="0">
              <a:buNone/>
              <a:defRPr sz="618"/>
            </a:lvl4pPr>
            <a:lvl5pPr marL="1129691" indent="0">
              <a:buNone/>
              <a:defRPr sz="618"/>
            </a:lvl5pPr>
            <a:lvl6pPr marL="1412114" indent="0">
              <a:buNone/>
              <a:defRPr sz="618"/>
            </a:lvl6pPr>
            <a:lvl7pPr marL="1694537" indent="0">
              <a:buNone/>
              <a:defRPr sz="618"/>
            </a:lvl7pPr>
            <a:lvl8pPr marL="1976960" indent="0">
              <a:buNone/>
              <a:defRPr sz="618"/>
            </a:lvl8pPr>
            <a:lvl9pPr marL="2259382" indent="0">
              <a:buNone/>
              <a:defRPr sz="6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89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58" y="532766"/>
            <a:ext cx="1821732" cy="1864677"/>
          </a:xfrm>
        </p:spPr>
        <p:txBody>
          <a:bodyPr anchor="b"/>
          <a:lstStyle>
            <a:lvl1pPr>
              <a:defRPr sz="19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01274" y="1150627"/>
            <a:ext cx="2859464" cy="5679127"/>
          </a:xfrm>
        </p:spPr>
        <p:txBody>
          <a:bodyPr anchor="t"/>
          <a:lstStyle>
            <a:lvl1pPr marL="0" indent="0">
              <a:buNone/>
              <a:defRPr sz="1977"/>
            </a:lvl1pPr>
            <a:lvl2pPr marL="282423" indent="0">
              <a:buNone/>
              <a:defRPr sz="1730"/>
            </a:lvl2pPr>
            <a:lvl3pPr marL="564846" indent="0">
              <a:buNone/>
              <a:defRPr sz="1483"/>
            </a:lvl3pPr>
            <a:lvl4pPr marL="847269" indent="0">
              <a:buNone/>
              <a:defRPr sz="1236"/>
            </a:lvl4pPr>
            <a:lvl5pPr marL="1129691" indent="0">
              <a:buNone/>
              <a:defRPr sz="1236"/>
            </a:lvl5pPr>
            <a:lvl6pPr marL="1412114" indent="0">
              <a:buNone/>
              <a:defRPr sz="1236"/>
            </a:lvl6pPr>
            <a:lvl7pPr marL="1694537" indent="0">
              <a:buNone/>
              <a:defRPr sz="1236"/>
            </a:lvl7pPr>
            <a:lvl8pPr marL="1976960" indent="0">
              <a:buNone/>
              <a:defRPr sz="1236"/>
            </a:lvl8pPr>
            <a:lvl9pPr marL="2259382" indent="0">
              <a:buNone/>
              <a:defRPr sz="1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058" y="2397443"/>
            <a:ext cx="1821732" cy="4441559"/>
          </a:xfrm>
        </p:spPr>
        <p:txBody>
          <a:bodyPr/>
          <a:lstStyle>
            <a:lvl1pPr marL="0" indent="0">
              <a:buNone/>
              <a:defRPr sz="988"/>
            </a:lvl1pPr>
            <a:lvl2pPr marL="282423" indent="0">
              <a:buNone/>
              <a:defRPr sz="865"/>
            </a:lvl2pPr>
            <a:lvl3pPr marL="564846" indent="0">
              <a:buNone/>
              <a:defRPr sz="741"/>
            </a:lvl3pPr>
            <a:lvl4pPr marL="847269" indent="0">
              <a:buNone/>
              <a:defRPr sz="618"/>
            </a:lvl4pPr>
            <a:lvl5pPr marL="1129691" indent="0">
              <a:buNone/>
              <a:defRPr sz="618"/>
            </a:lvl5pPr>
            <a:lvl6pPr marL="1412114" indent="0">
              <a:buNone/>
              <a:defRPr sz="618"/>
            </a:lvl6pPr>
            <a:lvl7pPr marL="1694537" indent="0">
              <a:buNone/>
              <a:defRPr sz="618"/>
            </a:lvl7pPr>
            <a:lvl8pPr marL="1976960" indent="0">
              <a:buNone/>
              <a:defRPr sz="618"/>
            </a:lvl8pPr>
            <a:lvl9pPr marL="2259382" indent="0">
              <a:buNone/>
              <a:defRPr sz="6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20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042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42083" y="425472"/>
            <a:ext cx="1217920" cy="67724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323" y="425472"/>
            <a:ext cx="3583156" cy="67724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38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323" y="425474"/>
            <a:ext cx="4871680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23" y="2127360"/>
            <a:ext cx="4871680" cy="5070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322" y="7406915"/>
            <a:ext cx="1270873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1008" y="7406915"/>
            <a:ext cx="1906310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9130" y="7406915"/>
            <a:ext cx="1270873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4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94853" rtl="0" eaLnBrk="1" latinLnBrk="0" hangingPunct="1">
        <a:lnSpc>
          <a:spcPct val="90000"/>
        </a:lnSpc>
        <a:spcBef>
          <a:spcPct val="0"/>
        </a:spcBef>
        <a:buNone/>
        <a:defRPr sz="33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713" indent="-173713" algn="l" defTabSz="694853" rtl="0" eaLnBrk="1" latinLnBrk="0" hangingPunct="1">
        <a:lnSpc>
          <a:spcPct val="90000"/>
        </a:lnSpc>
        <a:spcBef>
          <a:spcPts val="760"/>
        </a:spcBef>
        <a:buFont typeface="Arial" panose="020B0604020202020204" pitchFamily="34" charset="0"/>
        <a:buChar char="•"/>
        <a:defRPr sz="2128" kern="1200">
          <a:solidFill>
            <a:schemeClr val="tx1"/>
          </a:solidFill>
          <a:latin typeface="+mn-lt"/>
          <a:ea typeface="+mn-ea"/>
          <a:cs typeface="+mn-cs"/>
        </a:defRPr>
      </a:lvl1pPr>
      <a:lvl2pPr marL="521139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824" kern="1200">
          <a:solidFill>
            <a:schemeClr val="tx1"/>
          </a:solidFill>
          <a:latin typeface="+mn-lt"/>
          <a:ea typeface="+mn-ea"/>
          <a:cs typeface="+mn-cs"/>
        </a:defRPr>
      </a:lvl2pPr>
      <a:lvl3pPr marL="868566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520" kern="1200">
          <a:solidFill>
            <a:schemeClr val="tx1"/>
          </a:solidFill>
          <a:latin typeface="+mn-lt"/>
          <a:ea typeface="+mn-ea"/>
          <a:cs typeface="+mn-cs"/>
        </a:defRPr>
      </a:lvl3pPr>
      <a:lvl4pPr marL="1215992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563418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910845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258271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605697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953123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1pPr>
      <a:lvl2pPr marL="347426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2pPr>
      <a:lvl3pPr marL="694853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42279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389705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737131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084558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431984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779410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crosoft.com/en-us/security/blog/2022/02/17/4-best-practices-to-implement-a-comprehensive-zero-trust-security-approach/" TargetMode="External"/><Relationship Id="rId11" Type="http://schemas.openxmlformats.org/officeDocument/2006/relationships/image" Target="../media/image8.svg"/><Relationship Id="rId5" Type="http://schemas.openxmlformats.org/officeDocument/2006/relationships/image" Target="../media/image3.svg"/><Relationship Id="rId10" Type="http://schemas.openxmlformats.org/officeDocument/2006/relationships/image" Target="../media/image7.sv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32376" y="382837"/>
            <a:ext cx="5583573" cy="756363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8140" y="45091"/>
            <a:ext cx="5587808" cy="1396952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298864" y="1689276"/>
            <a:ext cx="1447766" cy="2432742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36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32375" y="45007"/>
            <a:ext cx="5583574" cy="1376136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36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F30B6FEB-AEE6-4C74-E944-EEC3173492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8864" y="589210"/>
            <a:ext cx="3913430" cy="55729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61315">
              <a:spcBef>
                <a:spcPts val="0"/>
              </a:spcBef>
            </a:pPr>
            <a:r>
              <a:rPr lang="en-US" sz="2012" dirty="0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Microsoft Defender Suite </a:t>
            </a:r>
            <a:r>
              <a:rPr lang="en-US" sz="2012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for Microsoft 365 Business Premium</a:t>
            </a:r>
            <a:endParaRPr lang="en-US" sz="2012" dirty="0">
              <a:solidFill>
                <a:schemeClr val="tx1">
                  <a:lumMod val="95000"/>
                  <a:lumOff val="5000"/>
                </a:schemeClr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1900924" y="1734566"/>
            <a:ext cx="3615737" cy="17690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56911">
              <a:defRPr/>
            </a:pPr>
            <a:r>
              <a:rPr lang="en-US" sz="1149">
                <a:solidFill>
                  <a:srgbClr val="C03BC4"/>
                </a:solidFill>
              </a:rPr>
              <a:t>Enhanced protection with Microsoft Defender Suite</a:t>
            </a:r>
          </a:p>
        </p:txBody>
      </p: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C05D0F52-F000-4B6A-9F4C-E053389E1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black">
          <a:xfrm>
            <a:off x="321732" y="269669"/>
            <a:ext cx="1300319" cy="16482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1903487" y="2000738"/>
            <a:ext cx="3418925" cy="2141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56935">
              <a:lnSpc>
                <a:spcPts val="1006"/>
              </a:lnSpc>
              <a:spcAft>
                <a:spcPts val="862"/>
              </a:spcAft>
              <a:defRPr/>
            </a:pPr>
            <a:r>
              <a:rPr lang="en-US" sz="985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defTabSz="656935">
              <a:lnSpc>
                <a:spcPts val="1006"/>
              </a:lnSpc>
              <a:spcAft>
                <a:spcPts val="862"/>
              </a:spcAft>
              <a:defRPr/>
            </a:pPr>
            <a:r>
              <a:rPr lang="en-US" sz="985" b="1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Zero Trust across your entire digital estate―</a:t>
            </a:r>
            <a:r>
              <a:rPr lang="en-US" sz="985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defTabSz="656935">
              <a:lnSpc>
                <a:spcPts val="1006"/>
              </a:lnSpc>
              <a:spcAft>
                <a:spcPts val="862"/>
              </a:spcAft>
              <a:defRPr/>
            </a:pPr>
            <a:r>
              <a:rPr lang="en-US" sz="985" b="1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Unified exposure management―</a:t>
            </a:r>
            <a:r>
              <a:rPr lang="en-US" sz="985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Continuously assess security posture, enable </a:t>
            </a:r>
            <a:r>
              <a:rPr lang="en-US" sz="985">
                <a:solidFill>
                  <a:srgbClr val="000000"/>
                </a:solidFill>
                <a:latin typeface="Segoe UI"/>
              </a:rPr>
              <a:t>proactive risk management and protection of assets.</a:t>
            </a:r>
            <a:endParaRPr lang="en-US" sz="985">
              <a:solidFill>
                <a:srgbClr val="000000"/>
              </a:solidFill>
              <a:latin typeface="Segoe Sans Display" pitchFamily="2" charset="0"/>
              <a:cs typeface="Segoe Sans Display" pitchFamily="2" charset="0"/>
            </a:endParaRPr>
          </a:p>
          <a:p>
            <a:pPr defTabSz="656935">
              <a:lnSpc>
                <a:spcPts val="1006"/>
              </a:lnSpc>
              <a:spcAft>
                <a:spcPts val="862"/>
              </a:spcAft>
              <a:defRPr/>
            </a:pPr>
            <a:r>
              <a:rPr lang="en-US" sz="985" b="1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Unified security operations platform</a:t>
            </a:r>
            <a:r>
              <a:rPr lang="en-US" sz="985">
                <a:solidFill>
                  <a:srgbClr val="000000"/>
                </a:solidFill>
                <a:latin typeface="Segoe UI"/>
              </a:rPr>
              <a:t>―Leverage a single, integrated solution for end-to-end security operations, enhancing </a:t>
            </a:r>
            <a:r>
              <a:rPr lang="en-US" sz="985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309218" y="7635203"/>
            <a:ext cx="5038355" cy="994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28468">
              <a:defRPr/>
            </a:pPr>
            <a:r>
              <a:rPr lang="en-US" sz="646" baseline="3000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1 </a:t>
            </a:r>
            <a:r>
              <a:rPr lang="en-US" sz="646">
                <a:solidFill>
                  <a:srgbClr val="000000"/>
                </a:solidFill>
                <a:latin typeface="Segoe Sans Text" pitchFamily="2" charset="0"/>
                <a:hlinkClick r:id="rId6"/>
              </a:rPr>
              <a:t>Source: Microsoft</a:t>
            </a:r>
            <a:r>
              <a:rPr lang="en-US" sz="646">
                <a:solidFill>
                  <a:srgbClr val="000000"/>
                </a:solidFill>
                <a:latin typeface="Segoe Sans Text" pitchFamily="2" charset="0"/>
              </a:rPr>
              <a:t> 	</a:t>
            </a:r>
            <a:r>
              <a:rPr lang="en-US" sz="646" baseline="3000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2 </a:t>
            </a:r>
            <a:r>
              <a:rPr lang="en-US" sz="646">
                <a:solidFill>
                  <a:srgbClr val="000000"/>
                </a:solidFill>
                <a:latin typeface="Segoe Sans Text" pitchFamily="2" charset="0"/>
              </a:rPr>
              <a:t>Source: </a:t>
            </a:r>
            <a:r>
              <a:rPr lang="en-US" sz="502">
                <a:solidFill>
                  <a:srgbClr val="000000"/>
                </a:solidFill>
                <a:latin typeface="Segoe Sans Text" pitchFamily="2" charset="0"/>
              </a:rPr>
              <a:t>IBM Cost of a Data Breach Report, IBM, p. 6​</a:t>
            </a:r>
            <a:endParaRPr lang="en-US" sz="646">
              <a:solidFill>
                <a:srgbClr val="000000"/>
              </a:solidFill>
              <a:latin typeface="Segoe UI" panose="020B0502040204020203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10421-35D7-13B2-19F6-E270E00A31DF}"/>
              </a:ext>
            </a:extLst>
          </p:cNvPr>
          <p:cNvSpPr txBox="1">
            <a:spLocks/>
          </p:cNvSpPr>
          <p:nvPr/>
        </p:nvSpPr>
        <p:spPr>
          <a:xfrm>
            <a:off x="415079" y="4260093"/>
            <a:ext cx="4823604" cy="26275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5689" tIns="32845" rIns="65689" bIns="32845" rtlCol="0" anchor="ctr" anchorCtr="0"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56911" fontAlgn="base">
              <a:spcAft>
                <a:spcPct val="0"/>
              </a:spcAft>
              <a:defRPr/>
            </a:pPr>
            <a:r>
              <a:rPr lang="en-US" sz="1149" spc="0">
                <a:ln>
                  <a:noFill/>
                </a:ln>
                <a:solidFill>
                  <a:srgbClr val="C03BC4"/>
                </a:solidFill>
                <a:latin typeface="Segoe Sans Display Semibold" pitchFamily="2" charset="0"/>
                <a:cs typeface="Segoe Sans Display Semibold" pitchFamily="2" charset="0"/>
              </a:rPr>
              <a:t>Protect your entire estate</a:t>
            </a:r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32D52542-94BE-EFA3-6259-A9AF7AA6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98863" y="4629516"/>
            <a:ext cx="985337" cy="2806796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36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CE6CFC70-06C7-C291-DA51-1D3359F2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319115" y="4629516"/>
            <a:ext cx="985337" cy="2806796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36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6" name="Rounded Rectangle 32">
            <a:extLst>
              <a:ext uri="{FF2B5EF4-FFF2-40B4-BE49-F238E27FC236}">
                <a16:creationId xmlns:a16="http://schemas.microsoft.com/office/drawing/2014/main" id="{6643373C-AB83-B631-F611-FB8BFCAF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339083" y="4629516"/>
            <a:ext cx="985337" cy="2806796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36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9" name="Rounded Rectangle 32">
            <a:extLst>
              <a:ext uri="{FF2B5EF4-FFF2-40B4-BE49-F238E27FC236}">
                <a16:creationId xmlns:a16="http://schemas.microsoft.com/office/drawing/2014/main" id="{A1B8BB60-2805-B2B9-A781-B5FC7BD20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359621" y="4629516"/>
            <a:ext cx="985337" cy="2806796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36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7501D1C1-B340-0CCA-6ED7-0F68AE84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379872" y="4629516"/>
            <a:ext cx="985337" cy="2806796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99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36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09689-9230-8774-332C-E0502BB2667B}"/>
              </a:ext>
            </a:extLst>
          </p:cNvPr>
          <p:cNvSpPr txBox="1"/>
          <p:nvPr/>
        </p:nvSpPr>
        <p:spPr>
          <a:xfrm>
            <a:off x="300321" y="5048578"/>
            <a:ext cx="965363" cy="348460"/>
          </a:xfrm>
          <a:prstGeom prst="rect">
            <a:avLst/>
          </a:prstGeom>
          <a:noFill/>
        </p:spPr>
        <p:txBody>
          <a:bodyPr wrap="square" lIns="65689" tIns="32845" rIns="65689" bIns="32845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56935">
              <a:lnSpc>
                <a:spcPts val="1078"/>
              </a:lnSpc>
              <a:defRPr/>
            </a:pPr>
            <a:r>
              <a:rPr lang="en-US" sz="934" b="1" spc="-15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Identity and access controls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AAF97-9212-E6FA-5DCB-13B6B6C5B179}"/>
              </a:ext>
            </a:extLst>
          </p:cNvPr>
          <p:cNvSpPr txBox="1"/>
          <p:nvPr/>
        </p:nvSpPr>
        <p:spPr>
          <a:xfrm>
            <a:off x="299923" y="5423310"/>
            <a:ext cx="965363" cy="1689437"/>
          </a:xfrm>
          <a:prstGeom prst="rect">
            <a:avLst/>
          </a:prstGeom>
          <a:noFill/>
        </p:spPr>
        <p:txBody>
          <a:bodyPr wrap="square" lIns="25862" tIns="0" rIns="25862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Risk-based conditional   access and sign     -in assessment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Visibility into    risky sign-ins and user behavior anomalies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ID Governance  and Privileged Identity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8930A1-FD77-508B-448D-7B8276947F22}"/>
              </a:ext>
            </a:extLst>
          </p:cNvPr>
          <p:cNvSpPr txBox="1"/>
          <p:nvPr/>
        </p:nvSpPr>
        <p:spPr>
          <a:xfrm>
            <a:off x="1320573" y="5048578"/>
            <a:ext cx="867466" cy="348460"/>
          </a:xfrm>
          <a:prstGeom prst="rect">
            <a:avLst/>
          </a:prstGeom>
          <a:noFill/>
        </p:spPr>
        <p:txBody>
          <a:bodyPr wrap="square" lIns="65689" tIns="32845" rIns="65689" bIns="32845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56935">
              <a:lnSpc>
                <a:spcPts val="1078"/>
              </a:lnSpc>
              <a:defRPr/>
            </a:pPr>
            <a:r>
              <a:rPr lang="en-US" sz="934" b="1" spc="-15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Identity protection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B45DB-3E40-0CF7-6744-E0B2062194C7}"/>
              </a:ext>
            </a:extLst>
          </p:cNvPr>
          <p:cNvSpPr txBox="1"/>
          <p:nvPr/>
        </p:nvSpPr>
        <p:spPr>
          <a:xfrm>
            <a:off x="1321488" y="5423312"/>
            <a:ext cx="983471" cy="1427109"/>
          </a:xfrm>
          <a:prstGeom prst="rect">
            <a:avLst/>
          </a:prstGeom>
          <a:noFill/>
        </p:spPr>
        <p:txBody>
          <a:bodyPr wrap="square" lIns="25862" tIns="0" rIns="25862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Threat and suspicious user activity detection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Built-in response and automated playbooks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Context-rich identity insights during investigations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FB9E0-57EC-A667-BD67-1FCD18922E87}"/>
              </a:ext>
            </a:extLst>
          </p:cNvPr>
          <p:cNvSpPr txBox="1"/>
          <p:nvPr/>
        </p:nvSpPr>
        <p:spPr>
          <a:xfrm>
            <a:off x="2340540" y="5048578"/>
            <a:ext cx="867466" cy="348460"/>
          </a:xfrm>
          <a:prstGeom prst="rect">
            <a:avLst/>
          </a:prstGeom>
          <a:noFill/>
        </p:spPr>
        <p:txBody>
          <a:bodyPr wrap="square" lIns="65689" tIns="32845" rIns="65689" bIns="32845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56935">
              <a:lnSpc>
                <a:spcPts val="1078"/>
              </a:lnSpc>
              <a:defRPr/>
            </a:pPr>
            <a:r>
              <a:rPr lang="en-US" sz="934" b="1" spc="-15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Device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D9765-BB48-31C0-F235-A24DE8372F92}"/>
              </a:ext>
            </a:extLst>
          </p:cNvPr>
          <p:cNvSpPr txBox="1"/>
          <p:nvPr/>
        </p:nvSpPr>
        <p:spPr>
          <a:xfrm>
            <a:off x="2359701" y="5423310"/>
            <a:ext cx="965363" cy="1836478"/>
          </a:xfrm>
          <a:prstGeom prst="rect">
            <a:avLst/>
          </a:prstGeom>
          <a:noFill/>
        </p:spPr>
        <p:txBody>
          <a:bodyPr wrap="square" lIns="25862" tIns="0" rIns="25862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Industry-leading antimalware and conditional access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Endpoint security and EDR with advanced threat hunting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Attack surface reduction capabilities powered by Secure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6A2D5-943C-CCFD-15E1-74D78E2C1224}"/>
              </a:ext>
            </a:extLst>
          </p:cNvPr>
          <p:cNvSpPr txBox="1"/>
          <p:nvPr/>
        </p:nvSpPr>
        <p:spPr>
          <a:xfrm>
            <a:off x="3361077" y="5048578"/>
            <a:ext cx="912811" cy="348460"/>
          </a:xfrm>
          <a:prstGeom prst="rect">
            <a:avLst/>
          </a:prstGeom>
          <a:noFill/>
        </p:spPr>
        <p:txBody>
          <a:bodyPr wrap="square" lIns="65689" tIns="32845" rIns="65689" bIns="32845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56935">
              <a:lnSpc>
                <a:spcPts val="1078"/>
              </a:lnSpc>
              <a:defRPr/>
            </a:pPr>
            <a:r>
              <a:rPr lang="en-US" sz="934" b="1" spc="-15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Collaboration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AA6581-4A62-F733-84E1-D95525161BF1}"/>
              </a:ext>
            </a:extLst>
          </p:cNvPr>
          <p:cNvSpPr txBox="1"/>
          <p:nvPr/>
        </p:nvSpPr>
        <p:spPr>
          <a:xfrm>
            <a:off x="3380240" y="5423311"/>
            <a:ext cx="912811" cy="1532292"/>
          </a:xfrm>
          <a:prstGeom prst="rect">
            <a:avLst/>
          </a:prstGeom>
          <a:noFill/>
        </p:spPr>
        <p:txBody>
          <a:bodyPr wrap="square" lIns="25862" tIns="0" rIns="25862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Advanced email and collaboration security with automated investigation   and response 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End user phishing simulation trainings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9480A-D377-F04B-D795-8C3BA6F6AE38}"/>
              </a:ext>
            </a:extLst>
          </p:cNvPr>
          <p:cNvSpPr txBox="1"/>
          <p:nvPr/>
        </p:nvSpPr>
        <p:spPr>
          <a:xfrm>
            <a:off x="4381329" y="5048578"/>
            <a:ext cx="738129" cy="348460"/>
          </a:xfrm>
          <a:prstGeom prst="rect">
            <a:avLst/>
          </a:prstGeom>
          <a:noFill/>
        </p:spPr>
        <p:txBody>
          <a:bodyPr wrap="square" lIns="65689" tIns="32845" rIns="65689" bIns="32845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56935">
              <a:lnSpc>
                <a:spcPts val="1078"/>
              </a:lnSpc>
              <a:defRPr/>
            </a:pPr>
            <a:r>
              <a:rPr lang="en-US" sz="934" b="1" spc="-15"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latin typeface="Segoe Sans Display Semibold" pitchFamily="2" charset="0"/>
                <a:cs typeface="Segoe Sans Display Semibold" pitchFamily="2" charset="0"/>
              </a:rPr>
              <a:t>SaaS security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DA12-6566-B28E-C400-3DB3F950322F}"/>
              </a:ext>
            </a:extLst>
          </p:cNvPr>
          <p:cNvSpPr txBox="1"/>
          <p:nvPr/>
        </p:nvSpPr>
        <p:spPr>
          <a:xfrm>
            <a:off x="4397177" y="5423312"/>
            <a:ext cx="931068" cy="1563565"/>
          </a:xfrm>
          <a:prstGeom prst="rect">
            <a:avLst/>
          </a:prstGeom>
          <a:noFill/>
        </p:spPr>
        <p:txBody>
          <a:bodyPr wrap="square" lIns="25862" tIns="0" rIns="25862" bIns="0" rtlCol="0" anchor="t" anchorCtr="0">
            <a:spAutoFit/>
          </a:bodyPr>
          <a:lstStyle>
            <a:defPPr>
              <a:defRPr lang="en-US"/>
            </a:defPPr>
            <a:lvl1pPr marL="0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081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162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2243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6324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0405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4486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8567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2648" algn="l" defTabSz="374081" rtl="0" eaLnBrk="1" latinLnBrk="0" hangingPunct="1">
              <a:defRPr sz="14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Visibility into “Shadow IT”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Uncovers configuration gaps and offers recommendations</a:t>
            </a:r>
          </a:p>
          <a:p>
            <a:pPr marL="66150" indent="-66150" algn="l" defTabSz="656911">
              <a:spcAft>
                <a:spcPts val="215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87" err="1">
                <a:solidFill>
                  <a:srgbClr val="000000">
                    <a:lumMod val="85000"/>
                    <a:lumOff val="15000"/>
                  </a:srgbClr>
                </a:solidFill>
              </a:rPr>
              <a:t>LoB</a:t>
            </a:r>
            <a:r>
              <a:rPr lang="en-US" sz="887">
                <a:solidFill>
                  <a:srgbClr val="000000">
                    <a:lumMod val="85000"/>
                    <a:lumOff val="15000"/>
                  </a:srgbClr>
                </a:solidFill>
              </a:rPr>
              <a:t> app monitoring, governance and protection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FAA6D2-FA43-D5BA-DE51-35FA7FFC3D8E}"/>
              </a:ext>
            </a:extLst>
          </p:cNvPr>
          <p:cNvGrpSpPr/>
          <p:nvPr/>
        </p:nvGrpSpPr>
        <p:grpSpPr>
          <a:xfrm>
            <a:off x="368212" y="4743563"/>
            <a:ext cx="256282" cy="256281"/>
            <a:chOff x="1279013" y="2060414"/>
            <a:chExt cx="441393" cy="4413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D97C9-E218-702D-C573-EC595E24D206}"/>
                </a:ext>
              </a:extLst>
            </p:cNvPr>
            <p:cNvSpPr/>
            <p:nvPr/>
          </p:nvSpPr>
          <p:spPr bwMode="auto">
            <a:xfrm rot="5400000">
              <a:off x="1279015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991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36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Graphic 81" descr="Icon of an app window with a closed padlock">
              <a:extLst>
                <a:ext uri="{FF2B5EF4-FFF2-40B4-BE49-F238E27FC236}">
                  <a16:creationId xmlns:a16="http://schemas.microsoft.com/office/drawing/2014/main" id="{04B475BC-BA57-5216-CE2C-96C8D24A3BE0}"/>
                </a:ext>
              </a:extLst>
            </p:cNvPr>
            <p:cNvSpPr/>
            <p:nvPr/>
          </p:nvSpPr>
          <p:spPr>
            <a:xfrm>
              <a:off x="1405253" y="2181887"/>
              <a:ext cx="188914" cy="198443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5572" tIns="18476" rIns="105572" bIns="19708" rtlCol="0" anchor="ctr"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35047" fontAlgn="base">
                <a:spcBef>
                  <a:spcPts val="1293"/>
                </a:spcBef>
                <a:spcAft>
                  <a:spcPts val="1293"/>
                </a:spcAft>
                <a:tabLst>
                  <a:tab pos="2659093" algn="l"/>
                </a:tabLst>
                <a:defRPr/>
              </a:pPr>
              <a:endParaRPr lang="en-US" sz="1293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767FA-E0F4-1A8A-86B1-2E35771B5DD2}"/>
              </a:ext>
            </a:extLst>
          </p:cNvPr>
          <p:cNvGrpSpPr/>
          <p:nvPr/>
        </p:nvGrpSpPr>
        <p:grpSpPr>
          <a:xfrm>
            <a:off x="1404641" y="4743563"/>
            <a:ext cx="256282" cy="256281"/>
            <a:chOff x="1980053" y="1931419"/>
            <a:chExt cx="356747" cy="35674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23ABBF-3EEA-332A-7864-DA7AD0C0A67B}"/>
                </a:ext>
              </a:extLst>
            </p:cNvPr>
            <p:cNvSpPr/>
            <p:nvPr/>
          </p:nvSpPr>
          <p:spPr bwMode="auto">
            <a:xfrm rot="5400000">
              <a:off x="19800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991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36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C01A3938-EB10-BCEE-6CDE-225ADE6CDB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61000" y="2012363"/>
              <a:ext cx="194854" cy="19485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DDA49E-C309-5EFC-3371-7B26398053F5}"/>
              </a:ext>
            </a:extLst>
          </p:cNvPr>
          <p:cNvGrpSpPr/>
          <p:nvPr/>
        </p:nvGrpSpPr>
        <p:grpSpPr>
          <a:xfrm>
            <a:off x="2419172" y="4743563"/>
            <a:ext cx="256282" cy="256281"/>
            <a:chOff x="3392293" y="1931419"/>
            <a:chExt cx="356747" cy="3567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2CF85D-87B5-FFDE-8B4A-FDD167B25F94}"/>
                </a:ext>
              </a:extLst>
            </p:cNvPr>
            <p:cNvSpPr/>
            <p:nvPr/>
          </p:nvSpPr>
          <p:spPr bwMode="auto">
            <a:xfrm rot="5400000">
              <a:off x="33922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991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36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B18B696-F885-0B38-CF0E-59470F6278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63432" y="2002557"/>
              <a:ext cx="214468" cy="21446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383756-F3A8-8B6B-47DD-7B83711A3BD3}"/>
              </a:ext>
            </a:extLst>
          </p:cNvPr>
          <p:cNvGrpSpPr/>
          <p:nvPr/>
        </p:nvGrpSpPr>
        <p:grpSpPr>
          <a:xfrm>
            <a:off x="3448301" y="4743563"/>
            <a:ext cx="256282" cy="256281"/>
            <a:chOff x="4824853" y="1931419"/>
            <a:chExt cx="356747" cy="3567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378CB4-A418-1354-A2FE-DE38BC98C0AE}"/>
                </a:ext>
              </a:extLst>
            </p:cNvPr>
            <p:cNvSpPr/>
            <p:nvPr/>
          </p:nvSpPr>
          <p:spPr bwMode="auto">
            <a:xfrm rot="5400000">
              <a:off x="48248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991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36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FE3AD69-2B4A-FD8E-16DD-EB48C1967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2401" r="2401"/>
            <a:stretch>
              <a:fillRect/>
            </a:stretch>
          </p:blipFill>
          <p:spPr>
            <a:xfrm>
              <a:off x="4919657" y="2022007"/>
              <a:ext cx="167138" cy="17557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E7FCA8-F2C6-D8B9-172C-6604FBC9C661}"/>
              </a:ext>
            </a:extLst>
          </p:cNvPr>
          <p:cNvGrpSpPr/>
          <p:nvPr/>
        </p:nvGrpSpPr>
        <p:grpSpPr>
          <a:xfrm>
            <a:off x="4462833" y="4743563"/>
            <a:ext cx="256282" cy="256281"/>
            <a:chOff x="6237093" y="1931419"/>
            <a:chExt cx="356747" cy="35674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304641A-6F6D-1A68-621E-9FBB381E107C}"/>
                </a:ext>
              </a:extLst>
            </p:cNvPr>
            <p:cNvSpPr/>
            <p:nvPr/>
          </p:nvSpPr>
          <p:spPr bwMode="auto">
            <a:xfrm rot="5400000">
              <a:off x="62370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991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36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2E14B32-7A5A-A920-BEAA-CDA82C31D4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17775" y="2029597"/>
              <a:ext cx="195382" cy="16038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444331" y="1811054"/>
            <a:ext cx="1156828" cy="2158435"/>
            <a:chOff x="474385" y="2278797"/>
            <a:chExt cx="1610317" cy="3004565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474385" y="3487121"/>
              <a:ext cx="1610317" cy="17962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56911">
                <a:spcAft>
                  <a:spcPts val="432"/>
                </a:spcAft>
                <a:defRPr/>
              </a:pPr>
              <a:r>
                <a:rPr lang="en-US" sz="1149">
                  <a:solidFill>
                    <a:srgbClr val="FFFFFF"/>
                  </a:solidFill>
                  <a:latin typeface="Segoe Sans Display Semibold" pitchFamily="2" charset="0"/>
                  <a:cs typeface="Segoe Sans Display Semibold" pitchFamily="2" charset="0"/>
                </a:rPr>
                <a:t>Industry leader</a:t>
              </a:r>
            </a:p>
            <a:p>
              <a:pPr defTabSz="656911">
                <a:spcAft>
                  <a:spcPts val="432"/>
                </a:spcAft>
                <a:defRPr/>
              </a:pPr>
              <a:r>
                <a:rPr lang="en-US" sz="985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lang="en-US" sz="985" baseline="30000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 1 </a:t>
              </a:r>
              <a:endParaRPr lang="en-US" sz="985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56935">
                <a:defRPr/>
              </a:pPr>
              <a:endParaRPr lang="en-US" sz="1293" kern="0">
                <a:solidFill>
                  <a:srgbClr val="000000"/>
                </a:solidFill>
                <a:latin typeface="Segoe Sans Display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1379" tIns="105103" rIns="131379" bIns="1051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74081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48162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22243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96324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70405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44486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18567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92648" algn="l" defTabSz="374081" rtl="0" eaLnBrk="1" latinLnBrk="0" hangingPunct="1">
                <a:defRPr sz="147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991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93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6056" y="1988069"/>
            <a:ext cx="458679" cy="4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293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Microsoft Defender Suite for Microsoft 365 Business Premium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Seema Kapari</cp:lastModifiedBy>
  <cp:revision>4</cp:revision>
  <dcterms:created xsi:type="dcterms:W3CDTF">2026-04-04T15:01:26Z</dcterms:created>
  <dcterms:modified xsi:type="dcterms:W3CDTF">2026-04-11T11:24:51Z</dcterms:modified>
</cp:coreProperties>
</file>