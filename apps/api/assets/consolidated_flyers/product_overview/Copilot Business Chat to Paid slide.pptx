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Lst>
  <p:notesMasterIdLst>
    <p:notesMasterId r:id="rId3"/>
  </p:notesMasterIdLst>
  <p:sldIdLst>
    <p:sldId id="2147470025" r:id="rId2"/>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E07C1E-CA0E-D28F-2286-F89C36A4101E}" v="43" dt="2026-07-06T15:52:26.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234" y="-173"/>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0797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10962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12186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0871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09-07-2026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31924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09-07-2026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64517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09-07-2026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65004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4376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48416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674573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720585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09-07-2026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606789870"/>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US"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6760">
              <a:defRPr/>
            </a:pPr>
            <a:r>
              <a:rPr lang="en-US" sz="2043" spc="-23" dirty="0">
                <a:solidFill>
                  <a:prstClr val="black"/>
                </a:solidFill>
                <a:latin typeface="Segoe Sans Display Semibold" pitchFamily="2" charset="0"/>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903" dirty="0">
                <a:solidFill>
                  <a:srgbClr val="000000">
                    <a:lumMod val="85000"/>
                    <a:lumOff val="15000"/>
                  </a:srgbClr>
                </a:solidFill>
                <a:latin typeface="Segoe UI" panose="020B0502040204020203" pitchFamily="34" charset="0"/>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Advanced Office and Chat capabilities</a:t>
            </a:r>
            <a:endParaRPr lang="en-US" sz="1003" dirty="0">
              <a:solidFill>
                <a:srgbClr val="FFFFFF"/>
              </a:solidFill>
              <a:latin typeface="Segoe UI"/>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88392"/>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88392"/>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74804"/>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74804"/>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1003" b="1" dirty="0">
                <a:solidFill>
                  <a:srgbClr val="FFFFFF"/>
                </a:solidFill>
                <a:latin typeface="Segoe Sans Display" pitchFamily="2" charset="0"/>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endParaRPr lang="en-US" sz="1313">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endParaRPr lang="en-US" sz="1313">
              <a:solidFill>
                <a:srgbClr val="000000"/>
              </a:solidFill>
              <a:latin typeface="Segoe UI"/>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1204" dirty="0">
                <a:solidFill>
                  <a:srgbClr val="A02B93"/>
                </a:solidFill>
                <a:latin typeface="Segoe UI Semibold" panose="020B0702040204020203" pitchFamily="34" charset="0"/>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7722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71475" fontAlgn="base">
                  <a:spcBef>
                    <a:spcPct val="0"/>
                  </a:spcBef>
                  <a:spcAft>
                    <a:spcPct val="0"/>
                  </a:spcAft>
                  <a:defRPr/>
                </a:pPr>
                <a:endParaRPr lang="en-US" sz="2083">
                  <a:noFill/>
                  <a:latin typeface="Segoe UI Variable Display Semib" pitchFamily="2" charset="0"/>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365" b="1" dirty="0">
                    <a:solidFill>
                      <a:srgbClr val="000000"/>
                    </a:solidFill>
                    <a:latin typeface="Segoe UI"/>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438" dirty="0">
                    <a:solidFill>
                      <a:srgbClr val="000000"/>
                    </a:solidFill>
                    <a:latin typeface="Segoe UI Semibold"/>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438" dirty="0">
                    <a:solidFill>
                      <a:srgbClr val="000000"/>
                    </a:solidFill>
                    <a:latin typeface="Segoe UI Semibold"/>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80017" fontAlgn="base">
                  <a:spcBef>
                    <a:spcPct val="0"/>
                  </a:spcBef>
                  <a:spcAft>
                    <a:spcPct val="0"/>
                  </a:spcAft>
                  <a:defRPr/>
                </a:pPr>
                <a:endParaRPr lang="en-IN" sz="1458"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3418">
                  <a:defRPr/>
                </a:pPr>
                <a:r>
                  <a:rPr lang="en-US" sz="438" dirty="0">
                    <a:solidFill>
                      <a:srgbClr val="000000"/>
                    </a:solidFill>
                    <a:latin typeface="Segoe UI Semibold"/>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7722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3418">
              <a:defRPr/>
            </a:pPr>
            <a:r>
              <a:rPr lang="en-US" sz="803" dirty="0">
                <a:solidFill>
                  <a:srgbClr val="000000"/>
                </a:solidFill>
                <a:latin typeface="Segoe UI"/>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210</Words>
  <Application>Microsoft Office PowerPoint</Application>
  <PresentationFormat>Custom</PresentationFormat>
  <Paragraphs>20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Seema Kapari</cp:lastModifiedBy>
  <cp:revision>12</cp:revision>
  <dcterms:created xsi:type="dcterms:W3CDTF">2026-02-21T17:45:29Z</dcterms:created>
  <dcterms:modified xsi:type="dcterms:W3CDTF">2026-07-09T17:22:04Z</dcterms:modified>
</cp:coreProperties>
</file>