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38" r:id="rId1"/>
  </p:sldMasterIdLst>
  <p:notesMasterIdLst>
    <p:notesMasterId r:id="rId3"/>
  </p:notesMasterIdLst>
  <p:sldIdLst>
    <p:sldId id="2147470036" r:id="rId2"/>
  </p:sldIdLst>
  <p:sldSz cx="5648325" cy="7991475"/>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2017" autoAdjust="0"/>
    <p:restoredTop sz="94660"/>
  </p:normalViewPr>
  <p:slideViewPr>
    <p:cSldViewPr snapToGrid="0">
      <p:cViewPr varScale="1">
        <p:scale>
          <a:sx n="61" d="100"/>
          <a:sy n="61" d="100"/>
        </p:scale>
        <p:origin x="2837" y="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7FDCA55-7141-46E2-8F0D-ED4FF406EC63}" type="datetimeFigureOut">
              <a:rPr lang="en-IN" smtClean="0"/>
              <a:t>07-07-2026</a:t>
            </a:fld>
            <a:endParaRPr lang="en-IN"/>
          </a:p>
        </p:txBody>
      </p:sp>
      <p:sp>
        <p:nvSpPr>
          <p:cNvPr id="4" name="Slide Image Placeholder 3"/>
          <p:cNvSpPr>
            <a:spLocks noGrp="1" noRot="1" noChangeAspect="1"/>
          </p:cNvSpPr>
          <p:nvPr>
            <p:ph type="sldImg" idx="2"/>
          </p:nvPr>
        </p:nvSpPr>
        <p:spPr>
          <a:xfrm>
            <a:off x="2327275" y="1143000"/>
            <a:ext cx="220345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F451864-BC2F-463F-854C-C6DDAAC13160}" type="slidenum">
              <a:rPr lang="en-IN" smtClean="0"/>
              <a:t>‹#›</a:t>
            </a:fld>
            <a:endParaRPr lang="en-IN"/>
          </a:p>
        </p:txBody>
      </p:sp>
    </p:spTree>
    <p:extLst>
      <p:ext uri="{BB962C8B-B14F-4D97-AF65-F5344CB8AC3E}">
        <p14:creationId xmlns:p14="http://schemas.microsoft.com/office/powerpoint/2010/main" val="14935507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7A91AE-C334-8F6A-CA80-DA02A20F4DE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473C6A8-C666-4D3A-47ED-C379830759D1}"/>
              </a:ext>
            </a:extLst>
          </p:cNvPr>
          <p:cNvSpPr>
            <a:spLocks noGrp="1" noRot="1" noChangeAspect="1"/>
          </p:cNvSpPr>
          <p:nvPr>
            <p:ph type="sldImg"/>
          </p:nvPr>
        </p:nvSpPr>
        <p:spPr>
          <a:xfrm>
            <a:off x="2338388" y="1143000"/>
            <a:ext cx="2181225" cy="3086100"/>
          </a:xfrm>
        </p:spPr>
      </p:sp>
      <p:sp>
        <p:nvSpPr>
          <p:cNvPr id="3" name="Notes Placeholder 2">
            <a:extLst>
              <a:ext uri="{FF2B5EF4-FFF2-40B4-BE49-F238E27FC236}">
                <a16:creationId xmlns:a16="http://schemas.microsoft.com/office/drawing/2014/main" id="{BF59318F-B662-D6D7-ED4F-AB9B94010941}"/>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827D4F38-1B6A-3FB3-4815-EEE8DCF19490}"/>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67641213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1_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2_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3_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06258878"/>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762" r:id="rId2"/>
    <p:sldLayoutId id="2147483763" r:id="rId3"/>
    <p:sldLayoutId id="2147483749"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sv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602BCC39-C69A-FF84-F0AC-620BFA9579EC}"/>
            </a:ext>
          </a:extLst>
        </p:cNvPr>
        <p:cNvGrpSpPr/>
        <p:nvPr/>
      </p:nvGrpSpPr>
      <p:grpSpPr>
        <a:xfrm>
          <a:off x="0" y="0"/>
          <a:ext cx="0" cy="0"/>
          <a:chOff x="0" y="0"/>
          <a:chExt cx="0" cy="0"/>
        </a:xfrm>
      </p:grpSpPr>
      <p:sp>
        <p:nvSpPr>
          <p:cNvPr id="11" name="Rectangle 3468742">
            <a:extLst>
              <a:ext uri="{FF2B5EF4-FFF2-40B4-BE49-F238E27FC236}">
                <a16:creationId xmlns:a16="http://schemas.microsoft.com/office/drawing/2014/main" id="{011B241C-B3E7-2FA1-1905-B20ED41C9738}"/>
              </a:ext>
            </a:extLst>
          </p:cNvPr>
          <p:cNvSpPr/>
          <p:nvPr/>
        </p:nvSpPr>
        <p:spPr>
          <a:xfrm>
            <a:off x="0" y="0"/>
            <a:ext cx="5648325" cy="7991475"/>
          </a:xfrm>
          <a:prstGeom prst="rect">
            <a:avLst/>
          </a:prstGeom>
          <a:solidFill>
            <a:srgbClr val="FCF2ED"/>
          </a:solidFill>
          <a:ln/>
        </p:spPr>
        <p:txBody>
          <a:bodyPr/>
          <a:lstStyle/>
          <a:p>
            <a:pPr defTabSz="1146840">
              <a:defRPr/>
            </a:pPr>
            <a:endParaRPr lang="en-IN" sz="2258">
              <a:solidFill>
                <a:prstClr val="black"/>
              </a:solidFill>
              <a:latin typeface="Calibri" panose="020F0502020204030204"/>
            </a:endParaRPr>
          </a:p>
        </p:txBody>
      </p:sp>
      <p:pic>
        <p:nvPicPr>
          <p:cNvPr id="17" name="Picture 16">
            <a:extLst>
              <a:ext uri="{FF2B5EF4-FFF2-40B4-BE49-F238E27FC236}">
                <a16:creationId xmlns:a16="http://schemas.microsoft.com/office/drawing/2014/main" id="{53E49194-183C-5729-5E48-0A7C5D74FDCA}"/>
              </a:ext>
            </a:extLst>
          </p:cNvPr>
          <p:cNvPicPr>
            <a:picLocks noChangeAspect="1"/>
          </p:cNvPicPr>
          <p:nvPr/>
        </p:nvPicPr>
        <p:blipFill>
          <a:blip r:embed="rId3">
            <a:alphaModFix amt="45000"/>
          </a:blip>
          <a:srcRect l="-1" t="38794" r="10102" b="-27649"/>
          <a:stretch>
            <a:fillRect/>
          </a:stretch>
        </p:blipFill>
        <p:spPr>
          <a:xfrm rot="10800000">
            <a:off x="-1" y="5436394"/>
            <a:ext cx="5648325" cy="2555080"/>
          </a:xfrm>
          <a:prstGeom prst="rect">
            <a:avLst/>
          </a:prstGeom>
          <a:effectLst/>
        </p:spPr>
      </p:pic>
      <p:pic>
        <p:nvPicPr>
          <p:cNvPr id="3" name="Graphic 2">
            <a:extLst>
              <a:ext uri="{FF2B5EF4-FFF2-40B4-BE49-F238E27FC236}">
                <a16:creationId xmlns:a16="http://schemas.microsoft.com/office/drawing/2014/main" id="{62CE097A-D403-FB00-FEEF-4993DF3168B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54024" y="3797543"/>
            <a:ext cx="1872293" cy="396388"/>
          </a:xfrm>
          <a:prstGeom prst="rect">
            <a:avLst/>
          </a:prstGeom>
        </p:spPr>
      </p:pic>
      <p:pic>
        <p:nvPicPr>
          <p:cNvPr id="5" name="Picture 4">
            <a:extLst>
              <a:ext uri="{FF2B5EF4-FFF2-40B4-BE49-F238E27FC236}">
                <a16:creationId xmlns:a16="http://schemas.microsoft.com/office/drawing/2014/main" id="{D8877156-5DEF-E8A8-0C25-92E91614AFF3}"/>
              </a:ext>
            </a:extLst>
          </p:cNvPr>
          <p:cNvPicPr>
            <a:picLocks noChangeAspect="1"/>
          </p:cNvPicPr>
          <p:nvPr/>
        </p:nvPicPr>
        <p:blipFill>
          <a:blip r:embed="rId3">
            <a:alphaModFix amt="23000"/>
          </a:blip>
          <a:srcRect l="44438" t="63885" b="3556"/>
          <a:stretch>
            <a:fillRect/>
          </a:stretch>
        </p:blipFill>
        <p:spPr>
          <a:xfrm>
            <a:off x="-1" y="1"/>
            <a:ext cx="7772399" cy="1907658"/>
          </a:xfrm>
          <a:prstGeom prst="rect">
            <a:avLst/>
          </a:prstGeom>
          <a:effectLst/>
        </p:spPr>
      </p:pic>
      <p:sp>
        <p:nvSpPr>
          <p:cNvPr id="7" name="Text 8">
            <a:extLst>
              <a:ext uri="{FF2B5EF4-FFF2-40B4-BE49-F238E27FC236}">
                <a16:creationId xmlns:a16="http://schemas.microsoft.com/office/drawing/2014/main" id="{312369D5-56E3-EAE4-E2D1-9A38D4F58157}"/>
              </a:ext>
            </a:extLst>
          </p:cNvPr>
          <p:cNvSpPr/>
          <p:nvPr/>
        </p:nvSpPr>
        <p:spPr>
          <a:xfrm>
            <a:off x="454024" y="6543115"/>
            <a:ext cx="4747896" cy="929870"/>
          </a:xfrm>
          <a:prstGeom prst="rect">
            <a:avLst/>
          </a:prstGeom>
          <a:noFill/>
          <a:ln/>
        </p:spPr>
        <p:txBody>
          <a:bodyPr wrap="square" lIns="0" tIns="0" rIns="0" bIns="0" rtlCol="0" anchor="t">
            <a:spAutoFit/>
          </a:bodyPr>
          <a:lstStyle/>
          <a:p>
            <a:pPr defTabSz="1049505">
              <a:defRPr/>
            </a:pPr>
            <a:r>
              <a:rPr lang="en-US" sz="1007" dirty="0">
                <a:solidFill>
                  <a:srgbClr val="8A226F"/>
                </a:solidFill>
                <a:latin typeface="Segoe UI Semibold" panose="020B0702040204020203" pitchFamily="34" charset="0"/>
                <a:ea typeface="Segoe UI Regular" pitchFamily="34" charset="-122"/>
                <a:cs typeface="Segoe UI Semibold" panose="020B0702040204020203" pitchFamily="34" charset="0"/>
              </a:rPr>
              <a:t>Please Note: </a:t>
            </a:r>
            <a:r>
              <a:rPr lang="en-US" sz="1007" i="1" dirty="0">
                <a:latin typeface="Segoe UI" panose="020B0502040204020203" pitchFamily="34" charset="0"/>
                <a:ea typeface="Segoe UI Regular" pitchFamily="34" charset="-122"/>
                <a:cs typeface="Segoe UI" panose="020B0502040204020203" pitchFamily="34" charset="0"/>
              </a:rPr>
              <a:t>This material is provided on an automated, as‑is and non‑binding basis and may contain errors or inaccuracies. Any disclosure, distribution, or reliance on this material is solely at your discretion and responsibility and must be strictly limited to parties who are duly authorized and legally entitled to receive it. Nothing herein shall be construed as creating any binding obligation, representation, or commitment on the part of Microsoft.</a:t>
            </a:r>
            <a:endParaRPr lang="en-US" sz="1007" i="1" dirty="0">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402587349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23</TotalTime>
  <Words>83</Words>
  <Application>Microsoft Office PowerPoint</Application>
  <PresentationFormat>Custom</PresentationFormat>
  <Paragraphs>2</Paragraphs>
  <Slides>1</Slides>
  <Notes>1</Notes>
  <HiddenSlides>0</HiddenSlides>
  <MMClips>0</MMClips>
  <ScaleCrop>false</ScaleCrop>
  <HeadingPairs>
    <vt:vector size="4" baseType="variant">
      <vt:variant>
        <vt:lpstr>Theme</vt:lpstr>
      </vt:variant>
      <vt:variant>
        <vt:i4>1</vt:i4>
      </vt:variant>
      <vt:variant>
        <vt:lpstr>Slide Titles</vt:lpstr>
      </vt:variant>
      <vt:variant>
        <vt:i4>1</vt:i4>
      </vt:variant>
    </vt:vector>
  </HeadingPairs>
  <TitlesOfParts>
    <vt:vector size="2" baseType="lpstr">
      <vt:lpstr>Office Theme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Seema Kapari</dc:creator>
  <cp:lastModifiedBy>Rashvika Abdulla</cp:lastModifiedBy>
  <cp:revision>4</cp:revision>
  <dcterms:created xsi:type="dcterms:W3CDTF">2026-04-04T15:01:26Z</dcterms:created>
  <dcterms:modified xsi:type="dcterms:W3CDTF">2026-07-07T12:08:01Z</dcterms:modified>
</cp:coreProperties>
</file>