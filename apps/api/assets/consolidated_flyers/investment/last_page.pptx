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3"/>
  </p:notesMasterIdLst>
  <p:sldIdLst>
    <p:sldId id="2147470035" r:id="rId2"/>
  </p:sldIdLst>
  <p:sldSz cx="5648325" cy="7991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61" d="100"/>
          <a:sy n="61" d="100"/>
        </p:scale>
        <p:origin x="283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DCA55-7141-46E2-8F0D-ED4FF406EC6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43000"/>
            <a:ext cx="2203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1864-BC2F-463F-854C-C6DDAAC13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5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545E-6835-5668-39BA-A18BF02F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01BA7-868A-1CA3-59BC-FAD3B3B03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90EBE-ECA8-7984-8791-18B3053B3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A81DE-9151-09F0-D5DE-091B02FA8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685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25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62" r:id="rId2"/>
    <p:sldLayoutId id="2147483763" r:id="rId3"/>
    <p:sldLayoutId id="2147483749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2D122C-F48B-BE64-40E6-9266BE0B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468742">
            <a:extLst>
              <a:ext uri="{FF2B5EF4-FFF2-40B4-BE49-F238E27FC236}">
                <a16:creationId xmlns:a16="http://schemas.microsoft.com/office/drawing/2014/main" id="{89BB0273-2E61-5B6D-739B-280F588F0C9C}"/>
              </a:ext>
            </a:extLst>
          </p:cNvPr>
          <p:cNvSpPr/>
          <p:nvPr/>
        </p:nvSpPr>
        <p:spPr>
          <a:xfrm>
            <a:off x="0" y="0"/>
            <a:ext cx="5648325" cy="7991475"/>
          </a:xfrm>
          <a:prstGeom prst="rect">
            <a:avLst/>
          </a:prstGeom>
          <a:solidFill>
            <a:srgbClr val="FCF2ED"/>
          </a:solidFill>
          <a:ln/>
        </p:spPr>
        <p:txBody>
          <a:bodyPr/>
          <a:lstStyle/>
          <a:p>
            <a:pPr defTabSz="1146840">
              <a:defRPr/>
            </a:pPr>
            <a:endParaRPr lang="en-IN" sz="2258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A74A45B-BEB0-DF57-4249-FBCA0633DBB2}"/>
              </a:ext>
            </a:extLst>
          </p:cNvPr>
          <p:cNvSpPr/>
          <p:nvPr/>
        </p:nvSpPr>
        <p:spPr>
          <a:xfrm>
            <a:off x="454024" y="1681161"/>
            <a:ext cx="4744277" cy="154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defTabSz="1146840">
              <a:defRPr/>
            </a:pPr>
            <a:r>
              <a:rPr lang="en-US" sz="1254" b="1" dirty="0">
                <a:solidFill>
                  <a:srgbClr val="FF0000"/>
                </a:solidFill>
                <a:highlight>
                  <a:srgbClr val="FFFF00"/>
                </a:highlight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[INSTRUCTION FOR THE PARTNER]</a:t>
            </a:r>
            <a:r>
              <a:rPr lang="en-US" sz="1254" dirty="0">
                <a:solidFill>
                  <a:srgbClr val="FF0000"/>
                </a:solidFill>
                <a:latin typeface="Segoe UI Regular" pitchFamily="34" charset="0"/>
                <a:ea typeface="Segoe UI Regular" pitchFamily="34" charset="-122"/>
                <a:cs typeface="Segoe UI Regular" pitchFamily="34" charset="-120"/>
              </a:rPr>
              <a:t> Partner to insert their personalized information on: Value proposition and methodology, experience, Microsoft services, advanced specializations, and past awards.</a:t>
            </a:r>
          </a:p>
          <a:p>
            <a:pPr defTabSz="1146840">
              <a:defRPr/>
            </a:pPr>
            <a:endParaRPr lang="en-US" sz="1254" dirty="0">
              <a:solidFill>
                <a:srgbClr val="FF0000"/>
              </a:solidFill>
              <a:latin typeface="Segoe UI Regular" pitchFamily="34" charset="0"/>
              <a:ea typeface="Segoe UI Regular" pitchFamily="34" charset="-122"/>
            </a:endParaRPr>
          </a:p>
          <a:p>
            <a:pPr defTabSz="1146840">
              <a:defRPr/>
            </a:pPr>
            <a:r>
              <a:rPr lang="en-US" sz="1254" dirty="0">
                <a:solidFill>
                  <a:srgbClr val="FF0000"/>
                </a:solidFill>
                <a:latin typeface="Segoe UI Regular" pitchFamily="34" charset="0"/>
                <a:ea typeface="Segoe UI Regular" pitchFamily="34" charset="-122"/>
              </a:rPr>
              <a:t>You can leverage Copilot Chat to customize this section! Add your website URL, upload this flyer on Copilot Chat, and prompt it to write a draft for this section.</a:t>
            </a:r>
            <a:endParaRPr lang="en-US" sz="1254" dirty="0">
              <a:solidFill>
                <a:srgbClr val="FF0000"/>
              </a:solidFill>
              <a:latin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6F30F-1007-E586-FF6C-08ACDF69D8C6}"/>
              </a:ext>
            </a:extLst>
          </p:cNvPr>
          <p:cNvSpPr txBox="1"/>
          <p:nvPr/>
        </p:nvSpPr>
        <p:spPr>
          <a:xfrm>
            <a:off x="455602" y="360792"/>
            <a:ext cx="4559390" cy="107721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defTabSz="1146840">
              <a:defRPr/>
            </a:pPr>
            <a:r>
              <a:rPr lang="en-US" sz="3200" dirty="0">
                <a:solidFill>
                  <a:srgbClr val="000000"/>
                </a:solidFill>
                <a:latin typeface="Segoe UI Semibold" panose="020B0702040204020203" pitchFamily="34" charset="0"/>
                <a:ea typeface="Inter Semi Bold" pitchFamily="34" charset="-122"/>
                <a:cs typeface="Segoe UI Semibold" panose="020B0702040204020203" pitchFamily="34" charset="0"/>
              </a:rPr>
              <a:t>Drive transformation with [PARTNER NAME]</a:t>
            </a:r>
            <a:endParaRPr lang="en-US" sz="3200" dirty="0"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7932AE-2B42-F6CB-E26F-8BF261C6E5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5000"/>
          </a:blip>
          <a:srcRect l="-1" t="38794" r="10102" b="-27649"/>
          <a:stretch>
            <a:fillRect/>
          </a:stretch>
        </p:blipFill>
        <p:spPr>
          <a:xfrm rot="10800000">
            <a:off x="-1" y="5436394"/>
            <a:ext cx="5648325" cy="255508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3207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72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Rashvika Abdulla</cp:lastModifiedBy>
  <cp:revision>5</cp:revision>
  <dcterms:created xsi:type="dcterms:W3CDTF">2026-04-04T15:01:26Z</dcterms:created>
  <dcterms:modified xsi:type="dcterms:W3CDTF">2026-07-07T12:07:55Z</dcterms:modified>
</cp:coreProperties>
</file>