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147470032" r:id="rId2"/>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0433CC-F8DF-13E8-932F-A2A63AB50AA3}" v="29" dt="2026-07-13T10:48:14.896"/>
    <p1510:client id="{9A87EDDD-306D-492B-90CB-15185C57B552}" v="29" dt="2026-07-13T10:33:22.3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62"/>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239</Words>
  <Application>Microsoft Office PowerPoint</Application>
  <PresentationFormat>Custom</PresentationFormat>
  <Paragraphs>29</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Seema Kapari</cp:lastModifiedBy>
  <cp:revision>4</cp:revision>
  <dcterms:created xsi:type="dcterms:W3CDTF">2026-02-21T17:45:29Z</dcterms:created>
  <dcterms:modified xsi:type="dcterms:W3CDTF">2026-07-13T16:09:46Z</dcterms:modified>
</cp:coreProperties>
</file>