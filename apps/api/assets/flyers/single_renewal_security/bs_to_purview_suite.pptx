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2.xml" ContentType="application/vnd.openxmlformats-officedocument.presentationml.notesSlide+xml"/>
  <Override PartName="/ppt/slideLayouts/slideLayout12.xml" ContentType="application/vnd.openxmlformats-officedocument.presentationml.slideLayout+xml"/>
  <Override PartName="/ppt/slideMasters/slideMaster2.xml" ContentType="application/vnd.openxmlformats-officedocument.presentationml.slideMaster+xml"/>
  <Override PartName="/ppt/theme/theme3.xml" ContentType="application/vnd.openxmlformats-officedocument.theme+xml"/>
  <Override PartName="/ppt/slides/slide3.xml" ContentType="application/vnd.openxmlformats-officedocument.presentationml.slide+xml"/>
  <Override PartName="/ppt/notesSlides/notesSlide3.xml" ContentType="application/vnd.openxmlformats-officedocument.presentationml.notesSlide+xml"/>
  <Override PartName="/ppt/slideLayouts/slideLayout13.xml" ContentType="application/vnd.openxmlformats-officedocument.presentationml.slideLayout+xml"/>
  <Override PartName="/ppt/slideMasters/slideMaster3.xml" ContentType="application/vnd.openxmlformats-officedocument.presentationml.slideMaster+xml"/>
  <Override PartName="/ppt/theme/theme4.xml" ContentType="application/vnd.openxmlformats-officedocument.theme+xml"/>
  <Override PartName="/ppt/slides/slide4.xml" ContentType="application/vnd.openxmlformats-officedocument.presentationml.slide+xml"/>
  <Override PartName="/ppt/notesSlides/notesSlide4.xml" ContentType="application/vnd.openxmlformats-officedocument.presentationml.notesSlide+xml"/>
  <Override PartName="/ppt/slideLayouts/slideLayout14.xml" ContentType="application/vnd.openxmlformats-officedocument.presentationml.slideLayout+xml"/>
  <Override PartName="/ppt/slideMasters/slideMaster4.xml" ContentType="application/vnd.openxmlformats-officedocument.presentationml.slideMaster+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5.xml" ContentType="application/vnd.openxmlformats-officedocument.theme+xml"/>
  <Override PartName="/ppt/slideLayouts/slideLayout17.xml" ContentType="application/vnd.openxmlformats-officedocument.presentationml.slideLayout+xml"/>
  <Override PartName="/ppt/slides/slide5.xml" ContentType="application/vnd.openxmlformats-officedocument.presentationml.slide+xml"/>
  <Override PartName="/ppt/notesSlides/notesSlide5.xml" ContentType="application/vnd.openxmlformats-officedocument.presentationml.notesSlide+xml"/>
  <Override PartName="/ppt/slideLayouts/slideLayout18.xml" ContentType="application/vnd.openxmlformats-officedocument.presentationml.slideLayout+xml"/>
  <Override PartName="/ppt/slideMasters/slideMaster5.xml" ContentType="application/vnd.openxmlformats-officedocument.presentationml.slideMaster+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6.xml" ContentType="application/vnd.openxmlformats-officedocument.theme+xml"/>
  <Override PartName="/ppt/slideLayouts/slideLayout2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 id="2147483742" r:id="rId15"/>
    <p:sldMasterId id="2147483743" r:id="rId16"/>
    <p:sldMasterId id="2147483744" r:id="rId17"/>
    <p:sldMasterId id="2147483745" r:id="rId18"/>
  </p:sldMasterIdLst>
  <p:notesMasterIdLst>
    <p:notesMasterId r:id="rId3"/>
  </p:notesMasterIdLst>
  <p:sldIdLst>
    <p:sldId id="256" r:id="rId10"/>
    <p:sldId id="257" r:id="rId11"/>
    <p:sldId id="258" r:id="rId12"/>
    <p:sldId id="259" r:id="rId13"/>
    <p:sldId id="260" r:id="rId14"/>
  </p:sldIdLst>
  <p:sldSz cx="5648325" cy="799147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43DBA5-D190-AA66-E646-DD003E9C701C}" v="1" dt="2026-04-11T11:26:04.8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4" d="100"/>
          <a:sy n="54" d="100"/>
        </p:scale>
        <p:origin x="268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Master" Target="slideMasters/slideMaster2.xml"/><Relationship Id="rId16" Type="http://schemas.openxmlformats.org/officeDocument/2006/relationships/slideMaster" Target="slideMasters/slideMaster3.xml"/><Relationship Id="rId17" Type="http://schemas.openxmlformats.org/officeDocument/2006/relationships/slideMaster" Target="slideMasters/slideMaster4.xml"/><Relationship Id="rId18" Type="http://schemas.openxmlformats.org/officeDocument/2006/relationships/slideMaster" Target="slideMasters/slideMaster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ema Kapri" userId="S::seema.kapri@hsv.digital::3468d2f6-a5eb-4e01-882c-f62721c4c7bf" providerId="AD" clId="Web-{ED43DBA5-D190-AA66-E646-DD003E9C701C}"/>
    <pc:docChg chg="mod modSld modMainMaster setSldSz">
      <pc:chgData name="Seema Kapri" userId="S::seema.kapri@hsv.digital::3468d2f6-a5eb-4e01-882c-f62721c4c7bf" providerId="AD" clId="Web-{ED43DBA5-D190-AA66-E646-DD003E9C701C}" dt="2026-04-11T11:26:04.877" v="0"/>
      <pc:docMkLst>
        <pc:docMk/>
      </pc:docMkLst>
      <pc:sldChg chg="modSp">
        <pc:chgData name="Seema Kapri" userId="S::seema.kapri@hsv.digital::3468d2f6-a5eb-4e01-882c-f62721c4c7bf" providerId="AD" clId="Web-{ED43DBA5-D190-AA66-E646-DD003E9C701C}" dt="2026-04-11T11:26:04.877" v="0"/>
        <pc:sldMkLst>
          <pc:docMk/>
          <pc:sldMk cId="1630386862" sldId="2147470008"/>
        </pc:sldMkLst>
        <pc:spChg chg="mod">
          <ac:chgData name="Seema Kapri" userId="S::seema.kapri@hsv.digital::3468d2f6-a5eb-4e01-882c-f62721c4c7bf" providerId="AD" clId="Web-{ED43DBA5-D190-AA66-E646-DD003E9C701C}" dt="2026-04-11T11:26:04.877" v="0"/>
          <ac:spMkLst>
            <pc:docMk/>
            <pc:sldMk cId="1630386862" sldId="2147470008"/>
            <ac:spMk id="6" creationId="{1F261787-A532-6E06-5DBB-DC560E196235}"/>
          </ac:spMkLst>
        </pc:spChg>
        <pc:spChg chg="mod">
          <ac:chgData name="Seema Kapri" userId="S::seema.kapri@hsv.digital::3468d2f6-a5eb-4e01-882c-f62721c4c7bf" providerId="AD" clId="Web-{ED43DBA5-D190-AA66-E646-DD003E9C701C}" dt="2026-04-11T11:26:04.877" v="0"/>
          <ac:spMkLst>
            <pc:docMk/>
            <pc:sldMk cId="1630386862" sldId="2147470008"/>
            <ac:spMk id="17" creationId="{A92E1932-F00B-7615-5E7D-55DC4703F1C2}"/>
          </ac:spMkLst>
        </pc:spChg>
        <pc:spChg chg="mod">
          <ac:chgData name="Seema Kapri" userId="S::seema.kapri@hsv.digital::3468d2f6-a5eb-4e01-882c-f62721c4c7bf" providerId="AD" clId="Web-{ED43DBA5-D190-AA66-E646-DD003E9C701C}" dt="2026-04-11T11:26:04.877" v="0"/>
          <ac:spMkLst>
            <pc:docMk/>
            <pc:sldMk cId="1630386862" sldId="2147470008"/>
            <ac:spMk id="43" creationId="{0229FE75-A857-208B-452D-3AC05899E608}"/>
          </ac:spMkLst>
        </pc:spChg>
        <pc:spChg chg="mod">
          <ac:chgData name="Seema Kapri" userId="S::seema.kapri@hsv.digital::3468d2f6-a5eb-4e01-882c-f62721c4c7bf" providerId="AD" clId="Web-{ED43DBA5-D190-AA66-E646-DD003E9C701C}" dt="2026-04-11T11:26:04.877" v="0"/>
          <ac:spMkLst>
            <pc:docMk/>
            <pc:sldMk cId="1630386862" sldId="2147470008"/>
            <ac:spMk id="47" creationId="{DBF849E1-2B38-8110-7D96-69D3AF3E886A}"/>
          </ac:spMkLst>
        </pc:spChg>
        <pc:spChg chg="mod">
          <ac:chgData name="Seema Kapri" userId="S::seema.kapri@hsv.digital::3468d2f6-a5eb-4e01-882c-f62721c4c7bf" providerId="AD" clId="Web-{ED43DBA5-D190-AA66-E646-DD003E9C701C}" dt="2026-04-11T11:26:04.877" v="0"/>
          <ac:spMkLst>
            <pc:docMk/>
            <pc:sldMk cId="1630386862" sldId="2147470008"/>
            <ac:spMk id="49" creationId="{07FC56BF-390F-68CB-6993-C9226762ED03}"/>
          </ac:spMkLst>
        </pc:spChg>
        <pc:spChg chg="mod">
          <ac:chgData name="Seema Kapri" userId="S::seema.kapri@hsv.digital::3468d2f6-a5eb-4e01-882c-f62721c4c7bf" providerId="AD" clId="Web-{ED43DBA5-D190-AA66-E646-DD003E9C701C}" dt="2026-04-11T11:26:04.877" v="0"/>
          <ac:spMkLst>
            <pc:docMk/>
            <pc:sldMk cId="1630386862" sldId="2147470008"/>
            <ac:spMk id="56" creationId="{CEEF4C83-13A7-1861-04DA-79288535A308}"/>
          </ac:spMkLst>
        </pc:spChg>
        <pc:spChg chg="mod">
          <ac:chgData name="Seema Kapri" userId="S::seema.kapri@hsv.digital::3468d2f6-a5eb-4e01-882c-f62721c4c7bf" providerId="AD" clId="Web-{ED43DBA5-D190-AA66-E646-DD003E9C701C}" dt="2026-04-11T11:26:04.877" v="0"/>
          <ac:spMkLst>
            <pc:docMk/>
            <pc:sldMk cId="1630386862" sldId="2147470008"/>
            <ac:spMk id="79" creationId="{F81BFA34-B18A-5D19-CB2E-5EFFFD85E75F}"/>
          </ac:spMkLst>
        </pc:spChg>
        <pc:spChg chg="mod">
          <ac:chgData name="Seema Kapri" userId="S::seema.kapri@hsv.digital::3468d2f6-a5eb-4e01-882c-f62721c4c7bf" providerId="AD" clId="Web-{ED43DBA5-D190-AA66-E646-DD003E9C701C}" dt="2026-04-11T11:26:04.877" v="0"/>
          <ac:spMkLst>
            <pc:docMk/>
            <pc:sldMk cId="1630386862" sldId="2147470008"/>
            <ac:spMk id="80" creationId="{B9FF4C58-C222-0372-551A-B65DBB1DB687}"/>
          </ac:spMkLst>
        </pc:spChg>
        <pc:spChg chg="mod">
          <ac:chgData name="Seema Kapri" userId="S::seema.kapri@hsv.digital::3468d2f6-a5eb-4e01-882c-f62721c4c7bf" providerId="AD" clId="Web-{ED43DBA5-D190-AA66-E646-DD003E9C701C}" dt="2026-04-11T11:26:04.877" v="0"/>
          <ac:spMkLst>
            <pc:docMk/>
            <pc:sldMk cId="1630386862" sldId="2147470008"/>
            <ac:spMk id="82" creationId="{B1FA4B85-4927-1ABB-F554-DE4985060010}"/>
          </ac:spMkLst>
        </pc:spChg>
        <pc:spChg chg="mod">
          <ac:chgData name="Seema Kapri" userId="S::seema.kapri@hsv.digital::3468d2f6-a5eb-4e01-882c-f62721c4c7bf" providerId="AD" clId="Web-{ED43DBA5-D190-AA66-E646-DD003E9C701C}" dt="2026-04-11T11:26:04.877" v="0"/>
          <ac:spMkLst>
            <pc:docMk/>
            <pc:sldMk cId="1630386862" sldId="2147470008"/>
            <ac:spMk id="84" creationId="{BB100D5B-0759-0B55-0C50-3142C9A438E7}"/>
          </ac:spMkLst>
        </pc:spChg>
      </pc:sldChg>
      <pc:sldMasterChg chg="modSp modSldLayout">
        <pc:chgData name="Seema Kapri" userId="S::seema.kapri@hsv.digital::3468d2f6-a5eb-4e01-882c-f62721c4c7bf" providerId="AD" clId="Web-{ED43DBA5-D190-AA66-E646-DD003E9C701C}" dt="2026-04-11T11:26:04.877" v="0"/>
        <pc:sldMasterMkLst>
          <pc:docMk/>
          <pc:sldMasterMk cId="4225429862" sldId="2147483720"/>
        </pc:sldMasterMkLst>
        <pc:spChg chg="mod">
          <ac:chgData name="Seema Kapri" userId="S::seema.kapri@hsv.digital::3468d2f6-a5eb-4e01-882c-f62721c4c7bf" providerId="AD" clId="Web-{ED43DBA5-D190-AA66-E646-DD003E9C701C}" dt="2026-04-11T11:26:04.877" v="0"/>
          <ac:spMkLst>
            <pc:docMk/>
            <pc:sldMasterMk cId="4225429862" sldId="2147483720"/>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4"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5"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ac:spMk id="6" creationId="{00000000-0000-0000-0000-000000000000}"/>
          </ac:spMkLst>
        </pc:spChg>
        <pc:sldLayoutChg chg="modSp">
          <pc:chgData name="Seema Kapri" userId="S::seema.kapri@hsv.digital::3468d2f6-a5eb-4e01-882c-f62721c4c7bf" providerId="AD" clId="Web-{ED43DBA5-D190-AA66-E646-DD003E9C701C}" dt="2026-04-11T11:26:04.877" v="0"/>
          <pc:sldLayoutMkLst>
            <pc:docMk/>
            <pc:sldMasterMk cId="4225429862" sldId="2147483720"/>
            <pc:sldLayoutMk cId="3594779952" sldId="2147483721"/>
          </pc:sldLayoutMkLst>
          <pc:spChg chg="mod">
            <ac:chgData name="Seema Kapri" userId="S::seema.kapri@hsv.digital::3468d2f6-a5eb-4e01-882c-f62721c4c7bf" providerId="AD" clId="Web-{ED43DBA5-D190-AA66-E646-DD003E9C701C}" dt="2026-04-11T11:26:04.877" v="0"/>
            <ac:spMkLst>
              <pc:docMk/>
              <pc:sldMasterMk cId="4225429862" sldId="2147483720"/>
              <pc:sldLayoutMk cId="3594779952" sldId="2147483721"/>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3594779952" sldId="2147483721"/>
              <ac:spMk id="3"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55112433" sldId="2147483723"/>
          </pc:sldLayoutMkLst>
          <pc:spChg chg="mod">
            <ac:chgData name="Seema Kapri" userId="S::seema.kapri@hsv.digital::3468d2f6-a5eb-4e01-882c-f62721c4c7bf" providerId="AD" clId="Web-{ED43DBA5-D190-AA66-E646-DD003E9C701C}" dt="2026-04-11T11:26:04.877" v="0"/>
            <ac:spMkLst>
              <pc:docMk/>
              <pc:sldMasterMk cId="4225429862" sldId="2147483720"/>
              <pc:sldLayoutMk cId="255112433" sldId="2147483723"/>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112433" sldId="2147483723"/>
              <ac:spMk id="3"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068839461" sldId="2147483724"/>
          </pc:sldLayoutMkLst>
          <pc:spChg chg="mod">
            <ac:chgData name="Seema Kapri" userId="S::seema.kapri@hsv.digital::3468d2f6-a5eb-4e01-882c-f62721c4c7bf" providerId="AD" clId="Web-{ED43DBA5-D190-AA66-E646-DD003E9C701C}" dt="2026-04-11T11:26:04.877" v="0"/>
            <ac:spMkLst>
              <pc:docMk/>
              <pc:sldMasterMk cId="4225429862" sldId="2147483720"/>
              <pc:sldLayoutMk cId="2068839461" sldId="2147483724"/>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068839461" sldId="2147483724"/>
              <ac:spMk id="4"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556925926" sldId="2147483725"/>
          </pc:sldLayoutMkLst>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4"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5"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556925926" sldId="2147483725"/>
              <ac:spMk id="6"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1845113313" sldId="2147483728"/>
          </pc:sldLayoutMkLst>
          <pc:spChg chg="mod">
            <ac:chgData name="Seema Kapri" userId="S::seema.kapri@hsv.digital::3468d2f6-a5eb-4e01-882c-f62721c4c7bf" providerId="AD" clId="Web-{ED43DBA5-D190-AA66-E646-DD003E9C701C}" dt="2026-04-11T11:26:04.877" v="0"/>
            <ac:spMkLst>
              <pc:docMk/>
              <pc:sldMasterMk cId="4225429862" sldId="2147483720"/>
              <pc:sldLayoutMk cId="1845113313" sldId="2147483728"/>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1845113313" sldId="2147483728"/>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1845113313" sldId="2147483728"/>
              <ac:spMk id="4"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4183154694" sldId="2147483729"/>
          </pc:sldLayoutMkLst>
          <pc:spChg chg="mod">
            <ac:chgData name="Seema Kapri" userId="S::seema.kapri@hsv.digital::3468d2f6-a5eb-4e01-882c-f62721c4c7bf" providerId="AD" clId="Web-{ED43DBA5-D190-AA66-E646-DD003E9C701C}" dt="2026-04-11T11:26:04.877" v="0"/>
            <ac:spMkLst>
              <pc:docMk/>
              <pc:sldMasterMk cId="4225429862" sldId="2147483720"/>
              <pc:sldLayoutMk cId="4183154694" sldId="2147483729"/>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4183154694" sldId="2147483729"/>
              <ac:spMk id="3"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4183154694" sldId="2147483729"/>
              <ac:spMk id="4" creationId="{00000000-0000-0000-0000-000000000000}"/>
            </ac:spMkLst>
          </pc:spChg>
        </pc:sldLayoutChg>
        <pc:sldLayoutChg chg="modSp">
          <pc:chgData name="Seema Kapri" userId="S::seema.kapri@hsv.digital::3468d2f6-a5eb-4e01-882c-f62721c4c7bf" providerId="AD" clId="Web-{ED43DBA5-D190-AA66-E646-DD003E9C701C}" dt="2026-04-11T11:26:04.877" v="0"/>
          <pc:sldLayoutMkLst>
            <pc:docMk/>
            <pc:sldMasterMk cId="4225429862" sldId="2147483720"/>
            <pc:sldLayoutMk cId="2663077870" sldId="2147483731"/>
          </pc:sldLayoutMkLst>
          <pc:spChg chg="mod">
            <ac:chgData name="Seema Kapri" userId="S::seema.kapri@hsv.digital::3468d2f6-a5eb-4e01-882c-f62721c4c7bf" providerId="AD" clId="Web-{ED43DBA5-D190-AA66-E646-DD003E9C701C}" dt="2026-04-11T11:26:04.877" v="0"/>
            <ac:spMkLst>
              <pc:docMk/>
              <pc:sldMasterMk cId="4225429862" sldId="2147483720"/>
              <pc:sldLayoutMk cId="2663077870" sldId="2147483731"/>
              <ac:spMk id="2" creationId="{00000000-0000-0000-0000-000000000000}"/>
            </ac:spMkLst>
          </pc:spChg>
          <pc:spChg chg="mod">
            <ac:chgData name="Seema Kapri" userId="S::seema.kapri@hsv.digital::3468d2f6-a5eb-4e01-882c-f62721c4c7bf" providerId="AD" clId="Web-{ED43DBA5-D190-AA66-E646-DD003E9C701C}" dt="2026-04-11T11:26:04.877" v="0"/>
            <ac:spMkLst>
              <pc:docMk/>
              <pc:sldMasterMk cId="4225429862" sldId="2147483720"/>
              <pc:sldLayoutMk cId="2663077870" sldId="2147483731"/>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7FDCA55-7141-46E2-8F0D-ED4FF406EC63}" type="datetimeFigureOut">
              <a:rPr lang="en-IN" smtClean="0"/>
              <a:t>11-04-2026</a:t>
            </a:fld>
            <a:endParaRPr lang="en-IN"/>
          </a:p>
        </p:txBody>
      </p:sp>
      <p:sp>
        <p:nvSpPr>
          <p:cNvPr id="4" name="Slide Image Placeholder 3"/>
          <p:cNvSpPr>
            <a:spLocks noGrp="1" noRot="1" noChangeAspect="1"/>
          </p:cNvSpPr>
          <p:nvPr>
            <p:ph type="sldImg" idx="2"/>
          </p:nvPr>
        </p:nvSpPr>
        <p:spPr>
          <a:xfrm>
            <a:off x="2349500" y="1143000"/>
            <a:ext cx="21590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451864-BC2F-463F-854C-C6DDAAC13160}" type="slidenum">
              <a:rPr lang="en-IN" smtClean="0"/>
              <a:t>‹#›</a:t>
            </a:fld>
            <a:endParaRPr lang="en-IN"/>
          </a:p>
        </p:txBody>
      </p:sp>
    </p:spTree>
    <p:extLst>
      <p:ext uri="{BB962C8B-B14F-4D97-AF65-F5344CB8AC3E}">
        <p14:creationId xmlns:p14="http://schemas.microsoft.com/office/powerpoint/2010/main" val="149355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CB40D-F18F-E16C-414E-278D7AAC53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6318DB-B491-3618-A4E0-CB26CC5CA81A}"/>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CB4EDBEC-0C05-EE12-A0EE-36643DBB1D8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7D118F1-5568-F7B6-9411-F33C2DFF4FC8}"/>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929717BF-D6A1-41FB-AA9B-31E83E01F21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1233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563EF-ABEB-4A55-1BDA-B0F75E1193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46676-9874-DFED-A12F-A3E367CDBF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FCB86-B2CF-B98B-726E-1FD2E97B52EA}"/>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87A5DB9-696B-F07C-E512-CB67CB08155B}"/>
              </a:ext>
            </a:extLst>
          </p:cNvPr>
          <p:cNvSpPr>
            <a:spLocks noGrp="1"/>
          </p:cNvSpPr>
          <p:nvPr>
            <p:ph type="sldNum" sz="quarter" idx="5"/>
          </p:nvPr>
        </p:nvSpPr>
        <p:spPr/>
        <p:txBody>
          <a:bodyPr/>
          <a:lstStyle/>
          <a:p>
            <a:fld id="{7034A72A-6E2F-4343-B7FF-0EAC6B5BD073}" type="slidenum">
              <a:rPr lang="en-IN" smtClean="0"/>
              <a:t>1</a:t>
            </a:fld>
            <a:endParaRPr lang="en-IN"/>
          </a:p>
        </p:txBody>
      </p:sp>
    </p:spTree>
    <p:extLst>
      <p:ext uri="{BB962C8B-B14F-4D97-AF65-F5344CB8AC3E}">
        <p14:creationId xmlns:p14="http://schemas.microsoft.com/office/powerpoint/2010/main" val="1065331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12ED6-43E9-5765-8E82-B6CFEF0B50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A8D3DA-6B21-9625-DFE9-B620DEF35E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A1E5A7-84E4-E14D-AFAF-517F073E2B2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A55E2A-8602-DDCC-5A2F-5DC686A0D4E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798932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2545E-6835-5668-39BA-A18BF02F92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D01BA7-868A-1CA3-59BC-FAD3B3B03625}"/>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A6690EBE-ECA8-7984-8791-18B3053B364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6A81DE-9151-09F0-D5DE-091B02FA88C5}"/>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27685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A91AE-C334-8F6A-CA80-DA02A20F4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3C6A8-C666-4D3A-47ED-C379830759D1}"/>
              </a:ext>
            </a:extLst>
          </p:cNvPr>
          <p:cNvSpPr>
            <a:spLocks noGrp="1" noRot="1" noChangeAspect="1"/>
          </p:cNvSpPr>
          <p:nvPr>
            <p:ph type="sldImg"/>
          </p:nvPr>
        </p:nvSpPr>
        <p:spPr>
          <a:xfrm>
            <a:off x="2338388" y="1143000"/>
            <a:ext cx="2181225" cy="3086100"/>
          </a:xfrm>
        </p:spPr>
      </p:sp>
      <p:sp>
        <p:nvSpPr>
          <p:cNvPr id="3" name="Notes Placeholder 2">
            <a:extLst>
              <a:ext uri="{FF2B5EF4-FFF2-40B4-BE49-F238E27FC236}">
                <a16:creationId xmlns:a16="http://schemas.microsoft.com/office/drawing/2014/main" id="{BF59318F-B662-D6D7-ED4F-AB9B9401094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27D4F38-1B6A-3FB3-4815-EEE8DCF19490}"/>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76412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625" y="1307865"/>
            <a:ext cx="4801076" cy="2782217"/>
          </a:xfrm>
        </p:spPr>
        <p:txBody>
          <a:bodyPr anchor="b"/>
          <a:lstStyle>
            <a:lvl1pPr algn="ctr">
              <a:defRPr sz="3667"/>
            </a:lvl1pPr>
          </a:lstStyle>
          <a:p>
            <a:r>
              <a:rPr lang="en-US"/>
              <a:t>Click to edit Master title style</a:t>
            </a:r>
            <a:endParaRPr lang="en-US" dirty="0"/>
          </a:p>
        </p:txBody>
      </p:sp>
      <p:sp>
        <p:nvSpPr>
          <p:cNvPr id="3" name="Subtitle 2"/>
          <p:cNvSpPr>
            <a:spLocks noGrp="1"/>
          </p:cNvSpPr>
          <p:nvPr>
            <p:ph type="subTitle" idx="1"/>
          </p:nvPr>
        </p:nvSpPr>
        <p:spPr>
          <a:xfrm>
            <a:off x="706041" y="4197375"/>
            <a:ext cx="4236244" cy="1929423"/>
          </a:xfrm>
        </p:spPr>
        <p:txBody>
          <a:bodyPr/>
          <a:lstStyle>
            <a:lvl1pPr marL="0" indent="0" algn="ctr">
              <a:buNone/>
              <a:defRPr sz="1467"/>
            </a:lvl1pPr>
            <a:lvl2pPr marL="279435" indent="0" algn="ctr">
              <a:buNone/>
              <a:defRPr sz="1223"/>
            </a:lvl2pPr>
            <a:lvl3pPr marL="558870" indent="0" algn="ctr">
              <a:buNone/>
              <a:defRPr sz="1100"/>
            </a:lvl3pPr>
            <a:lvl4pPr marL="838305" indent="0" algn="ctr">
              <a:buNone/>
              <a:defRPr sz="978"/>
            </a:lvl4pPr>
            <a:lvl5pPr marL="1117740" indent="0" algn="ctr">
              <a:buNone/>
              <a:defRPr sz="978"/>
            </a:lvl5pPr>
            <a:lvl6pPr marL="1397174" indent="0" algn="ctr">
              <a:buNone/>
              <a:defRPr sz="978"/>
            </a:lvl6pPr>
            <a:lvl7pPr marL="1676610" indent="0" algn="ctr">
              <a:buNone/>
              <a:defRPr sz="978"/>
            </a:lvl7pPr>
            <a:lvl8pPr marL="1956045" indent="0" algn="ctr">
              <a:buNone/>
              <a:defRPr sz="978"/>
            </a:lvl8pPr>
            <a:lvl9pPr marL="2235479" indent="0" algn="ctr">
              <a:buNone/>
              <a:defRPr sz="97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5947799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932589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5381" y="1992322"/>
            <a:ext cx="4871680" cy="3324231"/>
          </a:xfrm>
        </p:spPr>
        <p:txBody>
          <a:bodyPr anchor="b"/>
          <a:lstStyle>
            <a:lvl1pPr>
              <a:defRPr sz="3667"/>
            </a:lvl1pPr>
          </a:lstStyle>
          <a:p>
            <a:r>
              <a:rPr lang="en-US"/>
              <a:t>Click to edit Master title style</a:t>
            </a:r>
            <a:endParaRPr lang="en-US" dirty="0"/>
          </a:p>
        </p:txBody>
      </p:sp>
      <p:sp>
        <p:nvSpPr>
          <p:cNvPr id="3" name="Text Placeholder 2"/>
          <p:cNvSpPr>
            <a:spLocks noGrp="1"/>
          </p:cNvSpPr>
          <p:nvPr>
            <p:ph type="body" idx="1"/>
          </p:nvPr>
        </p:nvSpPr>
        <p:spPr>
          <a:xfrm>
            <a:off x="385381" y="5348001"/>
            <a:ext cx="4871680" cy="1748135"/>
          </a:xfrm>
        </p:spPr>
        <p:txBody>
          <a:bodyPr/>
          <a:lstStyle>
            <a:lvl1pPr marL="0" indent="0">
              <a:buNone/>
              <a:defRPr sz="1467">
                <a:solidFill>
                  <a:schemeClr val="tx1">
                    <a:tint val="82000"/>
                  </a:schemeClr>
                </a:solidFill>
              </a:defRPr>
            </a:lvl1pPr>
            <a:lvl2pPr marL="279435" indent="0">
              <a:buNone/>
              <a:defRPr sz="1223">
                <a:solidFill>
                  <a:schemeClr val="tx1">
                    <a:tint val="82000"/>
                  </a:schemeClr>
                </a:solidFill>
              </a:defRPr>
            </a:lvl2pPr>
            <a:lvl3pPr marL="558870" indent="0">
              <a:buNone/>
              <a:defRPr sz="1100">
                <a:solidFill>
                  <a:schemeClr val="tx1">
                    <a:tint val="82000"/>
                  </a:schemeClr>
                </a:solidFill>
              </a:defRPr>
            </a:lvl3pPr>
            <a:lvl4pPr marL="838305" indent="0">
              <a:buNone/>
              <a:defRPr sz="978">
                <a:solidFill>
                  <a:schemeClr val="tx1">
                    <a:tint val="82000"/>
                  </a:schemeClr>
                </a:solidFill>
              </a:defRPr>
            </a:lvl4pPr>
            <a:lvl5pPr marL="1117740" indent="0">
              <a:buNone/>
              <a:defRPr sz="978">
                <a:solidFill>
                  <a:schemeClr val="tx1">
                    <a:tint val="82000"/>
                  </a:schemeClr>
                </a:solidFill>
              </a:defRPr>
            </a:lvl5pPr>
            <a:lvl6pPr marL="1397174" indent="0">
              <a:buNone/>
              <a:defRPr sz="978">
                <a:solidFill>
                  <a:schemeClr val="tx1">
                    <a:tint val="82000"/>
                  </a:schemeClr>
                </a:solidFill>
              </a:defRPr>
            </a:lvl6pPr>
            <a:lvl7pPr marL="1676610" indent="0">
              <a:buNone/>
              <a:defRPr sz="978">
                <a:solidFill>
                  <a:schemeClr val="tx1">
                    <a:tint val="82000"/>
                  </a:schemeClr>
                </a:solidFill>
              </a:defRPr>
            </a:lvl7pPr>
            <a:lvl8pPr marL="1956045" indent="0">
              <a:buNone/>
              <a:defRPr sz="978">
                <a:solidFill>
                  <a:schemeClr val="tx1">
                    <a:tint val="82000"/>
                  </a:schemeClr>
                </a:solidFill>
              </a:defRPr>
            </a:lvl8pPr>
            <a:lvl9pPr marL="2235479" indent="0">
              <a:buNone/>
              <a:defRPr sz="978">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112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8323"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859465" y="2127360"/>
            <a:ext cx="2400538" cy="50705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068839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89059" y="425474"/>
            <a:ext cx="4871680" cy="15446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89058" y="1959023"/>
            <a:ext cx="2389506"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4" name="Content Placeholder 3"/>
          <p:cNvSpPr>
            <a:spLocks noGrp="1"/>
          </p:cNvSpPr>
          <p:nvPr>
            <p:ph sz="half" idx="2"/>
          </p:nvPr>
        </p:nvSpPr>
        <p:spPr>
          <a:xfrm>
            <a:off x="389058" y="2919109"/>
            <a:ext cx="2389506"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859466" y="1959023"/>
            <a:ext cx="2401273" cy="960086"/>
          </a:xfrm>
        </p:spPr>
        <p:txBody>
          <a:bodyPr anchor="b"/>
          <a:lstStyle>
            <a:lvl1pPr marL="0" indent="0">
              <a:buNone/>
              <a:defRPr sz="1467" b="1"/>
            </a:lvl1pPr>
            <a:lvl2pPr marL="279435" indent="0">
              <a:buNone/>
              <a:defRPr sz="1223" b="1"/>
            </a:lvl2pPr>
            <a:lvl3pPr marL="558870" indent="0">
              <a:buNone/>
              <a:defRPr sz="1100" b="1"/>
            </a:lvl3pPr>
            <a:lvl4pPr marL="838305" indent="0">
              <a:buNone/>
              <a:defRPr sz="978" b="1"/>
            </a:lvl4pPr>
            <a:lvl5pPr marL="1117740" indent="0">
              <a:buNone/>
              <a:defRPr sz="978" b="1"/>
            </a:lvl5pPr>
            <a:lvl6pPr marL="1397174" indent="0">
              <a:buNone/>
              <a:defRPr sz="978" b="1"/>
            </a:lvl6pPr>
            <a:lvl7pPr marL="1676610" indent="0">
              <a:buNone/>
              <a:defRPr sz="978" b="1"/>
            </a:lvl7pPr>
            <a:lvl8pPr marL="1956045" indent="0">
              <a:buNone/>
              <a:defRPr sz="978" b="1"/>
            </a:lvl8pPr>
            <a:lvl9pPr marL="2235479" indent="0">
              <a:buNone/>
              <a:defRPr sz="978" b="1"/>
            </a:lvl9pPr>
          </a:lstStyle>
          <a:p>
            <a:pPr lvl="0"/>
            <a:r>
              <a:rPr lang="en-US"/>
              <a:t>Click to edit Master text styles</a:t>
            </a:r>
          </a:p>
        </p:txBody>
      </p:sp>
      <p:sp>
        <p:nvSpPr>
          <p:cNvPr id="6" name="Content Placeholder 5"/>
          <p:cNvSpPr>
            <a:spLocks noGrp="1"/>
          </p:cNvSpPr>
          <p:nvPr>
            <p:ph sz="quarter" idx="4"/>
          </p:nvPr>
        </p:nvSpPr>
        <p:spPr>
          <a:xfrm>
            <a:off x="2859466" y="2919109"/>
            <a:ext cx="2401273" cy="42935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2F6F66-F0E3-45FA-BF06-9237F73415C1}" type="datetimeFigureOut">
              <a:rPr lang="en-IN" smtClean="0"/>
              <a:t>11-04-2026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556925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2F6F66-F0E3-45FA-BF06-9237F73415C1}" type="datetimeFigureOut">
              <a:rPr lang="en-IN" smtClean="0"/>
              <a:t>11-04-2026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9063567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2F6F66-F0E3-45FA-BF06-9237F73415C1}" type="datetimeFigureOut">
              <a:rPr lang="en-IN" smtClean="0"/>
              <a:t>11-04-2026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153600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Content Placeholder 2"/>
          <p:cNvSpPr>
            <a:spLocks noGrp="1"/>
          </p:cNvSpPr>
          <p:nvPr>
            <p:ph idx="1"/>
          </p:nvPr>
        </p:nvSpPr>
        <p:spPr>
          <a:xfrm>
            <a:off x="2401274" y="1150626"/>
            <a:ext cx="2859464" cy="5679127"/>
          </a:xfrm>
        </p:spPr>
        <p:txBody>
          <a:bodyPr/>
          <a:lstStyle>
            <a:lvl1pPr>
              <a:defRPr sz="1956"/>
            </a:lvl1pPr>
            <a:lvl2pPr>
              <a:defRPr sz="1712"/>
            </a:lvl2pPr>
            <a:lvl3pPr>
              <a:defRPr sz="1467"/>
            </a:lvl3pPr>
            <a:lvl4pPr>
              <a:defRPr sz="1223"/>
            </a:lvl4pPr>
            <a:lvl5pPr>
              <a:defRPr sz="1223"/>
            </a:lvl5pPr>
            <a:lvl6pPr>
              <a:defRPr sz="1223"/>
            </a:lvl6pPr>
            <a:lvl7pPr>
              <a:defRPr sz="1223"/>
            </a:lvl7pPr>
            <a:lvl8pPr>
              <a:defRPr sz="1223"/>
            </a:lvl8pPr>
            <a:lvl9pPr>
              <a:defRPr sz="122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18451133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9058" y="532765"/>
            <a:ext cx="1821732" cy="1864677"/>
          </a:xfrm>
        </p:spPr>
        <p:txBody>
          <a:bodyPr anchor="b"/>
          <a:lstStyle>
            <a:lvl1pPr>
              <a:defRPr sz="1956"/>
            </a:lvl1pPr>
          </a:lstStyle>
          <a:p>
            <a:r>
              <a:rPr lang="en-US"/>
              <a:t>Click to edit Master title style</a:t>
            </a:r>
            <a:endParaRPr lang="en-US" dirty="0"/>
          </a:p>
        </p:txBody>
      </p:sp>
      <p:sp>
        <p:nvSpPr>
          <p:cNvPr id="3" name="Picture Placeholder 2"/>
          <p:cNvSpPr>
            <a:spLocks noGrp="1" noChangeAspect="1"/>
          </p:cNvSpPr>
          <p:nvPr>
            <p:ph type="pic" idx="1"/>
          </p:nvPr>
        </p:nvSpPr>
        <p:spPr>
          <a:xfrm>
            <a:off x="2401274" y="1150626"/>
            <a:ext cx="2859464" cy="5679127"/>
          </a:xfrm>
        </p:spPr>
        <p:txBody>
          <a:bodyPr anchor="t"/>
          <a:lstStyle>
            <a:lvl1pPr marL="0" indent="0">
              <a:buNone/>
              <a:defRPr sz="1956"/>
            </a:lvl1pPr>
            <a:lvl2pPr marL="279435" indent="0">
              <a:buNone/>
              <a:defRPr sz="1712"/>
            </a:lvl2pPr>
            <a:lvl3pPr marL="558870" indent="0">
              <a:buNone/>
              <a:defRPr sz="1467"/>
            </a:lvl3pPr>
            <a:lvl4pPr marL="838305" indent="0">
              <a:buNone/>
              <a:defRPr sz="1223"/>
            </a:lvl4pPr>
            <a:lvl5pPr marL="1117740" indent="0">
              <a:buNone/>
              <a:defRPr sz="1223"/>
            </a:lvl5pPr>
            <a:lvl6pPr marL="1397174" indent="0">
              <a:buNone/>
              <a:defRPr sz="1223"/>
            </a:lvl6pPr>
            <a:lvl7pPr marL="1676610" indent="0">
              <a:buNone/>
              <a:defRPr sz="1223"/>
            </a:lvl7pPr>
            <a:lvl8pPr marL="1956045" indent="0">
              <a:buNone/>
              <a:defRPr sz="1223"/>
            </a:lvl8pPr>
            <a:lvl9pPr marL="2235479" indent="0">
              <a:buNone/>
              <a:defRPr sz="1223"/>
            </a:lvl9pPr>
          </a:lstStyle>
          <a:p>
            <a:r>
              <a:rPr lang="en-US"/>
              <a:t>Click icon to add picture</a:t>
            </a:r>
            <a:endParaRPr lang="en-US" dirty="0"/>
          </a:p>
        </p:txBody>
      </p:sp>
      <p:sp>
        <p:nvSpPr>
          <p:cNvPr id="4" name="Text Placeholder 3"/>
          <p:cNvSpPr>
            <a:spLocks noGrp="1"/>
          </p:cNvSpPr>
          <p:nvPr>
            <p:ph type="body" sz="half" idx="2"/>
          </p:nvPr>
        </p:nvSpPr>
        <p:spPr>
          <a:xfrm>
            <a:off x="389058" y="2397443"/>
            <a:ext cx="1821732" cy="4441559"/>
          </a:xfrm>
        </p:spPr>
        <p:txBody>
          <a:bodyPr/>
          <a:lstStyle>
            <a:lvl1pPr marL="0" indent="0">
              <a:buNone/>
              <a:defRPr sz="978"/>
            </a:lvl1pPr>
            <a:lvl2pPr marL="279435" indent="0">
              <a:buNone/>
              <a:defRPr sz="856"/>
            </a:lvl2pPr>
            <a:lvl3pPr marL="558870" indent="0">
              <a:buNone/>
              <a:defRPr sz="734"/>
            </a:lvl3pPr>
            <a:lvl4pPr marL="838305" indent="0">
              <a:buNone/>
              <a:defRPr sz="611"/>
            </a:lvl4pPr>
            <a:lvl5pPr marL="1117740" indent="0">
              <a:buNone/>
              <a:defRPr sz="611"/>
            </a:lvl5pPr>
            <a:lvl6pPr marL="1397174" indent="0">
              <a:buNone/>
              <a:defRPr sz="611"/>
            </a:lvl6pPr>
            <a:lvl7pPr marL="1676610" indent="0">
              <a:buNone/>
              <a:defRPr sz="611"/>
            </a:lvl7pPr>
            <a:lvl8pPr marL="1956045" indent="0">
              <a:buNone/>
              <a:defRPr sz="611"/>
            </a:lvl8pPr>
            <a:lvl9pPr marL="2235479" indent="0">
              <a:buNone/>
              <a:defRPr sz="611"/>
            </a:lvl9pPr>
          </a:lstStyle>
          <a:p>
            <a:pPr lvl="0"/>
            <a:r>
              <a:rPr lang="en-US"/>
              <a:t>Click to edit Master text styles</a:t>
            </a:r>
          </a:p>
        </p:txBody>
      </p:sp>
      <p:sp>
        <p:nvSpPr>
          <p:cNvPr id="5" name="Date Placeholder 4"/>
          <p:cNvSpPr>
            <a:spLocks noGrp="1"/>
          </p:cNvSpPr>
          <p:nvPr>
            <p:ph type="dt" sz="half" idx="10"/>
          </p:nvPr>
        </p:nvSpPr>
        <p:spPr/>
        <p:txBody>
          <a:bodyPr/>
          <a:lstStyle/>
          <a:p>
            <a:fld id="{B72F6F66-F0E3-45FA-BF06-9237F73415C1}" type="datetimeFigureOut">
              <a:rPr lang="en-IN" smtClean="0"/>
              <a:t>11-04-2026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4183154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3650586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042083" y="425473"/>
            <a:ext cx="1217920" cy="677240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8323" y="425473"/>
            <a:ext cx="3583156" cy="677240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2F6F66-F0E3-45FA-BF06-9237F73415C1}" type="datetimeFigureOut">
              <a:rPr lang="en-IN" smtClean="0"/>
              <a:t>11-04-2026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0123456-B948-472E-8498-9A8C99CE3B75}" type="slidenum">
              <a:rPr lang="en-IN" smtClean="0"/>
              <a:t>‹#›</a:t>
            </a:fld>
            <a:endParaRPr lang="en-IN"/>
          </a:p>
        </p:txBody>
      </p:sp>
    </p:spTree>
    <p:extLst>
      <p:ext uri="{BB962C8B-B14F-4D97-AF65-F5344CB8AC3E}">
        <p14:creationId xmlns:p14="http://schemas.microsoft.com/office/powerpoint/2010/main" val="26630778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23863" y="1307866"/>
            <a:ext cx="4803775" cy="2782217"/>
          </a:xfrm>
        </p:spPr>
        <p:txBody>
          <a:bodyPr anchor="b"/>
          <a:lstStyle>
            <a:lvl1pPr algn="ctr">
              <a:defRPr sz="3708"/>
            </a:lvl1pPr>
          </a:lstStyle>
          <a:p>
            <a:r>
              <a:rPr lang="en-US"/>
              <a:t>Click to edit Master title style</a:t>
            </a:r>
          </a:p>
        </p:txBody>
      </p:sp>
      <p:sp>
        <p:nvSpPr>
          <p:cNvPr id="3" name="Subtitle 2"/>
          <p:cNvSpPr>
            <a:spLocks noGrp="1"/>
          </p:cNvSpPr>
          <p:nvPr>
            <p:ph type="subTitle" idx="1"/>
          </p:nvPr>
        </p:nvSpPr>
        <p:spPr>
          <a:xfrm>
            <a:off x="706438" y="4197375"/>
            <a:ext cx="4238625" cy="1929423"/>
          </a:xfrm>
        </p:spPr>
        <p:txBody>
          <a:bodyPr/>
          <a:lstStyle>
            <a:lvl1pPr marL="0" indent="0" algn="ctr">
              <a:buNone/>
              <a:defRPr sz="1483"/>
            </a:lvl1pPr>
            <a:lvl2pPr marL="282566" indent="0" algn="ctr">
              <a:buNone/>
              <a:defRPr sz="1236"/>
            </a:lvl2pPr>
            <a:lvl3pPr marL="565131" indent="0" algn="ctr">
              <a:buNone/>
              <a:defRPr sz="1112"/>
            </a:lvl3pPr>
            <a:lvl4pPr marL="847697" indent="0" algn="ctr">
              <a:buNone/>
              <a:defRPr sz="989"/>
            </a:lvl4pPr>
            <a:lvl5pPr marL="1130262" indent="0" algn="ctr">
              <a:buNone/>
              <a:defRPr sz="989"/>
            </a:lvl5pPr>
            <a:lvl6pPr marL="1412828" indent="0" algn="ctr">
              <a:buNone/>
              <a:defRPr sz="989"/>
            </a:lvl6pPr>
            <a:lvl7pPr marL="1695394" indent="0" algn="ctr">
              <a:buNone/>
              <a:defRPr sz="989"/>
            </a:lvl7pPr>
            <a:lvl8pPr marL="1977959" indent="0" algn="ctr">
              <a:buNone/>
              <a:defRPr sz="989"/>
            </a:lvl8pPr>
            <a:lvl9pPr marL="2260525" indent="0" algn="ctr">
              <a:buNone/>
              <a:defRPr sz="989"/>
            </a:lvl9pPr>
          </a:lstStyle>
          <a:p>
            <a:r>
              <a:rPr lang="en-US"/>
              <a:t>Click to edit Master subtitle style</a:t>
            </a:r>
          </a:p>
        </p:txBody>
      </p:sp>
      <p:sp>
        <p:nvSpPr>
          <p:cNvPr id="4" name="Date Placeholder 3"/>
          <p:cNvSpPr>
            <a:spLocks noGrp="1"/>
          </p:cNvSpPr>
          <p:nvPr>
            <p:ph type="dt" sz="half" idx="10"/>
          </p:nvPr>
        </p:nvSpPr>
        <p:spPr/>
        <p:txBody>
          <a:bodyPr/>
          <a:lstStyle/>
          <a:p>
            <a:fld id="{27475733-6F7F-4117-9D24-6C952A0F31DE}" type="datetimeFigureOut">
              <a:rPr lang="en-US" smtClean="0"/>
              <a:t>7/6/2026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43F0519-0BF0-4B50-8CCC-476EE0113DE2}" type="slidenum">
              <a:rPr lang="en-US" smtClean="0"/>
              <a:t>‹#›</a:t>
            </a:fld>
            <a:endParaRPr lang="en-US"/>
          </a:p>
        </p:txBody>
      </p:sp>
    </p:spTree>
    <p:extLst>
      <p:ext uri="{BB962C8B-B14F-4D97-AF65-F5344CB8AC3E}">
        <p14:creationId xmlns:p14="http://schemas.microsoft.com/office/powerpoint/2010/main" val="19696842"/>
      </p:ext>
    </p:extLst>
  </p:cSld>
  <p:clrMapOvr>
    <a:masterClrMapping/>
  </p:clrMapOvr>
  <p:extLst>
    <p:ext uri="{DCECCB84-F9BA-43D5-87BE-67443E8EF086}">
      <p15:sldGuideLst xmlns:p15="http://schemas.microsoft.com/office/powerpoint/2012/main">
        <p15:guide id="1" orient="horz" pos="3168">
          <p15:clr>
            <a:srgbClr val="FBAE40"/>
          </p15:clr>
        </p15:guide>
        <p15:guide id="2" pos="24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62588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6.xml"/><Relationship Id="rId1" Type="http://schemas.openxmlformats.org/officeDocument/2006/relationships/slideLayout" Target="../slideLayouts/slideLayout14.xml"/><Relationship Id="rId5" Type="http://schemas.openxmlformats.org/officeDocument/2006/relationships/theme" Target="../theme/theme5.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slideLayout" Target="../slideLayouts/slideLayout20.xml"/><Relationship Id="rId1" Type="http://schemas.openxmlformats.org/officeDocument/2006/relationships/slideLayout" Target="../slideLayouts/slideLayout18.xml"/><Relationship Id="rId5" Type="http://schemas.openxmlformats.org/officeDocument/2006/relationships/theme" Target="../theme/theme6.xml"/><Relationship Id="rId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323" y="425474"/>
            <a:ext cx="4871680" cy="154464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88323" y="2127360"/>
            <a:ext cx="4871680"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88322" y="7406916"/>
            <a:ext cx="1270873" cy="425472"/>
          </a:xfrm>
          <a:prstGeom prst="rect">
            <a:avLst/>
          </a:prstGeom>
        </p:spPr>
        <p:txBody>
          <a:bodyPr vert="horz" lIns="91440" tIns="45720" rIns="91440" bIns="45720" rtlCol="0" anchor="ctr"/>
          <a:lstStyle>
            <a:lvl1pPr algn="l">
              <a:defRPr sz="734">
                <a:solidFill>
                  <a:schemeClr val="tx1">
                    <a:tint val="82000"/>
                  </a:schemeClr>
                </a:solidFill>
              </a:defRPr>
            </a:lvl1pPr>
          </a:lstStyle>
          <a:p>
            <a:fld id="{B72F6F66-F0E3-45FA-BF06-9237F73415C1}" type="datetimeFigureOut">
              <a:rPr lang="en-IN" smtClean="0"/>
              <a:t>11-04-2026</a:t>
            </a:fld>
            <a:endParaRPr lang="en-IN"/>
          </a:p>
        </p:txBody>
      </p:sp>
      <p:sp>
        <p:nvSpPr>
          <p:cNvPr id="5" name="Footer Placeholder 4"/>
          <p:cNvSpPr>
            <a:spLocks noGrp="1"/>
          </p:cNvSpPr>
          <p:nvPr>
            <p:ph type="ftr" sz="quarter" idx="3"/>
          </p:nvPr>
        </p:nvSpPr>
        <p:spPr>
          <a:xfrm>
            <a:off x="1871008" y="7406916"/>
            <a:ext cx="1906310" cy="425472"/>
          </a:xfrm>
          <a:prstGeom prst="rect">
            <a:avLst/>
          </a:prstGeom>
        </p:spPr>
        <p:txBody>
          <a:bodyPr vert="horz" lIns="91440" tIns="45720" rIns="91440" bIns="45720" rtlCol="0" anchor="ctr"/>
          <a:lstStyle>
            <a:lvl1pPr algn="ctr">
              <a:defRPr sz="734">
                <a:solidFill>
                  <a:schemeClr val="tx1">
                    <a:tint val="82000"/>
                  </a:schemeClr>
                </a:solidFill>
              </a:defRPr>
            </a:lvl1pPr>
          </a:lstStyle>
          <a:p>
            <a:endParaRPr lang="en-IN"/>
          </a:p>
        </p:txBody>
      </p:sp>
      <p:sp>
        <p:nvSpPr>
          <p:cNvPr id="6" name="Slide Number Placeholder 5"/>
          <p:cNvSpPr>
            <a:spLocks noGrp="1"/>
          </p:cNvSpPr>
          <p:nvPr>
            <p:ph type="sldNum" sz="quarter" idx="4"/>
          </p:nvPr>
        </p:nvSpPr>
        <p:spPr>
          <a:xfrm>
            <a:off x="3989130" y="7406916"/>
            <a:ext cx="1270873" cy="425472"/>
          </a:xfrm>
          <a:prstGeom prst="rect">
            <a:avLst/>
          </a:prstGeom>
        </p:spPr>
        <p:txBody>
          <a:bodyPr vert="horz" lIns="91440" tIns="45720" rIns="91440" bIns="45720" rtlCol="0" anchor="ctr"/>
          <a:lstStyle>
            <a:lvl1pPr algn="r">
              <a:defRPr sz="734">
                <a:solidFill>
                  <a:schemeClr val="tx1">
                    <a:tint val="82000"/>
                  </a:schemeClr>
                </a:solidFill>
              </a:defRPr>
            </a:lvl1pPr>
          </a:lstStyle>
          <a:p>
            <a:fld id="{30123456-B948-472E-8498-9A8C99CE3B75}" type="slidenum">
              <a:rPr lang="en-IN" smtClean="0"/>
              <a:t>‹#›</a:t>
            </a:fld>
            <a:endParaRPr lang="en-IN"/>
          </a:p>
        </p:txBody>
      </p:sp>
    </p:spTree>
    <p:extLst>
      <p:ext uri="{BB962C8B-B14F-4D97-AF65-F5344CB8AC3E}">
        <p14:creationId xmlns:p14="http://schemas.microsoft.com/office/powerpoint/2010/main" val="42254298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694853" rtl="0" eaLnBrk="1" latinLnBrk="0" hangingPunct="1">
        <a:lnSpc>
          <a:spcPct val="90000"/>
        </a:lnSpc>
        <a:spcBef>
          <a:spcPct val="0"/>
        </a:spcBef>
        <a:buNone/>
        <a:defRPr sz="3344" kern="1200">
          <a:solidFill>
            <a:schemeClr val="tx1"/>
          </a:solidFill>
          <a:latin typeface="+mj-lt"/>
          <a:ea typeface="+mj-ea"/>
          <a:cs typeface="+mj-cs"/>
        </a:defRPr>
      </a:lvl1pPr>
    </p:titleStyle>
    <p:bodyStyle>
      <a:lvl1pPr marL="173713" indent="-173713" algn="l" defTabSz="694853" rtl="0" eaLnBrk="1" latinLnBrk="0" hangingPunct="1">
        <a:lnSpc>
          <a:spcPct val="90000"/>
        </a:lnSpc>
        <a:spcBef>
          <a:spcPts val="760"/>
        </a:spcBef>
        <a:buFont typeface="Arial" panose="020B0604020202020204" pitchFamily="34" charset="0"/>
        <a:buChar char="•"/>
        <a:defRPr sz="2128" kern="1200">
          <a:solidFill>
            <a:schemeClr val="tx1"/>
          </a:solidFill>
          <a:latin typeface="+mn-lt"/>
          <a:ea typeface="+mn-ea"/>
          <a:cs typeface="+mn-cs"/>
        </a:defRPr>
      </a:lvl1pPr>
      <a:lvl2pPr marL="521139" indent="-173713" algn="l" defTabSz="694853" rtl="0" eaLnBrk="1" latinLnBrk="0" hangingPunct="1">
        <a:lnSpc>
          <a:spcPct val="90000"/>
        </a:lnSpc>
        <a:spcBef>
          <a:spcPts val="380"/>
        </a:spcBef>
        <a:buFont typeface="Arial" panose="020B0604020202020204" pitchFamily="34" charset="0"/>
        <a:buChar char="•"/>
        <a:defRPr sz="1824" kern="1200">
          <a:solidFill>
            <a:schemeClr val="tx1"/>
          </a:solidFill>
          <a:latin typeface="+mn-lt"/>
          <a:ea typeface="+mn-ea"/>
          <a:cs typeface="+mn-cs"/>
        </a:defRPr>
      </a:lvl2pPr>
      <a:lvl3pPr marL="868566" indent="-173713" algn="l" defTabSz="694853" rtl="0" eaLnBrk="1" latinLnBrk="0" hangingPunct="1">
        <a:lnSpc>
          <a:spcPct val="90000"/>
        </a:lnSpc>
        <a:spcBef>
          <a:spcPts val="380"/>
        </a:spcBef>
        <a:buFont typeface="Arial" panose="020B0604020202020204" pitchFamily="34" charset="0"/>
        <a:buChar char="•"/>
        <a:defRPr sz="1520" kern="1200">
          <a:solidFill>
            <a:schemeClr val="tx1"/>
          </a:solidFill>
          <a:latin typeface="+mn-lt"/>
          <a:ea typeface="+mn-ea"/>
          <a:cs typeface="+mn-cs"/>
        </a:defRPr>
      </a:lvl3pPr>
      <a:lvl4pPr marL="1215992"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4pPr>
      <a:lvl5pPr marL="1563418"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5pPr>
      <a:lvl6pPr marL="1910845"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6pPr>
      <a:lvl7pPr marL="2258271"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7pPr>
      <a:lvl8pPr marL="2605697"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8pPr>
      <a:lvl9pPr marL="2953123" indent="-173713" algn="l" defTabSz="694853" rtl="0" eaLnBrk="1" latinLnBrk="0" hangingPunct="1">
        <a:lnSpc>
          <a:spcPct val="90000"/>
        </a:lnSpc>
        <a:spcBef>
          <a:spcPts val="380"/>
        </a:spcBef>
        <a:buFont typeface="Arial" panose="020B0604020202020204" pitchFamily="34" charset="0"/>
        <a:buChar char="•"/>
        <a:defRPr sz="1368" kern="1200">
          <a:solidFill>
            <a:schemeClr val="tx1"/>
          </a:solidFill>
          <a:latin typeface="+mn-lt"/>
          <a:ea typeface="+mn-ea"/>
          <a:cs typeface="+mn-cs"/>
        </a:defRPr>
      </a:lvl9pPr>
    </p:bodyStyle>
    <p:otherStyle>
      <a:defPPr>
        <a:defRPr lang="en-US"/>
      </a:defPPr>
      <a:lvl1pPr marL="0" algn="l" defTabSz="694853" rtl="0" eaLnBrk="1" latinLnBrk="0" hangingPunct="1">
        <a:defRPr sz="1368" kern="1200">
          <a:solidFill>
            <a:schemeClr val="tx1"/>
          </a:solidFill>
          <a:latin typeface="+mn-lt"/>
          <a:ea typeface="+mn-ea"/>
          <a:cs typeface="+mn-cs"/>
        </a:defRPr>
      </a:lvl1pPr>
      <a:lvl2pPr marL="347426" algn="l" defTabSz="694853" rtl="0" eaLnBrk="1" latinLnBrk="0" hangingPunct="1">
        <a:defRPr sz="1368" kern="1200">
          <a:solidFill>
            <a:schemeClr val="tx1"/>
          </a:solidFill>
          <a:latin typeface="+mn-lt"/>
          <a:ea typeface="+mn-ea"/>
          <a:cs typeface="+mn-cs"/>
        </a:defRPr>
      </a:lvl2pPr>
      <a:lvl3pPr marL="694853" algn="l" defTabSz="694853" rtl="0" eaLnBrk="1" latinLnBrk="0" hangingPunct="1">
        <a:defRPr sz="1368" kern="1200">
          <a:solidFill>
            <a:schemeClr val="tx1"/>
          </a:solidFill>
          <a:latin typeface="+mn-lt"/>
          <a:ea typeface="+mn-ea"/>
          <a:cs typeface="+mn-cs"/>
        </a:defRPr>
      </a:lvl3pPr>
      <a:lvl4pPr marL="1042279" algn="l" defTabSz="694853" rtl="0" eaLnBrk="1" latinLnBrk="0" hangingPunct="1">
        <a:defRPr sz="1368" kern="1200">
          <a:solidFill>
            <a:schemeClr val="tx1"/>
          </a:solidFill>
          <a:latin typeface="+mn-lt"/>
          <a:ea typeface="+mn-ea"/>
          <a:cs typeface="+mn-cs"/>
        </a:defRPr>
      </a:lvl4pPr>
      <a:lvl5pPr marL="1389705" algn="l" defTabSz="694853" rtl="0" eaLnBrk="1" latinLnBrk="0" hangingPunct="1">
        <a:defRPr sz="1368" kern="1200">
          <a:solidFill>
            <a:schemeClr val="tx1"/>
          </a:solidFill>
          <a:latin typeface="+mn-lt"/>
          <a:ea typeface="+mn-ea"/>
          <a:cs typeface="+mn-cs"/>
        </a:defRPr>
      </a:lvl5pPr>
      <a:lvl6pPr marL="1737131" algn="l" defTabSz="694853" rtl="0" eaLnBrk="1" latinLnBrk="0" hangingPunct="1">
        <a:defRPr sz="1368" kern="1200">
          <a:solidFill>
            <a:schemeClr val="tx1"/>
          </a:solidFill>
          <a:latin typeface="+mn-lt"/>
          <a:ea typeface="+mn-ea"/>
          <a:cs typeface="+mn-cs"/>
        </a:defRPr>
      </a:lvl6pPr>
      <a:lvl7pPr marL="2084558" algn="l" defTabSz="694853" rtl="0" eaLnBrk="1" latinLnBrk="0" hangingPunct="1">
        <a:defRPr sz="1368" kern="1200">
          <a:solidFill>
            <a:schemeClr val="tx1"/>
          </a:solidFill>
          <a:latin typeface="+mn-lt"/>
          <a:ea typeface="+mn-ea"/>
          <a:cs typeface="+mn-cs"/>
        </a:defRPr>
      </a:lvl7pPr>
      <a:lvl8pPr marL="2431984" algn="l" defTabSz="694853" rtl="0" eaLnBrk="1" latinLnBrk="0" hangingPunct="1">
        <a:defRPr sz="1368" kern="1200">
          <a:solidFill>
            <a:schemeClr val="tx1"/>
          </a:solidFill>
          <a:latin typeface="+mn-lt"/>
          <a:ea typeface="+mn-ea"/>
          <a:cs typeface="+mn-cs"/>
        </a:defRPr>
      </a:lvl8pPr>
      <a:lvl9pPr marL="2779410" algn="l" defTabSz="694853" rtl="0" eaLnBrk="1" latinLnBrk="0" hangingPunct="1">
        <a:defRPr sz="1368"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8541" y="425474"/>
            <a:ext cx="4874419" cy="15446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8541" y="2127361"/>
            <a:ext cx="4874419" cy="50705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8541" y="7406916"/>
            <a:ext cx="1271588" cy="425472"/>
          </a:xfrm>
          <a:prstGeom prst="rect">
            <a:avLst/>
          </a:prstGeom>
        </p:spPr>
        <p:txBody>
          <a:bodyPr vert="horz" lIns="91440" tIns="45720" rIns="91440" bIns="45720" rtlCol="0" anchor="ctr"/>
          <a:lstStyle>
            <a:lvl1pPr algn="l">
              <a:defRPr sz="742">
                <a:solidFill>
                  <a:schemeClr val="tx1">
                    <a:tint val="82000"/>
                  </a:schemeClr>
                </a:solidFill>
              </a:defRPr>
            </a:lvl1pPr>
          </a:lstStyle>
          <a:p>
            <a:fld id="{27475733-6F7F-4117-9D24-6C952A0F31DE}" type="datetimeFigureOut">
              <a:rPr lang="en-US" smtClean="0"/>
              <a:t>7/6/2026</a:t>
            </a:fld>
            <a:endParaRPr lang="en-US"/>
          </a:p>
        </p:txBody>
      </p:sp>
      <p:sp>
        <p:nvSpPr>
          <p:cNvPr id="5" name="Footer Placeholder 4"/>
          <p:cNvSpPr>
            <a:spLocks noGrp="1"/>
          </p:cNvSpPr>
          <p:nvPr>
            <p:ph type="ftr" sz="quarter" idx="3"/>
          </p:nvPr>
        </p:nvSpPr>
        <p:spPr>
          <a:xfrm>
            <a:off x="1872060" y="7406916"/>
            <a:ext cx="1907381" cy="425472"/>
          </a:xfrm>
          <a:prstGeom prst="rect">
            <a:avLst/>
          </a:prstGeom>
        </p:spPr>
        <p:txBody>
          <a:bodyPr vert="horz" lIns="91440" tIns="45720" rIns="91440" bIns="45720" rtlCol="0" anchor="ctr"/>
          <a:lstStyle>
            <a:lvl1pPr algn="ctr">
              <a:defRPr sz="742">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3991372" y="7406916"/>
            <a:ext cx="1271588" cy="425472"/>
          </a:xfrm>
          <a:prstGeom prst="rect">
            <a:avLst/>
          </a:prstGeom>
        </p:spPr>
        <p:txBody>
          <a:bodyPr vert="horz" lIns="91440" tIns="45720" rIns="91440" bIns="45720" rtlCol="0" anchor="ctr"/>
          <a:lstStyle>
            <a:lvl1pPr algn="r">
              <a:defRPr sz="742">
                <a:solidFill>
                  <a:schemeClr val="tx1">
                    <a:tint val="82000"/>
                  </a:schemeClr>
                </a:solidFill>
              </a:defRPr>
            </a:lvl1pPr>
          </a:lstStyle>
          <a:p>
            <a:fld id="{543F0519-0BF0-4B50-8CCC-476EE0113DE2}" type="slidenum">
              <a:rPr lang="en-US" smtClean="0"/>
              <a:t>‹#›</a:t>
            </a:fld>
            <a:endParaRPr lang="en-US"/>
          </a:p>
        </p:txBody>
      </p:sp>
    </p:spTree>
    <p:extLst>
      <p:ext uri="{BB962C8B-B14F-4D97-AF65-F5344CB8AC3E}">
        <p14:creationId xmlns:p14="http://schemas.microsoft.com/office/powerpoint/2010/main" val="3056430370"/>
      </p:ext>
    </p:extLst>
  </p:cSld>
  <p:clrMap bg1="lt1" tx1="dk1" bg2="lt2" tx2="dk2" accent1="accent1" accent2="accent2" accent3="accent3" accent4="accent4" accent5="accent5" accent6="accent6" hlink="hlink" folHlink="folHlink"/>
  <p:sldLayoutIdLst>
    <p:sldLayoutId id="2147483732" r:id="rId1"/>
  </p:sldLayoutIdLst>
  <p:txStyles>
    <p:titleStyle>
      <a:lvl1pPr algn="l" defTabSz="565131" rtl="0" eaLnBrk="1" latinLnBrk="0" hangingPunct="1">
        <a:lnSpc>
          <a:spcPct val="90000"/>
        </a:lnSpc>
        <a:spcBef>
          <a:spcPct val="0"/>
        </a:spcBef>
        <a:buNone/>
        <a:defRPr sz="2719" kern="1200">
          <a:solidFill>
            <a:schemeClr val="tx1"/>
          </a:solidFill>
          <a:latin typeface="+mj-lt"/>
          <a:ea typeface="+mj-ea"/>
          <a:cs typeface="+mj-cs"/>
        </a:defRPr>
      </a:lvl1pPr>
    </p:titleStyle>
    <p:bodyStyle>
      <a:lvl1pPr marL="141283" indent="-141283" algn="l" defTabSz="565131" rtl="0" eaLnBrk="1" latinLnBrk="0" hangingPunct="1">
        <a:lnSpc>
          <a:spcPct val="90000"/>
        </a:lnSpc>
        <a:spcBef>
          <a:spcPts val="618"/>
        </a:spcBef>
        <a:buFont typeface="Arial" panose="020B0604020202020204" pitchFamily="34" charset="0"/>
        <a:buChar char="•"/>
        <a:defRPr sz="1730" kern="1200">
          <a:solidFill>
            <a:schemeClr val="tx1"/>
          </a:solidFill>
          <a:latin typeface="+mn-lt"/>
          <a:ea typeface="+mn-ea"/>
          <a:cs typeface="+mn-cs"/>
        </a:defRPr>
      </a:lvl1pPr>
      <a:lvl2pPr marL="423848" indent="-141283" algn="l" defTabSz="565131" rtl="0" eaLnBrk="1" latinLnBrk="0" hangingPunct="1">
        <a:lnSpc>
          <a:spcPct val="90000"/>
        </a:lnSpc>
        <a:spcBef>
          <a:spcPts val="309"/>
        </a:spcBef>
        <a:buFont typeface="Arial" panose="020B0604020202020204" pitchFamily="34" charset="0"/>
        <a:buChar char="•"/>
        <a:defRPr sz="1483" kern="1200">
          <a:solidFill>
            <a:schemeClr val="tx1"/>
          </a:solidFill>
          <a:latin typeface="+mn-lt"/>
          <a:ea typeface="+mn-ea"/>
          <a:cs typeface="+mn-cs"/>
        </a:defRPr>
      </a:lvl2pPr>
      <a:lvl3pPr marL="706414" indent="-141283" algn="l" defTabSz="565131" rtl="0" eaLnBrk="1" latinLnBrk="0" hangingPunct="1">
        <a:lnSpc>
          <a:spcPct val="90000"/>
        </a:lnSpc>
        <a:spcBef>
          <a:spcPts val="309"/>
        </a:spcBef>
        <a:buFont typeface="Arial" panose="020B0604020202020204" pitchFamily="34" charset="0"/>
        <a:buChar char="•"/>
        <a:defRPr sz="1236" kern="1200">
          <a:solidFill>
            <a:schemeClr val="tx1"/>
          </a:solidFill>
          <a:latin typeface="+mn-lt"/>
          <a:ea typeface="+mn-ea"/>
          <a:cs typeface="+mn-cs"/>
        </a:defRPr>
      </a:lvl3pPr>
      <a:lvl4pPr marL="988980"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4pPr>
      <a:lvl5pPr marL="1271545"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5pPr>
      <a:lvl6pPr marL="1554111"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6pPr>
      <a:lvl7pPr marL="1836676"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7pPr>
      <a:lvl8pPr marL="2119242"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8pPr>
      <a:lvl9pPr marL="2401808" indent="-141283" algn="l" defTabSz="565131" rtl="0" eaLnBrk="1" latinLnBrk="0" hangingPunct="1">
        <a:lnSpc>
          <a:spcPct val="90000"/>
        </a:lnSpc>
        <a:spcBef>
          <a:spcPts val="309"/>
        </a:spcBef>
        <a:buFont typeface="Arial" panose="020B0604020202020204" pitchFamily="34" charset="0"/>
        <a:buChar char="•"/>
        <a:defRPr sz="1112" kern="1200">
          <a:solidFill>
            <a:schemeClr val="tx1"/>
          </a:solidFill>
          <a:latin typeface="+mn-lt"/>
          <a:ea typeface="+mn-ea"/>
          <a:cs typeface="+mn-cs"/>
        </a:defRPr>
      </a:lvl9pPr>
    </p:bodyStyle>
    <p:otherStyle>
      <a:defPPr>
        <a:defRPr lang="en-US"/>
      </a:defPPr>
      <a:lvl1pPr marL="0" algn="l" defTabSz="565131" rtl="0" eaLnBrk="1" latinLnBrk="0" hangingPunct="1">
        <a:defRPr sz="1112" kern="1200">
          <a:solidFill>
            <a:schemeClr val="tx1"/>
          </a:solidFill>
          <a:latin typeface="+mn-lt"/>
          <a:ea typeface="+mn-ea"/>
          <a:cs typeface="+mn-cs"/>
        </a:defRPr>
      </a:lvl1pPr>
      <a:lvl2pPr marL="282566" algn="l" defTabSz="565131" rtl="0" eaLnBrk="1" latinLnBrk="0" hangingPunct="1">
        <a:defRPr sz="1112" kern="1200">
          <a:solidFill>
            <a:schemeClr val="tx1"/>
          </a:solidFill>
          <a:latin typeface="+mn-lt"/>
          <a:ea typeface="+mn-ea"/>
          <a:cs typeface="+mn-cs"/>
        </a:defRPr>
      </a:lvl2pPr>
      <a:lvl3pPr marL="565131" algn="l" defTabSz="565131" rtl="0" eaLnBrk="1" latinLnBrk="0" hangingPunct="1">
        <a:defRPr sz="1112" kern="1200">
          <a:solidFill>
            <a:schemeClr val="tx1"/>
          </a:solidFill>
          <a:latin typeface="+mn-lt"/>
          <a:ea typeface="+mn-ea"/>
          <a:cs typeface="+mn-cs"/>
        </a:defRPr>
      </a:lvl3pPr>
      <a:lvl4pPr marL="847697" algn="l" defTabSz="565131" rtl="0" eaLnBrk="1" latinLnBrk="0" hangingPunct="1">
        <a:defRPr sz="1112" kern="1200">
          <a:solidFill>
            <a:schemeClr val="tx1"/>
          </a:solidFill>
          <a:latin typeface="+mn-lt"/>
          <a:ea typeface="+mn-ea"/>
          <a:cs typeface="+mn-cs"/>
        </a:defRPr>
      </a:lvl4pPr>
      <a:lvl5pPr marL="1130262" algn="l" defTabSz="565131" rtl="0" eaLnBrk="1" latinLnBrk="0" hangingPunct="1">
        <a:defRPr sz="1112" kern="1200">
          <a:solidFill>
            <a:schemeClr val="tx1"/>
          </a:solidFill>
          <a:latin typeface="+mn-lt"/>
          <a:ea typeface="+mn-ea"/>
          <a:cs typeface="+mn-cs"/>
        </a:defRPr>
      </a:lvl5pPr>
      <a:lvl6pPr marL="1412828" algn="l" defTabSz="565131" rtl="0" eaLnBrk="1" latinLnBrk="0" hangingPunct="1">
        <a:defRPr sz="1112" kern="1200">
          <a:solidFill>
            <a:schemeClr val="tx1"/>
          </a:solidFill>
          <a:latin typeface="+mn-lt"/>
          <a:ea typeface="+mn-ea"/>
          <a:cs typeface="+mn-cs"/>
        </a:defRPr>
      </a:lvl6pPr>
      <a:lvl7pPr marL="1695394" algn="l" defTabSz="565131" rtl="0" eaLnBrk="1" latinLnBrk="0" hangingPunct="1">
        <a:defRPr sz="1112" kern="1200">
          <a:solidFill>
            <a:schemeClr val="tx1"/>
          </a:solidFill>
          <a:latin typeface="+mn-lt"/>
          <a:ea typeface="+mn-ea"/>
          <a:cs typeface="+mn-cs"/>
        </a:defRPr>
      </a:lvl7pPr>
      <a:lvl8pPr marL="1977959" algn="l" defTabSz="565131" rtl="0" eaLnBrk="1" latinLnBrk="0" hangingPunct="1">
        <a:defRPr sz="1112" kern="1200">
          <a:solidFill>
            <a:schemeClr val="tx1"/>
          </a:solidFill>
          <a:latin typeface="+mn-lt"/>
          <a:ea typeface="+mn-ea"/>
          <a:cs typeface="+mn-cs"/>
        </a:defRPr>
      </a:lvl8pPr>
      <a:lvl9pPr marL="2260525" algn="l" defTabSz="565131" rtl="0" eaLnBrk="1" latinLnBrk="0" hangingPunct="1">
        <a:defRPr sz="1112"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785" userDrawn="1">
          <p15:clr>
            <a:srgbClr val="F26B43"/>
          </p15:clr>
        </p15:guide>
        <p15:guide id="2" pos="238" userDrawn="1">
          <p15:clr>
            <a:srgbClr val="F26B43"/>
          </p15:clr>
        </p15:guide>
        <p15:guide id="3" pos="3322" userDrawn="1">
          <p15:clr>
            <a:srgbClr val="F26B43"/>
          </p15:clr>
        </p15:guide>
        <p15:guide id="4" orient="horz" pos="249" userDrawn="1">
          <p15:clr>
            <a:srgbClr val="F26B43"/>
          </p15:clr>
        </p15:guide>
        <p15:guide id="5" orient="horz" pos="6094">
          <p15:clr>
            <a:srgbClr val="F26B43"/>
          </p15:clr>
        </p15:guide>
        <p15:guide id="6" pos="2448">
          <p15:clr>
            <a:srgbClr val="F26B43"/>
          </p15:clr>
        </p15:guide>
        <p15:guide id="7" orient="horz" pos="105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3"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7E35-A357-6951-93B8-84DA1F8415CF}"/>
            </a:ext>
          </a:extLst>
        </p:cNvPr>
        <p:cNvGrpSpPr/>
        <p:nvPr/>
      </p:nvGrpSpPr>
      <p:grpSpPr>
        <a:xfrm>
          <a:off x="0" y="0"/>
          <a:ext cx="0" cy="0"/>
          <a:chOff x="0" y="0"/>
          <a:chExt cx="0" cy="0"/>
        </a:xfrm>
      </p:grpSpPr>
      <p:pic>
        <p:nvPicPr>
          <p:cNvPr id="67" name="Rectangle 3468742" descr="preencoded.png">
            <a:extLst>
              <a:ext uri="{FF2B5EF4-FFF2-40B4-BE49-F238E27FC236}">
                <a16:creationId xmlns:a16="http://schemas.microsoft.com/office/drawing/2014/main" id="{935D4737-AF15-D2BD-A0CA-A169A8D5D2C5}"/>
              </a:ext>
            </a:extLst>
          </p:cNvPr>
          <p:cNvPicPr>
            <a:picLocks noChangeAspect="1"/>
          </p:cNvPicPr>
          <p:nvPr/>
        </p:nvPicPr>
        <p:blipFill>
          <a:blip r:embed="rId3">
            <a:alphaModFix/>
          </a:blip>
          <a:srcRect t="1" b="17144"/>
          <a:stretch>
            <a:fillRect/>
          </a:stretch>
        </p:blipFill>
        <p:spPr>
          <a:xfrm>
            <a:off x="576" y="6"/>
            <a:ext cx="5647182" cy="7991474"/>
          </a:xfrm>
          <a:prstGeom prst="rect">
            <a:avLst/>
          </a:prstGeom>
        </p:spPr>
      </p:pic>
      <p:sp>
        <p:nvSpPr>
          <p:cNvPr id="79" name="Rectangle: Rounded Corners 78">
            <a:extLst>
              <a:ext uri="{FF2B5EF4-FFF2-40B4-BE49-F238E27FC236}">
                <a16:creationId xmlns:a16="http://schemas.microsoft.com/office/drawing/2014/main" id="{F81BFA34-B18A-5D19-CB2E-5EFFFD85E75F}"/>
              </a:ext>
            </a:extLst>
          </p:cNvPr>
          <p:cNvSpPr/>
          <p:nvPr/>
        </p:nvSpPr>
        <p:spPr bwMode="auto">
          <a:xfrm>
            <a:off x="282153"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0" name="Rectangle: Rounded Corners 79">
            <a:extLst>
              <a:ext uri="{FF2B5EF4-FFF2-40B4-BE49-F238E27FC236}">
                <a16:creationId xmlns:a16="http://schemas.microsoft.com/office/drawing/2014/main" id="{B9FF4C58-C222-0372-551A-B65DBB1DB687}"/>
              </a:ext>
            </a:extLst>
          </p:cNvPr>
          <p:cNvSpPr/>
          <p:nvPr/>
        </p:nvSpPr>
        <p:spPr bwMode="auto">
          <a:xfrm>
            <a:off x="201690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sp>
        <p:nvSpPr>
          <p:cNvPr id="81" name="Rectangle: Rounded Corners 80">
            <a:extLst>
              <a:ext uri="{FF2B5EF4-FFF2-40B4-BE49-F238E27FC236}">
                <a16:creationId xmlns:a16="http://schemas.microsoft.com/office/drawing/2014/main" id="{40975A17-5A4C-D6C3-AEC2-7F7BB3AB4AF3}"/>
              </a:ext>
            </a:extLst>
          </p:cNvPr>
          <p:cNvSpPr/>
          <p:nvPr/>
        </p:nvSpPr>
        <p:spPr bwMode="auto">
          <a:xfrm>
            <a:off x="3763968" y="5210604"/>
            <a:ext cx="1625418" cy="2444325"/>
          </a:xfrm>
          <a:prstGeom prst="roundRect">
            <a:avLst>
              <a:gd name="adj" fmla="val 5082"/>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pic>
        <p:nvPicPr>
          <p:cNvPr id="71" name="Picture 70">
            <a:extLst>
              <a:ext uri="{FF2B5EF4-FFF2-40B4-BE49-F238E27FC236}">
                <a16:creationId xmlns:a16="http://schemas.microsoft.com/office/drawing/2014/main" id="{9B91F6E1-310B-4DCA-D9D1-EFA8D25C3146}"/>
              </a:ext>
            </a:extLst>
          </p:cNvPr>
          <p:cNvPicPr>
            <a:picLocks noChangeAspect="1"/>
          </p:cNvPicPr>
          <p:nvPr/>
        </p:nvPicPr>
        <p:blipFill>
          <a:blip r:embed="rId4"/>
          <a:srcRect l="82526" t="30965" r="-63239" b="25799"/>
          <a:stretch>
            <a:fillRect/>
          </a:stretch>
        </p:blipFill>
        <p:spPr>
          <a:xfrm>
            <a:off x="576" y="-6495"/>
            <a:ext cx="5652707" cy="1385835"/>
          </a:xfrm>
          <a:prstGeom prst="rect">
            <a:avLst/>
          </a:prstGeom>
          <a:effectLst/>
        </p:spPr>
      </p:pic>
      <p:sp>
        <p:nvSpPr>
          <p:cNvPr id="61" name="Rectangle 60">
            <a:extLst>
              <a:ext uri="{FF2B5EF4-FFF2-40B4-BE49-F238E27FC236}">
                <a16:creationId xmlns:a16="http://schemas.microsoft.com/office/drawing/2014/main" id="{9E2C1D61-C97B-074D-2D5C-424C889179B7}"/>
              </a:ext>
            </a:extLst>
          </p:cNvPr>
          <p:cNvSpPr/>
          <p:nvPr/>
        </p:nvSpPr>
        <p:spPr bwMode="auto">
          <a:xfrm>
            <a:off x="576" y="-3447"/>
            <a:ext cx="5647182" cy="1385833"/>
          </a:xfrm>
          <a:prstGeom prst="rect">
            <a:avLst/>
          </a:prstGeom>
          <a:solidFill>
            <a:srgbClr val="F2E5DE">
              <a:alpha val="42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pic>
        <p:nvPicPr>
          <p:cNvPr id="63" name="Picture 62">
            <a:extLst>
              <a:ext uri="{FF2B5EF4-FFF2-40B4-BE49-F238E27FC236}">
                <a16:creationId xmlns:a16="http://schemas.microsoft.com/office/drawing/2014/main" id="{1F8D7817-2A34-A090-10BB-8A54EB0076A2}"/>
              </a:ext>
            </a:extLst>
          </p:cNvPr>
          <p:cNvPicPr>
            <a:picLocks noChangeAspect="1"/>
          </p:cNvPicPr>
          <p:nvPr/>
        </p:nvPicPr>
        <p:blipFill>
          <a:blip r:embed="rId4"/>
          <a:srcRect l="-57031" t="49290" r="56933" b="-2909"/>
          <a:stretch>
            <a:fillRect/>
          </a:stretch>
        </p:blipFill>
        <p:spPr>
          <a:xfrm>
            <a:off x="576" y="-3448"/>
            <a:ext cx="5652707" cy="1385835"/>
          </a:xfrm>
          <a:prstGeom prst="rect">
            <a:avLst/>
          </a:prstGeom>
          <a:effectLst/>
        </p:spPr>
      </p:pic>
      <p:sp>
        <p:nvSpPr>
          <p:cNvPr id="32" name="Title 31">
            <a:extLst>
              <a:ext uri="{FF2B5EF4-FFF2-40B4-BE49-F238E27FC236}">
                <a16:creationId xmlns:a16="http://schemas.microsoft.com/office/drawing/2014/main" id="{C8230886-385E-3625-B41A-6EB929B3CECD}"/>
              </a:ext>
            </a:extLst>
          </p:cNvPr>
          <p:cNvSpPr txBox="1">
            <a:spLocks noGrp="1"/>
          </p:cNvSpPr>
          <p:nvPr>
            <p:ph type="ctrTitle"/>
          </p:nvPr>
        </p:nvSpPr>
        <p:spPr>
          <a:xfrm>
            <a:off x="280573" y="563896"/>
            <a:ext cx="4214824" cy="565524"/>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365417">
              <a:spcBef>
                <a:spcPts val="0"/>
              </a:spcBef>
            </a:pPr>
            <a:r>
              <a:rPr lang="en-US" sz="2035" dirty="0">
                <a:solidFill>
                  <a:srgbClr val="C03BC4"/>
                </a:solidFill>
                <a:cs typeface="Segoe Sans Display Semilight" pitchFamily="2" charset="0"/>
              </a:rPr>
              <a:t>Microsoft Purview Suite </a:t>
            </a:r>
            <a:r>
              <a:rPr lang="en-US" sz="2035" dirty="0">
                <a:cs typeface="Segoe Sans Display Semilight" pitchFamily="2" charset="0"/>
              </a:rPr>
              <a:t>for Microsoft 365 Business Premium</a:t>
            </a:r>
          </a:p>
        </p:txBody>
      </p:sp>
      <p:sp>
        <p:nvSpPr>
          <p:cNvPr id="17" name="TextBox 16">
            <a:extLst>
              <a:ext uri="{FF2B5EF4-FFF2-40B4-BE49-F238E27FC236}">
                <a16:creationId xmlns:a16="http://schemas.microsoft.com/office/drawing/2014/main" id="{A92E1932-F00B-7615-5E7D-55DC4703F1C2}"/>
              </a:ext>
            </a:extLst>
          </p:cNvPr>
          <p:cNvSpPr txBox="1">
            <a:spLocks/>
          </p:cNvSpPr>
          <p:nvPr/>
        </p:nvSpPr>
        <p:spPr>
          <a:xfrm>
            <a:off x="2074568" y="1662672"/>
            <a:ext cx="3157627" cy="447324"/>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1309"/>
              </a:spcAft>
              <a:defRPr/>
            </a:pPr>
            <a:r>
              <a:rPr lang="en-US" sz="1453">
                <a:solidFill>
                  <a:srgbClr val="000000"/>
                </a:solidFill>
                <a:latin typeface="Segoe Sans Display Semibold" pitchFamily="2" charset="0"/>
                <a:cs typeface="Segoe Sans Display Semibold" pitchFamily="2" charset="0"/>
              </a:rPr>
              <a:t>Intelligent compliance and risk management in the age of AI</a:t>
            </a:r>
          </a:p>
        </p:txBody>
      </p:sp>
      <p:sp>
        <p:nvSpPr>
          <p:cNvPr id="3" name="TextBox 2">
            <a:extLst>
              <a:ext uri="{FF2B5EF4-FFF2-40B4-BE49-F238E27FC236}">
                <a16:creationId xmlns:a16="http://schemas.microsoft.com/office/drawing/2014/main" id="{DA3B5A7B-B9D1-2B64-CAD0-43CB23302445}"/>
              </a:ext>
            </a:extLst>
          </p:cNvPr>
          <p:cNvSpPr txBox="1">
            <a:spLocks/>
          </p:cNvSpPr>
          <p:nvPr/>
        </p:nvSpPr>
        <p:spPr>
          <a:xfrm>
            <a:off x="2090404" y="2197159"/>
            <a:ext cx="3290136" cy="2334191"/>
          </a:xfrm>
          <a:prstGeom prst="rect">
            <a:avLst/>
          </a:prstGeom>
          <a:noFill/>
        </p:spPr>
        <p:txBody>
          <a:bodyPr wrap="square" lIns="0" tIns="0" rIns="0" bIns="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64395">
              <a:spcAft>
                <a:spcPts val="582"/>
              </a:spcAft>
              <a:defRPr/>
            </a:pPr>
            <a:r>
              <a:rPr lang="en-US" sz="997">
                <a:solidFill>
                  <a:srgbClr val="000000"/>
                </a:solidFill>
                <a:latin typeface="Segoe UI"/>
                <a:ea typeface="+mn-lt"/>
                <a:cs typeface="Segoe UI"/>
              </a:rPr>
              <a:t>Microsoft Purview Suite, now available as an add-on to Microsoft 365 Business Premium, providers integrated data security and compliance capabilities critical for organizations looking to adopt Gen AI technologies and minimize risks related to regulatory requirements.</a:t>
            </a:r>
            <a:endParaRPr lang="en-US" sz="1594">
              <a:solidFill>
                <a:srgbClr val="000000"/>
              </a:solidFill>
              <a:latin typeface="Segoe UI"/>
              <a:ea typeface="+mn-lt"/>
              <a:cs typeface="Segoe UI"/>
            </a:endParaRPr>
          </a:p>
          <a:p>
            <a:pPr marL="132879" indent="-132879" defTabSz="332198">
              <a:spcBef>
                <a:spcPts val="437"/>
              </a:spcBef>
              <a:spcAft>
                <a:spcPts val="582"/>
              </a:spcAft>
              <a:buFont typeface="Arial" panose="020B0604020202020204" pitchFamily="34" charset="0"/>
              <a:buChar char="•"/>
              <a:defRPr/>
            </a:pPr>
            <a:r>
              <a:rPr lang="en-US" sz="997">
                <a:solidFill>
                  <a:srgbClr val="000000"/>
                </a:solidFill>
                <a:latin typeface="Segoe Sans Display"/>
                <a:cs typeface="Segoe Sans Display"/>
              </a:rPr>
              <a:t>Safeguard sensitive data across clouds, apps, and endpoints.</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Identify and remediate critical risks within your organization.</a:t>
            </a:r>
          </a:p>
          <a:p>
            <a:pPr marL="132879" indent="-132879" defTabSz="332198">
              <a:spcAft>
                <a:spcPts val="582"/>
              </a:spcAft>
              <a:buFont typeface="Arial" panose="020B0604020202020204" pitchFamily="34" charset="0"/>
              <a:buChar char="•"/>
              <a:defRPr/>
            </a:pPr>
            <a:r>
              <a:rPr lang="en-US" sz="997">
                <a:solidFill>
                  <a:srgbClr val="000000"/>
                </a:solidFill>
                <a:latin typeface="Segoe Sans Display"/>
                <a:cs typeface="Segoe Sans Display"/>
              </a:rPr>
              <a:t>Investigate and respond to legal requirements with relevant data.</a:t>
            </a:r>
          </a:p>
          <a:p>
            <a:pPr marL="132879" indent="-132879" defTabSz="332198">
              <a:spcAft>
                <a:spcPts val="582"/>
              </a:spcAft>
              <a:buFont typeface="Arial" panose="020B0604020202020204" pitchFamily="34" charset="0"/>
              <a:buChar char="•"/>
              <a:defRPr/>
            </a:pPr>
            <a:r>
              <a:rPr lang="en-US" sz="997">
                <a:solidFill>
                  <a:srgbClr val="000000"/>
                </a:solidFill>
                <a:latin typeface="Segoe UI"/>
                <a:ea typeface="+mn-lt"/>
                <a:cs typeface="Segoe UI"/>
              </a:rPr>
              <a:t>Built-in assessments and actions for 350+ regional regulations</a:t>
            </a:r>
            <a:endParaRPr lang="en-US" sz="1594">
              <a:solidFill>
                <a:srgbClr val="000000"/>
              </a:solidFill>
              <a:latin typeface="Segoe UI"/>
            </a:endParaRPr>
          </a:p>
        </p:txBody>
      </p:sp>
      <p:sp>
        <p:nvSpPr>
          <p:cNvPr id="42" name="Left Bracket 41">
            <a:extLst>
              <a:ext uri="{FF2B5EF4-FFF2-40B4-BE49-F238E27FC236}">
                <a16:creationId xmlns:a16="http://schemas.microsoft.com/office/drawing/2014/main" id="{4607B54D-3EC6-3752-105A-D9D2701B8F61}"/>
              </a:ext>
            </a:extLst>
          </p:cNvPr>
          <p:cNvSpPr/>
          <p:nvPr/>
        </p:nvSpPr>
        <p:spPr>
          <a:xfrm rot="16200000" flipH="1">
            <a:off x="2710625" y="2477599"/>
            <a:ext cx="244967" cy="5085222"/>
          </a:xfrm>
          <a:prstGeom prst="leftBracket">
            <a:avLst>
              <a:gd name="adj" fmla="val 0"/>
            </a:avLst>
          </a:prstGeom>
          <a:ln w="9525" cap="rnd">
            <a:solidFill>
              <a:srgbClr val="C03BC4">
                <a:alpha val="25000"/>
              </a:srgbClr>
            </a:solidFill>
            <a:headEnd type="none" w="lg" len="med"/>
            <a:tailEnd type="none" w="lg" len="sm"/>
          </a:ln>
          <a:effectLst/>
          <a:extLst>
            <a:ext uri="{909E8E84-426E-40DD-AFC4-6F175D3DCCD1}">
              <a14:hiddenFill xmlns:a14="http://schemas.microsoft.com/office/drawing/2010/main">
                <a:solidFill>
                  <a:srgbClr val="FFFFFF"/>
                </a:solidFill>
              </a14:hiddenFill>
            </a:ext>
          </a:extLst>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332198">
              <a:defRPr/>
            </a:pPr>
            <a:endParaRPr lang="en-IN" sz="1309">
              <a:solidFill>
                <a:srgbClr val="000000"/>
              </a:solidFill>
              <a:latin typeface="Segoe UI"/>
            </a:endParaRPr>
          </a:p>
        </p:txBody>
      </p:sp>
      <p:sp>
        <p:nvSpPr>
          <p:cNvPr id="43" name="Title 1">
            <a:extLst>
              <a:ext uri="{FF2B5EF4-FFF2-40B4-BE49-F238E27FC236}">
                <a16:creationId xmlns:a16="http://schemas.microsoft.com/office/drawing/2014/main" id="{0229FE75-A857-208B-452D-3AC05899E608}"/>
              </a:ext>
            </a:extLst>
          </p:cNvPr>
          <p:cNvSpPr txBox="1">
            <a:spLocks/>
          </p:cNvSpPr>
          <p:nvPr/>
        </p:nvSpPr>
        <p:spPr>
          <a:xfrm>
            <a:off x="550049" y="4818509"/>
            <a:ext cx="4574680" cy="151092"/>
          </a:xfrm>
          <a:prstGeom prst="rect">
            <a:avLst/>
          </a:prstGeom>
          <a:solidFill>
            <a:srgbClr val="F2F0F0"/>
          </a:solidFill>
          <a:ln w="9525">
            <a:noFill/>
          </a:ln>
        </p:spPr>
        <p:txBody>
          <a:bodyPr vert="horz" wrap="square" lIns="66437" tIns="33220" rIns="66437" bIns="33220" rtlCol="0" anchor="ctr" anchorCtr="0">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Aft>
                <a:spcPct val="0"/>
              </a:spcAft>
              <a:defRPr/>
            </a:pPr>
            <a:r>
              <a:rPr lang="en-US" sz="1163" spc="0">
                <a:solidFill>
                  <a:srgbClr val="C03BC4"/>
                </a:solidFill>
                <a:latin typeface="Segoe UI Semibold"/>
                <a:ea typeface="+mj-lt"/>
                <a:cs typeface="Segoe UI Semibold"/>
              </a:rPr>
              <a:t>Unified solutions to secure and govern data for the era of AI</a:t>
            </a:r>
            <a:endParaRPr lang="en-US" sz="2616" spc="-36">
              <a:solidFill>
                <a:srgbClr val="C03BC4"/>
              </a:solidFill>
              <a:latin typeface="Segoe UI Semibold"/>
            </a:endParaRPr>
          </a:p>
        </p:txBody>
      </p:sp>
      <p:sp>
        <p:nvSpPr>
          <p:cNvPr id="44" name="TextBox 43">
            <a:extLst>
              <a:ext uri="{FF2B5EF4-FFF2-40B4-BE49-F238E27FC236}">
                <a16:creationId xmlns:a16="http://schemas.microsoft.com/office/drawing/2014/main" id="{A7A559E7-3970-4136-DC54-7BA2820FF8F5}"/>
              </a:ext>
            </a:extLst>
          </p:cNvPr>
          <p:cNvSpPr txBox="1"/>
          <p:nvPr/>
        </p:nvSpPr>
        <p:spPr>
          <a:xfrm>
            <a:off x="358808" y="5920009"/>
            <a:ext cx="154706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Address oversharing concerns</a:t>
            </a:r>
          </a:p>
        </p:txBody>
      </p:sp>
      <p:sp>
        <p:nvSpPr>
          <p:cNvPr id="45" name="TextBox 44">
            <a:extLst>
              <a:ext uri="{FF2B5EF4-FFF2-40B4-BE49-F238E27FC236}">
                <a16:creationId xmlns:a16="http://schemas.microsoft.com/office/drawing/2014/main" id="{2FBE6B00-7CF5-6B33-E396-66DF2835C682}"/>
              </a:ext>
            </a:extLst>
          </p:cNvPr>
          <p:cNvSpPr txBox="1"/>
          <p:nvPr/>
        </p:nvSpPr>
        <p:spPr>
          <a:xfrm>
            <a:off x="2089467" y="5920009"/>
            <a:ext cx="1537883"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Protect against data loss and insider risks</a:t>
            </a:r>
          </a:p>
        </p:txBody>
      </p:sp>
      <p:sp>
        <p:nvSpPr>
          <p:cNvPr id="46" name="TextBox 45">
            <a:extLst>
              <a:ext uri="{FF2B5EF4-FFF2-40B4-BE49-F238E27FC236}">
                <a16:creationId xmlns:a16="http://schemas.microsoft.com/office/drawing/2014/main" id="{CF4731E7-05FF-532F-52AE-93BA33AE7EC1}"/>
              </a:ext>
            </a:extLst>
          </p:cNvPr>
          <p:cNvSpPr txBox="1"/>
          <p:nvPr/>
        </p:nvSpPr>
        <p:spPr>
          <a:xfrm>
            <a:off x="3832720" y="5920008"/>
            <a:ext cx="1507119" cy="380226"/>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l" defTabSz="664370">
              <a:defRPr/>
            </a:pPr>
            <a:r>
              <a:rPr lang="en-US" sz="1017">
                <a:solidFill>
                  <a:srgbClr val="000000"/>
                </a:solidFill>
                <a:latin typeface="Segoe Sans Display Semibold"/>
                <a:cs typeface="Segoe Sans Display Semibold"/>
              </a:rPr>
              <a:t>Govern AI use to meet regulations &amp; policies</a:t>
            </a:r>
          </a:p>
        </p:txBody>
      </p:sp>
      <p:sp>
        <p:nvSpPr>
          <p:cNvPr id="47" name="TextBox 46">
            <a:extLst>
              <a:ext uri="{FF2B5EF4-FFF2-40B4-BE49-F238E27FC236}">
                <a16:creationId xmlns:a16="http://schemas.microsoft.com/office/drawing/2014/main" id="{DBF849E1-2B38-8110-7D96-69D3AF3E886A}"/>
              </a:ext>
            </a:extLst>
          </p:cNvPr>
          <p:cNvSpPr txBox="1"/>
          <p:nvPr/>
        </p:nvSpPr>
        <p:spPr>
          <a:xfrm>
            <a:off x="361047" y="6328431"/>
            <a:ext cx="136254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Gain visibility into overshared content.</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Remediate excessive permissions.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Prevent Generative AI from processing sensitive files.</a:t>
            </a:r>
          </a:p>
        </p:txBody>
      </p:sp>
      <p:sp>
        <p:nvSpPr>
          <p:cNvPr id="48" name="TextBox 47">
            <a:extLst>
              <a:ext uri="{FF2B5EF4-FFF2-40B4-BE49-F238E27FC236}">
                <a16:creationId xmlns:a16="http://schemas.microsoft.com/office/drawing/2014/main" id="{3CC0BE90-57FC-7645-EC41-2A5A4441D26E}"/>
              </a:ext>
            </a:extLst>
          </p:cNvPr>
          <p:cNvSpPr txBox="1"/>
          <p:nvPr/>
        </p:nvSpPr>
        <p:spPr>
          <a:xfrm>
            <a:off x="2097858" y="6328431"/>
            <a:ext cx="1510276"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Get alerts and reports of risky behavior and AI use.</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Protect sensitive files and Copilot interactions.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Dynamically apply security policies based on risky actions.</a:t>
            </a:r>
          </a:p>
        </p:txBody>
      </p:sp>
      <p:sp>
        <p:nvSpPr>
          <p:cNvPr id="49" name="TextBox 48">
            <a:extLst>
              <a:ext uri="{FF2B5EF4-FFF2-40B4-BE49-F238E27FC236}">
                <a16:creationId xmlns:a16="http://schemas.microsoft.com/office/drawing/2014/main" id="{07FC56BF-390F-68CB-6993-C9226762ED03}"/>
              </a:ext>
            </a:extLst>
          </p:cNvPr>
          <p:cNvSpPr txBox="1"/>
          <p:nvPr/>
        </p:nvSpPr>
        <p:spPr>
          <a:xfrm>
            <a:off x="3850717" y="6328432"/>
            <a:ext cx="1461625" cy="1109538"/>
          </a:xfrm>
          <a:prstGeom prst="rect">
            <a:avLst/>
          </a:prstGeom>
          <a:noFill/>
        </p:spPr>
        <p:txBody>
          <a:bodyPr wrap="square" lIns="66437" tIns="33220" rIns="66437" bIns="33220" rtlCol="0" anchor="t" anchorCtr="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Inspect interaction content and audit logs. </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Investigate for compliance and ethical violations.</a:t>
            </a:r>
          </a:p>
          <a:p>
            <a:pPr marL="124573" indent="-124573" algn="l" defTabSz="664370">
              <a:spcAft>
                <a:spcPts val="437"/>
              </a:spcAft>
              <a:buSzPct val="100000"/>
              <a:buFont typeface="Wingdings" panose="05000000000000000000" pitchFamily="2" charset="2"/>
              <a:buChar char=""/>
              <a:defRPr/>
            </a:pPr>
            <a:r>
              <a:rPr lang="en-US" sz="872">
                <a:solidFill>
                  <a:srgbClr val="000000"/>
                </a:solidFill>
                <a:latin typeface="Segoe Sans Display"/>
                <a:cs typeface="Segoe Sans Display"/>
              </a:rPr>
              <a:t>Enforce lifecycle policies and legal holds. </a:t>
            </a:r>
          </a:p>
        </p:txBody>
      </p:sp>
      <p:grpSp>
        <p:nvGrpSpPr>
          <p:cNvPr id="50" name="Group 49">
            <a:extLst>
              <a:ext uri="{FF2B5EF4-FFF2-40B4-BE49-F238E27FC236}">
                <a16:creationId xmlns:a16="http://schemas.microsoft.com/office/drawing/2014/main" id="{1DAC263C-DD68-2093-183D-563923E8995E}"/>
              </a:ext>
            </a:extLst>
          </p:cNvPr>
          <p:cNvGrpSpPr/>
          <p:nvPr/>
        </p:nvGrpSpPr>
        <p:grpSpPr>
          <a:xfrm>
            <a:off x="922768" y="5405402"/>
            <a:ext cx="352772" cy="352770"/>
            <a:chOff x="1279011" y="2060416"/>
            <a:chExt cx="441393" cy="441390"/>
          </a:xfrm>
        </p:grpSpPr>
        <p:sp>
          <p:nvSpPr>
            <p:cNvPr id="51" name="Oval 50">
              <a:extLst>
                <a:ext uri="{FF2B5EF4-FFF2-40B4-BE49-F238E27FC236}">
                  <a16:creationId xmlns:a16="http://schemas.microsoft.com/office/drawing/2014/main" id="{E2C8F927-3A6B-5151-5591-7DBD1A7B5937}"/>
                </a:ext>
              </a:extLst>
            </p:cNvPr>
            <p:cNvSpPr/>
            <p:nvPr/>
          </p:nvSpPr>
          <p:spPr bwMode="auto">
            <a:xfrm rot="5400000">
              <a:off x="1279013" y="2060414"/>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3" name="Graphic 81" descr="Icon of an app window with a closed padlock">
              <a:extLst>
                <a:ext uri="{FF2B5EF4-FFF2-40B4-BE49-F238E27FC236}">
                  <a16:creationId xmlns:a16="http://schemas.microsoft.com/office/drawing/2014/main" id="{EA82653D-5D21-5D23-3B69-4F87EAB3F775}"/>
                </a:ext>
              </a:extLst>
            </p:cNvPr>
            <p:cNvSpPr/>
            <p:nvPr/>
          </p:nvSpPr>
          <p:spPr>
            <a:xfrm>
              <a:off x="1407278" y="2184013"/>
              <a:ext cx="184865" cy="194188"/>
            </a:xfrm>
            <a:custGeom>
              <a:avLst/>
              <a:gdLst>
                <a:gd name="connsiteX0" fmla="*/ 228003 w 309156"/>
                <a:gd name="connsiteY0" fmla="*/ 0 h 309156"/>
                <a:gd name="connsiteX1" fmla="*/ 278241 w 309156"/>
                <a:gd name="connsiteY1" fmla="*/ 50238 h 309156"/>
                <a:gd name="connsiteX2" fmla="*/ 278241 w 309156"/>
                <a:gd name="connsiteY2" fmla="*/ 132172 h 309156"/>
                <a:gd name="connsiteX3" fmla="*/ 255054 w 309156"/>
                <a:gd name="connsiteY3" fmla="*/ 118174 h 309156"/>
                <a:gd name="connsiteX4" fmla="*/ 255054 w 309156"/>
                <a:gd name="connsiteY4" fmla="*/ 85018 h 309156"/>
                <a:gd name="connsiteX5" fmla="*/ 23187 w 309156"/>
                <a:gd name="connsiteY5" fmla="*/ 85018 h 309156"/>
                <a:gd name="connsiteX6" fmla="*/ 23187 w 309156"/>
                <a:gd name="connsiteY6" fmla="*/ 228003 h 309156"/>
                <a:gd name="connsiteX7" fmla="*/ 50238 w 309156"/>
                <a:gd name="connsiteY7" fmla="*/ 255054 h 309156"/>
                <a:gd name="connsiteX8" fmla="*/ 154578 w 309156"/>
                <a:gd name="connsiteY8" fmla="*/ 255054 h 309156"/>
                <a:gd name="connsiteX9" fmla="*/ 154578 w 309156"/>
                <a:gd name="connsiteY9" fmla="*/ 278241 h 309156"/>
                <a:gd name="connsiteX10" fmla="*/ 50238 w 309156"/>
                <a:gd name="connsiteY10" fmla="*/ 278241 h 309156"/>
                <a:gd name="connsiteX11" fmla="*/ 0 w 309156"/>
                <a:gd name="connsiteY11" fmla="*/ 228003 h 309156"/>
                <a:gd name="connsiteX12" fmla="*/ 0 w 309156"/>
                <a:gd name="connsiteY12" fmla="*/ 50238 h 309156"/>
                <a:gd name="connsiteX13" fmla="*/ 50238 w 309156"/>
                <a:gd name="connsiteY13" fmla="*/ 0 h 309156"/>
                <a:gd name="connsiteX14" fmla="*/ 228003 w 309156"/>
                <a:gd name="connsiteY14" fmla="*/ 0 h 309156"/>
                <a:gd name="connsiteX15" fmla="*/ 228003 w 309156"/>
                <a:gd name="connsiteY15" fmla="*/ 23187 h 309156"/>
                <a:gd name="connsiteX16" fmla="*/ 50238 w 309156"/>
                <a:gd name="connsiteY16" fmla="*/ 23187 h 309156"/>
                <a:gd name="connsiteX17" fmla="*/ 23187 w 309156"/>
                <a:gd name="connsiteY17" fmla="*/ 50238 h 309156"/>
                <a:gd name="connsiteX18" fmla="*/ 23187 w 309156"/>
                <a:gd name="connsiteY18" fmla="*/ 61831 h 309156"/>
                <a:gd name="connsiteX19" fmla="*/ 255054 w 309156"/>
                <a:gd name="connsiteY19" fmla="*/ 61831 h 309156"/>
                <a:gd name="connsiteX20" fmla="*/ 255054 w 309156"/>
                <a:gd name="connsiteY20" fmla="*/ 50238 h 309156"/>
                <a:gd name="connsiteX21" fmla="*/ 228003 w 309156"/>
                <a:gd name="connsiteY21" fmla="*/ 23187 h 309156"/>
                <a:gd name="connsiteX22" fmla="*/ 200952 w 309156"/>
                <a:gd name="connsiteY22" fmla="*/ 185494 h 309156"/>
                <a:gd name="connsiteX23" fmla="*/ 193223 w 309156"/>
                <a:gd name="connsiteY23" fmla="*/ 185494 h 309156"/>
                <a:gd name="connsiteX24" fmla="*/ 170036 w 309156"/>
                <a:gd name="connsiteY24" fmla="*/ 208681 h 309156"/>
                <a:gd name="connsiteX25" fmla="*/ 170036 w 309156"/>
                <a:gd name="connsiteY25" fmla="*/ 285970 h 309156"/>
                <a:gd name="connsiteX26" fmla="*/ 193223 w 309156"/>
                <a:gd name="connsiteY26" fmla="*/ 309157 h 309156"/>
                <a:gd name="connsiteX27" fmla="*/ 285970 w 309156"/>
                <a:gd name="connsiteY27" fmla="*/ 309157 h 309156"/>
                <a:gd name="connsiteX28" fmla="*/ 309157 w 309156"/>
                <a:gd name="connsiteY28" fmla="*/ 285970 h 309156"/>
                <a:gd name="connsiteX29" fmla="*/ 309157 w 309156"/>
                <a:gd name="connsiteY29" fmla="*/ 208681 h 309156"/>
                <a:gd name="connsiteX30" fmla="*/ 285970 w 309156"/>
                <a:gd name="connsiteY30" fmla="*/ 185494 h 309156"/>
                <a:gd name="connsiteX31" fmla="*/ 278241 w 309156"/>
                <a:gd name="connsiteY31" fmla="*/ 185494 h 309156"/>
                <a:gd name="connsiteX32" fmla="*/ 278241 w 309156"/>
                <a:gd name="connsiteY32" fmla="*/ 170036 h 309156"/>
                <a:gd name="connsiteX33" fmla="*/ 239596 w 309156"/>
                <a:gd name="connsiteY33" fmla="*/ 131392 h 309156"/>
                <a:gd name="connsiteX34" fmla="*/ 200952 w 309156"/>
                <a:gd name="connsiteY34" fmla="*/ 170036 h 309156"/>
                <a:gd name="connsiteX35" fmla="*/ 200952 w 309156"/>
                <a:gd name="connsiteY35" fmla="*/ 185494 h 309156"/>
                <a:gd name="connsiteX36" fmla="*/ 224139 w 309156"/>
                <a:gd name="connsiteY36" fmla="*/ 170036 h 309156"/>
                <a:gd name="connsiteX37" fmla="*/ 239596 w 309156"/>
                <a:gd name="connsiteY37" fmla="*/ 154578 h 309156"/>
                <a:gd name="connsiteX38" fmla="*/ 255054 w 309156"/>
                <a:gd name="connsiteY38" fmla="*/ 170036 h 309156"/>
                <a:gd name="connsiteX39" fmla="*/ 255054 w 309156"/>
                <a:gd name="connsiteY39" fmla="*/ 185494 h 309156"/>
                <a:gd name="connsiteX40" fmla="*/ 224139 w 309156"/>
                <a:gd name="connsiteY40" fmla="*/ 185494 h 309156"/>
                <a:gd name="connsiteX41" fmla="*/ 224139 w 309156"/>
                <a:gd name="connsiteY41" fmla="*/ 170036 h 309156"/>
                <a:gd name="connsiteX42" fmla="*/ 255054 w 309156"/>
                <a:gd name="connsiteY42" fmla="*/ 247325 h 309156"/>
                <a:gd name="connsiteX43" fmla="*/ 239596 w 309156"/>
                <a:gd name="connsiteY43" fmla="*/ 262783 h 309156"/>
                <a:gd name="connsiteX44" fmla="*/ 224139 w 309156"/>
                <a:gd name="connsiteY44" fmla="*/ 247325 h 309156"/>
                <a:gd name="connsiteX45" fmla="*/ 239596 w 309156"/>
                <a:gd name="connsiteY45" fmla="*/ 231868 h 309156"/>
                <a:gd name="connsiteX46" fmla="*/ 255054 w 309156"/>
                <a:gd name="connsiteY46" fmla="*/ 247325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09156" h="309156">
                  <a:moveTo>
                    <a:pt x="228003" y="0"/>
                  </a:moveTo>
                  <a:cubicBezTo>
                    <a:pt x="255748" y="0"/>
                    <a:pt x="278241" y="22492"/>
                    <a:pt x="278241" y="50238"/>
                  </a:cubicBezTo>
                  <a:lnTo>
                    <a:pt x="278241" y="132172"/>
                  </a:lnTo>
                  <a:cubicBezTo>
                    <a:pt x="271905" y="125708"/>
                    <a:pt x="263961" y="120825"/>
                    <a:pt x="255054" y="118174"/>
                  </a:cubicBezTo>
                  <a:lnTo>
                    <a:pt x="255054" y="85018"/>
                  </a:lnTo>
                  <a:lnTo>
                    <a:pt x="23187" y="85018"/>
                  </a:lnTo>
                  <a:lnTo>
                    <a:pt x="23187" y="228003"/>
                  </a:lnTo>
                  <a:cubicBezTo>
                    <a:pt x="23187" y="242943"/>
                    <a:pt x="35298" y="255054"/>
                    <a:pt x="50238" y="255054"/>
                  </a:cubicBezTo>
                  <a:lnTo>
                    <a:pt x="154578" y="255054"/>
                  </a:lnTo>
                  <a:lnTo>
                    <a:pt x="154578" y="278241"/>
                  </a:lnTo>
                  <a:lnTo>
                    <a:pt x="50238" y="278241"/>
                  </a:lnTo>
                  <a:cubicBezTo>
                    <a:pt x="22492" y="278241"/>
                    <a:pt x="0" y="255748"/>
                    <a:pt x="0" y="228003"/>
                  </a:cubicBezTo>
                  <a:lnTo>
                    <a:pt x="0" y="50238"/>
                  </a:lnTo>
                  <a:cubicBezTo>
                    <a:pt x="0" y="22492"/>
                    <a:pt x="22492" y="0"/>
                    <a:pt x="50238" y="0"/>
                  </a:cubicBezTo>
                  <a:lnTo>
                    <a:pt x="228003" y="0"/>
                  </a:lnTo>
                  <a:close/>
                  <a:moveTo>
                    <a:pt x="228003" y="23187"/>
                  </a:moveTo>
                  <a:lnTo>
                    <a:pt x="50238" y="23187"/>
                  </a:lnTo>
                  <a:cubicBezTo>
                    <a:pt x="35298" y="23187"/>
                    <a:pt x="23187" y="35298"/>
                    <a:pt x="23187" y="50238"/>
                  </a:cubicBezTo>
                  <a:lnTo>
                    <a:pt x="23187" y="61831"/>
                  </a:lnTo>
                  <a:lnTo>
                    <a:pt x="255054" y="61831"/>
                  </a:lnTo>
                  <a:lnTo>
                    <a:pt x="255054" y="50238"/>
                  </a:lnTo>
                  <a:cubicBezTo>
                    <a:pt x="255054" y="35298"/>
                    <a:pt x="242943" y="23187"/>
                    <a:pt x="228003" y="23187"/>
                  </a:cubicBezTo>
                  <a:close/>
                  <a:moveTo>
                    <a:pt x="200952" y="185494"/>
                  </a:moveTo>
                  <a:lnTo>
                    <a:pt x="193223" y="185494"/>
                  </a:lnTo>
                  <a:cubicBezTo>
                    <a:pt x="180418" y="185494"/>
                    <a:pt x="170036" y="195875"/>
                    <a:pt x="170036" y="208681"/>
                  </a:cubicBezTo>
                  <a:lnTo>
                    <a:pt x="170036" y="285970"/>
                  </a:lnTo>
                  <a:cubicBezTo>
                    <a:pt x="170036" y="298775"/>
                    <a:pt x="180418" y="309157"/>
                    <a:pt x="193223" y="309157"/>
                  </a:cubicBezTo>
                  <a:lnTo>
                    <a:pt x="285970" y="309157"/>
                  </a:lnTo>
                  <a:cubicBezTo>
                    <a:pt x="298775" y="309157"/>
                    <a:pt x="309157" y="298775"/>
                    <a:pt x="309157" y="285970"/>
                  </a:cubicBezTo>
                  <a:lnTo>
                    <a:pt x="309157" y="208681"/>
                  </a:lnTo>
                  <a:cubicBezTo>
                    <a:pt x="309157" y="195875"/>
                    <a:pt x="298775" y="185494"/>
                    <a:pt x="285970" y="185494"/>
                  </a:cubicBezTo>
                  <a:lnTo>
                    <a:pt x="278241" y="185494"/>
                  </a:lnTo>
                  <a:lnTo>
                    <a:pt x="278241" y="170036"/>
                  </a:lnTo>
                  <a:cubicBezTo>
                    <a:pt x="278241" y="148694"/>
                    <a:pt x="260939" y="131392"/>
                    <a:pt x="239596" y="131392"/>
                  </a:cubicBezTo>
                  <a:cubicBezTo>
                    <a:pt x="218254" y="131392"/>
                    <a:pt x="200952" y="148694"/>
                    <a:pt x="200952" y="170036"/>
                  </a:cubicBezTo>
                  <a:lnTo>
                    <a:pt x="200952" y="185494"/>
                  </a:lnTo>
                  <a:close/>
                  <a:moveTo>
                    <a:pt x="224139" y="170036"/>
                  </a:moveTo>
                  <a:cubicBezTo>
                    <a:pt x="224139" y="161499"/>
                    <a:pt x="231059" y="154578"/>
                    <a:pt x="239596" y="154578"/>
                  </a:cubicBezTo>
                  <a:cubicBezTo>
                    <a:pt x="248134" y="154578"/>
                    <a:pt x="255054" y="161499"/>
                    <a:pt x="255054" y="170036"/>
                  </a:cubicBezTo>
                  <a:lnTo>
                    <a:pt x="255054" y="185494"/>
                  </a:lnTo>
                  <a:lnTo>
                    <a:pt x="224139" y="185494"/>
                  </a:lnTo>
                  <a:lnTo>
                    <a:pt x="224139" y="170036"/>
                  </a:lnTo>
                  <a:close/>
                  <a:moveTo>
                    <a:pt x="255054" y="247325"/>
                  </a:moveTo>
                  <a:cubicBezTo>
                    <a:pt x="255054" y="255863"/>
                    <a:pt x="248134" y="262783"/>
                    <a:pt x="239596" y="262783"/>
                  </a:cubicBezTo>
                  <a:cubicBezTo>
                    <a:pt x="231059" y="262783"/>
                    <a:pt x="224139" y="255863"/>
                    <a:pt x="224139" y="247325"/>
                  </a:cubicBezTo>
                  <a:cubicBezTo>
                    <a:pt x="224139" y="238788"/>
                    <a:pt x="231059" y="231868"/>
                    <a:pt x="239596" y="231868"/>
                  </a:cubicBezTo>
                  <a:cubicBezTo>
                    <a:pt x="248134" y="231868"/>
                    <a:pt x="255054" y="238788"/>
                    <a:pt x="255054" y="247325"/>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5" name="Group 54">
            <a:extLst>
              <a:ext uri="{FF2B5EF4-FFF2-40B4-BE49-F238E27FC236}">
                <a16:creationId xmlns:a16="http://schemas.microsoft.com/office/drawing/2014/main" id="{6147BE28-4AEC-895D-F51C-A5F4B37367EA}"/>
              </a:ext>
            </a:extLst>
          </p:cNvPr>
          <p:cNvGrpSpPr/>
          <p:nvPr/>
        </p:nvGrpSpPr>
        <p:grpSpPr>
          <a:xfrm>
            <a:off x="2661765" y="5405400"/>
            <a:ext cx="352772" cy="352770"/>
            <a:chOff x="3672450" y="2060414"/>
            <a:chExt cx="441393" cy="441390"/>
          </a:xfrm>
        </p:grpSpPr>
        <p:sp>
          <p:nvSpPr>
            <p:cNvPr id="56" name="Oval 55">
              <a:extLst>
                <a:ext uri="{FF2B5EF4-FFF2-40B4-BE49-F238E27FC236}">
                  <a16:creationId xmlns:a16="http://schemas.microsoft.com/office/drawing/2014/main" id="{CEEF4C83-13A7-1861-04DA-79288535A308}"/>
                </a:ext>
              </a:extLst>
            </p:cNvPr>
            <p:cNvSpPr/>
            <p:nvPr/>
          </p:nvSpPr>
          <p:spPr bwMode="auto">
            <a:xfrm rot="5400000">
              <a:off x="3672452"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57" name="Graphic 80" descr="Icon of a key">
              <a:extLst>
                <a:ext uri="{FF2B5EF4-FFF2-40B4-BE49-F238E27FC236}">
                  <a16:creationId xmlns:a16="http://schemas.microsoft.com/office/drawing/2014/main" id="{5670A3F3-ACD7-3E45-2270-28F32E926B25}"/>
                </a:ext>
              </a:extLst>
            </p:cNvPr>
            <p:cNvSpPr/>
            <p:nvPr/>
          </p:nvSpPr>
          <p:spPr>
            <a:xfrm>
              <a:off x="3810058" y="2194263"/>
              <a:ext cx="166179" cy="173691"/>
            </a:xfrm>
            <a:custGeom>
              <a:avLst/>
              <a:gdLst>
                <a:gd name="connsiteX0" fmla="*/ 251964 w 310702"/>
                <a:gd name="connsiteY0" fmla="*/ 76517 h 309156"/>
                <a:gd name="connsiteX1" fmla="*/ 232642 w 310702"/>
                <a:gd name="connsiteY1" fmla="*/ 95839 h 309156"/>
                <a:gd name="connsiteX2" fmla="*/ 213319 w 310702"/>
                <a:gd name="connsiteY2" fmla="*/ 76517 h 309156"/>
                <a:gd name="connsiteX3" fmla="*/ 232642 w 310702"/>
                <a:gd name="connsiteY3" fmla="*/ 57194 h 309156"/>
                <a:gd name="connsiteX4" fmla="*/ 251964 w 310702"/>
                <a:gd name="connsiteY4" fmla="*/ 76517 h 309156"/>
                <a:gd name="connsiteX5" fmla="*/ 209453 w 310702"/>
                <a:gd name="connsiteY5" fmla="*/ 0 h 309156"/>
                <a:gd name="connsiteX6" fmla="*/ 108205 w 310702"/>
                <a:gd name="connsiteY6" fmla="*/ 101249 h 309156"/>
                <a:gd name="connsiteX7" fmla="*/ 109912 w 310702"/>
                <a:gd name="connsiteY7" fmla="*/ 118315 h 309156"/>
                <a:gd name="connsiteX8" fmla="*/ 108842 w 310702"/>
                <a:gd name="connsiteY8" fmla="*/ 122088 h 309156"/>
                <a:gd name="connsiteX9" fmla="*/ 12451 w 310702"/>
                <a:gd name="connsiteY9" fmla="*/ 218479 h 309156"/>
                <a:gd name="connsiteX10" fmla="*/ 0 w 310702"/>
                <a:gd name="connsiteY10" fmla="*/ 248537 h 309156"/>
                <a:gd name="connsiteX11" fmla="*/ 0 w 310702"/>
                <a:gd name="connsiteY11" fmla="*/ 282105 h 309156"/>
                <a:gd name="connsiteX12" fmla="*/ 27051 w 310702"/>
                <a:gd name="connsiteY12" fmla="*/ 309157 h 309156"/>
                <a:gd name="connsiteX13" fmla="*/ 65696 w 310702"/>
                <a:gd name="connsiteY13" fmla="*/ 309157 h 309156"/>
                <a:gd name="connsiteX14" fmla="*/ 92747 w 310702"/>
                <a:gd name="connsiteY14" fmla="*/ 282105 h 309156"/>
                <a:gd name="connsiteX15" fmla="*/ 92747 w 310702"/>
                <a:gd name="connsiteY15" fmla="*/ 262783 h 309156"/>
                <a:gd name="connsiteX16" fmla="*/ 119798 w 310702"/>
                <a:gd name="connsiteY16" fmla="*/ 262783 h 309156"/>
                <a:gd name="connsiteX17" fmla="*/ 139120 w 310702"/>
                <a:gd name="connsiteY17" fmla="*/ 243461 h 309156"/>
                <a:gd name="connsiteX18" fmla="*/ 139120 w 310702"/>
                <a:gd name="connsiteY18" fmla="*/ 216410 h 309156"/>
                <a:gd name="connsiteX19" fmla="*/ 166171 w 310702"/>
                <a:gd name="connsiteY19" fmla="*/ 216410 h 309156"/>
                <a:gd name="connsiteX20" fmla="*/ 185481 w 310702"/>
                <a:gd name="connsiteY20" fmla="*/ 197802 h 309156"/>
                <a:gd name="connsiteX21" fmla="*/ 209453 w 310702"/>
                <a:gd name="connsiteY21" fmla="*/ 200952 h 309156"/>
                <a:gd name="connsiteX22" fmla="*/ 310702 w 310702"/>
                <a:gd name="connsiteY22" fmla="*/ 99703 h 309156"/>
                <a:gd name="connsiteX23" fmla="*/ 209453 w 310702"/>
                <a:gd name="connsiteY23" fmla="*/ 0 h 309156"/>
                <a:gd name="connsiteX24" fmla="*/ 131391 w 310702"/>
                <a:gd name="connsiteY24" fmla="*/ 101249 h 309156"/>
                <a:gd name="connsiteX25" fmla="*/ 209453 w 310702"/>
                <a:gd name="connsiteY25" fmla="*/ 23187 h 309156"/>
                <a:gd name="connsiteX26" fmla="*/ 287515 w 310702"/>
                <a:gd name="connsiteY26" fmla="*/ 99703 h 309156"/>
                <a:gd name="connsiteX27" fmla="*/ 209453 w 310702"/>
                <a:gd name="connsiteY27" fmla="*/ 177765 h 309156"/>
                <a:gd name="connsiteX28" fmla="*/ 178468 w 310702"/>
                <a:gd name="connsiteY28" fmla="*/ 170973 h 309156"/>
                <a:gd name="connsiteX29" fmla="*/ 167519 w 310702"/>
                <a:gd name="connsiteY29" fmla="*/ 171951 h 309156"/>
                <a:gd name="connsiteX30" fmla="*/ 162307 w 310702"/>
                <a:gd name="connsiteY30" fmla="*/ 181630 h 309156"/>
                <a:gd name="connsiteX31" fmla="*/ 162307 w 310702"/>
                <a:gd name="connsiteY31" fmla="*/ 193223 h 309156"/>
                <a:gd name="connsiteX32" fmla="*/ 135256 w 310702"/>
                <a:gd name="connsiteY32" fmla="*/ 193223 h 309156"/>
                <a:gd name="connsiteX33" fmla="*/ 115934 w 310702"/>
                <a:gd name="connsiteY33" fmla="*/ 212545 h 309156"/>
                <a:gd name="connsiteX34" fmla="*/ 115934 w 310702"/>
                <a:gd name="connsiteY34" fmla="*/ 239596 h 309156"/>
                <a:gd name="connsiteX35" fmla="*/ 88883 w 310702"/>
                <a:gd name="connsiteY35" fmla="*/ 239596 h 309156"/>
                <a:gd name="connsiteX36" fmla="*/ 69560 w 310702"/>
                <a:gd name="connsiteY36" fmla="*/ 258919 h 309156"/>
                <a:gd name="connsiteX37" fmla="*/ 69560 w 310702"/>
                <a:gd name="connsiteY37" fmla="*/ 282105 h 309156"/>
                <a:gd name="connsiteX38" fmla="*/ 65696 w 310702"/>
                <a:gd name="connsiteY38" fmla="*/ 285970 h 309156"/>
                <a:gd name="connsiteX39" fmla="*/ 27051 w 310702"/>
                <a:gd name="connsiteY39" fmla="*/ 285970 h 309156"/>
                <a:gd name="connsiteX40" fmla="*/ 23187 w 310702"/>
                <a:gd name="connsiteY40" fmla="*/ 282105 h 309156"/>
                <a:gd name="connsiteX41" fmla="*/ 23187 w 310702"/>
                <a:gd name="connsiteY41" fmla="*/ 248537 h 309156"/>
                <a:gd name="connsiteX42" fmla="*/ 28846 w 310702"/>
                <a:gd name="connsiteY42" fmla="*/ 234874 h 309156"/>
                <a:gd name="connsiteX43" fmla="*/ 125238 w 310702"/>
                <a:gd name="connsiteY43" fmla="*/ 138484 h 309156"/>
                <a:gd name="connsiteX44" fmla="*/ 132750 w 310702"/>
                <a:gd name="connsiteY44" fmla="*/ 114308 h 309156"/>
                <a:gd name="connsiteX45" fmla="*/ 131391 w 310702"/>
                <a:gd name="connsiteY45" fmla="*/ 101249 h 309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10702" h="309156">
                  <a:moveTo>
                    <a:pt x="251964" y="76517"/>
                  </a:moveTo>
                  <a:cubicBezTo>
                    <a:pt x="251964" y="87188"/>
                    <a:pt x="243312" y="95839"/>
                    <a:pt x="232642" y="95839"/>
                  </a:cubicBezTo>
                  <a:cubicBezTo>
                    <a:pt x="221970" y="95839"/>
                    <a:pt x="213319" y="87188"/>
                    <a:pt x="213319" y="76517"/>
                  </a:cubicBezTo>
                  <a:cubicBezTo>
                    <a:pt x="213319" y="65845"/>
                    <a:pt x="221970" y="57194"/>
                    <a:pt x="232642" y="57194"/>
                  </a:cubicBezTo>
                  <a:cubicBezTo>
                    <a:pt x="243312" y="57194"/>
                    <a:pt x="251964" y="65845"/>
                    <a:pt x="251964" y="76517"/>
                  </a:cubicBezTo>
                  <a:close/>
                  <a:moveTo>
                    <a:pt x="209453" y="0"/>
                  </a:moveTo>
                  <a:cubicBezTo>
                    <a:pt x="153586" y="0"/>
                    <a:pt x="108205" y="45381"/>
                    <a:pt x="108205" y="101249"/>
                  </a:cubicBezTo>
                  <a:cubicBezTo>
                    <a:pt x="108205" y="107234"/>
                    <a:pt x="108980" y="113002"/>
                    <a:pt x="109912" y="118315"/>
                  </a:cubicBezTo>
                  <a:cubicBezTo>
                    <a:pt x="110188" y="119883"/>
                    <a:pt x="109684" y="121246"/>
                    <a:pt x="108842" y="122088"/>
                  </a:cubicBezTo>
                  <a:lnTo>
                    <a:pt x="12451" y="218479"/>
                  </a:lnTo>
                  <a:cubicBezTo>
                    <a:pt x="4479" y="226451"/>
                    <a:pt x="0" y="237264"/>
                    <a:pt x="0" y="248537"/>
                  </a:cubicBezTo>
                  <a:lnTo>
                    <a:pt x="0" y="282105"/>
                  </a:lnTo>
                  <a:cubicBezTo>
                    <a:pt x="0" y="297045"/>
                    <a:pt x="12111" y="309157"/>
                    <a:pt x="27051" y="309157"/>
                  </a:cubicBezTo>
                  <a:lnTo>
                    <a:pt x="65696" y="309157"/>
                  </a:lnTo>
                  <a:cubicBezTo>
                    <a:pt x="80636" y="309157"/>
                    <a:pt x="92747" y="297045"/>
                    <a:pt x="92747" y="282105"/>
                  </a:cubicBezTo>
                  <a:lnTo>
                    <a:pt x="92747" y="262783"/>
                  </a:lnTo>
                  <a:lnTo>
                    <a:pt x="119798" y="262783"/>
                  </a:lnTo>
                  <a:cubicBezTo>
                    <a:pt x="130470" y="262783"/>
                    <a:pt x="139120" y="254133"/>
                    <a:pt x="139120" y="243461"/>
                  </a:cubicBezTo>
                  <a:lnTo>
                    <a:pt x="139120" y="216410"/>
                  </a:lnTo>
                  <a:lnTo>
                    <a:pt x="166171" y="216410"/>
                  </a:lnTo>
                  <a:cubicBezTo>
                    <a:pt x="176604" y="216410"/>
                    <a:pt x="185106" y="208143"/>
                    <a:pt x="185481" y="197802"/>
                  </a:cubicBezTo>
                  <a:cubicBezTo>
                    <a:pt x="193159" y="199777"/>
                    <a:pt x="201256" y="200952"/>
                    <a:pt x="209453" y="200952"/>
                  </a:cubicBezTo>
                  <a:cubicBezTo>
                    <a:pt x="265321" y="200952"/>
                    <a:pt x="310702" y="155571"/>
                    <a:pt x="310702" y="99703"/>
                  </a:cubicBezTo>
                  <a:cubicBezTo>
                    <a:pt x="310702" y="43573"/>
                    <a:pt x="265057" y="0"/>
                    <a:pt x="209453" y="0"/>
                  </a:cubicBezTo>
                  <a:close/>
                  <a:moveTo>
                    <a:pt x="131391" y="101249"/>
                  </a:moveTo>
                  <a:cubicBezTo>
                    <a:pt x="131391" y="58187"/>
                    <a:pt x="166391" y="23187"/>
                    <a:pt x="209453" y="23187"/>
                  </a:cubicBezTo>
                  <a:cubicBezTo>
                    <a:pt x="252780" y="23187"/>
                    <a:pt x="287515" y="56903"/>
                    <a:pt x="287515" y="99703"/>
                  </a:cubicBezTo>
                  <a:cubicBezTo>
                    <a:pt x="287515" y="142765"/>
                    <a:pt x="252516" y="177765"/>
                    <a:pt x="209453" y="177765"/>
                  </a:cubicBezTo>
                  <a:cubicBezTo>
                    <a:pt x="198953" y="177765"/>
                    <a:pt x="188143" y="175120"/>
                    <a:pt x="178468" y="170973"/>
                  </a:cubicBezTo>
                  <a:cubicBezTo>
                    <a:pt x="174885" y="169438"/>
                    <a:pt x="170772" y="169806"/>
                    <a:pt x="167519" y="171951"/>
                  </a:cubicBezTo>
                  <a:cubicBezTo>
                    <a:pt x="164265" y="174097"/>
                    <a:pt x="162307" y="177733"/>
                    <a:pt x="162307" y="181630"/>
                  </a:cubicBezTo>
                  <a:lnTo>
                    <a:pt x="162307" y="193223"/>
                  </a:lnTo>
                  <a:lnTo>
                    <a:pt x="135256" y="193223"/>
                  </a:lnTo>
                  <a:cubicBezTo>
                    <a:pt x="124585" y="193223"/>
                    <a:pt x="115934" y="201873"/>
                    <a:pt x="115934" y="212545"/>
                  </a:cubicBezTo>
                  <a:lnTo>
                    <a:pt x="115934" y="239596"/>
                  </a:lnTo>
                  <a:lnTo>
                    <a:pt x="88883" y="239596"/>
                  </a:lnTo>
                  <a:cubicBezTo>
                    <a:pt x="78211" y="239596"/>
                    <a:pt x="69560" y="248247"/>
                    <a:pt x="69560" y="258919"/>
                  </a:cubicBezTo>
                  <a:lnTo>
                    <a:pt x="69560" y="282105"/>
                  </a:lnTo>
                  <a:cubicBezTo>
                    <a:pt x="69560" y="284240"/>
                    <a:pt x="67830" y="285970"/>
                    <a:pt x="65696" y="285970"/>
                  </a:cubicBezTo>
                  <a:lnTo>
                    <a:pt x="27051" y="285970"/>
                  </a:lnTo>
                  <a:cubicBezTo>
                    <a:pt x="24917" y="285970"/>
                    <a:pt x="23187" y="284240"/>
                    <a:pt x="23187" y="282105"/>
                  </a:cubicBezTo>
                  <a:lnTo>
                    <a:pt x="23187" y="248537"/>
                  </a:lnTo>
                  <a:cubicBezTo>
                    <a:pt x="23187" y="243413"/>
                    <a:pt x="25222" y="238499"/>
                    <a:pt x="28846" y="234874"/>
                  </a:cubicBezTo>
                  <a:lnTo>
                    <a:pt x="125238" y="138484"/>
                  </a:lnTo>
                  <a:cubicBezTo>
                    <a:pt x="131705" y="132016"/>
                    <a:pt x="134262" y="122921"/>
                    <a:pt x="132750" y="114308"/>
                  </a:cubicBezTo>
                  <a:cubicBezTo>
                    <a:pt x="131920" y="109578"/>
                    <a:pt x="131391" y="105305"/>
                    <a:pt x="131391" y="101249"/>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grpSp>
        <p:nvGrpSpPr>
          <p:cNvPr id="58" name="Group 57">
            <a:extLst>
              <a:ext uri="{FF2B5EF4-FFF2-40B4-BE49-F238E27FC236}">
                <a16:creationId xmlns:a16="http://schemas.microsoft.com/office/drawing/2014/main" id="{8C7538A5-9030-EA87-C481-53D0C489301C}"/>
              </a:ext>
            </a:extLst>
          </p:cNvPr>
          <p:cNvGrpSpPr/>
          <p:nvPr/>
        </p:nvGrpSpPr>
        <p:grpSpPr>
          <a:xfrm>
            <a:off x="4389758" y="5405400"/>
            <a:ext cx="352772" cy="352770"/>
            <a:chOff x="6050742" y="2060414"/>
            <a:chExt cx="441393" cy="441390"/>
          </a:xfrm>
        </p:grpSpPr>
        <p:sp>
          <p:nvSpPr>
            <p:cNvPr id="59" name="Oval 58">
              <a:extLst>
                <a:ext uri="{FF2B5EF4-FFF2-40B4-BE49-F238E27FC236}">
                  <a16:creationId xmlns:a16="http://schemas.microsoft.com/office/drawing/2014/main" id="{E701CB2E-F682-E7D9-5624-1AE07B8C969B}"/>
                </a:ext>
              </a:extLst>
            </p:cNvPr>
            <p:cNvSpPr/>
            <p:nvPr/>
          </p:nvSpPr>
          <p:spPr bwMode="auto">
            <a:xfrm rot="5400000">
              <a:off x="6050744" y="2060412"/>
              <a:ext cx="441390" cy="441393"/>
            </a:xfrm>
            <a:prstGeom prst="ellipse">
              <a:avLst/>
            </a:prstGeom>
            <a:gradFill>
              <a:gsLst>
                <a:gs pos="0">
                  <a:srgbClr val="C03BC4"/>
                </a:gs>
                <a:gs pos="100000">
                  <a:srgbClr val="0F6CBD"/>
                </a:gs>
              </a:gsLst>
              <a:lin ang="1800000" scaled="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a:solidFill>
                  <a:srgbClr val="000000"/>
                </a:solidFill>
                <a:latin typeface="Segoe Sans Display"/>
                <a:ea typeface="Segoe UI" pitchFamily="34" charset="0"/>
                <a:cs typeface="Segoe UI" pitchFamily="34" charset="0"/>
              </a:endParaRPr>
            </a:p>
          </p:txBody>
        </p:sp>
        <p:sp>
          <p:nvSpPr>
            <p:cNvPr id="60" name="Graphic 3" descr="Magnifying glass with solid fill">
              <a:extLst>
                <a:ext uri="{FF2B5EF4-FFF2-40B4-BE49-F238E27FC236}">
                  <a16:creationId xmlns:a16="http://schemas.microsoft.com/office/drawing/2014/main" id="{43DF6BA3-36A8-7F9E-4827-840F024E2CA7}"/>
                </a:ext>
              </a:extLst>
            </p:cNvPr>
            <p:cNvSpPr/>
            <p:nvPr/>
          </p:nvSpPr>
          <p:spPr>
            <a:xfrm>
              <a:off x="6182914" y="2188045"/>
              <a:ext cx="177051" cy="186127"/>
            </a:xfrm>
            <a:custGeom>
              <a:avLst/>
              <a:gdLst>
                <a:gd name="connsiteX0" fmla="*/ 326805 w 335464"/>
                <a:gd name="connsiteY0" fmla="*/ 284733 h 335729"/>
                <a:gd name="connsiteX1" fmla="*/ 273683 w 335464"/>
                <a:gd name="connsiteY1" fmla="*/ 231611 h 335729"/>
                <a:gd name="connsiteX2" fmla="*/ 247335 w 335464"/>
                <a:gd name="connsiteY2" fmla="*/ 223536 h 335729"/>
                <a:gd name="connsiteX3" fmla="*/ 228636 w 335464"/>
                <a:gd name="connsiteY3" fmla="*/ 204837 h 335729"/>
                <a:gd name="connsiteX4" fmla="*/ 254984 w 335464"/>
                <a:gd name="connsiteY4" fmla="*/ 127492 h 335729"/>
                <a:gd name="connsiteX5" fmla="*/ 127492 w 335464"/>
                <a:gd name="connsiteY5" fmla="*/ 0 h 335729"/>
                <a:gd name="connsiteX6" fmla="*/ 0 w 335464"/>
                <a:gd name="connsiteY6" fmla="*/ 127492 h 335729"/>
                <a:gd name="connsiteX7" fmla="*/ 127492 w 335464"/>
                <a:gd name="connsiteY7" fmla="*/ 254984 h 335729"/>
                <a:gd name="connsiteX8" fmla="*/ 204837 w 335464"/>
                <a:gd name="connsiteY8" fmla="*/ 228636 h 335729"/>
                <a:gd name="connsiteX9" fmla="*/ 223536 w 335464"/>
                <a:gd name="connsiteY9" fmla="*/ 247335 h 335729"/>
                <a:gd name="connsiteX10" fmla="*/ 231611 w 335464"/>
                <a:gd name="connsiteY10" fmla="*/ 273683 h 335729"/>
                <a:gd name="connsiteX11" fmla="*/ 284733 w 335464"/>
                <a:gd name="connsiteY11" fmla="*/ 326805 h 335729"/>
                <a:gd name="connsiteX12" fmla="*/ 305981 w 335464"/>
                <a:gd name="connsiteY12" fmla="*/ 335729 h 335729"/>
                <a:gd name="connsiteX13" fmla="*/ 327230 w 335464"/>
                <a:gd name="connsiteY13" fmla="*/ 326805 h 335729"/>
                <a:gd name="connsiteX14" fmla="*/ 326805 w 335464"/>
                <a:gd name="connsiteY14" fmla="*/ 284733 h 335729"/>
                <a:gd name="connsiteX15" fmla="*/ 127067 w 335464"/>
                <a:gd name="connsiteY15" fmla="*/ 229061 h 335729"/>
                <a:gd name="connsiteX16" fmla="*/ 25073 w 335464"/>
                <a:gd name="connsiteY16" fmla="*/ 127067 h 335729"/>
                <a:gd name="connsiteX17" fmla="*/ 127067 w 335464"/>
                <a:gd name="connsiteY17" fmla="*/ 25073 h 335729"/>
                <a:gd name="connsiteX18" fmla="*/ 229061 w 335464"/>
                <a:gd name="connsiteY18" fmla="*/ 127067 h 335729"/>
                <a:gd name="connsiteX19" fmla="*/ 127067 w 335464"/>
                <a:gd name="connsiteY19" fmla="*/ 229061 h 335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5464" h="335729">
                  <a:moveTo>
                    <a:pt x="326805" y="284733"/>
                  </a:moveTo>
                  <a:lnTo>
                    <a:pt x="273683" y="231611"/>
                  </a:lnTo>
                  <a:cubicBezTo>
                    <a:pt x="266459" y="224386"/>
                    <a:pt x="256684" y="221836"/>
                    <a:pt x="247335" y="223536"/>
                  </a:cubicBezTo>
                  <a:lnTo>
                    <a:pt x="228636" y="204837"/>
                  </a:lnTo>
                  <a:cubicBezTo>
                    <a:pt x="245210" y="183589"/>
                    <a:pt x="254984" y="156390"/>
                    <a:pt x="254984" y="127492"/>
                  </a:cubicBezTo>
                  <a:cubicBezTo>
                    <a:pt x="254984" y="57371"/>
                    <a:pt x="197613" y="0"/>
                    <a:pt x="127492" y="0"/>
                  </a:cubicBezTo>
                  <a:cubicBezTo>
                    <a:pt x="57371" y="0"/>
                    <a:pt x="0" y="57371"/>
                    <a:pt x="0" y="127492"/>
                  </a:cubicBezTo>
                  <a:cubicBezTo>
                    <a:pt x="0" y="197613"/>
                    <a:pt x="57371" y="254984"/>
                    <a:pt x="127492" y="254984"/>
                  </a:cubicBezTo>
                  <a:cubicBezTo>
                    <a:pt x="156390" y="254984"/>
                    <a:pt x="183164" y="245210"/>
                    <a:pt x="204837" y="228636"/>
                  </a:cubicBezTo>
                  <a:lnTo>
                    <a:pt x="223536" y="247335"/>
                  </a:lnTo>
                  <a:cubicBezTo>
                    <a:pt x="221836" y="256684"/>
                    <a:pt x="224386" y="266459"/>
                    <a:pt x="231611" y="273683"/>
                  </a:cubicBezTo>
                  <a:lnTo>
                    <a:pt x="284733" y="326805"/>
                  </a:lnTo>
                  <a:cubicBezTo>
                    <a:pt x="290682" y="332755"/>
                    <a:pt x="298332" y="335729"/>
                    <a:pt x="305981" y="335729"/>
                  </a:cubicBezTo>
                  <a:cubicBezTo>
                    <a:pt x="313631" y="335729"/>
                    <a:pt x="321280" y="332755"/>
                    <a:pt x="327230" y="326805"/>
                  </a:cubicBezTo>
                  <a:cubicBezTo>
                    <a:pt x="338279" y="314906"/>
                    <a:pt x="338279" y="296207"/>
                    <a:pt x="326805" y="284733"/>
                  </a:cubicBezTo>
                  <a:close/>
                  <a:moveTo>
                    <a:pt x="127067" y="229061"/>
                  </a:moveTo>
                  <a:cubicBezTo>
                    <a:pt x="70971" y="229061"/>
                    <a:pt x="25073" y="183164"/>
                    <a:pt x="25073" y="127067"/>
                  </a:cubicBezTo>
                  <a:cubicBezTo>
                    <a:pt x="25073" y="70971"/>
                    <a:pt x="70971" y="25073"/>
                    <a:pt x="127067" y="25073"/>
                  </a:cubicBezTo>
                  <a:cubicBezTo>
                    <a:pt x="183164" y="25073"/>
                    <a:pt x="229061" y="70971"/>
                    <a:pt x="229061" y="127067"/>
                  </a:cubicBezTo>
                  <a:cubicBezTo>
                    <a:pt x="229061" y="183164"/>
                    <a:pt x="183164" y="229061"/>
                    <a:pt x="127067" y="229061"/>
                  </a:cubicBezTo>
                  <a:close/>
                </a:path>
              </a:pathLst>
            </a:custGeom>
            <a:solidFill>
              <a:schemeClr val="bg1"/>
            </a:solidFill>
            <a:ln w="11906" cap="flat">
              <a:noFill/>
              <a:prstDash val="solid"/>
              <a:miter/>
            </a:ln>
          </p:spPr>
          <p:txBody>
            <a:bodyPr wrap="square" lIns="106774" tIns="18687" rIns="106774" bIns="19932" rtlCol="0" anchor="ctr">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1653613" fontAlgn="base">
                <a:spcBef>
                  <a:spcPts val="1309"/>
                </a:spcBef>
                <a:spcAft>
                  <a:spcPts val="1309"/>
                </a:spcAft>
                <a:tabLst>
                  <a:tab pos="2689286" algn="l"/>
                </a:tabLst>
                <a:defRPr/>
              </a:pPr>
              <a:endParaRPr lang="en-US" sz="1309">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grpSp>
      <p:cxnSp>
        <p:nvCxnSpPr>
          <p:cNvPr id="72" name="Straight Connector 71">
            <a:extLst>
              <a:ext uri="{FF2B5EF4-FFF2-40B4-BE49-F238E27FC236}">
                <a16:creationId xmlns:a16="http://schemas.microsoft.com/office/drawing/2014/main" id="{A48B8866-B1C4-6A69-B3E4-71B315EBC91E}"/>
              </a:ext>
            </a:extLst>
          </p:cNvPr>
          <p:cNvCxnSpPr>
            <a:cxnSpLocks/>
          </p:cNvCxnSpPr>
          <p:nvPr/>
        </p:nvCxnSpPr>
        <p:spPr>
          <a:xfrm>
            <a:off x="271055" y="1393149"/>
            <a:ext cx="5106225" cy="0"/>
          </a:xfrm>
          <a:prstGeom prst="line">
            <a:avLst/>
          </a:prstGeom>
          <a:ln>
            <a:solidFill>
              <a:srgbClr val="CE9E84">
                <a:alpha val="19000"/>
              </a:srgb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82" name="Rectangle 81">
            <a:extLst>
              <a:ext uri="{FF2B5EF4-FFF2-40B4-BE49-F238E27FC236}">
                <a16:creationId xmlns:a16="http://schemas.microsoft.com/office/drawing/2014/main" id="{B1FA4B85-4927-1ABB-F554-DE4985060010}"/>
              </a:ext>
            </a:extLst>
          </p:cNvPr>
          <p:cNvSpPr/>
          <p:nvPr/>
        </p:nvSpPr>
        <p:spPr bwMode="auto">
          <a:xfrm>
            <a:off x="437212"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3" name="Rectangle 82">
            <a:extLst>
              <a:ext uri="{FF2B5EF4-FFF2-40B4-BE49-F238E27FC236}">
                <a16:creationId xmlns:a16="http://schemas.microsoft.com/office/drawing/2014/main" id="{6A0AC1F0-B7CC-221C-CF2C-A8AB8A5E2099}"/>
              </a:ext>
            </a:extLst>
          </p:cNvPr>
          <p:cNvSpPr/>
          <p:nvPr/>
        </p:nvSpPr>
        <p:spPr bwMode="auto">
          <a:xfrm>
            <a:off x="2187468"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84" name="Rectangle 83">
            <a:extLst>
              <a:ext uri="{FF2B5EF4-FFF2-40B4-BE49-F238E27FC236}">
                <a16:creationId xmlns:a16="http://schemas.microsoft.com/office/drawing/2014/main" id="{BB100D5B-0759-0B55-0C50-3142C9A438E7}"/>
              </a:ext>
            </a:extLst>
          </p:cNvPr>
          <p:cNvSpPr/>
          <p:nvPr/>
        </p:nvSpPr>
        <p:spPr bwMode="auto">
          <a:xfrm>
            <a:off x="3937726" y="5210603"/>
            <a:ext cx="1277901" cy="33218"/>
          </a:xfrm>
          <a:prstGeom prst="rect">
            <a:avLst/>
          </a:prstGeom>
          <a:gradFill>
            <a:gsLst>
              <a:gs pos="0">
                <a:srgbClr val="C03BC4"/>
              </a:gs>
              <a:gs pos="100000">
                <a:srgbClr val="0F6CBD"/>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US" sz="1453" err="1">
              <a:gradFill>
                <a:gsLst>
                  <a:gs pos="0">
                    <a:srgbClr val="FFFFFF"/>
                  </a:gs>
                  <a:gs pos="100000">
                    <a:srgbClr val="FFFFFF"/>
                  </a:gs>
                </a:gsLst>
                <a:lin ang="5400000" scaled="0"/>
              </a:gradFill>
              <a:latin typeface="Segoe UI"/>
              <a:ea typeface="Segoe UI" pitchFamily="34" charset="0"/>
              <a:cs typeface="Segoe UI" pitchFamily="34" charset="0"/>
            </a:endParaRPr>
          </a:p>
        </p:txBody>
      </p:sp>
      <p:cxnSp>
        <p:nvCxnSpPr>
          <p:cNvPr id="85" name="Straight Connector 84">
            <a:extLst>
              <a:ext uri="{FF2B5EF4-FFF2-40B4-BE49-F238E27FC236}">
                <a16:creationId xmlns:a16="http://schemas.microsoft.com/office/drawing/2014/main" id="{D53D3556-994F-A25F-DDA0-46DAB9D9C7E2}"/>
              </a:ext>
            </a:extLst>
          </p:cNvPr>
          <p:cNvCxnSpPr>
            <a:cxnSpLocks/>
          </p:cNvCxnSpPr>
          <p:nvPr/>
        </p:nvCxnSpPr>
        <p:spPr>
          <a:xfrm>
            <a:off x="407346"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AE1EB94C-5A1D-76A4-70FB-CC6D2FD0C410}"/>
              </a:ext>
            </a:extLst>
          </p:cNvPr>
          <p:cNvCxnSpPr>
            <a:cxnSpLocks/>
          </p:cNvCxnSpPr>
          <p:nvPr/>
        </p:nvCxnSpPr>
        <p:spPr>
          <a:xfrm>
            <a:off x="2142101"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64AE2C17-053F-26EA-40BE-817289A0DC60}"/>
              </a:ext>
            </a:extLst>
          </p:cNvPr>
          <p:cNvCxnSpPr>
            <a:cxnSpLocks/>
          </p:cNvCxnSpPr>
          <p:nvPr/>
        </p:nvCxnSpPr>
        <p:spPr>
          <a:xfrm>
            <a:off x="3876857" y="5858200"/>
            <a:ext cx="1384747" cy="0"/>
          </a:xfrm>
          <a:prstGeom prst="line">
            <a:avLst/>
          </a:prstGeom>
          <a:ln>
            <a:solidFill>
              <a:schemeClr val="bg1">
                <a:lumMod val="50000"/>
                <a:alpha val="1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pic>
        <p:nvPicPr>
          <p:cNvPr id="2" name="Graphic 1" descr="Microsoft Security">
            <a:extLst>
              <a:ext uri="{FF2B5EF4-FFF2-40B4-BE49-F238E27FC236}">
                <a16:creationId xmlns:a16="http://schemas.microsoft.com/office/drawing/2014/main" id="{08D1D08C-9739-150F-4781-21F9F1B6257A}"/>
              </a:ext>
            </a:extLst>
          </p:cNvPr>
          <p:cNvPicPr>
            <a:picLocks noChangeAspect="1"/>
          </p:cNvPicPr>
          <p:nvPr/>
        </p:nvPicPr>
        <p:blipFill>
          <a:blip>
            <a:extLst>
              <a:ext uri="{96DAC541-7B7A-43D3-8B79-37D633B846F1}">
                <asvg:svgBlip xmlns:asvg="http://schemas.microsoft.com/office/drawing/2016/SVG/main" r:embed="rId5"/>
              </a:ext>
            </a:extLst>
          </a:blip>
          <a:srcRect r="39635"/>
          <a:stretch>
            <a:fillRect/>
          </a:stretch>
        </p:blipFill>
        <p:spPr bwMode="black">
          <a:xfrm>
            <a:off x="274770" y="258552"/>
            <a:ext cx="793876" cy="166706"/>
          </a:xfrm>
          <a:prstGeom prst="rect">
            <a:avLst/>
          </a:prstGeom>
        </p:spPr>
      </p:pic>
      <p:grpSp>
        <p:nvGrpSpPr>
          <p:cNvPr id="4" name="Group 3">
            <a:extLst>
              <a:ext uri="{FF2B5EF4-FFF2-40B4-BE49-F238E27FC236}">
                <a16:creationId xmlns:a16="http://schemas.microsoft.com/office/drawing/2014/main" id="{16718F9F-D7F8-8AB5-49E0-F7F004721D21}"/>
              </a:ext>
            </a:extLst>
          </p:cNvPr>
          <p:cNvGrpSpPr/>
          <p:nvPr/>
        </p:nvGrpSpPr>
        <p:grpSpPr>
          <a:xfrm>
            <a:off x="278061" y="1699822"/>
            <a:ext cx="1634954" cy="2790485"/>
            <a:chOff x="271313" y="1691352"/>
            <a:chExt cx="1640799" cy="2800463"/>
          </a:xfrm>
        </p:grpSpPr>
        <p:sp>
          <p:nvSpPr>
            <p:cNvPr id="6" name="Rectangle: Rounded Corners 5">
              <a:extLst>
                <a:ext uri="{FF2B5EF4-FFF2-40B4-BE49-F238E27FC236}">
                  <a16:creationId xmlns:a16="http://schemas.microsoft.com/office/drawing/2014/main" id="{1F261787-A532-6E06-5DBB-DC560E196235}"/>
                </a:ext>
              </a:extLst>
            </p:cNvPr>
            <p:cNvSpPr/>
            <p:nvPr/>
          </p:nvSpPr>
          <p:spPr bwMode="auto">
            <a:xfrm>
              <a:off x="271313" y="1691352"/>
              <a:ext cx="1640799" cy="2800463"/>
            </a:xfrm>
            <a:prstGeom prst="roundRect">
              <a:avLst>
                <a:gd name="adj" fmla="val 5082"/>
              </a:avLst>
            </a:prstGeom>
            <a:gradFill>
              <a:gsLst>
                <a:gs pos="0">
                  <a:srgbClr val="C03BC4"/>
                </a:gs>
                <a:gs pos="100000">
                  <a:srgbClr val="0F6CBD"/>
                </a:gs>
              </a:gsLst>
              <a:lin ang="1800000" scaled="0"/>
            </a:gradFill>
            <a:ln>
              <a:noFill/>
              <a:headEnd type="none" w="med" len="med"/>
              <a:tailEnd type="none" w="med" len="med"/>
            </a:ln>
            <a:effectLst>
              <a:outerShdw blurRad="127000" dist="50800" dir="5400000" algn="ctr" rotWithShape="0">
                <a:srgbClr val="000000">
                  <a:alpha val="11000"/>
                </a:srgb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453" err="1">
                <a:solidFill>
                  <a:srgbClr val="C03BC4"/>
                </a:solidFill>
                <a:latin typeface="Segoe UI"/>
                <a:ea typeface="Segoe UI" pitchFamily="34" charset="0"/>
                <a:cs typeface="Segoe UI" pitchFamily="34" charset="0"/>
              </a:endParaRPr>
            </a:p>
          </p:txBody>
        </p:sp>
        <p:sp>
          <p:nvSpPr>
            <p:cNvPr id="7" name="Rectangle: Rounded Corners 6">
              <a:extLst>
                <a:ext uri="{FF2B5EF4-FFF2-40B4-BE49-F238E27FC236}">
                  <a16:creationId xmlns:a16="http://schemas.microsoft.com/office/drawing/2014/main" id="{2D7F975A-EFFC-ED2A-C751-F90289DD4D12}"/>
                </a:ext>
              </a:extLst>
            </p:cNvPr>
            <p:cNvSpPr/>
            <p:nvPr/>
          </p:nvSpPr>
          <p:spPr bwMode="auto">
            <a:xfrm>
              <a:off x="438251" y="3361462"/>
              <a:ext cx="1300096" cy="580775"/>
            </a:xfrm>
            <a:prstGeom prst="roundRect">
              <a:avLst>
                <a:gd name="adj" fmla="val 8964"/>
              </a:avLst>
            </a:prstGeom>
            <a:solidFill>
              <a:schemeClr val="bg1"/>
            </a:solidFill>
            <a:ln>
              <a:noFill/>
              <a:headEnd type="none" w="med" len="med"/>
              <a:tailEnd type="none" w="med" len="med"/>
            </a:ln>
            <a:effectLst>
              <a:outerShdw blurRad="127000" dist="38100" dir="2700000" algn="tl" rotWithShape="0">
                <a:prstClr val="black">
                  <a:alpha val="11000"/>
                </a:prstClr>
              </a:outerShdw>
            </a:effectLst>
          </p:spPr>
          <p:style>
            <a:lnRef idx="1">
              <a:schemeClr val="accent2"/>
            </a:lnRef>
            <a:fillRef idx="3">
              <a:schemeClr val="accent2"/>
            </a:fillRef>
            <a:effectRef idx="2">
              <a:schemeClr val="accent2"/>
            </a:effectRef>
            <a:fontRef idx="minor">
              <a:schemeClr val="lt1"/>
            </a:fontRef>
          </p:style>
          <p:txBody>
            <a:bodyPr rot="0" spcFirstLastPara="0" vert="horz" wrap="square" lIns="132875" tIns="106300" rIns="132875" bIns="106300" numCol="1" spcCol="0" rtlCol="0" fromWordArt="0" anchor="t"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defTabSz="677526" fontAlgn="base">
                <a:spcBef>
                  <a:spcPct val="0"/>
                </a:spcBef>
                <a:spcAft>
                  <a:spcPct val="0"/>
                </a:spcAft>
                <a:defRPr/>
              </a:pPr>
              <a:endParaRPr lang="en-IN" sz="1163" err="1">
                <a:solidFill>
                  <a:srgbClr val="C03BC4"/>
                </a:solidFill>
                <a:latin typeface="Segoe UI"/>
                <a:ea typeface="Segoe UI" pitchFamily="34" charset="0"/>
                <a:cs typeface="Segoe UI" pitchFamily="34" charset="0"/>
              </a:endParaRPr>
            </a:p>
          </p:txBody>
        </p:sp>
        <p:grpSp>
          <p:nvGrpSpPr>
            <p:cNvPr id="8" name="Group 7">
              <a:extLst>
                <a:ext uri="{FF2B5EF4-FFF2-40B4-BE49-F238E27FC236}">
                  <a16:creationId xmlns:a16="http://schemas.microsoft.com/office/drawing/2014/main" id="{B5803776-5E8B-2132-6273-96CF7F5813DA}"/>
                </a:ext>
              </a:extLst>
            </p:cNvPr>
            <p:cNvGrpSpPr/>
            <p:nvPr/>
          </p:nvGrpSpPr>
          <p:grpSpPr>
            <a:xfrm>
              <a:off x="513820" y="3456630"/>
              <a:ext cx="1177379" cy="390472"/>
              <a:chOff x="45932" y="4239805"/>
              <a:chExt cx="1614691" cy="535504"/>
            </a:xfrm>
          </p:grpSpPr>
          <p:pic>
            <p:nvPicPr>
              <p:cNvPr id="10" name="Picture 9">
                <a:extLst>
                  <a:ext uri="{FF2B5EF4-FFF2-40B4-BE49-F238E27FC236}">
                    <a16:creationId xmlns:a16="http://schemas.microsoft.com/office/drawing/2014/main" id="{A8191316-8909-7296-9E20-E3BDDA33828C}"/>
                  </a:ext>
                  <a:ext uri="{C183D7F6-B498-43B3-948B-1728B52AA6E4}">
                    <adec:decorative xmlns:adec="http://schemas.microsoft.com/office/drawing/2017/decorative" val="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32" y="4239805"/>
                <a:ext cx="529765" cy="535504"/>
              </a:xfrm>
              <a:prstGeom prst="rect">
                <a:avLst/>
              </a:prstGeom>
            </p:spPr>
          </p:pic>
          <p:pic>
            <p:nvPicPr>
              <p:cNvPr id="11" name="purview">
                <a:extLst>
                  <a:ext uri="{FF2B5EF4-FFF2-40B4-BE49-F238E27FC236}">
                    <a16:creationId xmlns:a16="http://schemas.microsoft.com/office/drawing/2014/main" id="{F2F20322-882E-286F-3EFE-032ACDB9D9AE}"/>
                  </a:ext>
                  <a:ext uri="{C183D7F6-B498-43B3-948B-1728B52AA6E4}">
                    <adec:decorative xmlns:adec="http://schemas.microsoft.com/office/drawing/2017/decorative" val="1"/>
                  </a:ext>
                </a:extLst>
              </p:cNvPr>
              <p:cNvPicPr>
                <a:picLocks/>
              </p:cNvPicPr>
              <p:nvPr/>
            </p:nvPicPr>
            <p:blipFill rotWithShape="1">
              <a:blip>
                <a:extLst>
                  <a:ext uri="{96DAC541-7B7A-43D3-8B79-37D633B846F1}">
                    <asvg:svgBlip xmlns:asvg="http://schemas.microsoft.com/office/drawing/2016/SVG/main" r:embed="rId7"/>
                  </a:ext>
                </a:extLst>
              </a:blip>
              <a:srcRect l="1020" r="1020"/>
              <a:stretch/>
            </p:blipFill>
            <p:spPr>
              <a:xfrm>
                <a:off x="1155319" y="4270005"/>
                <a:ext cx="505304" cy="505304"/>
              </a:xfrm>
              <a:prstGeom prst="rect">
                <a:avLst/>
              </a:prstGeom>
            </p:spPr>
          </p:pic>
          <p:grpSp>
            <p:nvGrpSpPr>
              <p:cNvPr id="12" name="Group 11">
                <a:extLst>
                  <a:ext uri="{FF2B5EF4-FFF2-40B4-BE49-F238E27FC236}">
                    <a16:creationId xmlns:a16="http://schemas.microsoft.com/office/drawing/2014/main" id="{F1199295-2F99-24A2-64CB-B2F820A1503C}"/>
                  </a:ext>
                </a:extLst>
              </p:cNvPr>
              <p:cNvGrpSpPr/>
              <p:nvPr/>
            </p:nvGrpSpPr>
            <p:grpSpPr>
              <a:xfrm>
                <a:off x="705488" y="4347537"/>
                <a:ext cx="320040" cy="320040"/>
                <a:chOff x="638372" y="546647"/>
                <a:chExt cx="479596" cy="479596"/>
              </a:xfrm>
            </p:grpSpPr>
            <p:sp>
              <p:nvSpPr>
                <p:cNvPr id="16" name="Oval 15">
                  <a:extLst>
                    <a:ext uri="{FF2B5EF4-FFF2-40B4-BE49-F238E27FC236}">
                      <a16:creationId xmlns:a16="http://schemas.microsoft.com/office/drawing/2014/main" id="{489185B8-A5BD-AA7A-49CA-5FE58A59D41F}"/>
                    </a:ext>
                    <a:ext uri="{C183D7F6-B498-43B3-948B-1728B52AA6E4}">
                      <adec:decorative xmlns:adec="http://schemas.microsoft.com/office/drawing/2017/decorative" val="1"/>
                    </a:ext>
                  </a:extLst>
                </p:cNvPr>
                <p:cNvSpPr/>
                <p:nvPr/>
              </p:nvSpPr>
              <p:spPr bwMode="auto">
                <a:xfrm>
                  <a:off x="638372" y="546647"/>
                  <a:ext cx="479596" cy="479596"/>
                </a:xfrm>
                <a:prstGeom prst="ellipse">
                  <a:avLst/>
                </a:prstGeom>
                <a:gradFill flip="none" rotWithShape="1">
                  <a:gsLst>
                    <a:gs pos="32000">
                      <a:srgbClr val="C03BC4"/>
                    </a:gs>
                    <a:gs pos="100000">
                      <a:srgbClr val="399A91"/>
                    </a:gs>
                    <a:gs pos="68000">
                      <a:srgbClr val="0078D4"/>
                    </a:gs>
                    <a:gs pos="0">
                      <a:srgbClr val="FF5C39"/>
                    </a:gs>
                  </a:gsLst>
                  <a:path path="circle">
                    <a:fillToRect l="100000" t="100000"/>
                  </a:path>
                  <a:tileRect r="-100000" b="-100000"/>
                </a:gradFill>
                <a:ln w="63897" cap="flat">
                  <a:noFill/>
                  <a:prstDash val="solid"/>
                  <a:miter/>
                </a:ln>
                <a:effectLst>
                  <a:outerShdw blurRad="63500" dist="63500" dir="2700000" algn="tl" rotWithShape="0">
                    <a:srgbClr val="454142">
                      <a:alpha val="20000"/>
                    </a:srgbClr>
                  </a:outerShdw>
                </a:effectLst>
              </p:spPr>
              <p:txBody>
                <a:bodyPr rot="0" spcFirstLastPara="0" vert="horz" wrap="square" lIns="52313" tIns="26157" rIns="52313" bIns="26157" numCol="1" spcCol="0" rtlCol="0" fromWordArt="0" anchor="ctr" anchorCtr="0" forceAA="0" compatLnSpc="1">
                  <a:prstTxWarp prst="textNoShape">
                    <a:avLst/>
                  </a:prstTxWarp>
                  <a:no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95" fontAlgn="base">
                    <a:spcBef>
                      <a:spcPct val="0"/>
                    </a:spcBef>
                    <a:spcAft>
                      <a:spcPct val="0"/>
                    </a:spcAft>
                    <a:defRPr/>
                  </a:pPr>
                  <a:endParaRPr lang="en-US" sz="1309" b="1">
                    <a:ln w="3175">
                      <a:noFill/>
                    </a:ln>
                    <a:gradFill>
                      <a:gsLst>
                        <a:gs pos="53147">
                          <a:srgbClr val="FFFFFF"/>
                        </a:gs>
                        <a:gs pos="28000">
                          <a:srgbClr val="FFFFFF"/>
                        </a:gs>
                      </a:gsLst>
                      <a:path path="circle">
                        <a:fillToRect l="100000" b="100000"/>
                      </a:path>
                    </a:gradFill>
                    <a:latin typeface="Segoe UI Semibold"/>
                    <a:cs typeface="Segoe UI" pitchFamily="34" charset="0"/>
                  </a:endParaRPr>
                </a:p>
              </p:txBody>
            </p:sp>
            <p:pic>
              <p:nvPicPr>
                <p:cNvPr id="18" name="Graphic 22">
                  <a:extLst>
                    <a:ext uri="{FF2B5EF4-FFF2-40B4-BE49-F238E27FC236}">
                      <a16:creationId xmlns:a16="http://schemas.microsoft.com/office/drawing/2014/main" id="{EDF9CFBC-856B-C824-00D3-A8B41EF04B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091" y="657366"/>
                  <a:ext cx="258158" cy="258158"/>
                </a:xfrm>
                <a:prstGeom prst="rect">
                  <a:avLst/>
                </a:prstGeom>
                <a:effectLst>
                  <a:outerShdw blurRad="63500" dist="63500" dir="2700000" algn="ctr" rotWithShape="0">
                    <a:schemeClr val="bg1">
                      <a:alpha val="20000"/>
                    </a:schemeClr>
                  </a:outerShdw>
                </a:effectLst>
              </p:spPr>
            </p:pic>
          </p:grpSp>
        </p:grpSp>
        <p:sp>
          <p:nvSpPr>
            <p:cNvPr id="9" name="TextBox 4">
              <a:extLst>
                <a:ext uri="{FF2B5EF4-FFF2-40B4-BE49-F238E27FC236}">
                  <a16:creationId xmlns:a16="http://schemas.microsoft.com/office/drawing/2014/main" id="{40A7A011-A5B1-B465-6A3F-B4941EFA893C}"/>
                </a:ext>
              </a:extLst>
            </p:cNvPr>
            <p:cNvSpPr txBox="1"/>
            <p:nvPr/>
          </p:nvSpPr>
          <p:spPr>
            <a:xfrm>
              <a:off x="374982" y="2096831"/>
              <a:ext cx="1436982" cy="994732"/>
            </a:xfrm>
            <a:prstGeom prst="rect">
              <a:avLst/>
            </a:prstGeom>
            <a:noFill/>
          </p:spPr>
          <p:txBody>
            <a:bodyPr wrap="square" lIns="0" tIns="0" rIns="0" bIns="0">
              <a:spAutoFit/>
            </a:bodyPr>
            <a:lstStyle>
              <a:defPPr>
                <a:defRPr lang="en-US"/>
              </a:defPPr>
              <a:lvl1pPr marL="0" algn="l" defTabSz="369326" rtl="0" eaLnBrk="1" latinLnBrk="0" hangingPunct="1">
                <a:defRPr sz="1454" kern="1200">
                  <a:solidFill>
                    <a:schemeClr val="tx1"/>
                  </a:solidFill>
                  <a:latin typeface="+mn-lt"/>
                  <a:ea typeface="+mn-ea"/>
                  <a:cs typeface="+mn-cs"/>
                </a:defRPr>
              </a:lvl1pPr>
              <a:lvl2pPr marL="369326" algn="l" defTabSz="369326" rtl="0" eaLnBrk="1" latinLnBrk="0" hangingPunct="1">
                <a:defRPr sz="1454" kern="1200">
                  <a:solidFill>
                    <a:schemeClr val="tx1"/>
                  </a:solidFill>
                  <a:latin typeface="+mn-lt"/>
                  <a:ea typeface="+mn-ea"/>
                  <a:cs typeface="+mn-cs"/>
                </a:defRPr>
              </a:lvl2pPr>
              <a:lvl3pPr marL="738652" algn="l" defTabSz="369326" rtl="0" eaLnBrk="1" latinLnBrk="0" hangingPunct="1">
                <a:defRPr sz="1454" kern="1200">
                  <a:solidFill>
                    <a:schemeClr val="tx1"/>
                  </a:solidFill>
                  <a:latin typeface="+mn-lt"/>
                  <a:ea typeface="+mn-ea"/>
                  <a:cs typeface="+mn-cs"/>
                </a:defRPr>
              </a:lvl3pPr>
              <a:lvl4pPr marL="1107978" algn="l" defTabSz="369326" rtl="0" eaLnBrk="1" latinLnBrk="0" hangingPunct="1">
                <a:defRPr sz="1454" kern="1200">
                  <a:solidFill>
                    <a:schemeClr val="tx1"/>
                  </a:solidFill>
                  <a:latin typeface="+mn-lt"/>
                  <a:ea typeface="+mn-ea"/>
                  <a:cs typeface="+mn-cs"/>
                </a:defRPr>
              </a:lvl4pPr>
              <a:lvl5pPr marL="1477305" algn="l" defTabSz="369326" rtl="0" eaLnBrk="1" latinLnBrk="0" hangingPunct="1">
                <a:defRPr sz="1454" kern="1200">
                  <a:solidFill>
                    <a:schemeClr val="tx1"/>
                  </a:solidFill>
                  <a:latin typeface="+mn-lt"/>
                  <a:ea typeface="+mn-ea"/>
                  <a:cs typeface="+mn-cs"/>
                </a:defRPr>
              </a:lvl5pPr>
              <a:lvl6pPr marL="1846631" algn="l" defTabSz="369326" rtl="0" eaLnBrk="1" latinLnBrk="0" hangingPunct="1">
                <a:defRPr sz="1454" kern="1200">
                  <a:solidFill>
                    <a:schemeClr val="tx1"/>
                  </a:solidFill>
                  <a:latin typeface="+mn-lt"/>
                  <a:ea typeface="+mn-ea"/>
                  <a:cs typeface="+mn-cs"/>
                </a:defRPr>
              </a:lvl6pPr>
              <a:lvl7pPr marL="2215957" algn="l" defTabSz="369326" rtl="0" eaLnBrk="1" latinLnBrk="0" hangingPunct="1">
                <a:defRPr sz="1454" kern="1200">
                  <a:solidFill>
                    <a:schemeClr val="tx1"/>
                  </a:solidFill>
                  <a:latin typeface="+mn-lt"/>
                  <a:ea typeface="+mn-ea"/>
                  <a:cs typeface="+mn-cs"/>
                </a:defRPr>
              </a:lvl7pPr>
              <a:lvl8pPr marL="2585283" algn="l" defTabSz="369326" rtl="0" eaLnBrk="1" latinLnBrk="0" hangingPunct="1">
                <a:defRPr sz="1454" kern="1200">
                  <a:solidFill>
                    <a:schemeClr val="tx1"/>
                  </a:solidFill>
                  <a:latin typeface="+mn-lt"/>
                  <a:ea typeface="+mn-ea"/>
                  <a:cs typeface="+mn-cs"/>
                </a:defRPr>
              </a:lvl8pPr>
              <a:lvl9pPr marL="2954609" algn="l" defTabSz="369326" rtl="0" eaLnBrk="1" latinLnBrk="0" hangingPunct="1">
                <a:defRPr sz="1454" kern="1200">
                  <a:solidFill>
                    <a:schemeClr val="tx1"/>
                  </a:solidFill>
                  <a:latin typeface="+mn-lt"/>
                  <a:ea typeface="+mn-ea"/>
                  <a:cs typeface="+mn-cs"/>
                </a:defRPr>
              </a:lvl9pPr>
            </a:lstStyle>
            <a:p>
              <a:pPr algn="ctr" defTabSz="664370">
                <a:spcBef>
                  <a:spcPts val="872"/>
                </a:spcBef>
                <a:defRPr/>
              </a:pPr>
              <a:r>
                <a:rPr lang="en-US" sz="1309">
                  <a:solidFill>
                    <a:srgbClr val="FFFFFF"/>
                  </a:solidFill>
                  <a:latin typeface="Segoe UI Semibold"/>
                  <a:cs typeface="Segoe Sans Display" pitchFamily="2" charset="0"/>
                </a:rPr>
                <a:t>AI transformation is happening now.</a:t>
              </a:r>
            </a:p>
            <a:p>
              <a:pPr algn="ctr" defTabSz="664370">
                <a:spcBef>
                  <a:spcPts val="437"/>
                </a:spcBef>
                <a:defRPr/>
              </a:pPr>
              <a:r>
                <a:rPr lang="en-US" sz="1163">
                  <a:solidFill>
                    <a:srgbClr val="FFFFFF"/>
                  </a:solidFill>
                  <a:latin typeface="Segoe Sans Display" pitchFamily="2" charset="0"/>
                  <a:cs typeface="Segoe Sans Display" pitchFamily="2" charset="0"/>
                </a:rPr>
                <a:t>Secure and govern your data estate and get ready for AI</a:t>
              </a:r>
              <a:endParaRPr lang="en-US" sz="1743">
                <a:solidFill>
                  <a:srgbClr val="FFFFFF"/>
                </a:solidFill>
                <a:latin typeface="Segoe Sans Display" pitchFamily="2" charset="0"/>
                <a:cs typeface="Segoe Sans Display" pitchFamily="2" charset="0"/>
              </a:endParaRPr>
            </a:p>
          </p:txBody>
        </p:sp>
      </p:grpSp>
    </p:spTree>
    <p:extLst>
      <p:ext uri="{BB962C8B-B14F-4D97-AF65-F5344CB8AC3E}">
        <p14:creationId xmlns:p14="http://schemas.microsoft.com/office/powerpoint/2010/main" val="1630386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E5DE"/>
        </a:solidFill>
        <a:effectLst/>
      </p:bgPr>
    </p:bg>
    <p:spTree>
      <p:nvGrpSpPr>
        <p:cNvPr id="1" name="">
          <a:extLst>
            <a:ext uri="{FF2B5EF4-FFF2-40B4-BE49-F238E27FC236}">
              <a16:creationId xmlns:a16="http://schemas.microsoft.com/office/drawing/2014/main" id="{B99BBB6F-4D9E-CF5E-B53D-91E5C1262C2D}"/>
            </a:ext>
          </a:extLst>
        </p:cNvPr>
        <p:cNvGrpSpPr/>
        <p:nvPr/>
      </p:nvGrpSpPr>
      <p:grpSpPr>
        <a:xfrm>
          <a:off x="0" y="0"/>
          <a:ext cx="0" cy="0"/>
          <a:chOff x="0" y="0"/>
          <a:chExt cx="0" cy="0"/>
        </a:xfrm>
      </p:grpSpPr>
      <p:sp>
        <p:nvSpPr>
          <p:cNvPr id="4" name="Rounded Rectangle 53">
            <a:extLst>
              <a:ext uri="{FF2B5EF4-FFF2-40B4-BE49-F238E27FC236}">
                <a16:creationId xmlns:a16="http://schemas.microsoft.com/office/drawing/2014/main" id="{03148DF1-777A-D227-F6B5-23E701222BF0}"/>
              </a:ext>
            </a:extLst>
          </p:cNvPr>
          <p:cNvSpPr>
            <a:spLocks/>
          </p:cNvSpPr>
          <p:nvPr/>
        </p:nvSpPr>
        <p:spPr bwMode="auto">
          <a:xfrm>
            <a:off x="377825" y="885947"/>
            <a:ext cx="4895850" cy="6783266"/>
          </a:xfrm>
          <a:prstGeom prst="roundRect">
            <a:avLst>
              <a:gd name="adj" fmla="val 1963"/>
            </a:avLst>
          </a:prstGeom>
          <a:solidFill>
            <a:srgbClr val="FFFFFF">
              <a:alpha val="80000"/>
            </a:srgbClr>
          </a:solidFill>
          <a:effectLst>
            <a:outerShdw blurRad="127000" dist="38100" dir="2700000" algn="tl" rotWithShape="0">
              <a:prstClr val="black">
                <a:alpha val="11000"/>
              </a:prstClr>
            </a:outerShdw>
          </a:effectLst>
        </p:spPr>
        <p:txBody>
          <a:bodyPr rot="0" spcFirstLastPara="0" vert="horz" wrap="square" lIns="132875" tIns="106300" rIns="132875" bIns="106300" numCol="1" spcCol="0" rtlCol="0" fromWordArt="0" anchor="t" anchorCtr="0" forceAA="0" compatLnSpc="1">
            <a:prstTxWarp prst="textNoShape">
              <a:avLst/>
            </a:prstTxWarp>
            <a:noAutofit/>
          </a:bodyPr>
          <a:lstStyle/>
          <a:p>
            <a:pPr marL="0" marR="0" lvl="0" indent="0" algn="l" defTabSz="677511" rtl="0" eaLnBrk="1" fontAlgn="base" latinLnBrk="0" hangingPunct="1">
              <a:lnSpc>
                <a:spcPct val="100000"/>
              </a:lnSpc>
              <a:spcBef>
                <a:spcPct val="0"/>
              </a:spcBef>
              <a:spcAft>
                <a:spcPct val="0"/>
              </a:spcAft>
              <a:buClrTx/>
              <a:buSzTx/>
              <a:buFontTx/>
              <a:buNone/>
              <a:tabLst/>
              <a:defRPr/>
            </a:pPr>
            <a:endParaRPr kumimoji="0" lang="en-US" sz="1453" b="0" i="0" u="none" strike="noStrike" kern="0" cap="none" spc="0" normalizeH="0" baseline="0" noProof="0">
              <a:ln>
                <a:noFill/>
              </a:ln>
              <a:gradFill>
                <a:gsLst>
                  <a:gs pos="0">
                    <a:srgbClr val="FFFFFF"/>
                  </a:gs>
                  <a:gs pos="100000">
                    <a:srgbClr val="FFFFFF"/>
                  </a:gs>
                </a:gsLst>
                <a:lin ang="5400000" scaled="0"/>
              </a:gradFill>
              <a:effectLst/>
              <a:uLnTx/>
              <a:uFillTx/>
              <a:latin typeface="Segoe UI"/>
              <a:ea typeface="+mn-ea"/>
              <a:cs typeface="Segoe UI" pitchFamily="34" charset="0"/>
            </a:endParaRPr>
          </a:p>
        </p:txBody>
      </p:sp>
      <p:sp>
        <p:nvSpPr>
          <p:cNvPr id="5" name="Rectangle: Top Corners Rounded 4">
            <a:extLst>
              <a:ext uri="{FF2B5EF4-FFF2-40B4-BE49-F238E27FC236}">
                <a16:creationId xmlns:a16="http://schemas.microsoft.com/office/drawing/2014/main" id="{6DD84013-E694-D9ED-FD02-7EA08E49D089}"/>
              </a:ext>
            </a:extLst>
          </p:cNvPr>
          <p:cNvSpPr/>
          <p:nvPr/>
        </p:nvSpPr>
        <p:spPr bwMode="auto">
          <a:xfrm flipH="1">
            <a:off x="377815" y="885947"/>
            <a:ext cx="4895851" cy="436441"/>
          </a:xfrm>
          <a:prstGeom prst="round2SameRect">
            <a:avLst>
              <a:gd name="adj1" fmla="val 16174"/>
              <a:gd name="adj2" fmla="val 0"/>
            </a:avLst>
          </a:prstGeom>
          <a:solidFill>
            <a:srgbClr val="8A226F"/>
          </a:solidFill>
          <a:effectLst/>
        </p:spPr>
        <p:txBody>
          <a:bodyPr vert="horz" wrap="square" lIns="0" tIns="0" rIns="0" bIns="0" rtlCol="0" anchor="ctr" anchorCtr="0">
            <a:normAutofit/>
          </a:bodyPr>
          <a:lstStyle/>
          <a:p>
            <a:pPr marL="0" marR="0" lvl="0" indent="0" algn="ctr" defTabSz="929384" rtl="0" eaLnBrk="1" fontAlgn="auto" latinLnBrk="0" hangingPunct="1">
              <a:lnSpc>
                <a:spcPct val="100000"/>
              </a:lnSpc>
              <a:spcBef>
                <a:spcPct val="20000"/>
              </a:spcBef>
              <a:spcAft>
                <a:spcPts val="0"/>
              </a:spcAft>
              <a:buClrTx/>
              <a:buSzPct val="90000"/>
              <a:buFontTx/>
              <a:buNone/>
              <a:tabLst/>
              <a:defRPr/>
            </a:pPr>
            <a:endParaRPr kumimoji="0" lang="en-US" sz="1196" b="1" i="0" u="none" strike="noStrike" kern="1200" cap="none" spc="0" normalizeH="0" baseline="0" noProof="0">
              <a:ln>
                <a:noFill/>
              </a:ln>
              <a:solidFill>
                <a:srgbClr val="FFFFFF"/>
              </a:solidFill>
              <a:effectLst/>
              <a:uLnTx/>
              <a:uFillTx/>
              <a:latin typeface="Segoe UI Semibold" panose="020B0502040204020203" pitchFamily="34" charset="0"/>
              <a:ea typeface="+mn-ea"/>
              <a:cs typeface="Segoe UI Semibold" panose="020B0502040204020203" pitchFamily="34" charset="0"/>
            </a:endParaRPr>
          </a:p>
        </p:txBody>
      </p:sp>
      <p:graphicFrame>
        <p:nvGraphicFramePr>
          <p:cNvPr id="12" name="Table 0">
            <a:extLst>
              <a:ext uri="{FF2B5EF4-FFF2-40B4-BE49-F238E27FC236}">
                <a16:creationId xmlns:a16="http://schemas.microsoft.com/office/drawing/2014/main" id="{EDC20D37-EC6D-DE3E-AA02-02630D78F503}"/>
              </a:ext>
            </a:extLst>
          </p:cNvPr>
          <p:cNvGraphicFramePr>
            <a:graphicFrameLocks noGrp="1"/>
          </p:cNvGraphicFramePr>
          <p:nvPr>
            <p:extLst>
              <p:ext uri="{D42A27DB-BD31-4B8C-83A1-F6EECF244321}">
                <p14:modId xmlns:p14="http://schemas.microsoft.com/office/powerpoint/2010/main" val="2755458559"/>
              </p:ext>
            </p:extLst>
          </p:nvPr>
        </p:nvGraphicFramePr>
        <p:xfrm>
          <a:off x="377826" y="885945"/>
          <a:ext cx="4895850" cy="6558560"/>
        </p:xfrm>
        <a:graphic>
          <a:graphicData uri="http://schemas.openxmlformats.org/drawingml/2006/table">
            <a:tbl>
              <a:tblPr firstRow="1" bandRow="1">
                <a:effectLst/>
                <a:tableStyleId>{2D5ABB26-0587-4C30-8999-92F81FD0307C}</a:tableStyleId>
              </a:tblPr>
              <a:tblGrid>
                <a:gridCol w="3521074">
                  <a:extLst>
                    <a:ext uri="{9D8B030D-6E8A-4147-A177-3AD203B41FA5}">
                      <a16:colId xmlns:a16="http://schemas.microsoft.com/office/drawing/2014/main" val="20000"/>
                    </a:ext>
                  </a:extLst>
                </a:gridCol>
                <a:gridCol w="565150">
                  <a:extLst>
                    <a:ext uri="{9D8B030D-6E8A-4147-A177-3AD203B41FA5}">
                      <a16:colId xmlns:a16="http://schemas.microsoft.com/office/drawing/2014/main" val="20001"/>
                    </a:ext>
                  </a:extLst>
                </a:gridCol>
                <a:gridCol w="809626">
                  <a:extLst>
                    <a:ext uri="{9D8B030D-6E8A-4147-A177-3AD203B41FA5}">
                      <a16:colId xmlns:a16="http://schemas.microsoft.com/office/drawing/2014/main" val="20002"/>
                    </a:ext>
                  </a:extLst>
                </a:gridCol>
              </a:tblGrid>
              <a:tr h="439935">
                <a:tc>
                  <a:txBody>
                    <a:bodyPr/>
                    <a:lstStyle/>
                    <a:p>
                      <a:pPr marL="0" indent="0">
                        <a:buNone/>
                      </a:pPr>
                      <a:r>
                        <a:rPr lang="en-US" sz="700" b="0" i="0" u="none" strike="noStrike" kern="1200" cap="none" spc="0" normalizeH="0" baseline="0" dirty="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Incremental data security and compliance capabilities for AI</a:t>
                      </a: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700" b="0" i="0" u="none" strike="noStrike" kern="1200" cap="none" spc="0" normalizeH="0" baseline="0" dirty="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Business Standard</a:t>
                      </a: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indent="0" algn="ctr">
                        <a:buNone/>
                      </a:pPr>
                      <a:r>
                        <a:rPr lang="en-US" sz="700" b="0" i="0" u="none" strike="noStrike" kern="1200" cap="none" spc="0" normalizeH="0" baseline="0" dirty="0">
                          <a:solidFill>
                            <a:schemeClr val="bg1">
                              <a:lumMod val="100000"/>
                            </a:schemeClr>
                          </a:solidFill>
                          <a:latin typeface="Segoe UI Semibold" panose="020B0702040204020203" pitchFamily="34" charset="0"/>
                          <a:ea typeface="Segoe UI Semibold" panose="020B0502040204020203" pitchFamily="34" charset="0"/>
                          <a:cs typeface="Segoe UI Semibold" panose="020B0702040204020203" pitchFamily="34" charset="0"/>
                        </a:rPr>
                        <a:t>Purview Suite for Business Premium</a:t>
                      </a:r>
                    </a:p>
                  </a:txBody>
                  <a:tcPr anchor="ctr">
                    <a:lnL>
                      <a:noFill/>
                    </a:lnL>
                    <a:lnR>
                      <a:noFill/>
                    </a:lnR>
                    <a:lnT>
                      <a:noFill/>
                    </a:lnT>
                    <a:lnB w="635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159404">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sym typeface=""/>
                        </a:rPr>
                        <a:t>Address oversharing concerns</a:t>
                      </a:r>
                    </a:p>
                  </a:txBody>
                  <a:tcPr marL="72000" marR="0" marT="0" marB="0" anchor="ct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a:p>
                  </a:txBody>
                  <a:tcPr marL="72000" marR="0" marT="0" marB="0" anchor="ctr">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tc>
                  <a:txBody>
                    <a:bodyPr/>
                    <a:lstStyle/>
                    <a:p>
                      <a:pPr marL="0" indent="0" algn="l">
                        <a:buNone/>
                      </a:pPr>
                      <a:endParaRPr lang="en-US" sz="700" dirty="0"/>
                    </a:p>
                  </a:txBody>
                  <a:tcPr marL="72000" marR="0" marT="0" marB="0" anchor="ctr">
                    <a:lnL w="3810" cap="flat" cmpd="sng" algn="ctr">
                      <a:solidFill>
                        <a:srgbClr val="D5D8DC"/>
                      </a:solidFill>
                      <a:prstDash val="solid"/>
                      <a:round/>
                      <a:headEnd type="none" w="med" len="med"/>
                      <a:tailEnd type="none" w="med" len="med"/>
                    </a:lnL>
                    <a:lnR w="3810" cap="flat" cmpd="sng" algn="ctr">
                      <a:solidFill>
                        <a:srgbClr val="D5D8DC"/>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lumMod val="100000"/>
                        <a:alpha val="21000"/>
                      </a:srgbClr>
                    </a:solidFill>
                  </a:tcPr>
                </a:tc>
                <a:extLst>
                  <a:ext uri="{0D108BD9-81ED-4DB2-BD59-A6C34878D82A}">
                    <a16:rowId xmlns:a16="http://schemas.microsoft.com/office/drawing/2014/main" val="10001"/>
                  </a:ext>
                </a:extLst>
              </a:tr>
              <a:tr h="148904">
                <a:tc>
                  <a:txBody>
                    <a:bodyPr/>
                    <a:lstStyle/>
                    <a:p>
                      <a:pPr marL="0" indent="0">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Identify potentially overshared sites and files across all of Microsoft 365</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Sites</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Sites and files</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167949225"/>
                  </a:ext>
                </a:extLst>
              </a:tr>
              <a:tr h="138537">
                <a:tc>
                  <a:txBody>
                    <a:bodyPr/>
                    <a:lstStyle/>
                    <a:p>
                      <a:pPr marL="0" indent="0">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Create oversharing assessments targeted to specific Microsoft 365 locations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2"/>
                  </a:ext>
                </a:extLst>
              </a:tr>
              <a:tr h="186092">
                <a:tc>
                  <a:txBody>
                    <a:bodyPr/>
                    <a:lstStyle/>
                    <a:p>
                      <a:pPr marL="0" indent="0">
                        <a:buNone/>
                      </a:pPr>
                      <a:r>
                        <a:rPr lang="en-US" sz="650" kern="1200">
                          <a:solidFill>
                            <a:srgbClr val="000000"/>
                          </a:solidFill>
                          <a:latin typeface="Segoe UI" panose="020B0502040204020203" pitchFamily="34" charset="0"/>
                          <a:ea typeface="Calibri" pitchFamily="34" charset="-122"/>
                          <a:cs typeface="Segoe UI" panose="020B0502040204020203" pitchFamily="34" charset="0"/>
                        </a:rPr>
                        <a:t>Restrict user and/or Copilot + Agent access to risky sites while remediating risks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5"/>
                  </a:ext>
                </a:extLst>
              </a:tr>
              <a:tr h="282860">
                <a:tc>
                  <a:txBody>
                    <a:bodyPr/>
                    <a:lstStyle/>
                    <a:p>
                      <a:pPr marL="0" indent="0">
                        <a:buNone/>
                      </a:pPr>
                      <a:r>
                        <a:rPr lang="en-US" sz="650" kern="1200">
                          <a:solidFill>
                            <a:srgbClr val="000000"/>
                          </a:solidFill>
                          <a:latin typeface="Segoe UI" panose="020B0502040204020203" pitchFamily="34" charset="0"/>
                          <a:ea typeface="Calibri" pitchFamily="34" charset="-122"/>
                          <a:cs typeface="Segoe UI" panose="020B0502040204020203" pitchFamily="34" charset="0"/>
                        </a:rPr>
                        <a:t>Prevent Copilot + Agents from processing certain sensitive files and from using them in responses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164991779"/>
                  </a:ext>
                </a:extLst>
              </a:tr>
              <a:tr h="148611">
                <a:tc>
                  <a:txBody>
                    <a:bodyPr/>
                    <a:lstStyle/>
                    <a:p>
                      <a:pPr marL="0" indent="0">
                        <a:buNone/>
                      </a:pPr>
                      <a:r>
                        <a:rPr lang="en-US" sz="650" kern="1200">
                          <a:solidFill>
                            <a:srgbClr val="000000"/>
                          </a:solidFill>
                          <a:latin typeface="Segoe UI" panose="020B0502040204020203" pitchFamily="34" charset="0"/>
                          <a:ea typeface="Calibri" pitchFamily="34" charset="-122"/>
                          <a:cs typeface="Segoe UI" panose="020B0502040204020203" pitchFamily="34" charset="0"/>
                        </a:rPr>
                        <a:t>Receive and act on policy suggestions to mitigate your specific oversharing risks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6"/>
                  </a:ext>
                </a:extLst>
              </a:tr>
              <a:tr h="161681">
                <a:tc>
                  <a:txBody>
                    <a:bodyPr/>
                    <a:lstStyle/>
                    <a:p>
                      <a:pPr marL="0" indent="0">
                        <a:buNone/>
                      </a:pPr>
                      <a:r>
                        <a:rPr lang="en-US" sz="650" kern="1200">
                          <a:solidFill>
                            <a:srgbClr val="000000"/>
                          </a:solidFill>
                          <a:latin typeface="Segoe UI" panose="020B0502040204020203" pitchFamily="34" charset="0"/>
                          <a:ea typeface="Calibri" charset="0"/>
                          <a:cs typeface="Segoe UI" panose="020B0502040204020203" pitchFamily="34" charset="0"/>
                        </a:rPr>
                        <a:t>Remove organization-wide site access as needed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0"/>
                  </a:ext>
                </a:extLst>
              </a:tr>
              <a:tr h="133149">
                <a:tc>
                  <a:txBody>
                    <a:bodyPr/>
                    <a:lstStyle/>
                    <a:p>
                      <a:pPr marL="0" indent="0">
                        <a:buNone/>
                      </a:pPr>
                      <a:r>
                        <a:rPr lang="en-US" sz="650" kern="1200">
                          <a:solidFill>
                            <a:srgbClr val="000000"/>
                          </a:solidFill>
                          <a:latin typeface="Segoe UI" panose="020B0502040204020203" pitchFamily="34" charset="0"/>
                          <a:ea typeface="Calibri" charset="0"/>
                          <a:cs typeface="Segoe UI" panose="020B0502040204020203" pitchFamily="34" charset="0"/>
                        </a:rPr>
                        <a:t>Get notifications when new oversharing occurs with options for remediation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1"/>
                  </a:ext>
                </a:extLst>
              </a:tr>
              <a:tr h="156927">
                <a:tc>
                  <a:txBody>
                    <a:bodyPr/>
                    <a:lstStyle/>
                    <a:p>
                      <a:pPr marL="0" indent="0">
                        <a:buNone/>
                      </a:pPr>
                      <a:r>
                        <a:rPr lang="en-US" sz="650" kern="1200" dirty="0">
                          <a:solidFill>
                            <a:srgbClr val="000000"/>
                          </a:solidFill>
                          <a:latin typeface="Segoe UI" panose="020B0502040204020203" pitchFamily="34" charset="0"/>
                          <a:ea typeface="Calibri" charset="0"/>
                          <a:cs typeface="Segoe UI" panose="020B0502040204020203" pitchFamily="34" charset="0"/>
                        </a:rPr>
                        <a:t>Secure sensitive data through file level access controls and Data Loss Prevention policies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endParaRPr lang="en-US" sz="650" kern="120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rgbClr val="000000"/>
                          </a:solidFill>
                          <a:latin typeface="Segoe UI" panose="020B0502040204020203" pitchFamily="34" charset="0"/>
                          <a:ea typeface="Calibri" pitchFamily="34" charset="-122"/>
                          <a:cs typeface="Segoe UI" panose="020B0502040204020203" pitchFamily="34" charset="0"/>
                        </a:rPr>
                        <a:t>✓</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60982563"/>
                  </a:ext>
                </a:extLst>
              </a:tr>
              <a:tr h="179364">
                <a:tc>
                  <a:txBody>
                    <a:bodyPr/>
                    <a:lstStyle/>
                    <a:p>
                      <a:pPr marL="0" indent="0">
                        <a:buNone/>
                      </a:pPr>
                      <a:r>
                        <a:rPr lang="en-US" sz="650" kern="1200" dirty="0">
                          <a:solidFill>
                            <a:srgbClr val="000000"/>
                          </a:solidFill>
                          <a:latin typeface="Segoe UI" panose="020B0502040204020203" pitchFamily="34" charset="0"/>
                          <a:ea typeface="Calibri" charset="0"/>
                          <a:cs typeface="Segoe UI" panose="020B0502040204020203" pitchFamily="34" charset="0"/>
                        </a:rPr>
                        <a:t>Improve Copilot + Agent responses by archiving or deleting unneeded content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rgbClr val="000000"/>
                          </a:solidFill>
                          <a:latin typeface="Segoe UI" panose="020B0502040204020203" pitchFamily="34" charset="0"/>
                          <a:ea typeface="Calibri" pitchFamily="34" charset="-122"/>
                          <a:cs typeface="Segoe UI" panose="020B0502040204020203" pitchFamily="34" charset="0"/>
                        </a:rPr>
                        <a:t>Sites</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a:buNone/>
                      </a:pPr>
                      <a:r>
                        <a:rPr lang="en-US" sz="650" kern="1200" noProof="0" dirty="0">
                          <a:solidFill>
                            <a:srgbClr val="000000"/>
                          </a:solidFill>
                          <a:latin typeface="Segoe UI" panose="020B0502040204020203" pitchFamily="34" charset="0"/>
                          <a:ea typeface="Calibri" pitchFamily="34" charset="-122"/>
                          <a:cs typeface="Segoe UI" panose="020B0502040204020203" pitchFamily="34" charset="0"/>
                        </a:rPr>
                        <a:t>Sites and files</a:t>
                      </a:r>
                      <a:endParaRPr lang="en-US" sz="650" kern="1200" dirty="0">
                        <a:solidFill>
                          <a:srgbClr val="000000"/>
                        </a:solidFill>
                        <a:latin typeface="Segoe UI" panose="020B0502040204020203" pitchFamily="34" charset="0"/>
                        <a:ea typeface="Calibri" charset="0"/>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138700826"/>
                  </a:ext>
                </a:extLst>
              </a:tr>
              <a:tr h="161533">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Protect against data loss and insider risk</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13"/>
                  </a:ext>
                </a:extLst>
              </a:tr>
              <a:tr h="252034">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View reports of sensitive data and unprotected files referenced in Copilot + Agent interactions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14"/>
                  </a:ext>
                </a:extLst>
              </a:tr>
              <a:tr h="147415">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Get alerted to risky AI use, such as an attempted prompt injection attack</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404216"/>
                  </a:ext>
                </a:extLst>
              </a:tr>
              <a:tr h="242523">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View prompt and response text and referenced files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Via search and alerts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391912513"/>
                  </a:ext>
                </a:extLst>
              </a:tr>
              <a:tr h="161682">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Detect when content contains sensitive data and ask the user to manually apply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013380"/>
                  </a:ext>
                </a:extLst>
              </a:tr>
              <a:tr h="161681">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Detect when content contains sensitive data and auto-apply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506527937"/>
                  </a:ext>
                </a:extLst>
              </a:tr>
              <a:tr h="271054">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Copilot + Agent response and Copilot + Agent created documents inherit sensitivity label and protections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70424012"/>
                  </a:ext>
                </a:extLst>
              </a:tr>
              <a:tr h="147415">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Block Copilot + Agent access to files with a specific sensitivity label</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90985489"/>
                  </a:ext>
                </a:extLst>
              </a:tr>
              <a:tr h="156927">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Protect files even if they are moved or downloaded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4210017648"/>
                  </a:ext>
                </a:extLst>
              </a:tr>
              <a:tr h="166438">
                <a:tc>
                  <a:txBody>
                    <a:bodyPr/>
                    <a:lstStyle/>
                    <a:p>
                      <a:pPr marL="0" indent="0" algn="l" defTabSz="565131" rtl="0" eaLnBrk="1" latinLnBrk="0" hangingPunct="1">
                        <a:buNone/>
                      </a:pPr>
                      <a:r>
                        <a:rPr lang="en-US" sz="650" kern="1200">
                          <a:solidFill>
                            <a:srgbClr val="000000"/>
                          </a:solidFill>
                          <a:latin typeface="Segoe UI" panose="020B0502040204020203" pitchFamily="34" charset="0"/>
                          <a:ea typeface="+mn-ea"/>
                          <a:cs typeface="Segoe UI" panose="020B0502040204020203" pitchFamily="34" charset="0"/>
                        </a:rPr>
                        <a:t>Get alerted to risky user actions that deviate from their usual pattern of behavior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773392232"/>
                  </a:ext>
                </a:extLst>
              </a:tr>
              <a:tr h="171192">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Correlate and sequence risk alerts to identify high severity risk patterns for a user</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722534814"/>
                  </a:ext>
                </a:extLst>
              </a:tr>
              <a:tr h="161681">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Automatically add a user to more strict security policies based on their risk patterns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100522731"/>
                  </a:ext>
                </a:extLst>
              </a:tr>
              <a:tr h="16168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DLP for Copilot Prompts — blocks Copilot from processing sensitive data</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ctr"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096360809"/>
                  </a:ext>
                </a:extLst>
              </a:tr>
              <a:tr h="161681">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Data Security Posture Management for AI (DSPM for AI)</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45917943"/>
                  </a:ext>
                </a:extLst>
              </a:tr>
              <a:tr h="161681">
                <a:tc>
                  <a:txBody>
                    <a:bodyPr/>
                    <a:lstStyle/>
                    <a:p>
                      <a:pPr marL="0" marR="0" lvl="0" indent="0" algn="l" defTabSz="565131" rtl="0" eaLnBrk="1" fontAlgn="ctr" hangingPunct="1">
                        <a:lnSpc>
                          <a:spcPct val="100000"/>
                        </a:lnSpc>
                        <a:spcBef>
                          <a:spcPts val="0"/>
                        </a:spcBef>
                        <a:spcAft>
                          <a:spcPts val="0"/>
                        </a:spcAft>
                        <a:buFontTx/>
                        <a:buNone/>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Purview AI data security and compliance (DLP, DSPM, Insider Risk)</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hangingPunct="1">
                        <a:lnSpc>
                          <a:spcPct val="100000"/>
                        </a:lnSpc>
                        <a:spcBef>
                          <a:spcPts val="0"/>
                        </a:spcBef>
                        <a:spcAft>
                          <a:spcPts val="0"/>
                        </a:spcAft>
                        <a:buFontTx/>
                        <a:buNone/>
                      </a:pPr>
                      <a:endPar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endParaRP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auto" latinLnBrk="0" hangingPunct="1">
                        <a:lnSpc>
                          <a:spcPct val="100000"/>
                        </a:lnSpc>
                        <a:spcBef>
                          <a:spcPts val="0"/>
                        </a:spcBef>
                        <a:spcAft>
                          <a:spcPts val="0"/>
                        </a:spcAft>
                        <a:buClrTx/>
                        <a:buSzTx/>
                        <a:buFontTx/>
                        <a:buNone/>
                        <a:tabLst/>
                        <a:defRPr/>
                      </a:pPr>
                      <a:r>
                        <a:rPr lang="en-US" sz="650" b="0" i="0" u="none" strike="noStrike" kern="1200" cap="none" spc="0" normalizeH="0" baseline="0" dirty="0">
                          <a:solidFill>
                            <a:schemeClr val="tx1"/>
                          </a:solidFill>
                          <a:latin typeface="Segoe UI" panose="020B0502040204020203" pitchFamily="34" charset="0"/>
                          <a:ea typeface="+mn-ea"/>
                          <a:cs typeface="Segoe UI" panose="020B0502040204020203" pitchFamily="34" charset="0"/>
                          <a:sym typeface=""/>
                        </a:rPr>
                        <a:t>✓</a:t>
                      </a:r>
                      <a:endParaRPr lang="en-US" sz="650" dirty="0">
                        <a:solidFill>
                          <a:schemeClr val="tx1"/>
                        </a:solidFill>
                        <a:latin typeface="Segoe UI" panose="020B0502040204020203" pitchFamily="34" charset="0"/>
                        <a:ea typeface="Calibri"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230275625"/>
                  </a:ext>
                </a:extLst>
              </a:tr>
              <a:tr h="152170">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marR="0" lvl="0" indent="0" algn="l" defTabSz="565131" rtl="0" eaLnBrk="1" fontAlgn="ctr" latinLnBrk="0" hangingPunct="1">
                        <a:lnSpc>
                          <a:spcPct val="100000"/>
                        </a:lnSpc>
                        <a:spcBef>
                          <a:spcPts val="0"/>
                        </a:spcBef>
                        <a:spcAft>
                          <a:spcPts val="0"/>
                        </a:spcAft>
                        <a:buClrTx/>
                        <a:buSzTx/>
                        <a:buFontTx/>
                        <a:buNone/>
                        <a:tabLst/>
                        <a:defRPr/>
                      </a:pPr>
                      <a:r>
                        <a:rPr lang="en-US" sz="700" b="0" i="0" u="none" strike="noStrike" kern="1200" cap="none" spc="0" normalizeH="0" baseline="0" dirty="0">
                          <a:solidFill>
                            <a:srgbClr val="8A226F">
                              <a:lumMod val="100000"/>
                            </a:srgbClr>
                          </a:solidFill>
                          <a:latin typeface="Segoe UI Semibold" panose="020B0702040204020203" pitchFamily="34" charset="0"/>
                          <a:ea typeface="+mn-ea"/>
                          <a:cs typeface="Segoe UI Semibold" panose="020B0702040204020203" pitchFamily="34" charset="0"/>
                        </a:rPr>
                        <a:t>Govern AI use to meet regulations and policies, Copilot Chat</a:t>
                      </a: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tc>
                  <a:txBody>
                    <a:bodyPr/>
                    <a:lstStyle>
                      <a:lvl1pPr marL="0" algn="l" defTabSz="565131" rtl="0" eaLnBrk="1" latinLnBrk="0" hangingPunct="1">
                        <a:defRPr sz="1112" kern="1200">
                          <a:solidFill>
                            <a:schemeClr val="tx1"/>
                          </a:solidFill>
                          <a:latin typeface="Calibri" panose="020F0502020204030204"/>
                        </a:defRPr>
                      </a:lvl1pPr>
                      <a:lvl2pPr marL="282566" algn="l" defTabSz="565131" rtl="0" eaLnBrk="1" latinLnBrk="0" hangingPunct="1">
                        <a:defRPr sz="1112" kern="1200">
                          <a:solidFill>
                            <a:schemeClr val="tx1"/>
                          </a:solidFill>
                          <a:latin typeface="Calibri" panose="020F0502020204030204"/>
                        </a:defRPr>
                      </a:lvl2pPr>
                      <a:lvl3pPr marL="565131" algn="l" defTabSz="565131" rtl="0" eaLnBrk="1" latinLnBrk="0" hangingPunct="1">
                        <a:defRPr sz="1112" kern="1200">
                          <a:solidFill>
                            <a:schemeClr val="tx1"/>
                          </a:solidFill>
                          <a:latin typeface="Calibri" panose="020F0502020204030204"/>
                        </a:defRPr>
                      </a:lvl3pPr>
                      <a:lvl4pPr marL="847697" algn="l" defTabSz="565131" rtl="0" eaLnBrk="1" latinLnBrk="0" hangingPunct="1">
                        <a:defRPr sz="1112" kern="1200">
                          <a:solidFill>
                            <a:schemeClr val="tx1"/>
                          </a:solidFill>
                          <a:latin typeface="Calibri" panose="020F0502020204030204"/>
                        </a:defRPr>
                      </a:lvl4pPr>
                      <a:lvl5pPr marL="1130262" algn="l" defTabSz="565131" rtl="0" eaLnBrk="1" latinLnBrk="0" hangingPunct="1">
                        <a:defRPr sz="1112" kern="1200">
                          <a:solidFill>
                            <a:schemeClr val="tx1"/>
                          </a:solidFill>
                          <a:latin typeface="Calibri" panose="020F0502020204030204"/>
                        </a:defRPr>
                      </a:lvl5pPr>
                      <a:lvl6pPr marL="1412828" algn="l" defTabSz="565131" rtl="0" eaLnBrk="1" latinLnBrk="0" hangingPunct="1">
                        <a:defRPr sz="1112" kern="1200">
                          <a:solidFill>
                            <a:schemeClr val="tx1"/>
                          </a:solidFill>
                          <a:latin typeface="Calibri" panose="020F0502020204030204"/>
                        </a:defRPr>
                      </a:lvl6pPr>
                      <a:lvl7pPr marL="1695394" algn="l" defTabSz="565131" rtl="0" eaLnBrk="1" latinLnBrk="0" hangingPunct="1">
                        <a:defRPr sz="1112" kern="1200">
                          <a:solidFill>
                            <a:schemeClr val="tx1"/>
                          </a:solidFill>
                          <a:latin typeface="Calibri" panose="020F0502020204030204"/>
                        </a:defRPr>
                      </a:lvl7pPr>
                      <a:lvl8pPr marL="1977959" algn="l" defTabSz="565131" rtl="0" eaLnBrk="1" latinLnBrk="0" hangingPunct="1">
                        <a:defRPr sz="1112" kern="1200">
                          <a:solidFill>
                            <a:schemeClr val="tx1"/>
                          </a:solidFill>
                          <a:latin typeface="Calibri" panose="020F0502020204030204"/>
                        </a:defRPr>
                      </a:lvl8pPr>
                      <a:lvl9pPr marL="2260525" algn="l" defTabSz="565131" rtl="0" eaLnBrk="1" latinLnBrk="0" hangingPunct="1">
                        <a:defRPr sz="1112" kern="1200">
                          <a:solidFill>
                            <a:schemeClr val="tx1"/>
                          </a:solidFill>
                          <a:latin typeface="Calibri" panose="020F0502020204030204"/>
                        </a:defRPr>
                      </a:lvl9pPr>
                    </a:lstStyle>
                    <a:p>
                      <a:pPr marL="0" indent="0" algn="ctr" defTabSz="565131">
                        <a:buNone/>
                      </a:pPr>
                      <a:endParaRPr lang="en-US" sz="700" dirty="0">
                        <a:solidFill>
                          <a:schemeClr val="tx1"/>
                        </a:solidFill>
                        <a:latin typeface="Segoe UI" panose="020B0502040204020203" pitchFamily="34" charset="0"/>
                        <a:cs typeface="Segoe UI" panose="020B0502040204020203" pitchFamily="34" charset="0"/>
                      </a:endParaRPr>
                    </a:p>
                  </a:txBody>
                  <a:tcPr marL="72000" marR="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solidFill>
                      <a:srgbClr val="B740C5">
                        <a:alpha val="21000"/>
                      </a:srgbClr>
                    </a:solidFill>
                  </a:tcPr>
                </a:tc>
                <a:extLst>
                  <a:ext uri="{0D108BD9-81ED-4DB2-BD59-A6C34878D82A}">
                    <a16:rowId xmlns:a16="http://schemas.microsoft.com/office/drawing/2014/main" val="10022"/>
                  </a:ext>
                </a:extLst>
              </a:tr>
              <a:tr h="156927">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Audit Copilot + Agent interactions to access detailed log information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3"/>
                  </a:ext>
                </a:extLst>
              </a:tr>
              <a:tr h="261544">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Enforce retention and deletion policies for Copilot + Agent interactions and meeting recordings + transcripts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4"/>
                  </a:ext>
                </a:extLst>
              </a:tr>
              <a:tr h="156927">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Include a user’s Copilot + Agent prompts and responses in a legal hold</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25"/>
                  </a:ext>
                </a:extLst>
              </a:tr>
              <a:tr h="228257">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Receive an alert if a possible compliance or ethical violation occurs and start an investigation</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26990570"/>
                  </a:ext>
                </a:extLst>
              </a:tr>
              <a:tr h="242523">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Perform an admin search for litigation or an investigation and include Copilot + Agent generated content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noProof="0" dirty="0">
                          <a:solidFill>
                            <a:srgbClr val="000000"/>
                          </a:solidFill>
                          <a:latin typeface="Segoe UI" panose="020B0502040204020203" pitchFamily="34" charset="0"/>
                          <a:ea typeface="+mn-ea"/>
                          <a:cs typeface="Segoe UI" panose="020B0502040204020203" pitchFamily="34" charset="0"/>
                        </a:rPr>
                        <a:t>✓</a:t>
                      </a: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658758097"/>
                  </a:ext>
                </a:extLst>
              </a:tr>
              <a:tr h="156927">
                <a:tc>
                  <a:txBody>
                    <a:bodyPr/>
                    <a:lstStyle/>
                    <a:p>
                      <a:pPr marL="0" indent="0" algn="l"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Assess and track adherence to regulatory frameworks</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l" defTabSz="565131" rtl="0" eaLnBrk="1" latinLnBrk="0" hangingPunct="1">
                        <a:buNone/>
                      </a:pPr>
                      <a:endParaRPr lang="en-US" sz="650" kern="1200" dirty="0">
                        <a:solidFill>
                          <a:srgbClr val="000000"/>
                        </a:solidFill>
                        <a:latin typeface="Segoe UI" panose="020B0502040204020203" pitchFamily="34" charset="0"/>
                        <a:ea typeface="+mn-ea"/>
                        <a:cs typeface="Segoe UI" panose="020B0502040204020203" pitchFamily="34" charset="0"/>
                      </a:endParaRP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indent="0" algn="ctr" defTabSz="565131" rtl="0" eaLnBrk="1" latinLnBrk="0" hangingPunct="1">
                        <a:buNone/>
                      </a:pPr>
                      <a:r>
                        <a:rPr lang="en-US" sz="650" kern="1200" dirty="0">
                          <a:solidFill>
                            <a:srgbClr val="000000"/>
                          </a:solidFill>
                          <a:latin typeface="Segoe UI" panose="020B0502040204020203" pitchFamily="34" charset="0"/>
                          <a:ea typeface="+mn-ea"/>
                          <a:cs typeface="Segoe UI" panose="020B0502040204020203" pitchFamily="34" charset="0"/>
                        </a:rPr>
                        <a:t>✓</a:t>
                      </a:r>
                    </a:p>
                  </a:txBody>
                  <a:tcPr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2881175670"/>
                  </a:ext>
                </a:extLst>
              </a:tr>
              <a:tr h="224276">
                <a:tc>
                  <a:txBody>
                    <a:bodyPr/>
                    <a:lstStyle/>
                    <a:p>
                      <a:pPr algn="l" fontAlgn="ctr">
                        <a:buNone/>
                      </a:pPr>
                      <a:r>
                        <a:rPr lang="en-US" sz="700" b="0" i="0" u="none" strike="noStrike" dirty="0">
                          <a:solidFill>
                            <a:srgbClr val="000000"/>
                          </a:solidFill>
                          <a:effectLst/>
                          <a:latin typeface="Segoe UI" panose="020B0502040204020203" pitchFamily="34" charset="0"/>
                          <a:cs typeface="Segoe UI" panose="020B0502040204020203" pitchFamily="34" charset="0"/>
                        </a:rPr>
                        <a:t>Copilot Chat enhancements — inbox &amp; calendar awareness + Word/Excel/PowerPoint agents</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37807667"/>
                  </a:ext>
                </a:extLst>
              </a:tr>
              <a:tr h="156927">
                <a:tc>
                  <a:txBody>
                    <a:bodyPr/>
                    <a:lstStyle/>
                    <a:p>
                      <a:pPr algn="l" fontAlgn="ctr">
                        <a:buNone/>
                      </a:pPr>
                      <a:r>
                        <a:rPr lang="en-US" sz="700" b="0" i="0" u="none" strike="noStrike" dirty="0">
                          <a:solidFill>
                            <a:srgbClr val="000000"/>
                          </a:solidFill>
                          <a:effectLst/>
                          <a:latin typeface="Segoe UI" panose="020B0502040204020203" pitchFamily="34" charset="0"/>
                          <a:cs typeface="Segoe UI" panose="020B0502040204020203" pitchFamily="34" charset="0"/>
                        </a:rPr>
                        <a:t>Copilot Chat Analytics — admin reporting on adoption and usage</a:t>
                      </a:r>
                    </a:p>
                  </a:txBody>
                  <a:tcPr marL="73152" marR="73152"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tc>
                  <a:txBody>
                    <a:bodyPr/>
                    <a:lstStyle/>
                    <a:p>
                      <a:pPr marL="0" marR="0" lvl="0" indent="0" algn="ctr" defTabSz="565131" rtl="0" eaLnBrk="1" fontAlgn="ctr"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prstClr val="black"/>
                          </a:solidFill>
                          <a:effectLst/>
                          <a:uLnTx/>
                          <a:uFillTx/>
                          <a:latin typeface="Segoe UI" panose="020B0502040204020203" pitchFamily="34" charset="0"/>
                          <a:ea typeface="+mn-ea"/>
                          <a:cs typeface="Segoe UI" panose="020B0502040204020203" pitchFamily="34" charset="0"/>
                        </a:rPr>
                        <a:t>✓</a:t>
                      </a:r>
                    </a:p>
                  </a:txBody>
                  <a:tcPr marL="72000" marR="72000" marT="0" marB="0" anchor="ct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3404604295"/>
                  </a:ext>
                </a:extLst>
              </a:tr>
            </a:tbl>
          </a:graphicData>
        </a:graphic>
      </p:graphicFrame>
      <p:sp>
        <p:nvSpPr>
          <p:cNvPr id="7" name="Incremental capabilities from Current SKU to Target SKU">
            <a:extLst>
              <a:ext uri="{FF2B5EF4-FFF2-40B4-BE49-F238E27FC236}">
                <a16:creationId xmlns:a16="http://schemas.microsoft.com/office/drawing/2014/main" id="{1EDCBB6D-F473-4127-8E11-431804803ADF}"/>
              </a:ext>
            </a:extLst>
          </p:cNvPr>
          <p:cNvSpPr/>
          <p:nvPr/>
        </p:nvSpPr>
        <p:spPr>
          <a:xfrm>
            <a:off x="377826" y="281945"/>
            <a:ext cx="4895850" cy="470898"/>
          </a:xfrm>
          <a:prstGeom prst="rect">
            <a:avLst/>
          </a:prstGeom>
          <a:noFill/>
          <a:ln/>
        </p:spPr>
        <p:txBody>
          <a:bodyPr wrap="square" lIns="0" tIns="0" rIns="0" bIns="0" rtlCol="0" anchor="t" anchorCtr="0">
            <a:spAutoFit/>
          </a:bodyPr>
          <a:lstStyle/>
          <a:p>
            <a:pPr defTabSz="910968">
              <a:lnSpc>
                <a:spcPct val="85000"/>
              </a:lnSpc>
              <a:defRPr/>
            </a:pPr>
            <a:r>
              <a:rPr lang="en-US" dirty="0">
                <a:solidFill>
                  <a:srgbClr val="B740C5"/>
                </a:solidFill>
                <a:latin typeface="Segoe UI Semibold"/>
                <a:cs typeface="Segoe UI Semibold"/>
              </a:rPr>
              <a:t>Business Standard vs </a:t>
            </a:r>
            <a:br>
              <a:rPr lang="en-US" dirty="0">
                <a:solidFill>
                  <a:srgbClr val="B740C5"/>
                </a:solidFill>
                <a:latin typeface="Segoe UI Semibold"/>
                <a:cs typeface="Segoe UI Semibold"/>
              </a:rPr>
            </a:br>
            <a:r>
              <a:rPr lang="en-US" dirty="0">
                <a:solidFill>
                  <a:srgbClr val="B740C5"/>
                </a:solidFill>
                <a:latin typeface="Segoe UI Semibold"/>
                <a:cs typeface="Segoe UI Semibold"/>
              </a:rPr>
              <a:t>Business Premium + Purview Suite</a:t>
            </a:r>
          </a:p>
        </p:txBody>
      </p:sp>
    </p:spTree>
    <p:extLst>
      <p:ext uri="{BB962C8B-B14F-4D97-AF65-F5344CB8AC3E}">
        <p14:creationId xmlns:p14="http://schemas.microsoft.com/office/powerpoint/2010/main" val="20665799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728AB9D-FEDE-D386-BB51-295FA38B47E4}"/>
            </a:ext>
          </a:extLst>
        </p:cNvPr>
        <p:cNvGrpSpPr/>
        <p:nvPr/>
      </p:nvGrpSpPr>
      <p:grpSpPr>
        <a:xfrm>
          <a:off x="0" y="0"/>
          <a:ext cx="0" cy="0"/>
          <a:chOff x="0" y="0"/>
          <a:chExt cx="0" cy="0"/>
        </a:xfrm>
      </p:grpSpPr>
      <p:sp>
        <p:nvSpPr>
          <p:cNvPr id="5" name="Rectangle 3468742">
            <a:extLst>
              <a:ext uri="{FF2B5EF4-FFF2-40B4-BE49-F238E27FC236}">
                <a16:creationId xmlns:a16="http://schemas.microsoft.com/office/drawing/2014/main" id="{96E1F46C-D455-58D3-9835-4CD28114CA4F}"/>
              </a:ext>
            </a:extLst>
          </p:cNvPr>
          <p:cNvSpPr/>
          <p:nvPr/>
        </p:nvSpPr>
        <p:spPr>
          <a:xfrm>
            <a:off x="0" y="-2330"/>
            <a:ext cx="5667375" cy="8020050"/>
          </a:xfrm>
          <a:prstGeom prst="rect">
            <a:avLst/>
          </a:prstGeom>
          <a:solidFill>
            <a:srgbClr val="FCF2E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48" name="Picture 47">
            <a:extLst>
              <a:ext uri="{FF2B5EF4-FFF2-40B4-BE49-F238E27FC236}">
                <a16:creationId xmlns:a16="http://schemas.microsoft.com/office/drawing/2014/main" id="{61776EAF-999C-1D56-04BA-7C3A78A3842D}"/>
              </a:ext>
            </a:extLst>
          </p:cNvPr>
          <p:cNvPicPr>
            <a:picLocks noChangeAspect="1"/>
          </p:cNvPicPr>
          <p:nvPr/>
        </p:nvPicPr>
        <p:blipFill>
          <a:blip r:embed="rId3">
            <a:alphaModFix amt="23000"/>
          </a:blip>
          <a:srcRect l="14306" t="29128" r="12293" b="-1677"/>
          <a:stretch>
            <a:fillRect/>
          </a:stretch>
        </p:blipFill>
        <p:spPr>
          <a:xfrm rot="10800000">
            <a:off x="-1" y="5465343"/>
            <a:ext cx="5667375" cy="2563698"/>
          </a:xfrm>
          <a:prstGeom prst="rect">
            <a:avLst/>
          </a:prstGeom>
          <a:effectLst/>
        </p:spPr>
      </p:pic>
      <p:sp>
        <p:nvSpPr>
          <p:cNvPr id="9" name="Upgrade investment snapshot">
            <a:extLst>
              <a:ext uri="{FF2B5EF4-FFF2-40B4-BE49-F238E27FC236}">
                <a16:creationId xmlns:a16="http://schemas.microsoft.com/office/drawing/2014/main" id="{643D2643-67D1-25D6-8EA7-E80B45469A37}"/>
              </a:ext>
            </a:extLst>
          </p:cNvPr>
          <p:cNvSpPr/>
          <p:nvPr/>
        </p:nvSpPr>
        <p:spPr>
          <a:xfrm>
            <a:off x="409575" y="284891"/>
            <a:ext cx="4935928" cy="292989"/>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a:solidFill>
                  <a:prstClr val="black">
                    <a:lumMod val="95000"/>
                    <a:lumOff val="5000"/>
                  </a:prstClr>
                </a:solidFill>
                <a:latin typeface="Segoe UI Semibold"/>
                <a:ea typeface="Segoe UI Semibold" pitchFamily="34" charset="-122"/>
                <a:cs typeface="Segoe UI Semibold"/>
              </a:rPr>
              <a:t>Investment</a:t>
            </a:r>
            <a:r>
              <a:rPr kumimoji="0"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rPr>
              <a:t> snapshot</a:t>
            </a:r>
            <a:endParaRPr lang="en-US" sz="2400" b="0" i="0" u="none" strike="noStrike" kern="1200" cap="none" spc="0" normalizeH="0" baseline="0" noProof="0">
              <a:ln>
                <a:noFill/>
              </a:ln>
              <a:solidFill>
                <a:prstClr val="black">
                  <a:lumMod val="95000"/>
                  <a:lumOff val="5000"/>
                </a:prstClr>
              </a:solidFill>
              <a:effectLst/>
              <a:uLnTx/>
              <a:uFillTx/>
              <a:latin typeface="Segoe UI Semibold"/>
              <a:ea typeface="Segoe UI Semibold" pitchFamily="34" charset="-122"/>
              <a:cs typeface="Segoe UI Semibold"/>
            </a:endParaRPr>
          </a:p>
        </p:txBody>
      </p:sp>
      <p:sp>
        <p:nvSpPr>
          <p:cNvPr id="49" name="Text 8">
            <a:extLst>
              <a:ext uri="{FF2B5EF4-FFF2-40B4-BE49-F238E27FC236}">
                <a16:creationId xmlns:a16="http://schemas.microsoft.com/office/drawing/2014/main" id="{546271A4-906E-AC24-0E52-EFA81992B9B7}"/>
              </a:ext>
            </a:extLst>
          </p:cNvPr>
          <p:cNvSpPr/>
          <p:nvPr/>
        </p:nvSpPr>
        <p:spPr>
          <a:xfrm>
            <a:off x="409575" y="7369396"/>
            <a:ext cx="4848225" cy="365763"/>
          </a:xfrm>
          <a:prstGeom prst="rect">
            <a:avLst/>
          </a:prstGeom>
          <a:noFill/>
          <a:ln/>
        </p:spPr>
        <p:txBody>
          <a:bodyPr wrap="square" lIns="0" tIns="0" rIns="0" bIns="0" rtlCol="0" anchor="t"/>
          <a:lstStyle/>
          <a:p>
            <a:r>
              <a:rPr lang="en-US" sz="500">
                <a:highlight>
                  <a:srgbClr val="FFFF00"/>
                </a:highlight>
                <a:latin typeface="Segoe UI Semibold" panose="020B0702040204020203" pitchFamily="34" charset="0"/>
                <a:cs typeface="Segoe UI Semibold" panose="020B0702040204020203" pitchFamily="34" charset="0"/>
              </a:rPr>
              <a:t>[NOTE - PLEASE DELETE BEFORE SENDING TO THE CUSTOMER]</a:t>
            </a:r>
          </a:p>
          <a:p>
            <a:r>
              <a:rPr lang="en-US" sz="500">
                <a:highlight>
                  <a:srgbClr val="FFFF00"/>
                </a:highlight>
                <a:latin typeface="Segoe UI" panose="020B0502040204020203" pitchFamily="34" charset="0"/>
                <a:cs typeface="Segoe UI" panose="020B0502040204020203" pitchFamily="34" charset="0"/>
              </a:rPr>
              <a:t>The calculation above is based on active promos, partner MAICPP status, Microsoft Commercial Incentives, and Microsoft list price, and assumes additional information on margins. This is for reference only and subject to change. Please review the calculation and adjust before sending it to the customer. Microsoft would not be responsible for the content or accuracy of any information/claim made in this document, or for any decisions made based on such information. </a:t>
            </a:r>
          </a:p>
        </p:txBody>
      </p:sp>
      <p:graphicFrame>
        <p:nvGraphicFramePr>
          <p:cNvPr id="31" name="Table 30">
            <a:extLst>
              <a:ext uri="{FF2B5EF4-FFF2-40B4-BE49-F238E27FC236}">
                <a16:creationId xmlns:a16="http://schemas.microsoft.com/office/drawing/2014/main" id="{9F629912-4053-C17D-E323-DAC8653DDB6B}"/>
              </a:ext>
            </a:extLst>
          </p:cNvPr>
          <p:cNvGraphicFramePr>
            <a:graphicFrameLocks noGrp="1"/>
          </p:cNvGraphicFramePr>
          <p:nvPr>
            <p:extLst>
              <p:ext uri="{D42A27DB-BD31-4B8C-83A1-F6EECF244321}">
                <p14:modId xmlns:p14="http://schemas.microsoft.com/office/powerpoint/2010/main" val="2491053364"/>
              </p:ext>
            </p:extLst>
          </p:nvPr>
        </p:nvGraphicFramePr>
        <p:xfrm>
          <a:off x="409574" y="1133905"/>
          <a:ext cx="4848226" cy="1648320"/>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Current SKU</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err="1">
                          <a:ln>
                            <a:noFill/>
                          </a:ln>
                          <a:solidFill>
                            <a:srgbClr val="8A226F"/>
                          </a:solidFill>
                          <a:effectLst/>
                          <a:uLnTx/>
                          <a:uFillTx/>
                          <a:latin typeface="Segoe UI Semibold"/>
                          <a:ea typeface="Segoe UI Regular"/>
                          <a:cs typeface="Segoe UI Semibold"/>
                        </a:rPr>
                        <a:t>start_sku</a:t>
                      </a:r>
                      <a:r>
                        <a:rPr kumimoji="0" lang="en-US" sz="1200" b="0" i="0" u="none" strike="noStrike" kern="1200" cap="none" spc="0" normalizeH="0" baseline="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a:latin typeface="Segoe UI" panose="020B0502040204020203" pitchFamily="34" charset="0"/>
                          <a:cs typeface="Segoe UI" panose="020B0502040204020203" pitchFamily="34" charset="0"/>
                        </a:rPr>
                        <a:t>Number of seats proposed for upgrade</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a:lnSpc>
                          <a:spcPct val="100000"/>
                        </a:lnSpc>
                        <a:spcBef>
                          <a:spcPts val="0"/>
                        </a:spcBef>
                        <a:spcAft>
                          <a:spcPts val="0"/>
                        </a:spcAft>
                        <a:buNone/>
                      </a:pPr>
                      <a:r>
                        <a:rPr lang="en-US" sz="1200" b="0" i="0" u="none" strike="noStrike" kern="1200" cap="none" spc="0" normalizeH="0" baseline="0" noProof="0" dirty="0">
                          <a:ln>
                            <a:noFill/>
                          </a:ln>
                          <a:solidFill>
                            <a:schemeClr val="tx1"/>
                          </a:solidFill>
                          <a:effectLst/>
                          <a:uLnTx/>
                          <a:uFillTx/>
                          <a:latin typeface="Segoe UI"/>
                          <a:ea typeface="Segoe UI Regular" pitchFamily="34" charset="-122"/>
                          <a:cs typeface="Segoe UI"/>
                        </a:rPr>
                        <a:t>{seats} </a:t>
                      </a:r>
                      <a:endParaRPr kumimoji="0" lang="en-US" dirty="0"/>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Current annual cost per user</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current_annual_cost_per_user</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11699862"/>
                  </a:ext>
                </a:extLst>
              </a:tr>
              <a:tr h="41208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rPr>
                        <a:t>Total current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expiring_arr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29020969"/>
                  </a:ext>
                </a:extLst>
              </a:tr>
            </a:tbl>
          </a:graphicData>
        </a:graphic>
      </p:graphicFrame>
      <p:sp>
        <p:nvSpPr>
          <p:cNvPr id="33" name="Rectangle: Top Corners Rounded 32">
            <a:extLst>
              <a:ext uri="{FF2B5EF4-FFF2-40B4-BE49-F238E27FC236}">
                <a16:creationId xmlns:a16="http://schemas.microsoft.com/office/drawing/2014/main" id="{85A445E1-A52D-33E5-8A47-654A75AF92D3}"/>
              </a:ext>
            </a:extLst>
          </p:cNvPr>
          <p:cNvSpPr/>
          <p:nvPr/>
        </p:nvSpPr>
        <p:spPr>
          <a:xfrm>
            <a:off x="409574" y="820495"/>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Current SKU</a:t>
            </a:r>
          </a:p>
        </p:txBody>
      </p:sp>
      <p:graphicFrame>
        <p:nvGraphicFramePr>
          <p:cNvPr id="34" name="Table 33">
            <a:extLst>
              <a:ext uri="{FF2B5EF4-FFF2-40B4-BE49-F238E27FC236}">
                <a16:creationId xmlns:a16="http://schemas.microsoft.com/office/drawing/2014/main" id="{F751E058-0465-554B-EC83-ECA3B1CDE861}"/>
              </a:ext>
            </a:extLst>
          </p:cNvPr>
          <p:cNvGraphicFramePr>
            <a:graphicFrameLocks noGrp="1"/>
          </p:cNvGraphicFramePr>
          <p:nvPr>
            <p:extLst>
              <p:ext uri="{D42A27DB-BD31-4B8C-83A1-F6EECF244321}">
                <p14:modId xmlns:p14="http://schemas.microsoft.com/office/powerpoint/2010/main" val="115145397"/>
              </p:ext>
            </p:extLst>
          </p:nvPr>
        </p:nvGraphicFramePr>
        <p:xfrm>
          <a:off x="409574" y="3331405"/>
          <a:ext cx="4848226" cy="2385029"/>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Bold" pitchFamily="34" charset="-122"/>
                          <a:cs typeface="Segoe UI Semibold" panose="020B0702040204020203" pitchFamily="34" charset="0"/>
                        </a:rPr>
                        <a:t>Upgrade solution​</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r>
                        <a:rPr kumimoji="0" lang="en-US" sz="1200" b="0" i="0" u="none" strike="noStrike" kern="1200" cap="none" spc="0" normalizeH="0" baseline="0" dirty="0" err="1">
                          <a:ln>
                            <a:noFill/>
                          </a:ln>
                          <a:solidFill>
                            <a:srgbClr val="8A226F"/>
                          </a:solidFill>
                          <a:effectLst/>
                          <a:uLnTx/>
                          <a:uFillTx/>
                          <a:latin typeface="Segoe UI Semibold"/>
                          <a:ea typeface="Segoe UI Regular"/>
                          <a:cs typeface="Segoe UI Semibold"/>
                        </a:rPr>
                        <a:t>target_sku</a:t>
                      </a:r>
                      <a:r>
                        <a:rPr kumimoji="0" lang="en-US" sz="1200" b="0" i="0" u="none" strike="noStrike" kern="1200" cap="none" spc="0" normalizeH="0" baseline="0" dirty="0">
                          <a:ln>
                            <a:noFill/>
                          </a:ln>
                          <a:solidFill>
                            <a:srgbClr val="8A226F"/>
                          </a:solidFill>
                          <a:effectLst/>
                          <a:uLnTx/>
                          <a:uFillTx/>
                          <a:latin typeface="Segoe UI Semibold"/>
                          <a:ea typeface="Segoe UI Regular"/>
                          <a:cs typeface="Segoe UI Semibold"/>
                        </a:rPr>
                        <a:t>}</a:t>
                      </a:r>
                      <a:endParaRPr kumimoji="0" lang="en-US" sz="1200" b="0" i="0" u="none" strike="noStrike" kern="1200" cap="none" spc="0" normalizeH="0" baseline="0" noProof="0" dirty="0">
                        <a:ln>
                          <a:noFill/>
                        </a:ln>
                        <a:solidFill>
                          <a:srgbClr val="8A226F"/>
                        </a:solidFill>
                        <a:effectLst/>
                        <a:uLnTx/>
                        <a:uFillTx/>
                        <a:latin typeface="Segoe UI Semibold"/>
                        <a:ea typeface="Segoe UI Regular"/>
                        <a:cs typeface="Segoe UI Semibold"/>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47700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Segoe UI Regular" pitchFamily="34" charset="-122"/>
                          <a:cs typeface="Segoe UI" panose="020B0502040204020203" pitchFamily="34" charset="0"/>
                        </a:rPr>
                        <a:t>Annual cost per user for the upgraded solution</a:t>
                      </a:r>
                      <a:endParaRPr kumimoji="0" lang="en-US" sz="1200" b="0" i="0" u="none" strike="noStrike" kern="1200" cap="none" spc="0" normalizeH="0" baseline="0" noProof="0">
                        <a:ln>
                          <a:noFill/>
                        </a:ln>
                        <a:solidFill>
                          <a:schemeClr val="tx1"/>
                        </a:solidFill>
                        <a:effectLst/>
                        <a:uLnTx/>
                        <a:uFillTx/>
                        <a:latin typeface="Segoe UI" panose="020B0502040204020203" pitchFamily="34" charset="0"/>
                        <a:ea typeface="+mn-ea"/>
                        <a:cs typeface="Segoe UI" panose="020B05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a:lnSpc>
                          <a:spcPct val="100000"/>
                        </a:lnSpc>
                        <a:spcBef>
                          <a:spcPts val="0"/>
                        </a:spcBef>
                        <a:spcAft>
                          <a:spcPts val="0"/>
                        </a:spcAft>
                        <a:buNone/>
                        <a:tabLst/>
                        <a:defRPr/>
                      </a:pP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r>
                        <a:rPr lang="en-US" sz="1200" b="0" i="0" u="none" strike="noStrike" kern="1200" cap="none" spc="0" normalizeH="0" baseline="0" noProof="0" dirty="0" err="1">
                          <a:ln>
                            <a:noFill/>
                          </a:ln>
                          <a:solidFill>
                            <a:schemeClr val="tx1"/>
                          </a:solidFill>
                          <a:effectLst/>
                          <a:uLnTx/>
                          <a:uFillTx/>
                          <a:latin typeface="Segoe UI"/>
                          <a:ea typeface="Segoe UI Regular"/>
                          <a:cs typeface="Segoe UI"/>
                        </a:rPr>
                        <a:t>actual_price_per_user</a:t>
                      </a:r>
                      <a:r>
                        <a:rPr lang="en-US" sz="1200" b="0" i="0" u="none" strike="noStrike" kern="1200" cap="none" spc="0" normalizeH="0" baseline="0" noProof="0" dirty="0">
                          <a:ln>
                            <a:noFill/>
                          </a:ln>
                          <a:solidFill>
                            <a:schemeClr val="tx1"/>
                          </a:solidFill>
                          <a:effectLst/>
                          <a:uLnTx/>
                          <a:uFillTx/>
                          <a:latin typeface="Segoe UI"/>
                          <a:ea typeface="Segoe UI Regular"/>
                          <a:cs typeface="Segoe UI"/>
                        </a:rPr>
                        <a:t>}</a:t>
                      </a:r>
                      <a:endParaRPr kumimoji="0" lang="en-US" dirty="0">
                        <a:ea typeface="Segoe UI Regular"/>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r h="477006">
                <a:tc>
                  <a:txBody>
                    <a:bodyPr/>
                    <a:lstStyle/>
                    <a:p>
                      <a:pPr>
                        <a:buNone/>
                      </a:pPr>
                      <a:r>
                        <a:rPr lang="en-IN" sz="1200">
                          <a:solidFill>
                            <a:srgbClr val="8A226F"/>
                          </a:solidFill>
                          <a:latin typeface="Segoe UI Semibold" panose="020B0702040204020203" pitchFamily="34" charset="0"/>
                          <a:ea typeface="Segoe UI Regular" pitchFamily="34" charset="-122"/>
                          <a:cs typeface="Segoe UI Semibold" panose="020B0702040204020203" pitchFamily="34" charset="0"/>
                        </a:rPr>
                        <a:t>Savings from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nSpc>
                          <a:spcPts val="1050"/>
                        </a:lnSpc>
                      </a:pPr>
                      <a:r>
                        <a:rPr lang="en-US" sz="1200">
                          <a:solidFill>
                            <a:srgbClr val="8A226F"/>
                          </a:solidFill>
                          <a:latin typeface="Segoe UI Semibold"/>
                          <a:ea typeface="Segoe UI Regular"/>
                          <a:cs typeface="Segoe UI Semibold"/>
                        </a:rPr>
                        <a:t>{</a:t>
                      </a:r>
                      <a:r>
                        <a:rPr lang="en-US" sz="1200" err="1">
                          <a:solidFill>
                            <a:srgbClr val="8A226F"/>
                          </a:solidFill>
                          <a:latin typeface="Segoe UI Semibold"/>
                          <a:ea typeface="Segoe UI Regular"/>
                          <a:cs typeface="Segoe UI Semibold"/>
                        </a:rPr>
                        <a:t>promo_savings_per_user</a:t>
                      </a:r>
                      <a:r>
                        <a:rPr lang="en-US" sz="1200">
                          <a:solidFill>
                            <a:srgbClr val="8A226F"/>
                          </a:solidFill>
                          <a:latin typeface="Segoe UI Semibold"/>
                          <a:ea typeface="Segoe UI Regular"/>
                          <a:cs typeface="Segoe UI Semibold"/>
                        </a:rPr>
                        <a:t>}</a:t>
                      </a:r>
                      <a:endParaRPr lang="en-US" sz="1200">
                        <a:solidFill>
                          <a:srgbClr val="8A226F"/>
                        </a:solidFill>
                        <a:latin typeface="Segoe UI Semibold" panose="020B0702040204020203" pitchFamily="34" charset="0"/>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28086285"/>
                  </a:ext>
                </a:extLst>
              </a:tr>
              <a:tr h="477006">
                <a:tc>
                  <a:txBody>
                    <a:bodyPr/>
                    <a:lstStyle/>
                    <a:p>
                      <a:r>
                        <a:rPr lang="en-IN" sz="1200">
                          <a:solidFill>
                            <a:srgbClr val="242424"/>
                          </a:solidFill>
                          <a:latin typeface="Segoe UI" panose="020B0502040204020203" pitchFamily="34" charset="0"/>
                          <a:ea typeface="Segoe UI Regular" pitchFamily="34" charset="-122"/>
                          <a:cs typeface="Segoe UI" panose="020B0502040204020203" pitchFamily="34" charset="0"/>
                        </a:rPr>
                        <a:t>Cost per user after adjusting promo price</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l">
                        <a:lnSpc>
                          <a:spcPts val="1050"/>
                        </a:lnSpc>
                        <a:buNone/>
                      </a:pPr>
                      <a:r>
                        <a:rPr lang="en-US" sz="1200" dirty="0">
                          <a:solidFill>
                            <a:srgbClr val="000000"/>
                          </a:solidFill>
                          <a:latin typeface="Segoe UI"/>
                          <a:ea typeface="Segoe UI Regular"/>
                          <a:cs typeface="Segoe UI"/>
                        </a:rPr>
                        <a:t>{</a:t>
                      </a:r>
                      <a:r>
                        <a:rPr lang="en-US" sz="1200" dirty="0" err="1">
                          <a:solidFill>
                            <a:srgbClr val="000000"/>
                          </a:solidFill>
                          <a:latin typeface="Segoe UI"/>
                          <a:ea typeface="Segoe UI Regular"/>
                          <a:cs typeface="Segoe UI"/>
                        </a:rPr>
                        <a:t>per_user_</a:t>
                      </a:r>
                      <a:r>
                        <a:rPr lang="en-US" sz="1200" kern="1200" dirty="0" err="1">
                          <a:solidFill>
                            <a:srgbClr val="000000"/>
                          </a:solidFill>
                          <a:latin typeface="Segoe UI"/>
                          <a:ea typeface="Segoe UI Regular"/>
                          <a:cs typeface="Segoe UI"/>
                        </a:rPr>
                        <a:t>after_promo_price</a:t>
                      </a:r>
                      <a:r>
                        <a:rPr lang="en-US" sz="1200" kern="1200" dirty="0">
                          <a:solidFill>
                            <a:srgbClr val="000000"/>
                          </a:solidFill>
                          <a:latin typeface="Segoe UI"/>
                          <a:ea typeface="Segoe UI Regular"/>
                          <a:cs typeface="Segoe UI"/>
                        </a:rPr>
                        <a:t>}</a:t>
                      </a: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16996238"/>
                  </a:ext>
                </a:extLst>
              </a:tr>
              <a:tr h="477005">
                <a:tc>
                  <a:txBody>
                    <a:bodyPr/>
                    <a:lstStyle/>
                    <a:p>
                      <a:pPr marL="0" marR="0" lvl="0" indent="0" algn="l" rtl="0">
                        <a:lnSpc>
                          <a:spcPct val="100000"/>
                        </a:lnSpc>
                        <a:spcBef>
                          <a:spcPts val="0"/>
                        </a:spcBef>
                        <a:spcAft>
                          <a:spcPts val="0"/>
                        </a:spcAft>
                        <a:buClrTx/>
                        <a:buSzTx/>
                        <a:buFontTx/>
                        <a:buNone/>
                      </a:pPr>
                      <a:r>
                        <a:rPr lang="en-US" sz="1200" b="0" i="0" u="none" strike="noStrike" kern="1200" cap="none" spc="0" normalizeH="0" baseline="0" noProof="0">
                          <a:ln>
                            <a:noFill/>
                          </a:ln>
                          <a:solidFill>
                            <a:schemeClr val="tx1"/>
                          </a:solidFill>
                          <a:effectLst/>
                          <a:uLnTx/>
                          <a:uFillTx/>
                          <a:latin typeface="Segoe UI"/>
                          <a:ea typeface="Segoe UI Regular"/>
                          <a:cs typeface="Segoe UI"/>
                        </a:rPr>
                        <a:t>Total investment in the upgraded solution</a:t>
                      </a:r>
                      <a:endParaRPr lang="en-US" sz="1200" b="0" i="0" u="none" strike="noStrike" kern="1200" cap="none" spc="0" normalizeH="0" baseline="0" noProof="0">
                        <a:ln>
                          <a:noFill/>
                        </a:ln>
                        <a:solidFill>
                          <a:schemeClr val="tx1"/>
                        </a:solidFill>
                        <a:effectLst/>
                        <a:uLnTx/>
                        <a:uFillTx/>
                        <a:latin typeface="Segoe UI"/>
                        <a:ea typeface="+mn-ea"/>
                        <a:cs typeface="Segoe UI"/>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rtl="0">
                        <a:lnSpc>
                          <a:spcPct val="100000"/>
                        </a:lnSpc>
                        <a:spcBef>
                          <a:spcPts val="0"/>
                        </a:spcBef>
                        <a:spcAft>
                          <a:spcPts val="0"/>
                        </a:spcAft>
                        <a:buClrTx/>
                        <a:buSzTx/>
                        <a:buFontTx/>
                        <a:buNone/>
                      </a:pPr>
                      <a:r>
                        <a:rPr lang="en-IN" sz="1200" kern="1200" dirty="0">
                          <a:solidFill>
                            <a:srgbClr val="000000"/>
                          </a:solidFill>
                          <a:latin typeface="Segoe UI"/>
                          <a:ea typeface="Segoe UI Regular"/>
                          <a:cs typeface="Segoe UI"/>
                        </a:rPr>
                        <a:t>{</a:t>
                      </a:r>
                      <a:r>
                        <a:rPr lang="en-IN" sz="1200" kern="1200" dirty="0" err="1">
                          <a:solidFill>
                            <a:srgbClr val="000000"/>
                          </a:solidFill>
                          <a:latin typeface="Segoe UI"/>
                          <a:ea typeface="Segoe UI Regular"/>
                          <a:cs typeface="Segoe UI"/>
                        </a:rPr>
                        <a:t>total_upgraded_solution_investment</a:t>
                      </a:r>
                      <a:r>
                        <a:rPr lang="en-IN" sz="1200" kern="1200" dirty="0">
                          <a:solidFill>
                            <a:srgbClr val="000000"/>
                          </a:solidFill>
                          <a:latin typeface="Segoe UI"/>
                          <a:ea typeface="Segoe UI Regular"/>
                          <a:cs typeface="Segoe UI"/>
                        </a:rPr>
                        <a:t>}</a:t>
                      </a:r>
                      <a:endParaRPr lang="en-US" sz="1200" kern="1200" noProof="0" dirty="0">
                        <a:solidFill>
                          <a:srgbClr val="000000"/>
                        </a:solidFill>
                        <a:latin typeface="Segoe UI"/>
                        <a:ea typeface="Segoe UI Regular"/>
                        <a:cs typeface="Segoe UI"/>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14437397"/>
                  </a:ext>
                </a:extLst>
              </a:tr>
            </a:tbl>
          </a:graphicData>
        </a:graphic>
      </p:graphicFrame>
      <p:sp>
        <p:nvSpPr>
          <p:cNvPr id="35" name="Rectangle: Top Corners Rounded 34">
            <a:extLst>
              <a:ext uri="{FF2B5EF4-FFF2-40B4-BE49-F238E27FC236}">
                <a16:creationId xmlns:a16="http://schemas.microsoft.com/office/drawing/2014/main" id="{AF8D6392-6243-F044-47FA-FB10457D0581}"/>
              </a:ext>
            </a:extLst>
          </p:cNvPr>
          <p:cNvSpPr/>
          <p:nvPr/>
        </p:nvSpPr>
        <p:spPr>
          <a:xfrm>
            <a:off x="409574" y="3017996"/>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Target SKU</a:t>
            </a:r>
          </a:p>
        </p:txBody>
      </p:sp>
      <p:graphicFrame>
        <p:nvGraphicFramePr>
          <p:cNvPr id="36" name="Table 35">
            <a:extLst>
              <a:ext uri="{FF2B5EF4-FFF2-40B4-BE49-F238E27FC236}">
                <a16:creationId xmlns:a16="http://schemas.microsoft.com/office/drawing/2014/main" id="{1AEFAC14-680B-DFAE-9478-BCE9F04FD796}"/>
              </a:ext>
            </a:extLst>
          </p:cNvPr>
          <p:cNvGraphicFramePr>
            <a:graphicFrameLocks noGrp="1"/>
          </p:cNvGraphicFramePr>
          <p:nvPr>
            <p:extLst>
              <p:ext uri="{D42A27DB-BD31-4B8C-83A1-F6EECF244321}">
                <p14:modId xmlns:p14="http://schemas.microsoft.com/office/powerpoint/2010/main" val="4175877311"/>
              </p:ext>
            </p:extLst>
          </p:nvPr>
        </p:nvGraphicFramePr>
        <p:xfrm>
          <a:off x="409574" y="6178070"/>
          <a:ext cx="4848226" cy="955553"/>
        </p:xfrm>
        <a:graphic>
          <a:graphicData uri="http://schemas.openxmlformats.org/drawingml/2006/table">
            <a:tbl>
              <a:tblPr firstRow="1" bandRow="1">
                <a:tableStyleId>{5C22544A-7EE6-4342-B048-85BDC9FD1C3A}</a:tableStyleId>
              </a:tblPr>
              <a:tblGrid>
                <a:gridCol w="2424113">
                  <a:extLst>
                    <a:ext uri="{9D8B030D-6E8A-4147-A177-3AD203B41FA5}">
                      <a16:colId xmlns:a16="http://schemas.microsoft.com/office/drawing/2014/main" val="875771108"/>
                    </a:ext>
                  </a:extLst>
                </a:gridCol>
                <a:gridCol w="2424113">
                  <a:extLst>
                    <a:ext uri="{9D8B030D-6E8A-4147-A177-3AD203B41FA5}">
                      <a16:colId xmlns:a16="http://schemas.microsoft.com/office/drawing/2014/main" val="1328544361"/>
                    </a:ext>
                  </a:extLst>
                </a:gridCol>
              </a:tblGrid>
              <a:tr h="45406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Segoe UI Semibold" pitchFamily="34" charset="-122"/>
                          <a:cs typeface="Segoe UI Semibold" panose="020B0702040204020203" pitchFamily="34" charset="0"/>
                        </a:rPr>
                        <a:t>Incremental annual cost per user</a:t>
                      </a:r>
                      <a:endParaRPr kumimoji="0" lang="en-US" sz="1200" b="1" i="0" u="none" strike="noStrike" kern="1200" cap="none" spc="0" normalizeH="0" baseline="0" noProof="0">
                        <a:ln>
                          <a:noFill/>
                        </a:ln>
                        <a:solidFill>
                          <a:srgbClr val="8A226F"/>
                        </a:solidFill>
                        <a:effectLst/>
                        <a:uLnTx/>
                        <a:uFillTx/>
                        <a:latin typeface="Segoe UI Semibold" panose="020B0702040204020203" pitchFamily="34" charset="0"/>
                        <a:ea typeface="+mn-ea"/>
                        <a:cs typeface="Segoe UI Semibold" panose="020B0702040204020203" pitchFamily="34" charset="0"/>
                      </a:endParaRP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incremental_cost_per_user</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D9D9D9"/>
                      </a:solid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0387039"/>
                  </a:ext>
                </a:extLst>
              </a:tr>
              <a:tr h="5014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Total incremental investment</a:t>
                      </a:r>
                    </a:p>
                  </a:txBody>
                  <a:tcPr marL="114680" marR="114680" marT="0" marB="0" anchor="ctr">
                    <a:lnL w="12700" cap="flat" cmpd="sng" algn="ctr">
                      <a:noFill/>
                      <a:prstDash val="solid"/>
                      <a:round/>
                      <a:headEnd type="none" w="med" len="med"/>
                      <a:tailEnd type="none" w="med" len="med"/>
                    </a:lnL>
                    <a:lnR w="6350" cap="flat" cmpd="sng" algn="ctr">
                      <a:solidFill>
                        <a:srgbClr val="D9D9D9"/>
                      </a:solidFill>
                      <a:prstDash val="dash"/>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r>
                        <a:rPr kumimoji="0" lang="en-US" sz="1200" b="0" i="0" u="none" strike="noStrike" kern="1200" cap="none" spc="0" normalizeH="0" baseline="0" err="1">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overall_incremental_cost</a:t>
                      </a:r>
                      <a:r>
                        <a:rPr kumimoji="0" lang="en-US" sz="1200" b="0" i="0" u="none" strike="noStrike" kern="1200" cap="none" spc="0" normalizeH="0" baseline="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rPr>
                        <a:t>}</a:t>
                      </a:r>
                      <a:endParaRPr kumimoji="0" lang="en-US" sz="1200" b="0" i="0" u="none" strike="noStrike" kern="1200" cap="none" spc="0" normalizeH="0" baseline="0" noProof="0">
                        <a:ln>
                          <a:noFill/>
                        </a:ln>
                        <a:solidFill>
                          <a:srgbClr val="8A226F"/>
                        </a:solidFill>
                        <a:effectLst/>
                        <a:uLnTx/>
                        <a:uFillTx/>
                        <a:latin typeface="Segoe UI Semibold" panose="020B0702040204020203" pitchFamily="34" charset="0"/>
                        <a:ea typeface="Segoe UI Regular" pitchFamily="34" charset="-122"/>
                        <a:cs typeface="Segoe UI Semibold" panose="020B0702040204020203" pitchFamily="34" charset="0"/>
                      </a:endParaRPr>
                    </a:p>
                  </a:txBody>
                  <a:tcPr marL="114680" marR="114680" marT="0" marB="0" anchor="ctr">
                    <a:lnL w="6350" cap="flat" cmpd="sng" algn="ctr">
                      <a:solidFill>
                        <a:srgbClr val="D9D9D9"/>
                      </a:solidFill>
                      <a:prstDash val="dash"/>
                      <a:round/>
                      <a:headEnd type="none" w="med" len="med"/>
                      <a:tailEnd type="none" w="med" len="med"/>
                    </a:lnL>
                    <a:lnR w="12700" cap="flat" cmpd="sng" algn="ctr">
                      <a:noFill/>
                      <a:prstDash val="solid"/>
                      <a:round/>
                      <a:headEnd type="none" w="med" len="med"/>
                      <a:tailEnd type="none" w="med" len="med"/>
                    </a:lnR>
                    <a:lnT w="6350" cap="flat" cmpd="sng" algn="ctr">
                      <a:solidFill>
                        <a:srgbClr val="D9D9D9"/>
                      </a:solidFill>
                      <a:prstDash val="dash"/>
                      <a:round/>
                      <a:headEnd type="none" w="med" len="med"/>
                      <a:tailEnd type="none" w="med" len="med"/>
                    </a:lnT>
                    <a:lnB w="6350" cap="flat" cmpd="sng" algn="ctr">
                      <a:noFill/>
                      <a:prstDash val="dash"/>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54720974"/>
                  </a:ext>
                </a:extLst>
              </a:tr>
            </a:tbl>
          </a:graphicData>
        </a:graphic>
      </p:graphicFrame>
      <p:sp>
        <p:nvSpPr>
          <p:cNvPr id="37" name="Rectangle: Top Corners Rounded 36">
            <a:extLst>
              <a:ext uri="{FF2B5EF4-FFF2-40B4-BE49-F238E27FC236}">
                <a16:creationId xmlns:a16="http://schemas.microsoft.com/office/drawing/2014/main" id="{AE315751-4126-2AEF-77CC-4EF7F2D3DFF8}"/>
              </a:ext>
            </a:extLst>
          </p:cNvPr>
          <p:cNvSpPr/>
          <p:nvPr/>
        </p:nvSpPr>
        <p:spPr>
          <a:xfrm>
            <a:off x="409574" y="5864662"/>
            <a:ext cx="4848226" cy="313408"/>
          </a:xfrm>
          <a:prstGeom prst="round2SameRect">
            <a:avLst/>
          </a:prstGeom>
          <a:solidFill>
            <a:srgbClr val="8A226F"/>
          </a:solidFill>
          <a:ln>
            <a:noFill/>
          </a:ln>
        </p:spPr>
        <p:style>
          <a:lnRef idx="2">
            <a:schemeClr val="accent1">
              <a:shade val="15000"/>
            </a:schemeClr>
          </a:lnRef>
          <a:fillRef idx="1">
            <a:schemeClr val="accent1"/>
          </a:fillRef>
          <a:effectRef idx="0">
            <a:schemeClr val="accent1"/>
          </a:effectRef>
          <a:fontRef idx="minor">
            <a:schemeClr val="lt1"/>
          </a:fontRef>
        </p:style>
        <p:txBody>
          <a:bodyPr tIns="0" bIns="0" rtlCol="0" anchor="ctr"/>
          <a:lstStyle/>
          <a:p>
            <a:pPr algn="ctr"/>
            <a:r>
              <a:rPr lang="en-IN" sz="1400">
                <a:latin typeface="Segoe UI Semibold" panose="020B0702040204020203" pitchFamily="34" charset="0"/>
                <a:cs typeface="Segoe UI Semibold" panose="020B0702040204020203" pitchFamily="34" charset="0"/>
              </a:rPr>
              <a:t>Incremental Cost</a:t>
            </a:r>
          </a:p>
        </p:txBody>
      </p:sp>
    </p:spTree>
    <p:extLst>
      <p:ext uri="{BB962C8B-B14F-4D97-AF65-F5344CB8AC3E}">
        <p14:creationId xmlns:p14="http://schemas.microsoft.com/office/powerpoint/2010/main" val="683798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B2D122C-F48B-BE64-40E6-9266BE0BF650}"/>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89BB0273-2E61-5B6D-739B-280F588F0C9C}"/>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sp>
        <p:nvSpPr>
          <p:cNvPr id="13" name="Text 8">
            <a:extLst>
              <a:ext uri="{FF2B5EF4-FFF2-40B4-BE49-F238E27FC236}">
                <a16:creationId xmlns:a16="http://schemas.microsoft.com/office/drawing/2014/main" id="{EA74A45B-BEB0-DF57-4249-FBCA0633DBB2}"/>
              </a:ext>
            </a:extLst>
          </p:cNvPr>
          <p:cNvSpPr/>
          <p:nvPr/>
        </p:nvSpPr>
        <p:spPr>
          <a:xfrm>
            <a:off x="454024" y="1681161"/>
            <a:ext cx="4744277" cy="1544012"/>
          </a:xfrm>
          <a:prstGeom prst="rect">
            <a:avLst/>
          </a:prstGeom>
          <a:noFill/>
          <a:ln/>
        </p:spPr>
        <p:txBody>
          <a:bodyPr wrap="square" lIns="0" tIns="0" rIns="0" bIns="0" rtlCol="0" anchor="t">
            <a:spAutoFit/>
          </a:bodyPr>
          <a:lstStyle/>
          <a:p>
            <a:pPr defTabSz="1146840">
              <a:defRPr/>
            </a:pPr>
            <a:r>
              <a:rPr lang="en-US" sz="1254" b="1" dirty="0">
                <a:solidFill>
                  <a:srgbClr val="FF0000"/>
                </a:solidFill>
                <a:highlight>
                  <a:srgbClr val="FFFF00"/>
                </a:highlight>
                <a:latin typeface="Segoe UI Regular" pitchFamily="34" charset="0"/>
                <a:ea typeface="Segoe UI Regular" pitchFamily="34" charset="-122"/>
                <a:cs typeface="Segoe UI Regular" pitchFamily="34" charset="-120"/>
              </a:rPr>
              <a:t>[INSTRUCTION FOR THE PARTNER]</a:t>
            </a:r>
            <a:r>
              <a:rPr lang="en-US" sz="1254" dirty="0">
                <a:solidFill>
                  <a:srgbClr val="FF0000"/>
                </a:solidFill>
                <a:latin typeface="Segoe UI Regular" pitchFamily="34" charset="0"/>
                <a:ea typeface="Segoe UI Regular" pitchFamily="34" charset="-122"/>
                <a:cs typeface="Segoe UI Regular" pitchFamily="34" charset="-120"/>
              </a:rPr>
              <a:t> Partner to insert their personalized information on: Value proposition and methodology, experience, Microsoft services, advanced specializations, and past awards.</a:t>
            </a:r>
          </a:p>
          <a:p>
            <a:pPr defTabSz="1146840">
              <a:defRPr/>
            </a:pPr>
            <a:endParaRPr lang="en-US" sz="1254" dirty="0">
              <a:solidFill>
                <a:srgbClr val="FF0000"/>
              </a:solidFill>
              <a:latin typeface="Segoe UI Regular" pitchFamily="34" charset="0"/>
              <a:ea typeface="Segoe UI Regular" pitchFamily="34" charset="-122"/>
            </a:endParaRPr>
          </a:p>
          <a:p>
            <a:pPr defTabSz="1146840">
              <a:defRPr/>
            </a:pPr>
            <a:r>
              <a:rPr lang="en-US" sz="1254" dirty="0">
                <a:solidFill>
                  <a:srgbClr val="FF0000"/>
                </a:solidFill>
                <a:latin typeface="Segoe UI Regular" pitchFamily="34" charset="0"/>
                <a:ea typeface="Segoe UI Regular" pitchFamily="34" charset="-122"/>
              </a:rPr>
              <a:t>You can leverage Copilot Chat to customize this section! Add your website URL, upload this flyer on Copilot Chat, and prompt it to write a draft for this section.</a:t>
            </a:r>
            <a:endParaRPr lang="en-US" sz="1254" dirty="0">
              <a:solidFill>
                <a:srgbClr val="FF0000"/>
              </a:solidFill>
              <a:latin typeface="Calibri" panose="020F0502020204030204"/>
            </a:endParaRPr>
          </a:p>
        </p:txBody>
      </p:sp>
      <p:sp>
        <p:nvSpPr>
          <p:cNvPr id="15" name="TextBox 14">
            <a:extLst>
              <a:ext uri="{FF2B5EF4-FFF2-40B4-BE49-F238E27FC236}">
                <a16:creationId xmlns:a16="http://schemas.microsoft.com/office/drawing/2014/main" id="{7986F30F-1007-E586-FF6C-08ACDF69D8C6}"/>
              </a:ext>
            </a:extLst>
          </p:cNvPr>
          <p:cNvSpPr txBox="1"/>
          <p:nvPr/>
        </p:nvSpPr>
        <p:spPr>
          <a:xfrm>
            <a:off x="455602" y="360792"/>
            <a:ext cx="4559390" cy="1077218"/>
          </a:xfrm>
          <a:prstGeom prst="rect">
            <a:avLst/>
          </a:prstGeom>
          <a:noFill/>
        </p:spPr>
        <p:txBody>
          <a:bodyPr wrap="square" lIns="0">
            <a:spAutoFit/>
          </a:bodyPr>
          <a:lstStyle/>
          <a:p>
            <a:pPr defTabSz="1146840">
              <a:defRPr/>
            </a:pPr>
            <a:r>
              <a:rPr lang="en-US" sz="3200" dirty="0">
                <a:solidFill>
                  <a:srgbClr val="000000"/>
                </a:solidFill>
                <a:latin typeface="Segoe UI Semibold" panose="020B0702040204020203" pitchFamily="34" charset="0"/>
                <a:ea typeface="Inter Semi Bold" pitchFamily="34" charset="-122"/>
                <a:cs typeface="Segoe UI Semibold" panose="020B0702040204020203" pitchFamily="34" charset="0"/>
              </a:rPr>
              <a:t>Drive transformation with [PARTNER NAME]</a:t>
            </a:r>
            <a:endParaRPr lang="en-US" sz="3200" dirty="0">
              <a:solidFill>
                <a:prstClr val="black"/>
              </a:solidFill>
              <a:latin typeface="Segoe UI Semibold" panose="020B0702040204020203" pitchFamily="34" charset="0"/>
              <a:cs typeface="Segoe UI Semibold" panose="020B0702040204020203" pitchFamily="34" charset="0"/>
            </a:endParaRPr>
          </a:p>
        </p:txBody>
      </p:sp>
      <p:pic>
        <p:nvPicPr>
          <p:cNvPr id="17" name="Picture 16">
            <a:extLst>
              <a:ext uri="{FF2B5EF4-FFF2-40B4-BE49-F238E27FC236}">
                <a16:creationId xmlns:a16="http://schemas.microsoft.com/office/drawing/2014/main" id="{127932AE-2B42-F6CB-E26F-8BF261C6E581}"/>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spTree>
    <p:extLst>
      <p:ext uri="{BB962C8B-B14F-4D97-AF65-F5344CB8AC3E}">
        <p14:creationId xmlns:p14="http://schemas.microsoft.com/office/powerpoint/2010/main" val="113207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02BCC39-C69A-FF84-F0AC-620BFA9579EC}"/>
            </a:ext>
          </a:extLst>
        </p:cNvPr>
        <p:cNvGrpSpPr/>
        <p:nvPr/>
      </p:nvGrpSpPr>
      <p:grpSpPr>
        <a:xfrm>
          <a:off x="0" y="0"/>
          <a:ext cx="0" cy="0"/>
          <a:chOff x="0" y="0"/>
          <a:chExt cx="0" cy="0"/>
        </a:xfrm>
      </p:grpSpPr>
      <p:sp>
        <p:nvSpPr>
          <p:cNvPr id="11" name="Rectangle 3468742">
            <a:extLst>
              <a:ext uri="{FF2B5EF4-FFF2-40B4-BE49-F238E27FC236}">
                <a16:creationId xmlns:a16="http://schemas.microsoft.com/office/drawing/2014/main" id="{011B241C-B3E7-2FA1-1905-B20ED41C9738}"/>
              </a:ext>
            </a:extLst>
          </p:cNvPr>
          <p:cNvSpPr/>
          <p:nvPr/>
        </p:nvSpPr>
        <p:spPr>
          <a:xfrm>
            <a:off x="0" y="0"/>
            <a:ext cx="5648325" cy="7991475"/>
          </a:xfrm>
          <a:prstGeom prst="rect">
            <a:avLst/>
          </a:prstGeom>
          <a:solidFill>
            <a:srgbClr val="FCF2ED"/>
          </a:solidFill>
          <a:ln/>
        </p:spPr>
        <p:txBody>
          <a:bodyPr/>
          <a:lstStyle/>
          <a:p>
            <a:pPr defTabSz="1146840">
              <a:defRPr/>
            </a:pPr>
            <a:endParaRPr lang="en-IN" sz="2258">
              <a:solidFill>
                <a:prstClr val="black"/>
              </a:solidFill>
              <a:latin typeface="Calibri" panose="020F0502020204030204"/>
            </a:endParaRPr>
          </a:p>
        </p:txBody>
      </p:sp>
      <p:pic>
        <p:nvPicPr>
          <p:cNvPr id="17" name="Picture 16">
            <a:extLst>
              <a:ext uri="{FF2B5EF4-FFF2-40B4-BE49-F238E27FC236}">
                <a16:creationId xmlns:a16="http://schemas.microsoft.com/office/drawing/2014/main" id="{53E49194-183C-5729-5E48-0A7C5D74FDCA}"/>
              </a:ext>
            </a:extLst>
          </p:cNvPr>
          <p:cNvPicPr>
            <a:picLocks noChangeAspect="1"/>
          </p:cNvPicPr>
          <p:nvPr/>
        </p:nvPicPr>
        <p:blipFill>
          <a:blip r:embed="rId3">
            <a:alphaModFix amt="45000"/>
          </a:blip>
          <a:srcRect l="-1" t="38794" r="10102" b="-27649"/>
          <a:stretch>
            <a:fillRect/>
          </a:stretch>
        </p:blipFill>
        <p:spPr>
          <a:xfrm rot="10800000">
            <a:off x="-1" y="5436394"/>
            <a:ext cx="5648325" cy="2555080"/>
          </a:xfrm>
          <a:prstGeom prst="rect">
            <a:avLst/>
          </a:prstGeom>
          <a:effectLst/>
        </p:spPr>
      </p:pic>
      <p:pic>
        <p:nvPicPr>
          <p:cNvPr id="3" name="Graphic 2">
            <a:extLst>
              <a:ext uri="{FF2B5EF4-FFF2-40B4-BE49-F238E27FC236}">
                <a16:creationId xmlns:a16="http://schemas.microsoft.com/office/drawing/2014/main" id="{62CE097A-D403-FB00-FEEF-4993DF3168B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4024" y="3797543"/>
            <a:ext cx="1872293" cy="396388"/>
          </a:xfrm>
          <a:prstGeom prst="rect">
            <a:avLst/>
          </a:prstGeom>
        </p:spPr>
      </p:pic>
      <p:pic>
        <p:nvPicPr>
          <p:cNvPr id="5" name="Picture 4">
            <a:extLst>
              <a:ext uri="{FF2B5EF4-FFF2-40B4-BE49-F238E27FC236}">
                <a16:creationId xmlns:a16="http://schemas.microsoft.com/office/drawing/2014/main" id="{D8877156-5DEF-E8A8-0C25-92E91614AFF3}"/>
              </a:ext>
            </a:extLst>
          </p:cNvPr>
          <p:cNvPicPr>
            <a:picLocks noChangeAspect="1"/>
          </p:cNvPicPr>
          <p:nvPr/>
        </p:nvPicPr>
        <p:blipFill>
          <a:blip r:embed="rId3">
            <a:alphaModFix amt="23000"/>
          </a:blip>
          <a:srcRect l="44438" t="63885" b="3556"/>
          <a:stretch>
            <a:fillRect/>
          </a:stretch>
        </p:blipFill>
        <p:spPr>
          <a:xfrm>
            <a:off x="-1" y="1"/>
            <a:ext cx="7772399" cy="1907658"/>
          </a:xfrm>
          <a:prstGeom prst="rect">
            <a:avLst/>
          </a:prstGeom>
          <a:effectLst/>
        </p:spPr>
      </p:pic>
      <p:sp>
        <p:nvSpPr>
          <p:cNvPr id="7" name="Text 8">
            <a:extLst>
              <a:ext uri="{FF2B5EF4-FFF2-40B4-BE49-F238E27FC236}">
                <a16:creationId xmlns:a16="http://schemas.microsoft.com/office/drawing/2014/main" id="{312369D5-56E3-EAE4-E2D1-9A38D4F58157}"/>
              </a:ext>
            </a:extLst>
          </p:cNvPr>
          <p:cNvSpPr/>
          <p:nvPr/>
        </p:nvSpPr>
        <p:spPr>
          <a:xfrm>
            <a:off x="454024" y="6543115"/>
            <a:ext cx="4747896" cy="929870"/>
          </a:xfrm>
          <a:prstGeom prst="rect">
            <a:avLst/>
          </a:prstGeom>
          <a:noFill/>
          <a:ln/>
        </p:spPr>
        <p:txBody>
          <a:bodyPr wrap="square" lIns="0" tIns="0" rIns="0" bIns="0" rtlCol="0" anchor="t">
            <a:spAutoFit/>
          </a:bodyPr>
          <a:lstStyle/>
          <a:p>
            <a:pPr defTabSz="1049505">
              <a:defRPr/>
            </a:pPr>
            <a:r>
              <a:rPr lang="en-US" sz="1007" dirty="0">
                <a:solidFill>
                  <a:srgbClr val="8A226F"/>
                </a:solidFill>
                <a:latin typeface="Segoe UI Semibold" panose="020B0702040204020203" pitchFamily="34" charset="0"/>
                <a:ea typeface="Segoe UI Regular" pitchFamily="34" charset="-122"/>
                <a:cs typeface="Segoe UI Semibold" panose="020B0702040204020203" pitchFamily="34" charset="0"/>
              </a:rPr>
              <a:t>Please Note: </a:t>
            </a:r>
            <a:r>
              <a:rPr lang="en-US" sz="1007" i="1" dirty="0">
                <a:latin typeface="Segoe UI" panose="020B0502040204020203" pitchFamily="34" charset="0"/>
                <a:ea typeface="Segoe UI Regular" pitchFamily="34" charset="-122"/>
                <a:cs typeface="Segoe UI" panose="020B0502040204020203" pitchFamily="34" charset="0"/>
              </a:rPr>
              <a:t>This material is provided on an automated, as‑is and non‑binding basis and may contain errors or inaccuracies. Any disclosure, distribution, or reliance on this material is solely at your discretion and responsibility and must be strictly limited to parties who are duly authorized and legally entitled to receive it. Nothing herein shall be construed as creating any binding obligation, representation, or commitment on the part of Microsoft.</a:t>
            </a:r>
            <a:endParaRPr lang="en-US" sz="1007" i="1"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02587349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TotalTime>
  <Words>210</Words>
  <Application>Microsoft Office PowerPoint</Application>
  <PresentationFormat>Custom</PresentationFormat>
  <Paragraphs>23</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Microsoft Purview Suite for Microsoft 365 Business Premium</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Seema Kapari</dc:creator>
  <cp:lastModifiedBy>Seema Kapari</cp:lastModifiedBy>
  <cp:revision>2</cp:revision>
  <dcterms:created xsi:type="dcterms:W3CDTF">2026-04-04T15:01:26Z</dcterms:created>
  <dcterms:modified xsi:type="dcterms:W3CDTF">2026-04-11T11:26:05Z</dcterms:modified>
</cp:coreProperties>
</file>