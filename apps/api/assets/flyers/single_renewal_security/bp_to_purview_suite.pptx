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4.xml" ContentType="application/vnd.openxmlformats-officedocument.presentationml.slideLayout+xml"/>
  <Override PartName="/ppt/slideMasters/slideMaster4.xml" ContentType="application/vnd.openxmlformats-officedocument.presentationml.slideMaster+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18.xml" ContentType="application/vnd.openxmlformats-officedocument.presentationml.slideLayout+xml"/>
  <Override PartName="/ppt/slideMasters/slideMaster5.xml" ContentType="application/vnd.openxmlformats-officedocument.presentationml.slideMaster+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42" r:id="rId15"/>
    <p:sldMasterId id="2147483743" r:id="rId16"/>
    <p:sldMasterId id="2147483744" r:id="rId17"/>
    <p:sldMasterId id="2147483745" r:id="rId18"/>
  </p:sldMasterIdLst>
  <p:notesMasterIdLst>
    <p:notesMasterId r:id="rId3"/>
  </p:notesMasterIdLst>
  <p:sldIdLst>
    <p:sldId id="256" r:id="rId10"/>
    <p:sldId id="257" r:id="rId11"/>
    <p:sldId id="258" r:id="rId12"/>
    <p:sldId id="259" r:id="rId13"/>
    <p:sldId id="260" r:id="rId14"/>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43DBA5-D190-AA66-E646-DD003E9C701C}" v="1" dt="2026-04-11T11:26:04.8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4" d="100"/>
          <a:sy n="54" d="100"/>
        </p:scale>
        <p:origin x="26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Master" Target="slideMasters/slideMaster2.xml"/><Relationship Id="rId16" Type="http://schemas.openxmlformats.org/officeDocument/2006/relationships/slideMaster" Target="slideMasters/slideMaster3.xml"/><Relationship Id="rId17" Type="http://schemas.openxmlformats.org/officeDocument/2006/relationships/slideMaster" Target="slideMasters/slideMaster4.xml"/><Relationship Id="rId1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ED43DBA5-D190-AA66-E646-DD003E9C701C}"/>
    <pc:docChg chg="mod modSld modMainMaster setSldSz">
      <pc:chgData name="Seema Kapri" userId="S::seema.kapri@hsv.digital::3468d2f6-a5eb-4e01-882c-f62721c4c7bf" providerId="AD" clId="Web-{ED43DBA5-D190-AA66-E646-DD003E9C701C}" dt="2026-04-11T11:26:04.877" v="0"/>
      <pc:docMkLst>
        <pc:docMk/>
      </pc:docMkLst>
      <pc:sldChg chg="modSp">
        <pc:chgData name="Seema Kapri" userId="S::seema.kapri@hsv.digital::3468d2f6-a5eb-4e01-882c-f62721c4c7bf" providerId="AD" clId="Web-{ED43DBA5-D190-AA66-E646-DD003E9C701C}" dt="2026-04-11T11:26:04.877" v="0"/>
        <pc:sldMkLst>
          <pc:docMk/>
          <pc:sldMk cId="1630386862" sldId="2147470008"/>
        </pc:sldMkLst>
        <pc:spChg chg="mod">
          <ac:chgData name="Seema Kapri" userId="S::seema.kapri@hsv.digital::3468d2f6-a5eb-4e01-882c-f62721c4c7bf" providerId="AD" clId="Web-{ED43DBA5-D190-AA66-E646-DD003E9C701C}" dt="2026-04-11T11:26:04.877" v="0"/>
          <ac:spMkLst>
            <pc:docMk/>
            <pc:sldMk cId="1630386862" sldId="2147470008"/>
            <ac:spMk id="6" creationId="{1F261787-A532-6E06-5DBB-DC560E196235}"/>
          </ac:spMkLst>
        </pc:spChg>
        <pc:spChg chg="mod">
          <ac:chgData name="Seema Kapri" userId="S::seema.kapri@hsv.digital::3468d2f6-a5eb-4e01-882c-f62721c4c7bf" providerId="AD" clId="Web-{ED43DBA5-D190-AA66-E646-DD003E9C701C}" dt="2026-04-11T11:26:04.877" v="0"/>
          <ac:spMkLst>
            <pc:docMk/>
            <pc:sldMk cId="1630386862" sldId="2147470008"/>
            <ac:spMk id="17" creationId="{A92E1932-F00B-7615-5E7D-55DC4703F1C2}"/>
          </ac:spMkLst>
        </pc:spChg>
        <pc:spChg chg="mod">
          <ac:chgData name="Seema Kapri" userId="S::seema.kapri@hsv.digital::3468d2f6-a5eb-4e01-882c-f62721c4c7bf" providerId="AD" clId="Web-{ED43DBA5-D190-AA66-E646-DD003E9C701C}" dt="2026-04-11T11:26:04.877" v="0"/>
          <ac:spMkLst>
            <pc:docMk/>
            <pc:sldMk cId="1630386862" sldId="2147470008"/>
            <ac:spMk id="43" creationId="{0229FE75-A857-208B-452D-3AC05899E608}"/>
          </ac:spMkLst>
        </pc:spChg>
        <pc:spChg chg="mod">
          <ac:chgData name="Seema Kapri" userId="S::seema.kapri@hsv.digital::3468d2f6-a5eb-4e01-882c-f62721c4c7bf" providerId="AD" clId="Web-{ED43DBA5-D190-AA66-E646-DD003E9C701C}" dt="2026-04-11T11:26:04.877" v="0"/>
          <ac:spMkLst>
            <pc:docMk/>
            <pc:sldMk cId="1630386862" sldId="2147470008"/>
            <ac:spMk id="47" creationId="{DBF849E1-2B38-8110-7D96-69D3AF3E886A}"/>
          </ac:spMkLst>
        </pc:spChg>
        <pc:spChg chg="mod">
          <ac:chgData name="Seema Kapri" userId="S::seema.kapri@hsv.digital::3468d2f6-a5eb-4e01-882c-f62721c4c7bf" providerId="AD" clId="Web-{ED43DBA5-D190-AA66-E646-DD003E9C701C}" dt="2026-04-11T11:26:04.877" v="0"/>
          <ac:spMkLst>
            <pc:docMk/>
            <pc:sldMk cId="1630386862" sldId="2147470008"/>
            <ac:spMk id="49" creationId="{07FC56BF-390F-68CB-6993-C9226762ED03}"/>
          </ac:spMkLst>
        </pc:spChg>
        <pc:spChg chg="mod">
          <ac:chgData name="Seema Kapri" userId="S::seema.kapri@hsv.digital::3468d2f6-a5eb-4e01-882c-f62721c4c7bf" providerId="AD" clId="Web-{ED43DBA5-D190-AA66-E646-DD003E9C701C}" dt="2026-04-11T11:26:04.877" v="0"/>
          <ac:spMkLst>
            <pc:docMk/>
            <pc:sldMk cId="1630386862" sldId="2147470008"/>
            <ac:spMk id="56" creationId="{CEEF4C83-13A7-1861-04DA-79288535A308}"/>
          </ac:spMkLst>
        </pc:spChg>
        <pc:spChg chg="mod">
          <ac:chgData name="Seema Kapri" userId="S::seema.kapri@hsv.digital::3468d2f6-a5eb-4e01-882c-f62721c4c7bf" providerId="AD" clId="Web-{ED43DBA5-D190-AA66-E646-DD003E9C701C}" dt="2026-04-11T11:26:04.877" v="0"/>
          <ac:spMkLst>
            <pc:docMk/>
            <pc:sldMk cId="1630386862" sldId="2147470008"/>
            <ac:spMk id="79" creationId="{F81BFA34-B18A-5D19-CB2E-5EFFFD85E75F}"/>
          </ac:spMkLst>
        </pc:spChg>
        <pc:spChg chg="mod">
          <ac:chgData name="Seema Kapri" userId="S::seema.kapri@hsv.digital::3468d2f6-a5eb-4e01-882c-f62721c4c7bf" providerId="AD" clId="Web-{ED43DBA5-D190-AA66-E646-DD003E9C701C}" dt="2026-04-11T11:26:04.877" v="0"/>
          <ac:spMkLst>
            <pc:docMk/>
            <pc:sldMk cId="1630386862" sldId="2147470008"/>
            <ac:spMk id="80" creationId="{B9FF4C58-C222-0372-551A-B65DBB1DB687}"/>
          </ac:spMkLst>
        </pc:spChg>
        <pc:spChg chg="mod">
          <ac:chgData name="Seema Kapri" userId="S::seema.kapri@hsv.digital::3468d2f6-a5eb-4e01-882c-f62721c4c7bf" providerId="AD" clId="Web-{ED43DBA5-D190-AA66-E646-DD003E9C701C}" dt="2026-04-11T11:26:04.877" v="0"/>
          <ac:spMkLst>
            <pc:docMk/>
            <pc:sldMk cId="1630386862" sldId="2147470008"/>
            <ac:spMk id="82" creationId="{B1FA4B85-4927-1ABB-F554-DE4985060010}"/>
          </ac:spMkLst>
        </pc:spChg>
        <pc:spChg chg="mod">
          <ac:chgData name="Seema Kapri" userId="S::seema.kapri@hsv.digital::3468d2f6-a5eb-4e01-882c-f62721c4c7bf" providerId="AD" clId="Web-{ED43DBA5-D190-AA66-E646-DD003E9C701C}" dt="2026-04-11T11:26:04.877" v="0"/>
          <ac:spMkLst>
            <pc:docMk/>
            <pc:sldMk cId="1630386862" sldId="2147470008"/>
            <ac:spMk id="84" creationId="{BB100D5B-0759-0B55-0C50-3142C9A438E7}"/>
          </ac:spMkLst>
        </pc:spChg>
      </pc:sldChg>
      <pc:sldMasterChg chg="modSp modSldLayout">
        <pc:chgData name="Seema Kapri" userId="S::seema.kapri@hsv.digital::3468d2f6-a5eb-4e01-882c-f62721c4c7bf" providerId="AD" clId="Web-{ED43DBA5-D190-AA66-E646-DD003E9C701C}" dt="2026-04-11T11:26:04.877" v="0"/>
        <pc:sldMasterMkLst>
          <pc:docMk/>
          <pc:sldMasterMk cId="4225429862" sldId="2147483720"/>
        </pc:sldMasterMkLst>
        <pc:spChg chg="mod">
          <ac:chgData name="Seema Kapri" userId="S::seema.kapri@hsv.digital::3468d2f6-a5eb-4e01-882c-f62721c4c7bf" providerId="AD" clId="Web-{ED43DBA5-D190-AA66-E646-DD003E9C701C}" dt="2026-04-11T11:26:04.877" v="0"/>
          <ac:spMkLst>
            <pc:docMk/>
            <pc:sldMasterMk cId="4225429862" sldId="2147483720"/>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4"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5"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6" creationId="{00000000-0000-0000-0000-000000000000}"/>
          </ac:spMkLst>
        </pc:spChg>
        <pc:sldLayoutChg chg="modSp">
          <pc:chgData name="Seema Kapri" userId="S::seema.kapri@hsv.digital::3468d2f6-a5eb-4e01-882c-f62721c4c7bf" providerId="AD" clId="Web-{ED43DBA5-D190-AA66-E646-DD003E9C701C}" dt="2026-04-11T11:26:04.877" v="0"/>
          <pc:sldLayoutMkLst>
            <pc:docMk/>
            <pc:sldMasterMk cId="4225429862" sldId="2147483720"/>
            <pc:sldLayoutMk cId="3594779952" sldId="2147483721"/>
          </pc:sldLayoutMkLst>
          <pc:spChg chg="mod">
            <ac:chgData name="Seema Kapri" userId="S::seema.kapri@hsv.digital::3468d2f6-a5eb-4e01-882c-f62721c4c7bf" providerId="AD" clId="Web-{ED43DBA5-D190-AA66-E646-DD003E9C701C}" dt="2026-04-11T11:26:04.877" v="0"/>
            <ac:spMkLst>
              <pc:docMk/>
              <pc:sldMasterMk cId="4225429862" sldId="2147483720"/>
              <pc:sldLayoutMk cId="3594779952" sldId="2147483721"/>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3594779952" sldId="2147483721"/>
              <ac:spMk id="3"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55112433" sldId="2147483723"/>
          </pc:sldLayoutMkLst>
          <pc:spChg chg="mod">
            <ac:chgData name="Seema Kapri" userId="S::seema.kapri@hsv.digital::3468d2f6-a5eb-4e01-882c-f62721c4c7bf" providerId="AD" clId="Web-{ED43DBA5-D190-AA66-E646-DD003E9C701C}" dt="2026-04-11T11:26:04.877" v="0"/>
            <ac:spMkLst>
              <pc:docMk/>
              <pc:sldMasterMk cId="4225429862" sldId="2147483720"/>
              <pc:sldLayoutMk cId="255112433" sldId="2147483723"/>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112433" sldId="2147483723"/>
              <ac:spMk id="3"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068839461" sldId="2147483724"/>
          </pc:sldLayoutMkLst>
          <pc:spChg chg="mod">
            <ac:chgData name="Seema Kapri" userId="S::seema.kapri@hsv.digital::3468d2f6-a5eb-4e01-882c-f62721c4c7bf" providerId="AD" clId="Web-{ED43DBA5-D190-AA66-E646-DD003E9C701C}" dt="2026-04-11T11:26:04.877" v="0"/>
            <ac:spMkLst>
              <pc:docMk/>
              <pc:sldMasterMk cId="4225429862" sldId="2147483720"/>
              <pc:sldLayoutMk cId="2068839461" sldId="2147483724"/>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068839461" sldId="2147483724"/>
              <ac:spMk id="4"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556925926" sldId="2147483725"/>
          </pc:sldLayoutMkLst>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4"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5"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6"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1845113313" sldId="2147483728"/>
          </pc:sldLayoutMkLst>
          <pc:spChg chg="mod">
            <ac:chgData name="Seema Kapri" userId="S::seema.kapri@hsv.digital::3468d2f6-a5eb-4e01-882c-f62721c4c7bf" providerId="AD" clId="Web-{ED43DBA5-D190-AA66-E646-DD003E9C701C}" dt="2026-04-11T11:26:04.877" v="0"/>
            <ac:spMkLst>
              <pc:docMk/>
              <pc:sldMasterMk cId="4225429862" sldId="2147483720"/>
              <pc:sldLayoutMk cId="1845113313" sldId="2147483728"/>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1845113313" sldId="2147483728"/>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1845113313" sldId="2147483728"/>
              <ac:spMk id="4"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4183154694" sldId="2147483729"/>
          </pc:sldLayoutMkLst>
          <pc:spChg chg="mod">
            <ac:chgData name="Seema Kapri" userId="S::seema.kapri@hsv.digital::3468d2f6-a5eb-4e01-882c-f62721c4c7bf" providerId="AD" clId="Web-{ED43DBA5-D190-AA66-E646-DD003E9C701C}" dt="2026-04-11T11:26:04.877" v="0"/>
            <ac:spMkLst>
              <pc:docMk/>
              <pc:sldMasterMk cId="4225429862" sldId="2147483720"/>
              <pc:sldLayoutMk cId="4183154694" sldId="2147483729"/>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4183154694" sldId="2147483729"/>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4183154694" sldId="2147483729"/>
              <ac:spMk id="4"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663077870" sldId="2147483731"/>
          </pc:sldLayoutMkLst>
          <pc:spChg chg="mod">
            <ac:chgData name="Seema Kapri" userId="S::seema.kapri@hsv.digital::3468d2f6-a5eb-4e01-882c-f62721c4c7bf" providerId="AD" clId="Web-{ED43DBA5-D190-AA66-E646-DD003E9C701C}" dt="2026-04-11T11:26:04.877" v="0"/>
            <ac:spMkLst>
              <pc:docMk/>
              <pc:sldMasterMk cId="4225429862" sldId="2147483720"/>
              <pc:sldLayoutMk cId="2663077870" sldId="2147483731"/>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663077870" sldId="2147483731"/>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49500" y="1143000"/>
            <a:ext cx="21590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F5B94-7254-B64C-EA7B-1C93678F6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FCFC6-82FA-0164-A8DD-69AC1B01FD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42F50-57BB-A401-D242-44FF3C29AB8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ADB0A73-7982-EA4C-11CA-FF7E233ED343}"/>
              </a:ext>
            </a:extLst>
          </p:cNvPr>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81938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7"/>
          </a:xfrm>
        </p:spPr>
        <p:txBody>
          <a:bodyPr anchor="b"/>
          <a:lstStyle>
            <a:lvl1pPr algn="ctr">
              <a:defRPr sz="3667"/>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67"/>
            </a:lvl1pPr>
            <a:lvl2pPr marL="279435" indent="0" algn="ctr">
              <a:buNone/>
              <a:defRPr sz="1223"/>
            </a:lvl2pPr>
            <a:lvl3pPr marL="558870" indent="0" algn="ctr">
              <a:buNone/>
              <a:defRPr sz="1100"/>
            </a:lvl3pPr>
            <a:lvl4pPr marL="838305" indent="0" algn="ctr">
              <a:buNone/>
              <a:defRPr sz="978"/>
            </a:lvl4pPr>
            <a:lvl5pPr marL="1117740" indent="0" algn="ctr">
              <a:buNone/>
              <a:defRPr sz="978"/>
            </a:lvl5pPr>
            <a:lvl6pPr marL="1397174" indent="0" algn="ctr">
              <a:buNone/>
              <a:defRPr sz="978"/>
            </a:lvl6pPr>
            <a:lvl7pPr marL="1676610" indent="0" algn="ctr">
              <a:buNone/>
              <a:defRPr sz="978"/>
            </a:lvl7pPr>
            <a:lvl8pPr marL="1956045" indent="0" algn="ctr">
              <a:buNone/>
              <a:defRPr sz="978"/>
            </a:lvl8pPr>
            <a:lvl9pPr marL="2235479" indent="0" algn="ctr">
              <a:buNone/>
              <a:defRPr sz="9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4779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93258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667"/>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67">
                <a:solidFill>
                  <a:schemeClr val="tx1">
                    <a:tint val="82000"/>
                  </a:schemeClr>
                </a:solidFill>
              </a:defRPr>
            </a:lvl1pPr>
            <a:lvl2pPr marL="279435" indent="0">
              <a:buNone/>
              <a:defRPr sz="1223">
                <a:solidFill>
                  <a:schemeClr val="tx1">
                    <a:tint val="82000"/>
                  </a:schemeClr>
                </a:solidFill>
              </a:defRPr>
            </a:lvl2pPr>
            <a:lvl3pPr marL="558870" indent="0">
              <a:buNone/>
              <a:defRPr sz="1100">
                <a:solidFill>
                  <a:schemeClr val="tx1">
                    <a:tint val="82000"/>
                  </a:schemeClr>
                </a:solidFill>
              </a:defRPr>
            </a:lvl3pPr>
            <a:lvl4pPr marL="838305" indent="0">
              <a:buNone/>
              <a:defRPr sz="978">
                <a:solidFill>
                  <a:schemeClr val="tx1">
                    <a:tint val="82000"/>
                  </a:schemeClr>
                </a:solidFill>
              </a:defRPr>
            </a:lvl4pPr>
            <a:lvl5pPr marL="1117740" indent="0">
              <a:buNone/>
              <a:defRPr sz="978">
                <a:solidFill>
                  <a:schemeClr val="tx1">
                    <a:tint val="82000"/>
                  </a:schemeClr>
                </a:solidFill>
              </a:defRPr>
            </a:lvl5pPr>
            <a:lvl6pPr marL="1397174" indent="0">
              <a:buNone/>
              <a:defRPr sz="978">
                <a:solidFill>
                  <a:schemeClr val="tx1">
                    <a:tint val="82000"/>
                  </a:schemeClr>
                </a:solidFill>
              </a:defRPr>
            </a:lvl6pPr>
            <a:lvl7pPr marL="1676610" indent="0">
              <a:buNone/>
              <a:defRPr sz="978">
                <a:solidFill>
                  <a:schemeClr val="tx1">
                    <a:tint val="82000"/>
                  </a:schemeClr>
                </a:solidFill>
              </a:defRPr>
            </a:lvl7pPr>
            <a:lvl8pPr marL="1956045" indent="0">
              <a:buNone/>
              <a:defRPr sz="978">
                <a:solidFill>
                  <a:schemeClr val="tx1">
                    <a:tint val="82000"/>
                  </a:schemeClr>
                </a:solidFill>
              </a:defRPr>
            </a:lvl8pPr>
            <a:lvl9pPr marL="2235479" indent="0">
              <a:buNone/>
              <a:defRPr sz="97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112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68839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3"/>
            <a:ext cx="2389506"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4" name="Content Placeholder 3"/>
          <p:cNvSpPr>
            <a:spLocks noGrp="1"/>
          </p:cNvSpPr>
          <p:nvPr>
            <p:ph sz="half" idx="2"/>
          </p:nvPr>
        </p:nvSpPr>
        <p:spPr>
          <a:xfrm>
            <a:off x="389058" y="2919109"/>
            <a:ext cx="2389506"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3"/>
            <a:ext cx="2401273"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6" name="Content Placeholder 5"/>
          <p:cNvSpPr>
            <a:spLocks noGrp="1"/>
          </p:cNvSpPr>
          <p:nvPr>
            <p:ph sz="quarter" idx="4"/>
          </p:nvPr>
        </p:nvSpPr>
        <p:spPr>
          <a:xfrm>
            <a:off x="2859466" y="2919109"/>
            <a:ext cx="2401273"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6925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6356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3600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Content Placeholder 2"/>
          <p:cNvSpPr>
            <a:spLocks noGrp="1"/>
          </p:cNvSpPr>
          <p:nvPr>
            <p:ph idx="1"/>
          </p:nvPr>
        </p:nvSpPr>
        <p:spPr>
          <a:xfrm>
            <a:off x="2401274" y="1150626"/>
            <a:ext cx="2859464" cy="5679127"/>
          </a:xfrm>
        </p:spPr>
        <p:txBody>
          <a:bodyPr/>
          <a:lstStyle>
            <a:lvl1pPr>
              <a:defRPr sz="1956"/>
            </a:lvl1pPr>
            <a:lvl2pPr>
              <a:defRPr sz="1712"/>
            </a:lvl2pPr>
            <a:lvl3pPr>
              <a:defRPr sz="1467"/>
            </a:lvl3pPr>
            <a:lvl4pPr>
              <a:defRPr sz="1223"/>
            </a:lvl4pPr>
            <a:lvl5pPr>
              <a:defRPr sz="1223"/>
            </a:lvl5pPr>
            <a:lvl6pPr>
              <a:defRPr sz="1223"/>
            </a:lvl6pPr>
            <a:lvl7pPr>
              <a:defRPr sz="1223"/>
            </a:lvl7pPr>
            <a:lvl8pPr>
              <a:defRPr sz="1223"/>
            </a:lvl8pPr>
            <a:lvl9pPr>
              <a:defRPr sz="1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45113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6"/>
            <a:ext cx="2859464" cy="5679127"/>
          </a:xfrm>
        </p:spPr>
        <p:txBody>
          <a:bodyPr anchor="t"/>
          <a:lstStyle>
            <a:lvl1pPr marL="0" indent="0">
              <a:buNone/>
              <a:defRPr sz="1956"/>
            </a:lvl1pPr>
            <a:lvl2pPr marL="279435" indent="0">
              <a:buNone/>
              <a:defRPr sz="1712"/>
            </a:lvl2pPr>
            <a:lvl3pPr marL="558870" indent="0">
              <a:buNone/>
              <a:defRPr sz="1467"/>
            </a:lvl3pPr>
            <a:lvl4pPr marL="838305" indent="0">
              <a:buNone/>
              <a:defRPr sz="1223"/>
            </a:lvl4pPr>
            <a:lvl5pPr marL="1117740" indent="0">
              <a:buNone/>
              <a:defRPr sz="1223"/>
            </a:lvl5pPr>
            <a:lvl6pPr marL="1397174" indent="0">
              <a:buNone/>
              <a:defRPr sz="1223"/>
            </a:lvl6pPr>
            <a:lvl7pPr marL="1676610" indent="0">
              <a:buNone/>
              <a:defRPr sz="1223"/>
            </a:lvl7pPr>
            <a:lvl8pPr marL="1956045" indent="0">
              <a:buNone/>
              <a:defRPr sz="1223"/>
            </a:lvl8pPr>
            <a:lvl9pPr marL="2235479" indent="0">
              <a:buNone/>
              <a:defRPr sz="1223"/>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83154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50586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3"/>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3"/>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63077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6.xml"/><Relationship Id="rId1" Type="http://schemas.openxmlformats.org/officeDocument/2006/relationships/slideLayout" Target="../slideLayouts/slideLayout14.xml"/><Relationship Id="rId5" Type="http://schemas.openxmlformats.org/officeDocument/2006/relationships/theme" Target="../theme/theme5.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20.xml"/><Relationship Id="rId1" Type="http://schemas.openxmlformats.org/officeDocument/2006/relationships/slideLayout" Target="../slideLayouts/slideLayout18.xml"/><Relationship Id="rId5" Type="http://schemas.openxmlformats.org/officeDocument/2006/relationships/theme" Target="../theme/theme6.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6"/>
            <a:ext cx="1270873" cy="425472"/>
          </a:xfrm>
          <a:prstGeom prst="rect">
            <a:avLst/>
          </a:prstGeom>
        </p:spPr>
        <p:txBody>
          <a:bodyPr vert="horz" lIns="91440" tIns="45720" rIns="91440" bIns="45720" rtlCol="0" anchor="ctr"/>
          <a:lstStyle>
            <a:lvl1pPr algn="l">
              <a:defRPr sz="734">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6"/>
            <a:ext cx="1906310" cy="425472"/>
          </a:xfrm>
          <a:prstGeom prst="rect">
            <a:avLst/>
          </a:prstGeom>
        </p:spPr>
        <p:txBody>
          <a:bodyPr vert="horz" lIns="91440" tIns="45720" rIns="91440" bIns="45720" rtlCol="0" anchor="ctr"/>
          <a:lstStyle>
            <a:lvl1pPr algn="ctr">
              <a:defRPr sz="73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6"/>
            <a:ext cx="1270873" cy="425472"/>
          </a:xfrm>
          <a:prstGeom prst="rect">
            <a:avLst/>
          </a:prstGeom>
        </p:spPr>
        <p:txBody>
          <a:bodyPr vert="horz" lIns="91440" tIns="45720" rIns="91440" bIns="45720" rtlCol="0" anchor="ctr"/>
          <a:lstStyle>
            <a:lvl1pPr algn="r">
              <a:defRPr sz="73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2254298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32"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3"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576" y="6"/>
            <a:ext cx="5647182" cy="7991474"/>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153"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1690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6396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576" y="-6495"/>
            <a:ext cx="5652707" cy="1385835"/>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576" y="-3447"/>
            <a:ext cx="5647182" cy="138583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576" y="-3448"/>
            <a:ext cx="5652707" cy="1385835"/>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ctrTitle"/>
          </p:nvPr>
        </p:nvSpPr>
        <p:spPr>
          <a:xfrm>
            <a:off x="280573" y="563896"/>
            <a:ext cx="4214824" cy="56552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365417">
              <a:spcBef>
                <a:spcPts val="0"/>
              </a:spcBef>
            </a:pPr>
            <a:r>
              <a:rPr lang="en-US" sz="2035" dirty="0">
                <a:solidFill>
                  <a:srgbClr val="C03BC4"/>
                </a:solidFill>
                <a:cs typeface="Segoe Sans Display Semilight" pitchFamily="2" charset="0"/>
              </a:rPr>
              <a:t>Microsoft Purview Suite </a:t>
            </a:r>
            <a:r>
              <a:rPr lang="en-US" sz="2035" dirty="0">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74568" y="1662672"/>
            <a:ext cx="3157627" cy="447324"/>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1309"/>
              </a:spcAft>
              <a:defRPr/>
            </a:pPr>
            <a:r>
              <a:rPr lang="en-US" sz="1453">
                <a:solidFill>
                  <a:srgbClr val="000000"/>
                </a:solidFill>
                <a:latin typeface="Segoe Sans Display Semibold" pitchFamily="2" charset="0"/>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0404" y="2197159"/>
            <a:ext cx="3290136" cy="2334191"/>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582"/>
              </a:spcAft>
              <a:defRPr/>
            </a:pPr>
            <a:r>
              <a:rPr lang="en-US" sz="997">
                <a:solidFill>
                  <a:srgbClr val="000000"/>
                </a:solidFill>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lang="en-US" sz="1594">
              <a:solidFill>
                <a:srgbClr val="000000"/>
              </a:solidFill>
              <a:latin typeface="Segoe UI"/>
              <a:ea typeface="+mn-lt"/>
              <a:cs typeface="Segoe UI"/>
            </a:endParaRPr>
          </a:p>
          <a:p>
            <a:pPr marL="132879" indent="-132879" defTabSz="332198">
              <a:spcBef>
                <a:spcPts val="437"/>
              </a:spcBef>
              <a:spcAft>
                <a:spcPts val="582"/>
              </a:spcAft>
              <a:buFont typeface="Arial" panose="020B0604020202020204" pitchFamily="34" charset="0"/>
              <a:buChar char="•"/>
              <a:defRPr/>
            </a:pPr>
            <a:r>
              <a:rPr lang="en-US" sz="997">
                <a:solidFill>
                  <a:srgbClr val="000000"/>
                </a:solidFill>
                <a:latin typeface="Segoe Sans Display"/>
                <a:cs typeface="Segoe Sans Display"/>
              </a:rPr>
              <a:t>Safeguard sensitive data across clouds, apps, and endpoints.</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Identify and remediate critical risks within your organization.</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Investigate and respond to legal requirements with relevant data.</a:t>
            </a:r>
          </a:p>
          <a:p>
            <a:pPr marL="132879" indent="-132879" defTabSz="332198">
              <a:spcAft>
                <a:spcPts val="582"/>
              </a:spcAft>
              <a:buFont typeface="Arial" panose="020B0604020202020204" pitchFamily="34" charset="0"/>
              <a:buChar char="•"/>
              <a:defRPr/>
            </a:pPr>
            <a:r>
              <a:rPr lang="en-US" sz="997">
                <a:solidFill>
                  <a:srgbClr val="000000"/>
                </a:solidFill>
                <a:latin typeface="Segoe UI"/>
                <a:ea typeface="+mn-lt"/>
                <a:cs typeface="Segoe UI"/>
              </a:rPr>
              <a:t>Built-in assessments and actions for 350+ regional regulations</a:t>
            </a:r>
            <a:endParaRPr lang="en-US" sz="1594">
              <a:solidFill>
                <a:srgbClr val="000000"/>
              </a:solidFill>
              <a:latin typeface="Segoe UI"/>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0625" y="2477599"/>
            <a:ext cx="244967" cy="5085222"/>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332198">
              <a:defRPr/>
            </a:pPr>
            <a:endParaRPr lang="en-IN" sz="1309">
              <a:solidFill>
                <a:srgbClr val="000000"/>
              </a:solidFill>
              <a:latin typeface="Segoe UI"/>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0049" y="4818509"/>
            <a:ext cx="4574680" cy="151092"/>
          </a:xfrm>
          <a:prstGeom prst="rect">
            <a:avLst/>
          </a:prstGeom>
          <a:solidFill>
            <a:srgbClr val="F2F0F0"/>
          </a:solidFill>
          <a:ln w="9525">
            <a:noFill/>
          </a:ln>
        </p:spPr>
        <p:txBody>
          <a:bodyPr vert="horz" wrap="square" lIns="66437" tIns="33220" rIns="66437" bIns="33220" rtlCol="0" anchor="ctr" anchorCtr="0">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Aft>
                <a:spcPct val="0"/>
              </a:spcAft>
              <a:defRPr/>
            </a:pPr>
            <a:r>
              <a:rPr lang="en-US" sz="1163" spc="0">
                <a:solidFill>
                  <a:srgbClr val="C03BC4"/>
                </a:solidFill>
                <a:latin typeface="Segoe UI Semibold"/>
                <a:ea typeface="+mj-lt"/>
                <a:cs typeface="Segoe UI Semibold"/>
              </a:rPr>
              <a:t>Unified solutions to secure and govern data for the era of AI</a:t>
            </a:r>
            <a:endParaRPr lang="en-US" sz="2616" spc="-36">
              <a:solidFill>
                <a:srgbClr val="C03BC4"/>
              </a:solidFill>
              <a:latin typeface="Segoe UI Semibold"/>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8808" y="5920009"/>
            <a:ext cx="154706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89467" y="5920009"/>
            <a:ext cx="153788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32720" y="5920008"/>
            <a:ext cx="1507119"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047" y="6328431"/>
            <a:ext cx="136254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Gain visibility into overshared content.</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Remediate excessive permissions.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097858" y="6328431"/>
            <a:ext cx="1510276"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Get alerts and reports of risky behavior and AI use.</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Protect sensitive files and Copilot interactions.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50717" y="6328432"/>
            <a:ext cx="146162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Inspect interaction content and audit logs. </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Investigate for compliance and ethical violations.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2768" y="5405402"/>
            <a:ext cx="352772" cy="352770"/>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61765" y="5405400"/>
            <a:ext cx="352772" cy="352770"/>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389758" y="5405400"/>
            <a:ext cx="352772" cy="352770"/>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055" y="1393149"/>
            <a:ext cx="5106225"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7212"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87468"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37726"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7346"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2101"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76857"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770" y="258552"/>
            <a:ext cx="793876" cy="166706"/>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061" y="1699822"/>
            <a:ext cx="1634954" cy="2790485"/>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313" tIns="26157" rIns="52313" bIns="26157" numCol="1" spcCol="0" rtlCol="0" fromWordArt="0" anchor="ctr"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95" fontAlgn="base">
                    <a:spcBef>
                      <a:spcPct val="0"/>
                    </a:spcBef>
                    <a:spcAft>
                      <a:spcPct val="0"/>
                    </a:spcAft>
                    <a:defRPr/>
                  </a:pPr>
                  <a:endParaRPr lang="en-US" sz="1309" b="1">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732"/>
            </a:xfrm>
            <a:prstGeom prst="rect">
              <a:avLst/>
            </a:prstGeom>
            <a:noFill/>
          </p:spPr>
          <p:txBody>
            <a:bodyPr wrap="square" lIns="0" tIns="0" rIns="0" bIns="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Bef>
                  <a:spcPts val="872"/>
                </a:spcBef>
                <a:defRPr/>
              </a:pPr>
              <a:r>
                <a:rPr lang="en-US" sz="1309">
                  <a:solidFill>
                    <a:srgbClr val="FFFFFF"/>
                  </a:solidFill>
                  <a:latin typeface="Segoe UI Semibold"/>
                  <a:cs typeface="Segoe Sans Display" pitchFamily="2" charset="0"/>
                </a:rPr>
                <a:t>AI transformation is happening now.</a:t>
              </a:r>
            </a:p>
            <a:p>
              <a:pPr algn="ctr" defTabSz="664370">
                <a:spcBef>
                  <a:spcPts val="437"/>
                </a:spcBef>
                <a:defRPr/>
              </a:pPr>
              <a:r>
                <a:rPr lang="en-US" sz="1163">
                  <a:solidFill>
                    <a:srgbClr val="FFFFFF"/>
                  </a:solidFill>
                  <a:latin typeface="Segoe Sans Display" pitchFamily="2" charset="0"/>
                  <a:cs typeface="Segoe Sans Display" pitchFamily="2" charset="0"/>
                </a:rPr>
                <a:t>Secure and govern your data estate and get ready for AI</a:t>
              </a:r>
              <a:endParaRPr lang="en-US" sz="1743">
                <a:solidFill>
                  <a:srgbClr val="FFFFFF"/>
                </a:solidFill>
                <a:latin typeface="Segoe Sans Display" pitchFamily="2" charset="0"/>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D771D6DC-7F54-5C0C-BB3F-DCAECA583E6C}"/>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1D802A91-D977-BEE1-C0B9-A5878CCB2D88}"/>
              </a:ext>
            </a:extLst>
          </p:cNvPr>
          <p:cNvSpPr>
            <a:spLocks/>
          </p:cNvSpPr>
          <p:nvPr/>
        </p:nvSpPr>
        <p:spPr bwMode="auto">
          <a:xfrm>
            <a:off x="377825" y="885947"/>
            <a:ext cx="4895850" cy="6873753"/>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2CC90207-12FE-9661-44AE-AE5EE43851FF}"/>
              </a:ext>
            </a:extLst>
          </p:cNvPr>
          <p:cNvSpPr/>
          <p:nvPr/>
        </p:nvSpPr>
        <p:spPr bwMode="auto">
          <a:xfrm flipH="1">
            <a:off x="377818" y="885947"/>
            <a:ext cx="4895851" cy="469103"/>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12" name="Table 0">
            <a:extLst>
              <a:ext uri="{FF2B5EF4-FFF2-40B4-BE49-F238E27FC236}">
                <a16:creationId xmlns:a16="http://schemas.microsoft.com/office/drawing/2014/main" id="{B844A012-32C7-C437-EBC7-89823B838AE8}"/>
              </a:ext>
            </a:extLst>
          </p:cNvPr>
          <p:cNvGraphicFramePr>
            <a:graphicFrameLocks noGrp="1"/>
          </p:cNvGraphicFramePr>
          <p:nvPr>
            <p:extLst>
              <p:ext uri="{D42A27DB-BD31-4B8C-83A1-F6EECF244321}">
                <p14:modId xmlns:p14="http://schemas.microsoft.com/office/powerpoint/2010/main" val="2911110850"/>
              </p:ext>
            </p:extLst>
          </p:nvPr>
        </p:nvGraphicFramePr>
        <p:xfrm>
          <a:off x="377826" y="885949"/>
          <a:ext cx="4895850" cy="6652220"/>
        </p:xfrm>
        <a:graphic>
          <a:graphicData uri="http://schemas.openxmlformats.org/drawingml/2006/table">
            <a:tbl>
              <a:tblPr firstRow="1" bandRow="1">
                <a:effectLst/>
                <a:tableStyleId>{2D5ABB26-0587-4C30-8999-92F81FD0307C}</a:tableStyleId>
              </a:tblPr>
              <a:tblGrid>
                <a:gridCol w="3723527">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715123">
                  <a:extLst>
                    <a:ext uri="{9D8B030D-6E8A-4147-A177-3AD203B41FA5}">
                      <a16:colId xmlns:a16="http://schemas.microsoft.com/office/drawing/2014/main" val="20002"/>
                    </a:ext>
                  </a:extLst>
                </a:gridCol>
              </a:tblGrid>
              <a:tr h="52465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800" b="1"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Incremental capabilities</a:t>
                      </a:r>
                    </a:p>
                  </a:txBody>
                  <a:tcPr marL="108000" marR="7593" marT="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dirty="0">
                          <a:solidFill>
                            <a:schemeClr val="bg1">
                              <a:lumMod val="100000"/>
                            </a:schemeClr>
                          </a:solidFill>
                          <a:latin typeface="Segoe UI Semibold"/>
                          <a:ea typeface="+mn-ea"/>
                          <a:cs typeface="Segoe UI Semibold"/>
                          <a:sym typeface=""/>
                        </a:rPr>
                        <a:t>Business Premium</a:t>
                      </a:r>
                    </a:p>
                  </a:txBody>
                  <a:tcPr marL="0" marR="0" marT="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dirty="0">
                          <a:solidFill>
                            <a:schemeClr val="bg1">
                              <a:lumMod val="100000"/>
                            </a:schemeClr>
                          </a:solidFill>
                          <a:latin typeface="Segoe UI Semibold"/>
                          <a:ea typeface="Calibri"/>
                          <a:cs typeface="Segoe UI Semibold"/>
                          <a:sym typeface=""/>
                        </a:rPr>
                        <a:t>Purview Suite </a:t>
                      </a:r>
                      <a:br>
                        <a:rPr lang="en-US" sz="800" b="0" i="0" u="none" strike="noStrike" kern="1200" cap="none" spc="0" normalizeH="0" baseline="0" dirty="0">
                          <a:solidFill>
                            <a:srgbClr val="FFFFFF"/>
                          </a:solidFill>
                          <a:latin typeface="Segoe UI Semibold"/>
                          <a:ea typeface="Calibri"/>
                          <a:cs typeface="Segoe UI Semibold"/>
                          <a:sym typeface=""/>
                        </a:rPr>
                      </a:br>
                      <a:r>
                        <a:rPr lang="en-US" sz="800" b="0" i="0" u="none" strike="noStrike" kern="1200" cap="none" spc="0" normalizeH="0" baseline="0" dirty="0">
                          <a:solidFill>
                            <a:schemeClr val="bg1">
                              <a:lumMod val="100000"/>
                            </a:schemeClr>
                          </a:solidFill>
                          <a:latin typeface="Segoe UI Semibold"/>
                          <a:ea typeface="Calibri"/>
                          <a:cs typeface="Segoe UI Semibold"/>
                          <a:sym typeface=""/>
                        </a:rPr>
                        <a:t>for Business Premium</a:t>
                      </a:r>
                    </a:p>
                  </a:txBody>
                  <a:tcPr marL="0" marR="0" marT="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7837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Address oversharing concerns</a:t>
                      </a:r>
                    </a:p>
                  </a:txBody>
                  <a:tcPr marL="72000" marR="0" marT="0" marB="0" anchor="ct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a:p>
                  </a:txBody>
                  <a:tcPr marL="72000" marR="0" marT="0" marB="0" anchor="ctr">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a:p>
                  </a:txBody>
                  <a:tcPr marL="72000" marR="0" marT="0" marB="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150064">
                <a:tc>
                  <a:txBody>
                    <a:bodyPr/>
                    <a:lstStyle/>
                    <a:p>
                      <a:pPr marL="0" indent="0">
                        <a:buNone/>
                      </a:pPr>
                      <a:r>
                        <a:rPr lang="en-US" sz="650" dirty="0">
                          <a:solidFill>
                            <a:srgbClr val="000000"/>
                          </a:solidFill>
                          <a:latin typeface="Segoe UI" panose="020B0502040204020203" pitchFamily="34" charset="0"/>
                          <a:ea typeface="Calibri" pitchFamily="34" charset="-122"/>
                          <a:cs typeface="Segoe UI" panose="020B0502040204020203" pitchFamily="34" charset="0"/>
                        </a:rPr>
                        <a:t>Identify potentially overshared sites and files across all of Microsoft 365</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Sites</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a:ea typeface="Calibri"/>
                          <a:cs typeface="Segoe UI"/>
                        </a:rPr>
                        <a:t>Sites and files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67949225"/>
                  </a:ext>
                </a:extLst>
              </a:tr>
              <a:tr h="149940">
                <a:tc>
                  <a:txBody>
                    <a:bodyPr/>
                    <a:lstStyle/>
                    <a:p>
                      <a:pPr marL="0" indent="0">
                        <a:buNone/>
                      </a:pPr>
                      <a:r>
                        <a:rPr lang="en-US" sz="650" dirty="0">
                          <a:solidFill>
                            <a:srgbClr val="000000"/>
                          </a:solidFill>
                          <a:latin typeface="Segoe UI" panose="020B0502040204020203" pitchFamily="34" charset="0"/>
                          <a:ea typeface="Calibri" pitchFamily="34" charset="-122"/>
                          <a:cs typeface="Segoe UI" panose="020B0502040204020203" pitchFamily="34" charset="0"/>
                        </a:rPr>
                        <a:t>Create oversharing assessments targeted to specific Microsoft 365 locations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78500">
                <a:tc>
                  <a:txBody>
                    <a:bodyPr/>
                    <a:lstStyle/>
                    <a:p>
                      <a:pPr marL="0" indent="0">
                        <a:buNone/>
                      </a:pPr>
                      <a:r>
                        <a:rPr lang="en-US" sz="650" dirty="0">
                          <a:solidFill>
                            <a:srgbClr val="000000"/>
                          </a:solidFill>
                          <a:latin typeface="Segoe UI" panose="020B0502040204020203" pitchFamily="34" charset="0"/>
                          <a:ea typeface="Calibri" pitchFamily="34" charset="-122"/>
                          <a:cs typeface="Segoe UI" panose="020B0502040204020203" pitchFamily="34" charset="0"/>
                        </a:rPr>
                        <a:t>Restrict user and/or Copilot + Agent access to risky sites while remediating risks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a:ea typeface="Calibri"/>
                          <a:cs typeface="Segoe UI"/>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264181">
                <a:tc>
                  <a:txBody>
                    <a:bodyPr/>
                    <a:lstStyle/>
                    <a:p>
                      <a:pPr marL="0" indent="0">
                        <a:buNone/>
                      </a:pPr>
                      <a:r>
                        <a:rPr lang="en-US" sz="650" dirty="0">
                          <a:solidFill>
                            <a:srgbClr val="000000"/>
                          </a:solidFill>
                          <a:latin typeface="Segoe UI" panose="020B0502040204020203" pitchFamily="34" charset="0"/>
                          <a:ea typeface="Calibri" pitchFamily="34" charset="-122"/>
                          <a:cs typeface="Segoe UI" panose="020B0502040204020203" pitchFamily="34" charset="0"/>
                        </a:rPr>
                        <a:t>Prevent Copilot + Agents from processing certain sensitive files and from using them in responses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4991779"/>
                  </a:ext>
                </a:extLst>
              </a:tr>
              <a:tr h="164221">
                <a:tc>
                  <a:txBody>
                    <a:bodyPr/>
                    <a:lstStyle/>
                    <a:p>
                      <a:pPr marL="0" indent="0">
                        <a:buNone/>
                      </a:pPr>
                      <a:r>
                        <a:rPr lang="en-US" sz="650" dirty="0">
                          <a:solidFill>
                            <a:srgbClr val="000000"/>
                          </a:solidFill>
                          <a:latin typeface="Segoe UI"/>
                          <a:ea typeface="Calibri"/>
                          <a:cs typeface="Segoe UI"/>
                        </a:rPr>
                        <a:t>Receive and act on policy suggestions to mitigate your specific oversharing risks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1361">
                <a:tc>
                  <a:txBody>
                    <a:bodyPr/>
                    <a:lstStyle/>
                    <a:p>
                      <a:pPr marL="0" indent="0">
                        <a:buNone/>
                      </a:pPr>
                      <a:r>
                        <a:rPr lang="en-US" sz="650" dirty="0">
                          <a:latin typeface="Segoe UI"/>
                          <a:ea typeface="Calibri"/>
                          <a:cs typeface="Segoe UI"/>
                        </a:rPr>
                        <a:t>Remove organization-wide site access as needed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prstClr val="black"/>
                          </a:solidFill>
                          <a:effectLst/>
                          <a:uLnTx/>
                          <a:uFillTx/>
                          <a:latin typeface="Segoe UI"/>
                          <a:ea typeface="Calibri"/>
                          <a:cs typeface="Segoe UI"/>
                        </a:rPr>
                        <a:t>✓</a:t>
                      </a:r>
                      <a:endParaRPr lang="en-US" sz="650" b="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0"/>
                  </a:ext>
                </a:extLst>
              </a:tr>
              <a:tr h="164221">
                <a:tc>
                  <a:txBody>
                    <a:bodyPr/>
                    <a:lstStyle/>
                    <a:p>
                      <a:pPr marL="0" indent="0">
                        <a:buNone/>
                      </a:pPr>
                      <a:r>
                        <a:rPr lang="en-US" sz="650" dirty="0">
                          <a:latin typeface="Segoe UI"/>
                          <a:ea typeface="Calibri"/>
                          <a:cs typeface="Segoe UI"/>
                        </a:rPr>
                        <a:t>Get notifications when new oversharing occurs with options for remediation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a:ea typeface="Calibri"/>
                          <a:cs typeface="Segoe UI"/>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1"/>
                  </a:ext>
                </a:extLst>
              </a:tr>
              <a:tr h="164221">
                <a:tc>
                  <a:txBody>
                    <a:bodyPr/>
                    <a:lstStyle/>
                    <a:p>
                      <a:pPr marL="0" indent="0">
                        <a:buNone/>
                      </a:pPr>
                      <a:r>
                        <a:rPr lang="en-US" sz="650" dirty="0">
                          <a:latin typeface="Segoe UI"/>
                          <a:ea typeface="Calibri"/>
                          <a:cs typeface="Segoe UI"/>
                        </a:rPr>
                        <a:t>Secure sensitive data through file level access controls and Data Loss Prevention policies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prstClr val="black"/>
                          </a:solidFill>
                          <a:effectLst/>
                          <a:uLnTx/>
                          <a:uFillTx/>
                          <a:latin typeface="Segoe UI"/>
                          <a:ea typeface="Calibri"/>
                          <a:cs typeface="Segoe UI"/>
                        </a:rPr>
                        <a:t>✓</a:t>
                      </a:r>
                      <a:endParaRPr lang="en-US" sz="650" b="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0982563"/>
                  </a:ext>
                </a:extLst>
              </a:tr>
              <a:tr h="157080">
                <a:tc>
                  <a:txBody>
                    <a:bodyPr/>
                    <a:lstStyle/>
                    <a:p>
                      <a:pPr marL="0" indent="0">
                        <a:buNone/>
                      </a:pPr>
                      <a:r>
                        <a:rPr lang="en-US" sz="650" dirty="0">
                          <a:latin typeface="Segoe UI"/>
                          <a:ea typeface="Calibri"/>
                          <a:cs typeface="Segoe UI"/>
                        </a:rPr>
                        <a:t>Improve Copilot + Agent responses by archiving or deleting unneeded content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prstClr val="black"/>
                          </a:solidFill>
                          <a:effectLst/>
                          <a:uLnTx/>
                          <a:uFillTx/>
                          <a:latin typeface="Segoe UI"/>
                          <a:ea typeface="Calibri"/>
                          <a:cs typeface="Segoe UI"/>
                        </a:rPr>
                        <a:t>✓</a:t>
                      </a:r>
                      <a:endParaRPr lang="en-US" sz="650" b="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38700826"/>
                  </a:ext>
                </a:extLst>
              </a:tr>
              <a:tr h="17837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Protect against data loss and insider risk</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1005">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View reports of sensitive data and unprotected files referenced in Copilot + Agent interactions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a:ea typeface="Calibri"/>
                          <a:cs typeface="Segoe UI"/>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57080">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Get alerted to risky AI use, such as an attempted prompt injection attack</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404216"/>
                  </a:ext>
                </a:extLst>
              </a:tr>
              <a:tr h="242760">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View prompt and response text and referenced files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IN" sz="650" kern="1200" dirty="0">
                          <a:solidFill>
                            <a:schemeClr val="tx1"/>
                          </a:solidFill>
                          <a:latin typeface="Segoe UI"/>
                          <a:ea typeface="Calibri"/>
                          <a:cs typeface="Segoe UI"/>
                        </a:rPr>
                        <a:t>Via search</a:t>
                      </a:r>
                      <a:endParaRPr lang="en-US" sz="650" kern="120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Via search </a:t>
                      </a:r>
                      <a:br>
                        <a:rPr lang="en-US" sz="650" kern="1200" dirty="0">
                          <a:solidFill>
                            <a:schemeClr val="tx1"/>
                          </a:solidFill>
                          <a:latin typeface="Segoe UI" panose="020B0502040204020203" pitchFamily="34" charset="0"/>
                          <a:ea typeface="Calibri" pitchFamily="34" charset="-122"/>
                          <a:cs typeface="Segoe UI" panose="020B0502040204020203" pitchFamily="34" charset="0"/>
                        </a:rPr>
                      </a:br>
                      <a:r>
                        <a:rPr lang="en-US" sz="650" kern="1200" dirty="0">
                          <a:solidFill>
                            <a:schemeClr val="tx1"/>
                          </a:solidFill>
                          <a:latin typeface="Segoe UI" panose="020B0502040204020203" pitchFamily="34" charset="0"/>
                          <a:ea typeface="Calibri" pitchFamily="34" charset="-122"/>
                          <a:cs typeface="Segoe UI" panose="020B0502040204020203" pitchFamily="34" charset="0"/>
                        </a:rPr>
                        <a:t>and alerts</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391912513"/>
                  </a:ext>
                </a:extLst>
              </a:tr>
              <a:tr h="171361">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Detect when content contains sensitive data and ask the user to manually apply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013380"/>
                  </a:ext>
                </a:extLst>
              </a:tr>
              <a:tr h="157080">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Detect when content contains sensitive data and auto-apply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06527937"/>
                  </a:ext>
                </a:extLst>
              </a:tr>
              <a:tr h="266561">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Copilot + Agent response and Copilot + Agent created documents inherit sensitivity label and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a:ea typeface="Calibri"/>
                          <a:cs typeface="Segoe UI"/>
                        </a:rPr>
                        <a:t>✓</a:t>
                      </a:r>
                      <a:endParaRPr lang="en-US" sz="650" kern="120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0424012"/>
                  </a:ext>
                </a:extLst>
              </a:tr>
              <a:tr h="166601">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Block Copilot + Agent access to files with a specific sensitivity label</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90985489"/>
                  </a:ext>
                </a:extLst>
              </a:tr>
              <a:tr h="166601">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Protect files even if they are moved or downloaded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a:ea typeface="Calibri"/>
                          <a:cs typeface="Segoe UI"/>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10017648"/>
                  </a:ext>
                </a:extLst>
              </a:tr>
              <a:tr h="171361">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Get alerted to risky user actions that deviate from their usual pattern of behavior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73392232"/>
                  </a:ext>
                </a:extLst>
              </a:tr>
              <a:tr h="166599">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Correlate and sequence risk alerts to identify high severity risk patterns for a user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722534814"/>
                  </a:ext>
                </a:extLst>
              </a:tr>
              <a:tr h="171361">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Automatically add a user to more strict security policies based on their risk patterns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100522731"/>
                  </a:ext>
                </a:extLst>
              </a:tr>
              <a:tr h="17136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DLP for Copilot Prompts — blocks Copilot from processing sensitive data</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270547765"/>
                  </a:ext>
                </a:extLst>
              </a:tr>
              <a:tr h="17136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Data Security Posture Management for AI (DSPM for AI)</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47457444"/>
                  </a:ext>
                </a:extLst>
              </a:tr>
              <a:tr h="171361">
                <a:tc>
                  <a:txBody>
                    <a:body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AI data security and compliance (DLP, DSPM, Insider Risk)</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auto" latinLnBrk="0" hangingPunct="1">
                        <a:lnSpc>
                          <a:spcPct val="100000"/>
                        </a:lnSpc>
                        <a:spcBef>
                          <a:spcPts val="0"/>
                        </a:spcBef>
                        <a:spcAft>
                          <a:spcPts val="0"/>
                        </a:spcAft>
                        <a:buClrTx/>
                        <a:buSzTx/>
                        <a:buFontTx/>
                        <a:buNone/>
                        <a:tabLst/>
                        <a:defRPr/>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724999454"/>
                  </a:ext>
                </a:extLst>
              </a:tr>
              <a:tr h="17837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Govern AI use to meet regulations and policies, Copilot Chat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2433">
                <a:tc>
                  <a:txBody>
                    <a:bodyPr/>
                    <a:lstStyle/>
                    <a:p>
                      <a:pPr marL="0" indent="0">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Audit Copilot + Agent interactions to access detailed log information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chemeClr val="tx1"/>
                          </a:solidFill>
                          <a:latin typeface="Segoe UI"/>
                          <a:ea typeface="Calibri"/>
                          <a:cs typeface="Segoe UI"/>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252280">
                <a:tc>
                  <a:txBody>
                    <a:bodyPr/>
                    <a:lstStyle/>
                    <a:p>
                      <a:pPr marL="0" indent="0">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Enforce retention and deletion policies for Copilot + Agent interactions and meeting recordings + transcripts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chemeClr val="tx1"/>
                          </a:solidFill>
                          <a:latin typeface="Segoe UI"/>
                          <a:ea typeface="Calibri"/>
                          <a:cs typeface="Segoe UI"/>
                        </a:rPr>
                        <a:t>✓</a:t>
                      </a:r>
                      <a:endParaRPr lang="en-US" sz="650" kern="120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52322">
                <a:tc>
                  <a:txBody>
                    <a:bodyPr/>
                    <a:lstStyle/>
                    <a:p>
                      <a:pPr marL="0" indent="0">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Include a user’s Copilot + Agent prompts and responses in a legal hold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chemeClr val="tx1"/>
                          </a:solidFill>
                          <a:latin typeface="Segoe UI"/>
                          <a:ea typeface="Calibri"/>
                          <a:cs typeface="Segoe UI"/>
                        </a:rPr>
                        <a:t>✓</a:t>
                      </a:r>
                      <a:endParaRPr lang="en-US" sz="650" kern="120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57080">
                <a:tc>
                  <a:txBody>
                    <a:bodyPr/>
                    <a:lstStyle/>
                    <a:p>
                      <a:pPr marL="0" indent="0">
                        <a:buNone/>
                      </a:pPr>
                      <a:r>
                        <a:rPr lang="en-US" sz="650" kern="1200" dirty="0">
                          <a:solidFill>
                            <a:schemeClr val="tx1"/>
                          </a:solidFill>
                          <a:latin typeface="Segoe UI" panose="020B0502040204020203" pitchFamily="34" charset="0"/>
                          <a:ea typeface="Calibri" charset="0"/>
                          <a:cs typeface="Segoe UI" panose="020B0502040204020203" pitchFamily="34" charset="0"/>
                        </a:rPr>
                        <a:t>Receive an alert if a possible compliance or ethical violation occurs and start an investigation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266562">
                <a:tc>
                  <a:txBody>
                    <a:bodyPr/>
                    <a:lstStyle/>
                    <a:p>
                      <a:pPr marL="0" indent="0">
                        <a:buNone/>
                      </a:pPr>
                      <a:r>
                        <a:rPr lang="en-US" sz="650" kern="1200" dirty="0">
                          <a:solidFill>
                            <a:schemeClr val="tx1"/>
                          </a:solidFill>
                          <a:latin typeface="Segoe UI" panose="020B0502040204020203" pitchFamily="34" charset="0"/>
                          <a:ea typeface="Calibri" charset="0"/>
                          <a:cs typeface="Segoe UI" panose="020B0502040204020203" pitchFamily="34" charset="0"/>
                        </a:rPr>
                        <a:t>Perform an admin search for litigation or an investigation and include Copilot + Agent generated content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58758097"/>
                  </a:ext>
                </a:extLst>
              </a:tr>
              <a:tr h="161840">
                <a:tc>
                  <a:txBody>
                    <a:bodyPr/>
                    <a:lstStyle/>
                    <a:p>
                      <a:pPr marL="0" indent="0">
                        <a:buNone/>
                      </a:pPr>
                      <a:r>
                        <a:rPr lang="en-US" sz="650" kern="1200" dirty="0">
                          <a:solidFill>
                            <a:schemeClr val="tx1"/>
                          </a:solidFill>
                          <a:latin typeface="Segoe UI" panose="020B0502040204020203" pitchFamily="34" charset="0"/>
                          <a:ea typeface="Calibri" charset="0"/>
                          <a:cs typeface="Segoe UI" panose="020B0502040204020203" pitchFamily="34" charset="0"/>
                        </a:rPr>
                        <a:t>Assess and track adherence to regulatory frameworks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175670"/>
                  </a:ext>
                </a:extLst>
              </a:tr>
              <a:tr h="161840">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681348361"/>
                  </a:ext>
                </a:extLst>
              </a:tr>
              <a:tr h="161840">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603556768"/>
                  </a:ext>
                </a:extLst>
              </a:tr>
            </a:tbl>
          </a:graphicData>
        </a:graphic>
      </p:graphicFrame>
      <p:sp>
        <p:nvSpPr>
          <p:cNvPr id="7" name="Incremental capabilities from Current SKU to Target SKU">
            <a:extLst>
              <a:ext uri="{FF2B5EF4-FFF2-40B4-BE49-F238E27FC236}">
                <a16:creationId xmlns:a16="http://schemas.microsoft.com/office/drawing/2014/main" id="{BAD6DA4F-AE35-E3D4-59C9-13D699AC54F1}"/>
              </a:ext>
            </a:extLst>
          </p:cNvPr>
          <p:cNvSpPr/>
          <p:nvPr/>
        </p:nvSpPr>
        <p:spPr>
          <a:xfrm>
            <a:off x="377826" y="281945"/>
            <a:ext cx="4895850" cy="469103"/>
          </a:xfrm>
          <a:prstGeom prst="rect">
            <a:avLst/>
          </a:prstGeom>
          <a:noFill/>
          <a:ln/>
        </p:spPr>
        <p:txBody>
          <a:bodyPr wrap="square" lIns="0" tIns="0" rIns="0" bIns="0" rtlCol="0" anchor="t" anchorCtr="0">
            <a:spAutoFit/>
          </a:bodyPr>
          <a:lstStyle/>
          <a:p>
            <a:pPr defTabSz="910968">
              <a:lnSpc>
                <a:spcPct val="85000"/>
              </a:lnSpc>
              <a:defRPr/>
            </a:pPr>
            <a:r>
              <a:rPr lang="en-US" dirty="0">
                <a:solidFill>
                  <a:srgbClr val="B740C5"/>
                </a:solidFill>
                <a:latin typeface="Segoe UI Semibold"/>
                <a:cs typeface="Segoe UI Semibold"/>
              </a:rPr>
              <a:t>Business Premium vs </a:t>
            </a:r>
            <a:br>
              <a:rPr lang="en-US" dirty="0">
                <a:solidFill>
                  <a:srgbClr val="B740C5"/>
                </a:solidFill>
                <a:latin typeface="Segoe UI Semibold"/>
                <a:cs typeface="Segoe UI Semibold"/>
              </a:rPr>
            </a:br>
            <a:r>
              <a:rPr lang="en-US" dirty="0">
                <a:solidFill>
                  <a:srgbClr val="B740C5"/>
                </a:solidFill>
                <a:latin typeface="Segoe UI Semibold"/>
                <a:cs typeface="Segoe UI Semibold"/>
              </a:rPr>
              <a:t>Business Premium + Purview Suite</a:t>
            </a:r>
          </a:p>
        </p:txBody>
      </p:sp>
    </p:spTree>
    <p:extLst>
      <p:ext uri="{BB962C8B-B14F-4D97-AF65-F5344CB8AC3E}">
        <p14:creationId xmlns:p14="http://schemas.microsoft.com/office/powerpoint/2010/main" val="1830360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TotalTime>
  <Words>210</Words>
  <Application>Microsoft Office PowerPoint</Application>
  <PresentationFormat>Custom</PresentationFormat>
  <Paragraphs>23</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Purview Suite for Microsoft 365 Business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2</cp:revision>
  <dcterms:created xsi:type="dcterms:W3CDTF">2026-04-04T15:01:26Z</dcterms:created>
  <dcterms:modified xsi:type="dcterms:W3CDTF">2026-04-11T11:26:05Z</dcterms:modified>
</cp:coreProperties>
</file>