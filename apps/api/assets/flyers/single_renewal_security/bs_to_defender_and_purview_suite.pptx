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2.xml" ContentType="application/vnd.openxmlformats-officedocument.presentationml.notesSlide+xml"/>
  <Override PartName="/ppt/slideLayouts/slideLayout12.xml" ContentType="application/vnd.openxmlformats-officedocument.presentationml.slideLayout+xml"/>
  <Override PartName="/ppt/slideMasters/slideMaster2.xml" ContentType="application/vnd.openxmlformats-officedocument.presentationml.slideMaster+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s/slide3.xml" ContentType="application/vnd.openxmlformats-officedocument.presentationml.slide+xml"/>
  <Override PartName="/ppt/notesSlides/notesSlide3.xml" ContentType="application/vnd.openxmlformats-officedocument.presentationml.notesSlide+xml"/>
  <Override PartName="/ppt/slideLayouts/slideLayout23.xml" ContentType="application/vnd.openxmlformats-officedocument.presentationml.slideLayout+xml"/>
  <Override PartName="/ppt/slideMasters/slideMaster3.xml" ContentType="application/vnd.openxmlformats-officedocument.presentationml.slideMaster+xml"/>
  <Override PartName="/ppt/theme/theme4.xml" ContentType="application/vnd.openxmlformats-officedocument.them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Layouts/slideLayout24.xml" ContentType="application/vnd.openxmlformats-officedocument.presentationml.slideLayout+xml"/>
  <Override PartName="/ppt/slideMasters/slideMaster4.xml" ContentType="application/vnd.openxmlformats-officedocument.presentationml.slideMaster+xml"/>
  <Override PartName="/ppt/theme/theme5.xml" ContentType="application/vnd.openxmlformats-officedocument.theme+xml"/>
  <Override PartName="/ppt/slides/slide6.xml" ContentType="application/vnd.openxmlformats-officedocument.presentationml.slide+xml"/>
  <Override PartName="/ppt/notesSlides/notesSlide6.xml" ContentType="application/vnd.openxmlformats-officedocument.presentationml.notesSlide+xml"/>
  <Override PartName="/ppt/slideLayouts/slideLayout25.xml" ContentType="application/vnd.openxmlformats-officedocument.presentationml.slideLayout+xml"/>
  <Override PartName="/ppt/slideMasters/slideMaster5.xml" ContentType="application/vnd.openxmlformats-officedocument.presentationml.slideMaster+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6.xml" ContentType="application/vnd.openxmlformats-officedocument.theme+xml"/>
  <Override PartName="/ppt/slideLayouts/slideLayout28.xml" ContentType="application/vnd.openxmlformats-officedocument.presentationml.slideLayout+xml"/>
  <Override PartName="/ppt/slides/slide7.xml" ContentType="application/vnd.openxmlformats-officedocument.presentationml.slide+xml"/>
  <Override PartName="/ppt/notesSlides/notesSlide7.xml" ContentType="application/vnd.openxmlformats-officedocument.presentationml.notesSlide+xml"/>
  <Override PartName="/ppt/slideLayouts/slideLayout29.xml" ContentType="application/vnd.openxmlformats-officedocument.presentationml.slideLayout+xml"/>
  <Override PartName="/ppt/slideMasters/slideMaster6.xml" ContentType="application/vnd.openxmlformats-officedocument.presentationml.slideMaster+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7.xml" ContentType="application/vnd.openxmlformats-officedocument.theme+xml"/>
  <Override PartName="/ppt/slideLayouts/slideLayout32.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 id="2147483765" r:id="rId17"/>
    <p:sldMasterId id="2147483766" r:id="rId18"/>
    <p:sldMasterId id="2147483767" r:id="rId19"/>
    <p:sldMasterId id="2147483768" r:id="rId20"/>
    <p:sldMasterId id="2147483769" r:id="rId21"/>
  </p:sldMasterIdLst>
  <p:notesMasterIdLst>
    <p:notesMasterId r:id="rId3"/>
  </p:notesMasterIdLst>
  <p:sldIdLst>
    <p:sldId id="256" r:id="rId10"/>
    <p:sldId id="257" r:id="rId11"/>
    <p:sldId id="258" r:id="rId12"/>
    <p:sldId id="259" r:id="rId13"/>
    <p:sldId id="260" r:id="rId14"/>
    <p:sldId id="261" r:id="rId15"/>
    <p:sldId id="262" r:id="rId16"/>
  </p:sldIdLst>
  <p:sldSz cx="5648325" cy="79914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655C22-1068-6C9E-3308-80DE976D5928}" v="1" dt="2026-04-11T11:24:50.8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5" d="100"/>
          <a:sy n="55" d="100"/>
        </p:scale>
        <p:origin x="265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Master" Target="slideMasters/slideMaster2.xml"/><Relationship Id="rId18" Type="http://schemas.openxmlformats.org/officeDocument/2006/relationships/slideMaster" Target="slideMasters/slideMaster3.xml"/><Relationship Id="rId19" Type="http://schemas.openxmlformats.org/officeDocument/2006/relationships/slideMaster" Target="slideMasters/slideMaster4.xml"/><Relationship Id="rId20" Type="http://schemas.openxmlformats.org/officeDocument/2006/relationships/slideMaster" Target="slideMasters/slideMaster5.xml"/><Relationship Id="rId21" Type="http://schemas.openxmlformats.org/officeDocument/2006/relationships/slideMaster" Target="slideMasters/slideMaster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ema Kapri" userId="S::seema.kapri@hsv.digital::3468d2f6-a5eb-4e01-882c-f62721c4c7bf" providerId="AD" clId="Web-{13655C22-1068-6C9E-3308-80DE976D5928}"/>
    <pc:docChg chg="mod modSld modMainMaster setSldSz">
      <pc:chgData name="Seema Kapri" userId="S::seema.kapri@hsv.digital::3468d2f6-a5eb-4e01-882c-f62721c4c7bf" providerId="AD" clId="Web-{13655C22-1068-6C9E-3308-80DE976D5928}" dt="2026-04-11T11:24:50.832" v="0"/>
      <pc:docMkLst>
        <pc:docMk/>
      </pc:docMkLst>
      <pc:sldChg chg="modSp">
        <pc:chgData name="Seema Kapri" userId="S::seema.kapri@hsv.digital::3468d2f6-a5eb-4e01-882c-f62721c4c7bf" providerId="AD" clId="Web-{13655C22-1068-6C9E-3308-80DE976D5928}" dt="2026-04-11T11:24:50.832" v="0"/>
        <pc:sldMkLst>
          <pc:docMk/>
          <pc:sldMk cId="4067805866" sldId="2147470016"/>
        </pc:sldMkLst>
        <pc:spChg chg="mod">
          <ac:chgData name="Seema Kapri" userId="S::seema.kapri@hsv.digital::3468d2f6-a5eb-4e01-882c-f62721c4c7bf" providerId="AD" clId="Web-{13655C22-1068-6C9E-3308-80DE976D5928}" dt="2026-04-11T11:24:50.832" v="0"/>
          <ac:spMkLst>
            <pc:docMk/>
            <pc:sldMk cId="4067805866" sldId="2147470016"/>
            <ac:spMk id="5" creationId="{CE6CFC70-06C7-C291-DA51-1D3359F2C52E}"/>
          </ac:spMkLst>
        </pc:spChg>
        <pc:spChg chg="mod">
          <ac:chgData name="Seema Kapri" userId="S::seema.kapri@hsv.digital::3468d2f6-a5eb-4e01-882c-f62721c4c7bf" providerId="AD" clId="Web-{13655C22-1068-6C9E-3308-80DE976D5928}" dt="2026-04-11T11:24:50.832" v="0"/>
          <ac:spMkLst>
            <pc:docMk/>
            <pc:sldMk cId="4067805866" sldId="2147470016"/>
            <ac:spMk id="15" creationId="{FDC09689-9230-8774-332C-E0502BB2667B}"/>
          </ac:spMkLst>
        </pc:spChg>
        <pc:spChg chg="mod">
          <ac:chgData name="Seema Kapri" userId="S::seema.kapri@hsv.digital::3468d2f6-a5eb-4e01-882c-f62721c4c7bf" providerId="AD" clId="Web-{13655C22-1068-6C9E-3308-80DE976D5928}" dt="2026-04-11T11:24:50.832" v="0"/>
          <ac:spMkLst>
            <pc:docMk/>
            <pc:sldMk cId="4067805866" sldId="2147470016"/>
            <ac:spMk id="17" creationId="{C205F477-06BB-0464-B7D7-F14F37D38EC1}"/>
          </ac:spMkLst>
        </pc:spChg>
        <pc:spChg chg="mod">
          <ac:chgData name="Seema Kapri" userId="S::seema.kapri@hsv.digital::3468d2f6-a5eb-4e01-882c-f62721c4c7bf" providerId="AD" clId="Web-{13655C22-1068-6C9E-3308-80DE976D5928}" dt="2026-04-11T11:24:50.832" v="0"/>
          <ac:spMkLst>
            <pc:docMk/>
            <pc:sldMk cId="4067805866" sldId="2147470016"/>
            <ac:spMk id="19" creationId="{44D2AC6F-4F84-F587-BEF3-F143A00E6D9B}"/>
          </ac:spMkLst>
        </pc:spChg>
        <pc:spChg chg="mod">
          <ac:chgData name="Seema Kapri" userId="S::seema.kapri@hsv.digital::3468d2f6-a5eb-4e01-882c-f62721c4c7bf" providerId="AD" clId="Web-{13655C22-1068-6C9E-3308-80DE976D5928}" dt="2026-04-11T11:24:50.832" v="0"/>
          <ac:spMkLst>
            <pc:docMk/>
            <pc:sldMk cId="4067805866" sldId="2147470016"/>
            <ac:spMk id="25" creationId="{8ACFB9E0-57EC-A667-BD67-1FCD18922E87}"/>
          </ac:spMkLst>
        </pc:spChg>
        <pc:spChg chg="mod">
          <ac:chgData name="Seema Kapri" userId="S::seema.kapri@hsv.digital::3468d2f6-a5eb-4e01-882c-f62721c4c7bf" providerId="AD" clId="Web-{13655C22-1068-6C9E-3308-80DE976D5928}" dt="2026-04-11T11:24:50.832" v="0"/>
          <ac:spMkLst>
            <pc:docMk/>
            <pc:sldMk cId="4067805866" sldId="2147470016"/>
            <ac:spMk id="31" creationId="{7619480A-D377-F04B-D795-8C3BA6F6AE38}"/>
          </ac:spMkLst>
        </pc:spChg>
        <pc:spChg chg="mod">
          <ac:chgData name="Seema Kapri" userId="S::seema.kapri@hsv.digital::3468d2f6-a5eb-4e01-882c-f62721c4c7bf" providerId="AD" clId="Web-{13655C22-1068-6C9E-3308-80DE976D5928}" dt="2026-04-11T11:24:50.832" v="0"/>
          <ac:spMkLst>
            <pc:docMk/>
            <pc:sldMk cId="4067805866" sldId="2147470016"/>
            <ac:spMk id="37" creationId="{2D7D97C9-E218-702D-C573-EC595E24D206}"/>
          </ac:spMkLst>
        </pc:spChg>
        <pc:spChg chg="mod">
          <ac:chgData name="Seema Kapri" userId="S::seema.kapri@hsv.digital::3468d2f6-a5eb-4e01-882c-f62721c4c7bf" providerId="AD" clId="Web-{13655C22-1068-6C9E-3308-80DE976D5928}" dt="2026-04-11T11:24:50.832" v="0"/>
          <ac:spMkLst>
            <pc:docMk/>
            <pc:sldMk cId="4067805866" sldId="2147470016"/>
            <ac:spMk id="38" creationId="{04B475BC-BA57-5216-CE2C-96C8D24A3BE0}"/>
          </ac:spMkLst>
        </pc:spChg>
        <pc:spChg chg="mod">
          <ac:chgData name="Seema Kapri" userId="S::seema.kapri@hsv.digital::3468d2f6-a5eb-4e01-882c-f62721c4c7bf" providerId="AD" clId="Web-{13655C22-1068-6C9E-3308-80DE976D5928}" dt="2026-04-11T11:24:50.832" v="0"/>
          <ac:spMkLst>
            <pc:docMk/>
            <pc:sldMk cId="4067805866" sldId="2147470016"/>
            <ac:spMk id="65" creationId="{9AD2FB6B-6EDB-68E4-2601-4F9CF0B3A50C}"/>
          </ac:spMkLst>
        </pc:spChg>
        <pc:spChg chg="mod">
          <ac:chgData name="Seema Kapri" userId="S::seema.kapri@hsv.digital::3468d2f6-a5eb-4e01-882c-f62721c4c7bf" providerId="AD" clId="Web-{13655C22-1068-6C9E-3308-80DE976D5928}" dt="2026-04-11T11:24:50.832" v="0"/>
          <ac:spMkLst>
            <pc:docMk/>
            <pc:sldMk cId="4067805866" sldId="2147470016"/>
            <ac:spMk id="66" creationId="{20E541FA-397B-06A1-8116-BCFA09464965}"/>
          </ac:spMkLst>
        </pc:spChg>
      </pc:sldChg>
      <pc:sldMasterChg chg="modSp modSldLayout">
        <pc:chgData name="Seema Kapri" userId="S::seema.kapri@hsv.digital::3468d2f6-a5eb-4e01-882c-f62721c4c7bf" providerId="AD" clId="Web-{13655C22-1068-6C9E-3308-80DE976D5928}" dt="2026-04-11T11:24:50.832" v="0"/>
        <pc:sldMasterMkLst>
          <pc:docMk/>
          <pc:sldMasterMk cId="1122647173" sldId="2147483732"/>
        </pc:sldMasterMkLst>
        <pc:spChg chg="mod">
          <ac:chgData name="Seema Kapri" userId="S::seema.kapri@hsv.digital::3468d2f6-a5eb-4e01-882c-f62721c4c7bf" providerId="AD" clId="Web-{13655C22-1068-6C9E-3308-80DE976D5928}" dt="2026-04-11T11:24:50.832" v="0"/>
          <ac:spMkLst>
            <pc:docMk/>
            <pc:sldMasterMk cId="1122647173" sldId="2147483732"/>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ac:spMk id="3"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ac:spMk id="4"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ac:spMk id="5"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ac:spMk id="6" creationId="{00000000-0000-0000-0000-000000000000}"/>
          </ac:spMkLst>
        </pc:spChg>
        <pc:sldLayoutChg chg="modSp">
          <pc:chgData name="Seema Kapri" userId="S::seema.kapri@hsv.digital::3468d2f6-a5eb-4e01-882c-f62721c4c7bf" providerId="AD" clId="Web-{13655C22-1068-6C9E-3308-80DE976D5928}" dt="2026-04-11T11:24:50.832" v="0"/>
          <pc:sldLayoutMkLst>
            <pc:docMk/>
            <pc:sldMasterMk cId="1122647173" sldId="2147483732"/>
            <pc:sldLayoutMk cId="17524809" sldId="2147483733"/>
          </pc:sldLayoutMkLst>
          <pc:spChg chg="mod">
            <ac:chgData name="Seema Kapri" userId="S::seema.kapri@hsv.digital::3468d2f6-a5eb-4e01-882c-f62721c4c7bf" providerId="AD" clId="Web-{13655C22-1068-6C9E-3308-80DE976D5928}" dt="2026-04-11T11:24:50.832" v="0"/>
            <ac:spMkLst>
              <pc:docMk/>
              <pc:sldMasterMk cId="1122647173" sldId="2147483732"/>
              <pc:sldLayoutMk cId="17524809" sldId="2147483733"/>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17524809" sldId="2147483733"/>
              <ac:spMk id="3"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3092314792" sldId="2147483735"/>
          </pc:sldLayoutMkLst>
          <pc:spChg chg="mod">
            <ac:chgData name="Seema Kapri" userId="S::seema.kapri@hsv.digital::3468d2f6-a5eb-4e01-882c-f62721c4c7bf" providerId="AD" clId="Web-{13655C22-1068-6C9E-3308-80DE976D5928}" dt="2026-04-11T11:24:50.832" v="0"/>
            <ac:spMkLst>
              <pc:docMk/>
              <pc:sldMasterMk cId="1122647173" sldId="2147483732"/>
              <pc:sldLayoutMk cId="3092314792" sldId="2147483735"/>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092314792" sldId="2147483735"/>
              <ac:spMk id="3"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34580187" sldId="2147483736"/>
          </pc:sldLayoutMkLst>
          <pc:spChg chg="mod">
            <ac:chgData name="Seema Kapri" userId="S::seema.kapri@hsv.digital::3468d2f6-a5eb-4e01-882c-f62721c4c7bf" providerId="AD" clId="Web-{13655C22-1068-6C9E-3308-80DE976D5928}" dt="2026-04-11T11:24:50.832" v="0"/>
            <ac:spMkLst>
              <pc:docMk/>
              <pc:sldMasterMk cId="1122647173" sldId="2147483732"/>
              <pc:sldLayoutMk cId="34580187" sldId="2147483736"/>
              <ac:spMk id="3"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4580187" sldId="2147483736"/>
              <ac:spMk id="4"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3880376873" sldId="2147483737"/>
          </pc:sldLayoutMkLst>
          <pc:spChg chg="mod">
            <ac:chgData name="Seema Kapri" userId="S::seema.kapri@hsv.digital::3468d2f6-a5eb-4e01-882c-f62721c4c7bf" providerId="AD" clId="Web-{13655C22-1068-6C9E-3308-80DE976D5928}" dt="2026-04-11T11:24:50.832" v="0"/>
            <ac:spMkLst>
              <pc:docMk/>
              <pc:sldMasterMk cId="1122647173" sldId="2147483732"/>
              <pc:sldLayoutMk cId="3880376873" sldId="2147483737"/>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880376873" sldId="2147483737"/>
              <ac:spMk id="3"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880376873" sldId="2147483737"/>
              <ac:spMk id="4"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880376873" sldId="2147483737"/>
              <ac:spMk id="5"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880376873" sldId="2147483737"/>
              <ac:spMk id="6"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2752899885" sldId="2147483740"/>
          </pc:sldLayoutMkLst>
          <pc:spChg chg="mod">
            <ac:chgData name="Seema Kapri" userId="S::seema.kapri@hsv.digital::3468d2f6-a5eb-4e01-882c-f62721c4c7bf" providerId="AD" clId="Web-{13655C22-1068-6C9E-3308-80DE976D5928}" dt="2026-04-11T11:24:50.832" v="0"/>
            <ac:spMkLst>
              <pc:docMk/>
              <pc:sldMasterMk cId="1122647173" sldId="2147483732"/>
              <pc:sldLayoutMk cId="2752899885" sldId="2147483740"/>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2752899885" sldId="2147483740"/>
              <ac:spMk id="3"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2752899885" sldId="2147483740"/>
              <ac:spMk id="4"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1722206160" sldId="2147483741"/>
          </pc:sldLayoutMkLst>
          <pc:spChg chg="mod">
            <ac:chgData name="Seema Kapri" userId="S::seema.kapri@hsv.digital::3468d2f6-a5eb-4e01-882c-f62721c4c7bf" providerId="AD" clId="Web-{13655C22-1068-6C9E-3308-80DE976D5928}" dt="2026-04-11T11:24:50.832" v="0"/>
            <ac:spMkLst>
              <pc:docMk/>
              <pc:sldMasterMk cId="1122647173" sldId="2147483732"/>
              <pc:sldLayoutMk cId="1722206160" sldId="2147483741"/>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1722206160" sldId="2147483741"/>
              <ac:spMk id="3"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1722206160" sldId="2147483741"/>
              <ac:spMk id="4"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3785386807" sldId="2147483743"/>
          </pc:sldLayoutMkLst>
          <pc:spChg chg="mod">
            <ac:chgData name="Seema Kapri" userId="S::seema.kapri@hsv.digital::3468d2f6-a5eb-4e01-882c-f62721c4c7bf" providerId="AD" clId="Web-{13655C22-1068-6C9E-3308-80DE976D5928}" dt="2026-04-11T11:24:50.832" v="0"/>
            <ac:spMkLst>
              <pc:docMk/>
              <pc:sldMasterMk cId="1122647173" sldId="2147483732"/>
              <pc:sldLayoutMk cId="3785386807" sldId="2147483743"/>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785386807" sldId="2147483743"/>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FDCA55-7141-46E2-8F0D-ED4FF406EC63}" type="datetimeFigureOut">
              <a:rPr lang="en-IN" smtClean="0"/>
              <a:t>11-04-2026</a:t>
            </a:fld>
            <a:endParaRPr lang="en-IN"/>
          </a:p>
        </p:txBody>
      </p:sp>
      <p:sp>
        <p:nvSpPr>
          <p:cNvPr id="4" name="Slide Image Placeholder 3"/>
          <p:cNvSpPr>
            <a:spLocks noGrp="1" noRot="1" noChangeAspect="1"/>
          </p:cNvSpPr>
          <p:nvPr>
            <p:ph type="sldImg" idx="2"/>
          </p:nvPr>
        </p:nvSpPr>
        <p:spPr>
          <a:xfrm>
            <a:off x="2327275" y="1143000"/>
            <a:ext cx="220345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451864-BC2F-463F-854C-C6DDAAC13160}" type="slidenum">
              <a:rPr lang="en-IN" smtClean="0"/>
              <a:t>‹#›</a:t>
            </a:fld>
            <a:endParaRPr lang="en-IN"/>
          </a:p>
        </p:txBody>
      </p:sp>
    </p:spTree>
    <p:extLst>
      <p:ext uri="{BB962C8B-B14F-4D97-AF65-F5344CB8AC3E}">
        <p14:creationId xmlns:p14="http://schemas.microsoft.com/office/powerpoint/2010/main" val="149355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A5318-1E4E-D370-07A1-B1B85C02AB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A7E049-FB12-9D74-496D-19F01353730D}"/>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C9F29952-98D1-B466-F992-96E240860A1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spc="-130">
                <a:ln w="3175">
                  <a:noFill/>
                </a:ln>
                <a:solidFill>
                  <a:srgbClr val="2965AF"/>
                </a:solidFill>
                <a:latin typeface="Segoe Sans Display Semibold"/>
                <a:cs typeface="Segoe Sans Display" pitchFamily="2" charset="0"/>
              </a:rPr>
              <a:t>67%  </a:t>
            </a:r>
            <a:br>
              <a:rPr kumimoji="0" lang="en-US" sz="2800" b="0" i="0" u="none" strike="noStrike" kern="1200" cap="none" spc="-130" normalizeH="0" baseline="0" noProof="0">
                <a:ln w="3175">
                  <a:noFill/>
                </a:ln>
                <a:solidFill>
                  <a:srgbClr val="2965AF"/>
                </a:solidFill>
                <a:effectLst/>
                <a:uLnTx/>
                <a:uFillTx/>
                <a:latin typeface="Segoe Sans Display Semibold"/>
                <a:ea typeface="+mn-ea"/>
                <a:cs typeface="Segoe Sans Display" pitchFamily="2" charset="0"/>
              </a:rPr>
            </a:br>
            <a:r>
              <a:rPr lang="en-US">
                <a:gradFill>
                  <a:gsLst>
                    <a:gs pos="44000">
                      <a:schemeClr val="tx1"/>
                    </a:gs>
                    <a:gs pos="100000">
                      <a:schemeClr val="tx1"/>
                    </a:gs>
                  </a:gsLst>
                  <a:lin ang="2700000" scaled="1"/>
                </a:gradFill>
                <a:latin typeface="Segoe Sans Display"/>
                <a:cs typeface="Segoe UI" pitchFamily="34" charset="0"/>
              </a:rPr>
              <a:t>of all phishing attacks utilized some form of AI</a:t>
            </a:r>
          </a:p>
          <a:p>
            <a:endParaRPr lang="en-US"/>
          </a:p>
          <a:p>
            <a:r>
              <a:rPr lang="en-US"/>
              <a:t>292</a:t>
            </a:r>
          </a:p>
          <a:p>
            <a:r>
              <a:rPr lang="en-US"/>
              <a:t>days to identify and contain breaches involving stolen credentials</a:t>
            </a:r>
          </a:p>
          <a:p>
            <a:endParaRPr lang="en-US"/>
          </a:p>
        </p:txBody>
      </p:sp>
      <p:sp>
        <p:nvSpPr>
          <p:cNvPr id="4" name="Slide Number Placeholder 3">
            <a:extLst>
              <a:ext uri="{FF2B5EF4-FFF2-40B4-BE49-F238E27FC236}">
                <a16:creationId xmlns:a16="http://schemas.microsoft.com/office/drawing/2014/main" id="{4CEF061E-0607-1711-EEB1-A31E6AEBBB1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5638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CB40D-F18F-E16C-414E-278D7AAC53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318DB-B491-3618-A4E0-CB26CC5CA81A}"/>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CB4EDBEC-0C05-EE12-A0EE-36643DBB1D8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D118F1-5568-F7B6-9411-F33C2DFF4FC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12330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FDE1C-79FD-0B64-EE2B-F2941249E2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1EB09E-ECAE-C139-D414-492A654C6F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FB1DF0-37A1-F6D4-188A-CC03029F4D5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776F62FB-157C-8E37-0B73-6723BFF9A900}"/>
              </a:ext>
            </a:extLst>
          </p:cNvPr>
          <p:cNvSpPr>
            <a:spLocks noGrp="1"/>
          </p:cNvSpPr>
          <p:nvPr>
            <p:ph type="sldNum" sz="quarter" idx="5"/>
          </p:nvPr>
        </p:nvSpPr>
        <p:spPr/>
        <p:txBody>
          <a:bodyPr/>
          <a:lstStyle/>
          <a:p>
            <a:fld id="{7034A72A-6E2F-4343-B7FF-0EAC6B5BD073}" type="slidenum">
              <a:rPr lang="en-IN" smtClean="0"/>
              <a:t>1</a:t>
            </a:fld>
            <a:endParaRPr lang="en-IN"/>
          </a:p>
        </p:txBody>
      </p:sp>
    </p:spTree>
    <p:extLst>
      <p:ext uri="{BB962C8B-B14F-4D97-AF65-F5344CB8AC3E}">
        <p14:creationId xmlns:p14="http://schemas.microsoft.com/office/powerpoint/2010/main" val="34981308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66159-AD92-5150-034D-50AC15AA8E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D53BBB-74BA-59E8-E836-7DCA8F711B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4C225B-BFFD-74FC-97B0-117BB2BA4556}"/>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50285BCA-82A1-34D6-7535-559F438C0F03}"/>
              </a:ext>
            </a:extLst>
          </p:cNvPr>
          <p:cNvSpPr>
            <a:spLocks noGrp="1"/>
          </p:cNvSpPr>
          <p:nvPr>
            <p:ph type="sldNum" sz="quarter" idx="5"/>
          </p:nvPr>
        </p:nvSpPr>
        <p:spPr/>
        <p:txBody>
          <a:bodyPr/>
          <a:lstStyle/>
          <a:p>
            <a:fld id="{7034A72A-6E2F-4343-B7FF-0EAC6B5BD073}" type="slidenum">
              <a:rPr lang="en-IN" smtClean="0"/>
              <a:t>2</a:t>
            </a:fld>
            <a:endParaRPr lang="en-IN"/>
          </a:p>
        </p:txBody>
      </p:sp>
    </p:spTree>
    <p:extLst>
      <p:ext uri="{BB962C8B-B14F-4D97-AF65-F5344CB8AC3E}">
        <p14:creationId xmlns:p14="http://schemas.microsoft.com/office/powerpoint/2010/main" val="7954908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12ED6-43E9-5765-8E82-B6CFEF0B50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A8D3DA-6B21-9625-DFE9-B620DEF35E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A1E5A7-84E4-E14D-AFAF-517F073E2B2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2A55E2A-8602-DDCC-5A2F-5DC686A0D4E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798932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2545E-6835-5668-39BA-A18BF02F92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D01BA7-868A-1CA3-59BC-FAD3B3B03625}"/>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A6690EBE-ECA8-7984-8791-18B3053B364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6A81DE-9151-09F0-D5DE-091B02FA88C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276854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A91AE-C334-8F6A-CA80-DA02A20F4D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73C6A8-C666-4D3A-47ED-C379830759D1}"/>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BF59318F-B662-D6D7-ED4F-AB9B9401094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7D4F38-1B6A-3FB3-4815-EEE8DCF1949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764121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625" y="1307865"/>
            <a:ext cx="4801076" cy="2782218"/>
          </a:xfrm>
        </p:spPr>
        <p:txBody>
          <a:bodyPr anchor="b"/>
          <a:lstStyle>
            <a:lvl1pPr algn="ctr">
              <a:defRPr sz="3706"/>
            </a:lvl1pPr>
          </a:lstStyle>
          <a:p>
            <a:r>
              <a:rPr lang="en-US"/>
              <a:t>Click to edit Master title style</a:t>
            </a:r>
            <a:endParaRPr lang="en-US" dirty="0"/>
          </a:p>
        </p:txBody>
      </p:sp>
      <p:sp>
        <p:nvSpPr>
          <p:cNvPr id="3" name="Subtitle 2"/>
          <p:cNvSpPr>
            <a:spLocks noGrp="1"/>
          </p:cNvSpPr>
          <p:nvPr>
            <p:ph type="subTitle" idx="1"/>
          </p:nvPr>
        </p:nvSpPr>
        <p:spPr>
          <a:xfrm>
            <a:off x="706041" y="4197375"/>
            <a:ext cx="4236244" cy="1929423"/>
          </a:xfrm>
        </p:spPr>
        <p:txBody>
          <a:bodyPr/>
          <a:lstStyle>
            <a:lvl1pPr marL="0" indent="0" algn="ctr">
              <a:buNone/>
              <a:defRPr sz="1483"/>
            </a:lvl1pPr>
            <a:lvl2pPr marL="282423" indent="0" algn="ctr">
              <a:buNone/>
              <a:defRPr sz="1236"/>
            </a:lvl2pPr>
            <a:lvl3pPr marL="564846" indent="0" algn="ctr">
              <a:buNone/>
              <a:defRPr sz="1112"/>
            </a:lvl3pPr>
            <a:lvl4pPr marL="847269" indent="0" algn="ctr">
              <a:buNone/>
              <a:defRPr sz="988"/>
            </a:lvl4pPr>
            <a:lvl5pPr marL="1129691" indent="0" algn="ctr">
              <a:buNone/>
              <a:defRPr sz="988"/>
            </a:lvl5pPr>
            <a:lvl6pPr marL="1412114" indent="0" algn="ctr">
              <a:buNone/>
              <a:defRPr sz="988"/>
            </a:lvl6pPr>
            <a:lvl7pPr marL="1694537" indent="0" algn="ctr">
              <a:buNone/>
              <a:defRPr sz="988"/>
            </a:lvl7pPr>
            <a:lvl8pPr marL="1976960" indent="0" algn="ctr">
              <a:buNone/>
              <a:defRPr sz="988"/>
            </a:lvl8pPr>
            <a:lvl9pPr marL="2259382" indent="0" algn="ctr">
              <a:buNone/>
              <a:defRPr sz="988"/>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7524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593725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5381" y="1992322"/>
            <a:ext cx="4871680" cy="3324231"/>
          </a:xfrm>
        </p:spPr>
        <p:txBody>
          <a:bodyPr anchor="b"/>
          <a:lstStyle>
            <a:lvl1pPr>
              <a:defRPr sz="3706"/>
            </a:lvl1pPr>
          </a:lstStyle>
          <a:p>
            <a:r>
              <a:rPr lang="en-US"/>
              <a:t>Click to edit Master title style</a:t>
            </a:r>
            <a:endParaRPr lang="en-US" dirty="0"/>
          </a:p>
        </p:txBody>
      </p:sp>
      <p:sp>
        <p:nvSpPr>
          <p:cNvPr id="3" name="Text Placeholder 2"/>
          <p:cNvSpPr>
            <a:spLocks noGrp="1"/>
          </p:cNvSpPr>
          <p:nvPr>
            <p:ph type="body" idx="1"/>
          </p:nvPr>
        </p:nvSpPr>
        <p:spPr>
          <a:xfrm>
            <a:off x="385381" y="5348001"/>
            <a:ext cx="4871680" cy="1748135"/>
          </a:xfrm>
        </p:spPr>
        <p:txBody>
          <a:bodyPr/>
          <a:lstStyle>
            <a:lvl1pPr marL="0" indent="0">
              <a:buNone/>
              <a:defRPr sz="1483">
                <a:solidFill>
                  <a:schemeClr val="tx1">
                    <a:tint val="82000"/>
                  </a:schemeClr>
                </a:solidFill>
              </a:defRPr>
            </a:lvl1pPr>
            <a:lvl2pPr marL="282423" indent="0">
              <a:buNone/>
              <a:defRPr sz="1236">
                <a:solidFill>
                  <a:schemeClr val="tx1">
                    <a:tint val="82000"/>
                  </a:schemeClr>
                </a:solidFill>
              </a:defRPr>
            </a:lvl2pPr>
            <a:lvl3pPr marL="564846" indent="0">
              <a:buNone/>
              <a:defRPr sz="1112">
                <a:solidFill>
                  <a:schemeClr val="tx1">
                    <a:tint val="82000"/>
                  </a:schemeClr>
                </a:solidFill>
              </a:defRPr>
            </a:lvl3pPr>
            <a:lvl4pPr marL="847269" indent="0">
              <a:buNone/>
              <a:defRPr sz="988">
                <a:solidFill>
                  <a:schemeClr val="tx1">
                    <a:tint val="82000"/>
                  </a:schemeClr>
                </a:solidFill>
              </a:defRPr>
            </a:lvl4pPr>
            <a:lvl5pPr marL="1129691" indent="0">
              <a:buNone/>
              <a:defRPr sz="988">
                <a:solidFill>
                  <a:schemeClr val="tx1">
                    <a:tint val="82000"/>
                  </a:schemeClr>
                </a:solidFill>
              </a:defRPr>
            </a:lvl5pPr>
            <a:lvl6pPr marL="1412114" indent="0">
              <a:buNone/>
              <a:defRPr sz="988">
                <a:solidFill>
                  <a:schemeClr val="tx1">
                    <a:tint val="82000"/>
                  </a:schemeClr>
                </a:solidFill>
              </a:defRPr>
            </a:lvl6pPr>
            <a:lvl7pPr marL="1694537" indent="0">
              <a:buNone/>
              <a:defRPr sz="988">
                <a:solidFill>
                  <a:schemeClr val="tx1">
                    <a:tint val="82000"/>
                  </a:schemeClr>
                </a:solidFill>
              </a:defRPr>
            </a:lvl7pPr>
            <a:lvl8pPr marL="1976960" indent="0">
              <a:buNone/>
              <a:defRPr sz="988">
                <a:solidFill>
                  <a:schemeClr val="tx1">
                    <a:tint val="82000"/>
                  </a:schemeClr>
                </a:solidFill>
              </a:defRPr>
            </a:lvl8pPr>
            <a:lvl9pPr marL="2259382" indent="0">
              <a:buNone/>
              <a:defRPr sz="988">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092314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8323" y="2127360"/>
            <a:ext cx="2400538" cy="50705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59465" y="2127360"/>
            <a:ext cx="2400538" cy="50705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4580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9059" y="425474"/>
            <a:ext cx="4871680" cy="15446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89058" y="1959022"/>
            <a:ext cx="2389506" cy="960086"/>
          </a:xfrm>
        </p:spPr>
        <p:txBody>
          <a:bodyPr anchor="b"/>
          <a:lstStyle>
            <a:lvl1pPr marL="0" indent="0">
              <a:buNone/>
              <a:defRPr sz="1483" b="1"/>
            </a:lvl1pPr>
            <a:lvl2pPr marL="282423" indent="0">
              <a:buNone/>
              <a:defRPr sz="1236" b="1"/>
            </a:lvl2pPr>
            <a:lvl3pPr marL="564846" indent="0">
              <a:buNone/>
              <a:defRPr sz="1112" b="1"/>
            </a:lvl3pPr>
            <a:lvl4pPr marL="847269" indent="0">
              <a:buNone/>
              <a:defRPr sz="988" b="1"/>
            </a:lvl4pPr>
            <a:lvl5pPr marL="1129691" indent="0">
              <a:buNone/>
              <a:defRPr sz="988" b="1"/>
            </a:lvl5pPr>
            <a:lvl6pPr marL="1412114" indent="0">
              <a:buNone/>
              <a:defRPr sz="988" b="1"/>
            </a:lvl6pPr>
            <a:lvl7pPr marL="1694537" indent="0">
              <a:buNone/>
              <a:defRPr sz="988" b="1"/>
            </a:lvl7pPr>
            <a:lvl8pPr marL="1976960" indent="0">
              <a:buNone/>
              <a:defRPr sz="988" b="1"/>
            </a:lvl8pPr>
            <a:lvl9pPr marL="2259382" indent="0">
              <a:buNone/>
              <a:defRPr sz="988" b="1"/>
            </a:lvl9pPr>
          </a:lstStyle>
          <a:p>
            <a:pPr lvl="0"/>
            <a:r>
              <a:rPr lang="en-US"/>
              <a:t>Click to edit Master text styles</a:t>
            </a:r>
          </a:p>
        </p:txBody>
      </p:sp>
      <p:sp>
        <p:nvSpPr>
          <p:cNvPr id="4" name="Content Placeholder 3"/>
          <p:cNvSpPr>
            <a:spLocks noGrp="1"/>
          </p:cNvSpPr>
          <p:nvPr>
            <p:ph sz="half" idx="2"/>
          </p:nvPr>
        </p:nvSpPr>
        <p:spPr>
          <a:xfrm>
            <a:off x="389058" y="2919108"/>
            <a:ext cx="2389506" cy="42935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59466" y="1959022"/>
            <a:ext cx="2401273" cy="960086"/>
          </a:xfrm>
        </p:spPr>
        <p:txBody>
          <a:bodyPr anchor="b"/>
          <a:lstStyle>
            <a:lvl1pPr marL="0" indent="0">
              <a:buNone/>
              <a:defRPr sz="1483" b="1"/>
            </a:lvl1pPr>
            <a:lvl2pPr marL="282423" indent="0">
              <a:buNone/>
              <a:defRPr sz="1236" b="1"/>
            </a:lvl2pPr>
            <a:lvl3pPr marL="564846" indent="0">
              <a:buNone/>
              <a:defRPr sz="1112" b="1"/>
            </a:lvl3pPr>
            <a:lvl4pPr marL="847269" indent="0">
              <a:buNone/>
              <a:defRPr sz="988" b="1"/>
            </a:lvl4pPr>
            <a:lvl5pPr marL="1129691" indent="0">
              <a:buNone/>
              <a:defRPr sz="988" b="1"/>
            </a:lvl5pPr>
            <a:lvl6pPr marL="1412114" indent="0">
              <a:buNone/>
              <a:defRPr sz="988" b="1"/>
            </a:lvl6pPr>
            <a:lvl7pPr marL="1694537" indent="0">
              <a:buNone/>
              <a:defRPr sz="988" b="1"/>
            </a:lvl7pPr>
            <a:lvl8pPr marL="1976960" indent="0">
              <a:buNone/>
              <a:defRPr sz="988" b="1"/>
            </a:lvl8pPr>
            <a:lvl9pPr marL="2259382" indent="0">
              <a:buNone/>
              <a:defRPr sz="988" b="1"/>
            </a:lvl9pPr>
          </a:lstStyle>
          <a:p>
            <a:pPr lvl="0"/>
            <a:r>
              <a:rPr lang="en-US"/>
              <a:t>Click to edit Master text styles</a:t>
            </a:r>
          </a:p>
        </p:txBody>
      </p:sp>
      <p:sp>
        <p:nvSpPr>
          <p:cNvPr id="6" name="Content Placeholder 5"/>
          <p:cNvSpPr>
            <a:spLocks noGrp="1"/>
          </p:cNvSpPr>
          <p:nvPr>
            <p:ph sz="quarter" idx="4"/>
          </p:nvPr>
        </p:nvSpPr>
        <p:spPr>
          <a:xfrm>
            <a:off x="2859466" y="2919108"/>
            <a:ext cx="2401273" cy="42935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11-04-2026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880376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11-04-2026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635960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11-04-2026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508909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6"/>
            <a:ext cx="1821732" cy="1864677"/>
          </a:xfrm>
        </p:spPr>
        <p:txBody>
          <a:bodyPr anchor="b"/>
          <a:lstStyle>
            <a:lvl1pPr>
              <a:defRPr sz="1977"/>
            </a:lvl1pPr>
          </a:lstStyle>
          <a:p>
            <a:r>
              <a:rPr lang="en-US"/>
              <a:t>Click to edit Master title style</a:t>
            </a:r>
            <a:endParaRPr lang="en-US" dirty="0"/>
          </a:p>
        </p:txBody>
      </p:sp>
      <p:sp>
        <p:nvSpPr>
          <p:cNvPr id="3" name="Content Placeholder 2"/>
          <p:cNvSpPr>
            <a:spLocks noGrp="1"/>
          </p:cNvSpPr>
          <p:nvPr>
            <p:ph idx="1"/>
          </p:nvPr>
        </p:nvSpPr>
        <p:spPr>
          <a:xfrm>
            <a:off x="2401274" y="1150627"/>
            <a:ext cx="2859464" cy="5679127"/>
          </a:xfrm>
        </p:spPr>
        <p:txBody>
          <a:bodyPr/>
          <a:lstStyle>
            <a:lvl1pPr>
              <a:defRPr sz="1977"/>
            </a:lvl1pPr>
            <a:lvl2pPr>
              <a:defRPr sz="1730"/>
            </a:lvl2pPr>
            <a:lvl3pPr>
              <a:defRPr sz="1483"/>
            </a:lvl3pPr>
            <a:lvl4pPr>
              <a:defRPr sz="1236"/>
            </a:lvl4pPr>
            <a:lvl5pPr>
              <a:defRPr sz="1236"/>
            </a:lvl5pPr>
            <a:lvl6pPr>
              <a:defRPr sz="1236"/>
            </a:lvl6pPr>
            <a:lvl7pPr>
              <a:defRPr sz="1236"/>
            </a:lvl7pPr>
            <a:lvl8pPr>
              <a:defRPr sz="1236"/>
            </a:lvl8pPr>
            <a:lvl9pPr>
              <a:defRPr sz="123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88"/>
            </a:lvl1pPr>
            <a:lvl2pPr marL="282423" indent="0">
              <a:buNone/>
              <a:defRPr sz="865"/>
            </a:lvl2pPr>
            <a:lvl3pPr marL="564846" indent="0">
              <a:buNone/>
              <a:defRPr sz="741"/>
            </a:lvl3pPr>
            <a:lvl4pPr marL="847269" indent="0">
              <a:buNone/>
              <a:defRPr sz="618"/>
            </a:lvl4pPr>
            <a:lvl5pPr marL="1129691" indent="0">
              <a:buNone/>
              <a:defRPr sz="618"/>
            </a:lvl5pPr>
            <a:lvl6pPr marL="1412114" indent="0">
              <a:buNone/>
              <a:defRPr sz="618"/>
            </a:lvl6pPr>
            <a:lvl7pPr marL="1694537" indent="0">
              <a:buNone/>
              <a:defRPr sz="618"/>
            </a:lvl7pPr>
            <a:lvl8pPr marL="1976960" indent="0">
              <a:buNone/>
              <a:defRPr sz="618"/>
            </a:lvl8pPr>
            <a:lvl9pPr marL="2259382" indent="0">
              <a:buNone/>
              <a:defRPr sz="618"/>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752899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6"/>
            <a:ext cx="1821732" cy="1864677"/>
          </a:xfrm>
        </p:spPr>
        <p:txBody>
          <a:bodyPr anchor="b"/>
          <a:lstStyle>
            <a:lvl1pPr>
              <a:defRPr sz="1977"/>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1274" y="1150627"/>
            <a:ext cx="2859464" cy="5679127"/>
          </a:xfrm>
        </p:spPr>
        <p:txBody>
          <a:bodyPr anchor="t"/>
          <a:lstStyle>
            <a:lvl1pPr marL="0" indent="0">
              <a:buNone/>
              <a:defRPr sz="1977"/>
            </a:lvl1pPr>
            <a:lvl2pPr marL="282423" indent="0">
              <a:buNone/>
              <a:defRPr sz="1730"/>
            </a:lvl2pPr>
            <a:lvl3pPr marL="564846" indent="0">
              <a:buNone/>
              <a:defRPr sz="1483"/>
            </a:lvl3pPr>
            <a:lvl4pPr marL="847269" indent="0">
              <a:buNone/>
              <a:defRPr sz="1236"/>
            </a:lvl4pPr>
            <a:lvl5pPr marL="1129691" indent="0">
              <a:buNone/>
              <a:defRPr sz="1236"/>
            </a:lvl5pPr>
            <a:lvl6pPr marL="1412114" indent="0">
              <a:buNone/>
              <a:defRPr sz="1236"/>
            </a:lvl6pPr>
            <a:lvl7pPr marL="1694537" indent="0">
              <a:buNone/>
              <a:defRPr sz="1236"/>
            </a:lvl7pPr>
            <a:lvl8pPr marL="1976960" indent="0">
              <a:buNone/>
              <a:defRPr sz="1236"/>
            </a:lvl8pPr>
            <a:lvl9pPr marL="2259382" indent="0">
              <a:buNone/>
              <a:defRPr sz="1236"/>
            </a:lvl9pPr>
          </a:lstStyle>
          <a:p>
            <a:r>
              <a:rPr lang="en-US"/>
              <a:t>Click icon to add picture</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88"/>
            </a:lvl1pPr>
            <a:lvl2pPr marL="282423" indent="0">
              <a:buNone/>
              <a:defRPr sz="865"/>
            </a:lvl2pPr>
            <a:lvl3pPr marL="564846" indent="0">
              <a:buNone/>
              <a:defRPr sz="741"/>
            </a:lvl3pPr>
            <a:lvl4pPr marL="847269" indent="0">
              <a:buNone/>
              <a:defRPr sz="618"/>
            </a:lvl4pPr>
            <a:lvl5pPr marL="1129691" indent="0">
              <a:buNone/>
              <a:defRPr sz="618"/>
            </a:lvl5pPr>
            <a:lvl6pPr marL="1412114" indent="0">
              <a:buNone/>
              <a:defRPr sz="618"/>
            </a:lvl6pPr>
            <a:lvl7pPr marL="1694537" indent="0">
              <a:buNone/>
              <a:defRPr sz="618"/>
            </a:lvl7pPr>
            <a:lvl8pPr marL="1976960" indent="0">
              <a:buNone/>
              <a:defRPr sz="618"/>
            </a:lvl8pPr>
            <a:lvl9pPr marL="2259382" indent="0">
              <a:buNone/>
              <a:defRPr sz="618"/>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722206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885042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42083" y="425472"/>
            <a:ext cx="1217920" cy="67724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8323" y="425472"/>
            <a:ext cx="3583156" cy="67724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7853868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625" y="1307865"/>
            <a:ext cx="4801076" cy="2782217"/>
          </a:xfrm>
        </p:spPr>
        <p:txBody>
          <a:bodyPr anchor="b"/>
          <a:lstStyle>
            <a:lvl1pPr algn="ctr">
              <a:defRPr sz="3667"/>
            </a:lvl1pPr>
          </a:lstStyle>
          <a:p>
            <a:r>
              <a:rPr lang="en-US"/>
              <a:t>Click to edit Master title style</a:t>
            </a:r>
            <a:endParaRPr lang="en-US" dirty="0"/>
          </a:p>
        </p:txBody>
      </p:sp>
      <p:sp>
        <p:nvSpPr>
          <p:cNvPr id="3" name="Subtitle 2"/>
          <p:cNvSpPr>
            <a:spLocks noGrp="1"/>
          </p:cNvSpPr>
          <p:nvPr>
            <p:ph type="subTitle" idx="1"/>
          </p:nvPr>
        </p:nvSpPr>
        <p:spPr>
          <a:xfrm>
            <a:off x="706041" y="4197375"/>
            <a:ext cx="4236244" cy="1929423"/>
          </a:xfrm>
        </p:spPr>
        <p:txBody>
          <a:bodyPr/>
          <a:lstStyle>
            <a:lvl1pPr marL="0" indent="0" algn="ctr">
              <a:buNone/>
              <a:defRPr sz="1467"/>
            </a:lvl1pPr>
            <a:lvl2pPr marL="279435" indent="0" algn="ctr">
              <a:buNone/>
              <a:defRPr sz="1223"/>
            </a:lvl2pPr>
            <a:lvl3pPr marL="558870" indent="0" algn="ctr">
              <a:buNone/>
              <a:defRPr sz="1100"/>
            </a:lvl3pPr>
            <a:lvl4pPr marL="838305" indent="0" algn="ctr">
              <a:buNone/>
              <a:defRPr sz="978"/>
            </a:lvl4pPr>
            <a:lvl5pPr marL="1117740" indent="0" algn="ctr">
              <a:buNone/>
              <a:defRPr sz="978"/>
            </a:lvl5pPr>
            <a:lvl6pPr marL="1397174" indent="0" algn="ctr">
              <a:buNone/>
              <a:defRPr sz="978"/>
            </a:lvl6pPr>
            <a:lvl7pPr marL="1676610" indent="0" algn="ctr">
              <a:buNone/>
              <a:defRPr sz="978"/>
            </a:lvl7pPr>
            <a:lvl8pPr marL="1956045" indent="0" algn="ctr">
              <a:buNone/>
              <a:defRPr sz="978"/>
            </a:lvl8pPr>
            <a:lvl9pPr marL="2235479" indent="0" algn="ctr">
              <a:buNone/>
              <a:defRPr sz="978"/>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5947799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5"/>
            <a:ext cx="1821732" cy="1864677"/>
          </a:xfrm>
        </p:spPr>
        <p:txBody>
          <a:bodyPr anchor="b"/>
          <a:lstStyle>
            <a:lvl1pPr>
              <a:defRPr sz="1956"/>
            </a:lvl1pPr>
          </a:lstStyle>
          <a:p>
            <a:r>
              <a:rPr lang="en-US"/>
              <a:t>Click to edit Master title style</a:t>
            </a:r>
            <a:endParaRPr lang="en-US" dirty="0"/>
          </a:p>
        </p:txBody>
      </p:sp>
      <p:sp>
        <p:nvSpPr>
          <p:cNvPr id="3" name="Content Placeholder 2"/>
          <p:cNvSpPr>
            <a:spLocks noGrp="1"/>
          </p:cNvSpPr>
          <p:nvPr>
            <p:ph idx="1"/>
          </p:nvPr>
        </p:nvSpPr>
        <p:spPr>
          <a:xfrm>
            <a:off x="2401274" y="1150626"/>
            <a:ext cx="2859464" cy="5679127"/>
          </a:xfrm>
        </p:spPr>
        <p:txBody>
          <a:bodyPr/>
          <a:lstStyle>
            <a:lvl1pPr>
              <a:defRPr sz="1956"/>
            </a:lvl1pPr>
            <a:lvl2pPr>
              <a:defRPr sz="1712"/>
            </a:lvl2pPr>
            <a:lvl3pPr>
              <a:defRPr sz="1467"/>
            </a:lvl3pPr>
            <a:lvl4pPr>
              <a:defRPr sz="1223"/>
            </a:lvl4pPr>
            <a:lvl5pPr>
              <a:defRPr sz="1223"/>
            </a:lvl5pPr>
            <a:lvl6pPr>
              <a:defRPr sz="1223"/>
            </a:lvl6pPr>
            <a:lvl7pPr>
              <a:defRPr sz="1223"/>
            </a:lvl7pPr>
            <a:lvl8pPr>
              <a:defRPr sz="1223"/>
            </a:lvl8pPr>
            <a:lvl9pPr>
              <a:defRPr sz="122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78"/>
            </a:lvl1pPr>
            <a:lvl2pPr marL="279435" indent="0">
              <a:buNone/>
              <a:defRPr sz="856"/>
            </a:lvl2pPr>
            <a:lvl3pPr marL="558870" indent="0">
              <a:buNone/>
              <a:defRPr sz="734"/>
            </a:lvl3pPr>
            <a:lvl4pPr marL="838305" indent="0">
              <a:buNone/>
              <a:defRPr sz="611"/>
            </a:lvl4pPr>
            <a:lvl5pPr marL="1117740" indent="0">
              <a:buNone/>
              <a:defRPr sz="611"/>
            </a:lvl5pPr>
            <a:lvl6pPr marL="1397174" indent="0">
              <a:buNone/>
              <a:defRPr sz="611"/>
            </a:lvl6pPr>
            <a:lvl7pPr marL="1676610" indent="0">
              <a:buNone/>
              <a:defRPr sz="611"/>
            </a:lvl7pPr>
            <a:lvl8pPr marL="1956045" indent="0">
              <a:buNone/>
              <a:defRPr sz="611"/>
            </a:lvl8pPr>
            <a:lvl9pPr marL="2235479" indent="0">
              <a:buNone/>
              <a:defRPr sz="611"/>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8451133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5381" y="1992322"/>
            <a:ext cx="4871680" cy="3324231"/>
          </a:xfrm>
        </p:spPr>
        <p:txBody>
          <a:bodyPr anchor="b"/>
          <a:lstStyle>
            <a:lvl1pPr>
              <a:defRPr sz="3667"/>
            </a:lvl1pPr>
          </a:lstStyle>
          <a:p>
            <a:r>
              <a:rPr lang="en-US"/>
              <a:t>Click to edit Master title style</a:t>
            </a:r>
            <a:endParaRPr lang="en-US" dirty="0"/>
          </a:p>
        </p:txBody>
      </p:sp>
      <p:sp>
        <p:nvSpPr>
          <p:cNvPr id="3" name="Text Placeholder 2"/>
          <p:cNvSpPr>
            <a:spLocks noGrp="1"/>
          </p:cNvSpPr>
          <p:nvPr>
            <p:ph type="body" idx="1"/>
          </p:nvPr>
        </p:nvSpPr>
        <p:spPr>
          <a:xfrm>
            <a:off x="385381" y="5348001"/>
            <a:ext cx="4871680" cy="1748135"/>
          </a:xfrm>
        </p:spPr>
        <p:txBody>
          <a:bodyPr/>
          <a:lstStyle>
            <a:lvl1pPr marL="0" indent="0">
              <a:buNone/>
              <a:defRPr sz="1467">
                <a:solidFill>
                  <a:schemeClr val="tx1">
                    <a:tint val="82000"/>
                  </a:schemeClr>
                </a:solidFill>
              </a:defRPr>
            </a:lvl1pPr>
            <a:lvl2pPr marL="279435" indent="0">
              <a:buNone/>
              <a:defRPr sz="1223">
                <a:solidFill>
                  <a:schemeClr val="tx1">
                    <a:tint val="82000"/>
                  </a:schemeClr>
                </a:solidFill>
              </a:defRPr>
            </a:lvl2pPr>
            <a:lvl3pPr marL="558870" indent="0">
              <a:buNone/>
              <a:defRPr sz="1100">
                <a:solidFill>
                  <a:schemeClr val="tx1">
                    <a:tint val="82000"/>
                  </a:schemeClr>
                </a:solidFill>
              </a:defRPr>
            </a:lvl3pPr>
            <a:lvl4pPr marL="838305" indent="0">
              <a:buNone/>
              <a:defRPr sz="978">
                <a:solidFill>
                  <a:schemeClr val="tx1">
                    <a:tint val="82000"/>
                  </a:schemeClr>
                </a:solidFill>
              </a:defRPr>
            </a:lvl4pPr>
            <a:lvl5pPr marL="1117740" indent="0">
              <a:buNone/>
              <a:defRPr sz="978">
                <a:solidFill>
                  <a:schemeClr val="tx1">
                    <a:tint val="82000"/>
                  </a:schemeClr>
                </a:solidFill>
              </a:defRPr>
            </a:lvl5pPr>
            <a:lvl6pPr marL="1397174" indent="0">
              <a:buNone/>
              <a:defRPr sz="978">
                <a:solidFill>
                  <a:schemeClr val="tx1">
                    <a:tint val="82000"/>
                  </a:schemeClr>
                </a:solidFill>
              </a:defRPr>
            </a:lvl6pPr>
            <a:lvl7pPr marL="1676610" indent="0">
              <a:buNone/>
              <a:defRPr sz="978">
                <a:solidFill>
                  <a:schemeClr val="tx1">
                    <a:tint val="82000"/>
                  </a:schemeClr>
                </a:solidFill>
              </a:defRPr>
            </a:lvl7pPr>
            <a:lvl8pPr marL="1956045" indent="0">
              <a:buNone/>
              <a:defRPr sz="978">
                <a:solidFill>
                  <a:schemeClr val="tx1">
                    <a:tint val="82000"/>
                  </a:schemeClr>
                </a:solidFill>
              </a:defRPr>
            </a:lvl8pPr>
            <a:lvl9pPr marL="2235479" indent="0">
              <a:buNone/>
              <a:defRPr sz="978">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551124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11-04-2026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1536002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5932589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11-04-2026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9063567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42083" y="425473"/>
            <a:ext cx="1217920" cy="67724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8323" y="425473"/>
            <a:ext cx="3583156" cy="67724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6630778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9059" y="425474"/>
            <a:ext cx="4871680" cy="15446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89058" y="1959023"/>
            <a:ext cx="2389506" cy="960086"/>
          </a:xfrm>
        </p:spPr>
        <p:txBody>
          <a:bodyPr anchor="b"/>
          <a:lstStyle>
            <a:lvl1pPr marL="0" indent="0">
              <a:buNone/>
              <a:defRPr sz="1467" b="1"/>
            </a:lvl1pPr>
            <a:lvl2pPr marL="279435" indent="0">
              <a:buNone/>
              <a:defRPr sz="1223" b="1"/>
            </a:lvl2pPr>
            <a:lvl3pPr marL="558870" indent="0">
              <a:buNone/>
              <a:defRPr sz="1100" b="1"/>
            </a:lvl3pPr>
            <a:lvl4pPr marL="838305" indent="0">
              <a:buNone/>
              <a:defRPr sz="978" b="1"/>
            </a:lvl4pPr>
            <a:lvl5pPr marL="1117740" indent="0">
              <a:buNone/>
              <a:defRPr sz="978" b="1"/>
            </a:lvl5pPr>
            <a:lvl6pPr marL="1397174" indent="0">
              <a:buNone/>
              <a:defRPr sz="978" b="1"/>
            </a:lvl6pPr>
            <a:lvl7pPr marL="1676610" indent="0">
              <a:buNone/>
              <a:defRPr sz="978" b="1"/>
            </a:lvl7pPr>
            <a:lvl8pPr marL="1956045" indent="0">
              <a:buNone/>
              <a:defRPr sz="978" b="1"/>
            </a:lvl8pPr>
            <a:lvl9pPr marL="2235479" indent="0">
              <a:buNone/>
              <a:defRPr sz="978" b="1"/>
            </a:lvl9pPr>
          </a:lstStyle>
          <a:p>
            <a:pPr lvl="0"/>
            <a:r>
              <a:rPr lang="en-US"/>
              <a:t>Click to edit Master text styles</a:t>
            </a:r>
          </a:p>
        </p:txBody>
      </p:sp>
      <p:sp>
        <p:nvSpPr>
          <p:cNvPr id="4" name="Content Placeholder 3"/>
          <p:cNvSpPr>
            <a:spLocks noGrp="1"/>
          </p:cNvSpPr>
          <p:nvPr>
            <p:ph sz="half" idx="2"/>
          </p:nvPr>
        </p:nvSpPr>
        <p:spPr>
          <a:xfrm>
            <a:off x="389058" y="2919109"/>
            <a:ext cx="2389506" cy="42935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59466" y="1959023"/>
            <a:ext cx="2401273" cy="960086"/>
          </a:xfrm>
        </p:spPr>
        <p:txBody>
          <a:bodyPr anchor="b"/>
          <a:lstStyle>
            <a:lvl1pPr marL="0" indent="0">
              <a:buNone/>
              <a:defRPr sz="1467" b="1"/>
            </a:lvl1pPr>
            <a:lvl2pPr marL="279435" indent="0">
              <a:buNone/>
              <a:defRPr sz="1223" b="1"/>
            </a:lvl2pPr>
            <a:lvl3pPr marL="558870" indent="0">
              <a:buNone/>
              <a:defRPr sz="1100" b="1"/>
            </a:lvl3pPr>
            <a:lvl4pPr marL="838305" indent="0">
              <a:buNone/>
              <a:defRPr sz="978" b="1"/>
            </a:lvl4pPr>
            <a:lvl5pPr marL="1117740" indent="0">
              <a:buNone/>
              <a:defRPr sz="978" b="1"/>
            </a:lvl5pPr>
            <a:lvl6pPr marL="1397174" indent="0">
              <a:buNone/>
              <a:defRPr sz="978" b="1"/>
            </a:lvl6pPr>
            <a:lvl7pPr marL="1676610" indent="0">
              <a:buNone/>
              <a:defRPr sz="978" b="1"/>
            </a:lvl7pPr>
            <a:lvl8pPr marL="1956045" indent="0">
              <a:buNone/>
              <a:defRPr sz="978" b="1"/>
            </a:lvl8pPr>
            <a:lvl9pPr marL="2235479" indent="0">
              <a:buNone/>
              <a:defRPr sz="978" b="1"/>
            </a:lvl9pPr>
          </a:lstStyle>
          <a:p>
            <a:pPr lvl="0"/>
            <a:r>
              <a:rPr lang="en-US"/>
              <a:t>Click to edit Master text styles</a:t>
            </a:r>
          </a:p>
        </p:txBody>
      </p:sp>
      <p:sp>
        <p:nvSpPr>
          <p:cNvPr id="6" name="Content Placeholder 5"/>
          <p:cNvSpPr>
            <a:spLocks noGrp="1"/>
          </p:cNvSpPr>
          <p:nvPr>
            <p:ph sz="quarter" idx="4"/>
          </p:nvPr>
        </p:nvSpPr>
        <p:spPr>
          <a:xfrm>
            <a:off x="2859466" y="2919109"/>
            <a:ext cx="2401273" cy="42935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11-04-2026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5569259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6505868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8323" y="2127360"/>
            <a:ext cx="2400538" cy="50705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59465" y="2127360"/>
            <a:ext cx="2400538" cy="50705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0688394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5"/>
            <a:ext cx="1821732" cy="1864677"/>
          </a:xfrm>
        </p:spPr>
        <p:txBody>
          <a:bodyPr anchor="b"/>
          <a:lstStyle>
            <a:lvl1pPr>
              <a:defRPr sz="1956"/>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1274" y="1150626"/>
            <a:ext cx="2859464" cy="5679127"/>
          </a:xfrm>
        </p:spPr>
        <p:txBody>
          <a:bodyPr anchor="t"/>
          <a:lstStyle>
            <a:lvl1pPr marL="0" indent="0">
              <a:buNone/>
              <a:defRPr sz="1956"/>
            </a:lvl1pPr>
            <a:lvl2pPr marL="279435" indent="0">
              <a:buNone/>
              <a:defRPr sz="1712"/>
            </a:lvl2pPr>
            <a:lvl3pPr marL="558870" indent="0">
              <a:buNone/>
              <a:defRPr sz="1467"/>
            </a:lvl3pPr>
            <a:lvl4pPr marL="838305" indent="0">
              <a:buNone/>
              <a:defRPr sz="1223"/>
            </a:lvl4pPr>
            <a:lvl5pPr marL="1117740" indent="0">
              <a:buNone/>
              <a:defRPr sz="1223"/>
            </a:lvl5pPr>
            <a:lvl6pPr marL="1397174" indent="0">
              <a:buNone/>
              <a:defRPr sz="1223"/>
            </a:lvl6pPr>
            <a:lvl7pPr marL="1676610" indent="0">
              <a:buNone/>
              <a:defRPr sz="1223"/>
            </a:lvl7pPr>
            <a:lvl8pPr marL="1956045" indent="0">
              <a:buNone/>
              <a:defRPr sz="1223"/>
            </a:lvl8pPr>
            <a:lvl9pPr marL="2235479" indent="0">
              <a:buNone/>
              <a:defRPr sz="1223"/>
            </a:lvl9pPr>
          </a:lstStyle>
          <a:p>
            <a:r>
              <a:rPr lang="en-US"/>
              <a:t>Click icon to add picture</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78"/>
            </a:lvl1pPr>
            <a:lvl2pPr marL="279435" indent="0">
              <a:buNone/>
              <a:defRPr sz="856"/>
            </a:lvl2pPr>
            <a:lvl3pPr marL="558870" indent="0">
              <a:buNone/>
              <a:defRPr sz="734"/>
            </a:lvl3pPr>
            <a:lvl4pPr marL="838305" indent="0">
              <a:buNone/>
              <a:defRPr sz="611"/>
            </a:lvl4pPr>
            <a:lvl5pPr marL="1117740" indent="0">
              <a:buNone/>
              <a:defRPr sz="611"/>
            </a:lvl5pPr>
            <a:lvl6pPr marL="1397174" indent="0">
              <a:buNone/>
              <a:defRPr sz="611"/>
            </a:lvl6pPr>
            <a:lvl7pPr marL="1676610" indent="0">
              <a:buNone/>
              <a:defRPr sz="611"/>
            </a:lvl7pPr>
            <a:lvl8pPr marL="1956045" indent="0">
              <a:buNone/>
              <a:defRPr sz="611"/>
            </a:lvl8pPr>
            <a:lvl9pPr marL="2235479" indent="0">
              <a:buNone/>
              <a:defRPr sz="611"/>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41831546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863" y="1307866"/>
            <a:ext cx="4803775" cy="2782217"/>
          </a:xfrm>
        </p:spPr>
        <p:txBody>
          <a:bodyPr anchor="b"/>
          <a:lstStyle>
            <a:lvl1pPr algn="ctr">
              <a:defRPr sz="3708"/>
            </a:lvl1pPr>
          </a:lstStyle>
          <a:p>
            <a:r>
              <a:rPr lang="en-US"/>
              <a:t>Click to edit Master title style</a:t>
            </a:r>
          </a:p>
        </p:txBody>
      </p:sp>
      <p:sp>
        <p:nvSpPr>
          <p:cNvPr id="3" name="Subtitle 2"/>
          <p:cNvSpPr>
            <a:spLocks noGrp="1"/>
          </p:cNvSpPr>
          <p:nvPr>
            <p:ph type="subTitle" idx="1"/>
          </p:nvPr>
        </p:nvSpPr>
        <p:spPr>
          <a:xfrm>
            <a:off x="706438" y="4197375"/>
            <a:ext cx="4238625" cy="1929423"/>
          </a:xfrm>
        </p:spPr>
        <p:txBody>
          <a:bodyPr/>
          <a:lstStyle>
            <a:lvl1pPr marL="0" indent="0" algn="ctr">
              <a:buNone/>
              <a:defRPr sz="1483"/>
            </a:lvl1pPr>
            <a:lvl2pPr marL="282566" indent="0" algn="ctr">
              <a:buNone/>
              <a:defRPr sz="1236"/>
            </a:lvl2pPr>
            <a:lvl3pPr marL="565131" indent="0" algn="ctr">
              <a:buNone/>
              <a:defRPr sz="1112"/>
            </a:lvl3pPr>
            <a:lvl4pPr marL="847697" indent="0" algn="ctr">
              <a:buNone/>
              <a:defRPr sz="989"/>
            </a:lvl4pPr>
            <a:lvl5pPr marL="1130262" indent="0" algn="ctr">
              <a:buNone/>
              <a:defRPr sz="989"/>
            </a:lvl5pPr>
            <a:lvl6pPr marL="1412828" indent="0" algn="ctr">
              <a:buNone/>
              <a:defRPr sz="989"/>
            </a:lvl6pPr>
            <a:lvl7pPr marL="1695394" indent="0" algn="ctr">
              <a:buNone/>
              <a:defRPr sz="989"/>
            </a:lvl7pPr>
            <a:lvl8pPr marL="1977959" indent="0" algn="ctr">
              <a:buNone/>
              <a:defRPr sz="989"/>
            </a:lvl8pPr>
            <a:lvl9pPr marL="2260525" indent="0" algn="ctr">
              <a:buNone/>
              <a:defRPr sz="989"/>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19696842"/>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2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3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2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3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14.xml"/><Relationship Id="rId7" Type="http://schemas.openxmlformats.org/officeDocument/2006/relationships/slideLayout" Target="../slideLayouts/slideLayout15.xml"/><Relationship Id="rId12" Type="http://schemas.openxmlformats.org/officeDocument/2006/relationships/theme" Target="../theme/theme3.xml"/><Relationship Id="rId2" Type="http://schemas.openxmlformats.org/officeDocument/2006/relationships/slideLayout" Target="../slideLayouts/slideLayout16.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18.xml"/><Relationship Id="rId5" Type="http://schemas.openxmlformats.org/officeDocument/2006/relationships/slideLayout" Target="../slideLayouts/slideLayout19.xml"/><Relationship Id="rId10" Type="http://schemas.openxmlformats.org/officeDocument/2006/relationships/slideLayout" Target="../slideLayouts/slideLayout20.xml"/><Relationship Id="rId4" Type="http://schemas.openxmlformats.org/officeDocument/2006/relationships/slideLayout" Target="../slideLayouts/slideLayout21.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24.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slideLayout" Target="../slideLayouts/slideLayout27.xml"/><Relationship Id="rId1" Type="http://schemas.openxmlformats.org/officeDocument/2006/relationships/slideLayout" Target="../slideLayouts/slideLayout25.xml"/><Relationship Id="rId5" Type="http://schemas.openxmlformats.org/officeDocument/2006/relationships/theme" Target="../theme/theme6.xml"/><Relationship Id="rId4" Type="http://schemas.openxmlformats.org/officeDocument/2006/relationships/slideLayout" Target="../slideLayouts/slideLayout28.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slideLayout" Target="../slideLayouts/slideLayout31.xml"/><Relationship Id="rId1" Type="http://schemas.openxmlformats.org/officeDocument/2006/relationships/slideLayout" Target="../slideLayouts/slideLayout29.xml"/><Relationship Id="rId5" Type="http://schemas.openxmlformats.org/officeDocument/2006/relationships/theme" Target="../theme/theme7.xml"/><Relationship Id="rId4"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323" y="425474"/>
            <a:ext cx="4871680" cy="154464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8323" y="2127360"/>
            <a:ext cx="4871680" cy="507051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8322" y="7406915"/>
            <a:ext cx="1270873" cy="425472"/>
          </a:xfrm>
          <a:prstGeom prst="rect">
            <a:avLst/>
          </a:prstGeom>
        </p:spPr>
        <p:txBody>
          <a:bodyPr vert="horz" lIns="91440" tIns="45720" rIns="91440" bIns="45720" rtlCol="0" anchor="ctr"/>
          <a:lstStyle>
            <a:lvl1pPr algn="l">
              <a:defRPr sz="741">
                <a:solidFill>
                  <a:schemeClr val="tx1">
                    <a:tint val="82000"/>
                  </a:schemeClr>
                </a:solidFill>
              </a:defRPr>
            </a:lvl1pPr>
          </a:lstStyle>
          <a:p>
            <a:fld id="{B72F6F66-F0E3-45FA-BF06-9237F73415C1}" type="datetimeFigureOut">
              <a:rPr lang="en-IN" smtClean="0"/>
              <a:t>11-04-2026</a:t>
            </a:fld>
            <a:endParaRPr lang="en-IN"/>
          </a:p>
        </p:txBody>
      </p:sp>
      <p:sp>
        <p:nvSpPr>
          <p:cNvPr id="5" name="Footer Placeholder 4"/>
          <p:cNvSpPr>
            <a:spLocks noGrp="1"/>
          </p:cNvSpPr>
          <p:nvPr>
            <p:ph type="ftr" sz="quarter" idx="3"/>
          </p:nvPr>
        </p:nvSpPr>
        <p:spPr>
          <a:xfrm>
            <a:off x="1871008" y="7406915"/>
            <a:ext cx="1906310" cy="425472"/>
          </a:xfrm>
          <a:prstGeom prst="rect">
            <a:avLst/>
          </a:prstGeom>
        </p:spPr>
        <p:txBody>
          <a:bodyPr vert="horz" lIns="91440" tIns="45720" rIns="91440" bIns="45720" rtlCol="0" anchor="ctr"/>
          <a:lstStyle>
            <a:lvl1pPr algn="ctr">
              <a:defRPr sz="741">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3989130" y="7406915"/>
            <a:ext cx="1270873" cy="425472"/>
          </a:xfrm>
          <a:prstGeom prst="rect">
            <a:avLst/>
          </a:prstGeom>
        </p:spPr>
        <p:txBody>
          <a:bodyPr vert="horz" lIns="91440" tIns="45720" rIns="91440" bIns="45720" rtlCol="0" anchor="ctr"/>
          <a:lstStyle>
            <a:lvl1pPr algn="r">
              <a:defRPr sz="741">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1122647173"/>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694853" rtl="0" eaLnBrk="1" latinLnBrk="0" hangingPunct="1">
        <a:lnSpc>
          <a:spcPct val="90000"/>
        </a:lnSpc>
        <a:spcBef>
          <a:spcPct val="0"/>
        </a:spcBef>
        <a:buNone/>
        <a:defRPr sz="3344" kern="1200">
          <a:solidFill>
            <a:schemeClr val="tx1"/>
          </a:solidFill>
          <a:latin typeface="+mj-lt"/>
          <a:ea typeface="+mj-ea"/>
          <a:cs typeface="+mj-cs"/>
        </a:defRPr>
      </a:lvl1pPr>
    </p:titleStyle>
    <p:bodyStyle>
      <a:lvl1pPr marL="173713" indent="-173713" algn="l" defTabSz="694853" rtl="0" eaLnBrk="1" latinLnBrk="0" hangingPunct="1">
        <a:lnSpc>
          <a:spcPct val="90000"/>
        </a:lnSpc>
        <a:spcBef>
          <a:spcPts val="760"/>
        </a:spcBef>
        <a:buFont typeface="Arial" panose="020B0604020202020204" pitchFamily="34" charset="0"/>
        <a:buChar char="•"/>
        <a:defRPr sz="2128" kern="1200">
          <a:solidFill>
            <a:schemeClr val="tx1"/>
          </a:solidFill>
          <a:latin typeface="+mn-lt"/>
          <a:ea typeface="+mn-ea"/>
          <a:cs typeface="+mn-cs"/>
        </a:defRPr>
      </a:lvl1pPr>
      <a:lvl2pPr marL="521139" indent="-173713" algn="l" defTabSz="694853" rtl="0" eaLnBrk="1" latinLnBrk="0" hangingPunct="1">
        <a:lnSpc>
          <a:spcPct val="90000"/>
        </a:lnSpc>
        <a:spcBef>
          <a:spcPts val="380"/>
        </a:spcBef>
        <a:buFont typeface="Arial" panose="020B0604020202020204" pitchFamily="34" charset="0"/>
        <a:buChar char="•"/>
        <a:defRPr sz="1824" kern="1200">
          <a:solidFill>
            <a:schemeClr val="tx1"/>
          </a:solidFill>
          <a:latin typeface="+mn-lt"/>
          <a:ea typeface="+mn-ea"/>
          <a:cs typeface="+mn-cs"/>
        </a:defRPr>
      </a:lvl2pPr>
      <a:lvl3pPr marL="868566" indent="-173713" algn="l" defTabSz="694853" rtl="0" eaLnBrk="1" latinLnBrk="0" hangingPunct="1">
        <a:lnSpc>
          <a:spcPct val="90000"/>
        </a:lnSpc>
        <a:spcBef>
          <a:spcPts val="380"/>
        </a:spcBef>
        <a:buFont typeface="Arial" panose="020B0604020202020204" pitchFamily="34" charset="0"/>
        <a:buChar char="•"/>
        <a:defRPr sz="1520" kern="1200">
          <a:solidFill>
            <a:schemeClr val="tx1"/>
          </a:solidFill>
          <a:latin typeface="+mn-lt"/>
          <a:ea typeface="+mn-ea"/>
          <a:cs typeface="+mn-cs"/>
        </a:defRPr>
      </a:lvl3pPr>
      <a:lvl4pPr marL="1215992"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4pPr>
      <a:lvl5pPr marL="1563418"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5pPr>
      <a:lvl6pPr marL="1910845"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6pPr>
      <a:lvl7pPr marL="2258271"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7pPr>
      <a:lvl8pPr marL="2605697"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8pPr>
      <a:lvl9pPr marL="2953123"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9pPr>
    </p:bodyStyle>
    <p:otherStyle>
      <a:defPPr>
        <a:defRPr lang="en-US"/>
      </a:defPPr>
      <a:lvl1pPr marL="0" algn="l" defTabSz="694853" rtl="0" eaLnBrk="1" latinLnBrk="0" hangingPunct="1">
        <a:defRPr sz="1368" kern="1200">
          <a:solidFill>
            <a:schemeClr val="tx1"/>
          </a:solidFill>
          <a:latin typeface="+mn-lt"/>
          <a:ea typeface="+mn-ea"/>
          <a:cs typeface="+mn-cs"/>
        </a:defRPr>
      </a:lvl1pPr>
      <a:lvl2pPr marL="347426" algn="l" defTabSz="694853" rtl="0" eaLnBrk="1" latinLnBrk="0" hangingPunct="1">
        <a:defRPr sz="1368" kern="1200">
          <a:solidFill>
            <a:schemeClr val="tx1"/>
          </a:solidFill>
          <a:latin typeface="+mn-lt"/>
          <a:ea typeface="+mn-ea"/>
          <a:cs typeface="+mn-cs"/>
        </a:defRPr>
      </a:lvl2pPr>
      <a:lvl3pPr marL="694853" algn="l" defTabSz="694853" rtl="0" eaLnBrk="1" latinLnBrk="0" hangingPunct="1">
        <a:defRPr sz="1368" kern="1200">
          <a:solidFill>
            <a:schemeClr val="tx1"/>
          </a:solidFill>
          <a:latin typeface="+mn-lt"/>
          <a:ea typeface="+mn-ea"/>
          <a:cs typeface="+mn-cs"/>
        </a:defRPr>
      </a:lvl3pPr>
      <a:lvl4pPr marL="1042279" algn="l" defTabSz="694853" rtl="0" eaLnBrk="1" latinLnBrk="0" hangingPunct="1">
        <a:defRPr sz="1368" kern="1200">
          <a:solidFill>
            <a:schemeClr val="tx1"/>
          </a:solidFill>
          <a:latin typeface="+mn-lt"/>
          <a:ea typeface="+mn-ea"/>
          <a:cs typeface="+mn-cs"/>
        </a:defRPr>
      </a:lvl4pPr>
      <a:lvl5pPr marL="1389705" algn="l" defTabSz="694853" rtl="0" eaLnBrk="1" latinLnBrk="0" hangingPunct="1">
        <a:defRPr sz="1368" kern="1200">
          <a:solidFill>
            <a:schemeClr val="tx1"/>
          </a:solidFill>
          <a:latin typeface="+mn-lt"/>
          <a:ea typeface="+mn-ea"/>
          <a:cs typeface="+mn-cs"/>
        </a:defRPr>
      </a:lvl5pPr>
      <a:lvl6pPr marL="1737131" algn="l" defTabSz="694853" rtl="0" eaLnBrk="1" latinLnBrk="0" hangingPunct="1">
        <a:defRPr sz="1368" kern="1200">
          <a:solidFill>
            <a:schemeClr val="tx1"/>
          </a:solidFill>
          <a:latin typeface="+mn-lt"/>
          <a:ea typeface="+mn-ea"/>
          <a:cs typeface="+mn-cs"/>
        </a:defRPr>
      </a:lvl6pPr>
      <a:lvl7pPr marL="2084558" algn="l" defTabSz="694853" rtl="0" eaLnBrk="1" latinLnBrk="0" hangingPunct="1">
        <a:defRPr sz="1368" kern="1200">
          <a:solidFill>
            <a:schemeClr val="tx1"/>
          </a:solidFill>
          <a:latin typeface="+mn-lt"/>
          <a:ea typeface="+mn-ea"/>
          <a:cs typeface="+mn-cs"/>
        </a:defRPr>
      </a:lvl7pPr>
      <a:lvl8pPr marL="2431984" algn="l" defTabSz="694853" rtl="0" eaLnBrk="1" latinLnBrk="0" hangingPunct="1">
        <a:defRPr sz="1368" kern="1200">
          <a:solidFill>
            <a:schemeClr val="tx1"/>
          </a:solidFill>
          <a:latin typeface="+mn-lt"/>
          <a:ea typeface="+mn-ea"/>
          <a:cs typeface="+mn-cs"/>
        </a:defRPr>
      </a:lvl8pPr>
      <a:lvl9pPr marL="2779410" algn="l" defTabSz="694853" rtl="0" eaLnBrk="1" latinLnBrk="0" hangingPunct="1">
        <a:defRPr sz="1368"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323" y="425474"/>
            <a:ext cx="4871680" cy="154464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8323" y="2127360"/>
            <a:ext cx="4871680" cy="50705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8322" y="7406916"/>
            <a:ext cx="1270873" cy="425472"/>
          </a:xfrm>
          <a:prstGeom prst="rect">
            <a:avLst/>
          </a:prstGeom>
        </p:spPr>
        <p:txBody>
          <a:bodyPr vert="horz" lIns="91440" tIns="45720" rIns="91440" bIns="45720" rtlCol="0" anchor="ctr"/>
          <a:lstStyle>
            <a:lvl1pPr algn="l">
              <a:defRPr sz="734">
                <a:solidFill>
                  <a:schemeClr val="tx1">
                    <a:tint val="82000"/>
                  </a:schemeClr>
                </a:solidFill>
              </a:defRPr>
            </a:lvl1pPr>
          </a:lstStyle>
          <a:p>
            <a:fld id="{B72F6F66-F0E3-45FA-BF06-9237F73415C1}" type="datetimeFigureOut">
              <a:rPr lang="en-IN" smtClean="0"/>
              <a:t>11-04-2026</a:t>
            </a:fld>
            <a:endParaRPr lang="en-IN"/>
          </a:p>
        </p:txBody>
      </p:sp>
      <p:sp>
        <p:nvSpPr>
          <p:cNvPr id="5" name="Footer Placeholder 4"/>
          <p:cNvSpPr>
            <a:spLocks noGrp="1"/>
          </p:cNvSpPr>
          <p:nvPr>
            <p:ph type="ftr" sz="quarter" idx="3"/>
          </p:nvPr>
        </p:nvSpPr>
        <p:spPr>
          <a:xfrm>
            <a:off x="1871008" y="7406916"/>
            <a:ext cx="1906310" cy="425472"/>
          </a:xfrm>
          <a:prstGeom prst="rect">
            <a:avLst/>
          </a:prstGeom>
        </p:spPr>
        <p:txBody>
          <a:bodyPr vert="horz" lIns="91440" tIns="45720" rIns="91440" bIns="45720" rtlCol="0" anchor="ctr"/>
          <a:lstStyle>
            <a:lvl1pPr algn="ctr">
              <a:defRPr sz="734">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3989130" y="7406916"/>
            <a:ext cx="1270873" cy="425472"/>
          </a:xfrm>
          <a:prstGeom prst="rect">
            <a:avLst/>
          </a:prstGeom>
        </p:spPr>
        <p:txBody>
          <a:bodyPr vert="horz" lIns="91440" tIns="45720" rIns="91440" bIns="45720" rtlCol="0" anchor="ctr"/>
          <a:lstStyle>
            <a:lvl1pPr algn="r">
              <a:defRPr sz="734">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4225429862"/>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Lst>
  <p:txStyles>
    <p:titleStyle>
      <a:lvl1pPr algn="l" defTabSz="694853" rtl="0" eaLnBrk="1" latinLnBrk="0" hangingPunct="1">
        <a:lnSpc>
          <a:spcPct val="90000"/>
        </a:lnSpc>
        <a:spcBef>
          <a:spcPct val="0"/>
        </a:spcBef>
        <a:buNone/>
        <a:defRPr sz="3344" kern="1200">
          <a:solidFill>
            <a:schemeClr val="tx1"/>
          </a:solidFill>
          <a:latin typeface="+mj-lt"/>
          <a:ea typeface="+mj-ea"/>
          <a:cs typeface="+mj-cs"/>
        </a:defRPr>
      </a:lvl1pPr>
    </p:titleStyle>
    <p:bodyStyle>
      <a:lvl1pPr marL="173713" indent="-173713" algn="l" defTabSz="694853" rtl="0" eaLnBrk="1" latinLnBrk="0" hangingPunct="1">
        <a:lnSpc>
          <a:spcPct val="90000"/>
        </a:lnSpc>
        <a:spcBef>
          <a:spcPts val="760"/>
        </a:spcBef>
        <a:buFont typeface="Arial" panose="020B0604020202020204" pitchFamily="34" charset="0"/>
        <a:buChar char="•"/>
        <a:defRPr sz="2128" kern="1200">
          <a:solidFill>
            <a:schemeClr val="tx1"/>
          </a:solidFill>
          <a:latin typeface="+mn-lt"/>
          <a:ea typeface="+mn-ea"/>
          <a:cs typeface="+mn-cs"/>
        </a:defRPr>
      </a:lvl1pPr>
      <a:lvl2pPr marL="521139" indent="-173713" algn="l" defTabSz="694853" rtl="0" eaLnBrk="1" latinLnBrk="0" hangingPunct="1">
        <a:lnSpc>
          <a:spcPct val="90000"/>
        </a:lnSpc>
        <a:spcBef>
          <a:spcPts val="380"/>
        </a:spcBef>
        <a:buFont typeface="Arial" panose="020B0604020202020204" pitchFamily="34" charset="0"/>
        <a:buChar char="•"/>
        <a:defRPr sz="1824" kern="1200">
          <a:solidFill>
            <a:schemeClr val="tx1"/>
          </a:solidFill>
          <a:latin typeface="+mn-lt"/>
          <a:ea typeface="+mn-ea"/>
          <a:cs typeface="+mn-cs"/>
        </a:defRPr>
      </a:lvl2pPr>
      <a:lvl3pPr marL="868566" indent="-173713" algn="l" defTabSz="694853" rtl="0" eaLnBrk="1" latinLnBrk="0" hangingPunct="1">
        <a:lnSpc>
          <a:spcPct val="90000"/>
        </a:lnSpc>
        <a:spcBef>
          <a:spcPts val="380"/>
        </a:spcBef>
        <a:buFont typeface="Arial" panose="020B0604020202020204" pitchFamily="34" charset="0"/>
        <a:buChar char="•"/>
        <a:defRPr sz="1520" kern="1200">
          <a:solidFill>
            <a:schemeClr val="tx1"/>
          </a:solidFill>
          <a:latin typeface="+mn-lt"/>
          <a:ea typeface="+mn-ea"/>
          <a:cs typeface="+mn-cs"/>
        </a:defRPr>
      </a:lvl3pPr>
      <a:lvl4pPr marL="1215992"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4pPr>
      <a:lvl5pPr marL="1563418"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5pPr>
      <a:lvl6pPr marL="1910845"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6pPr>
      <a:lvl7pPr marL="2258271"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7pPr>
      <a:lvl8pPr marL="2605697"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8pPr>
      <a:lvl9pPr marL="2953123"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9pPr>
    </p:bodyStyle>
    <p:otherStyle>
      <a:defPPr>
        <a:defRPr lang="en-US"/>
      </a:defPPr>
      <a:lvl1pPr marL="0" algn="l" defTabSz="694853" rtl="0" eaLnBrk="1" latinLnBrk="0" hangingPunct="1">
        <a:defRPr sz="1368" kern="1200">
          <a:solidFill>
            <a:schemeClr val="tx1"/>
          </a:solidFill>
          <a:latin typeface="+mn-lt"/>
          <a:ea typeface="+mn-ea"/>
          <a:cs typeface="+mn-cs"/>
        </a:defRPr>
      </a:lvl1pPr>
      <a:lvl2pPr marL="347426" algn="l" defTabSz="694853" rtl="0" eaLnBrk="1" latinLnBrk="0" hangingPunct="1">
        <a:defRPr sz="1368" kern="1200">
          <a:solidFill>
            <a:schemeClr val="tx1"/>
          </a:solidFill>
          <a:latin typeface="+mn-lt"/>
          <a:ea typeface="+mn-ea"/>
          <a:cs typeface="+mn-cs"/>
        </a:defRPr>
      </a:lvl2pPr>
      <a:lvl3pPr marL="694853" algn="l" defTabSz="694853" rtl="0" eaLnBrk="1" latinLnBrk="0" hangingPunct="1">
        <a:defRPr sz="1368" kern="1200">
          <a:solidFill>
            <a:schemeClr val="tx1"/>
          </a:solidFill>
          <a:latin typeface="+mn-lt"/>
          <a:ea typeface="+mn-ea"/>
          <a:cs typeface="+mn-cs"/>
        </a:defRPr>
      </a:lvl3pPr>
      <a:lvl4pPr marL="1042279" algn="l" defTabSz="694853" rtl="0" eaLnBrk="1" latinLnBrk="0" hangingPunct="1">
        <a:defRPr sz="1368" kern="1200">
          <a:solidFill>
            <a:schemeClr val="tx1"/>
          </a:solidFill>
          <a:latin typeface="+mn-lt"/>
          <a:ea typeface="+mn-ea"/>
          <a:cs typeface="+mn-cs"/>
        </a:defRPr>
      </a:lvl4pPr>
      <a:lvl5pPr marL="1389705" algn="l" defTabSz="694853" rtl="0" eaLnBrk="1" latinLnBrk="0" hangingPunct="1">
        <a:defRPr sz="1368" kern="1200">
          <a:solidFill>
            <a:schemeClr val="tx1"/>
          </a:solidFill>
          <a:latin typeface="+mn-lt"/>
          <a:ea typeface="+mn-ea"/>
          <a:cs typeface="+mn-cs"/>
        </a:defRPr>
      </a:lvl5pPr>
      <a:lvl6pPr marL="1737131" algn="l" defTabSz="694853" rtl="0" eaLnBrk="1" latinLnBrk="0" hangingPunct="1">
        <a:defRPr sz="1368" kern="1200">
          <a:solidFill>
            <a:schemeClr val="tx1"/>
          </a:solidFill>
          <a:latin typeface="+mn-lt"/>
          <a:ea typeface="+mn-ea"/>
          <a:cs typeface="+mn-cs"/>
        </a:defRPr>
      </a:lvl6pPr>
      <a:lvl7pPr marL="2084558" algn="l" defTabSz="694853" rtl="0" eaLnBrk="1" latinLnBrk="0" hangingPunct="1">
        <a:defRPr sz="1368" kern="1200">
          <a:solidFill>
            <a:schemeClr val="tx1"/>
          </a:solidFill>
          <a:latin typeface="+mn-lt"/>
          <a:ea typeface="+mn-ea"/>
          <a:cs typeface="+mn-cs"/>
        </a:defRPr>
      </a:lvl7pPr>
      <a:lvl8pPr marL="2431984" algn="l" defTabSz="694853" rtl="0" eaLnBrk="1" latinLnBrk="0" hangingPunct="1">
        <a:defRPr sz="1368" kern="1200">
          <a:solidFill>
            <a:schemeClr val="tx1"/>
          </a:solidFill>
          <a:latin typeface="+mn-lt"/>
          <a:ea typeface="+mn-ea"/>
          <a:cs typeface="+mn-cs"/>
        </a:defRPr>
      </a:lvl8pPr>
      <a:lvl9pPr marL="2779410" algn="l" defTabSz="694853" rtl="0" eaLnBrk="1" latinLnBrk="0" hangingPunct="1">
        <a:defRPr sz="136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541" y="425474"/>
            <a:ext cx="4874419" cy="154464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8541" y="2127361"/>
            <a:ext cx="4874419" cy="50705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8541" y="7406916"/>
            <a:ext cx="1271588" cy="425472"/>
          </a:xfrm>
          <a:prstGeom prst="rect">
            <a:avLst/>
          </a:prstGeom>
        </p:spPr>
        <p:txBody>
          <a:bodyPr vert="horz" lIns="91440" tIns="45720" rIns="91440" bIns="45720" rtlCol="0" anchor="ctr"/>
          <a:lstStyle>
            <a:lvl1pPr algn="l">
              <a:defRPr sz="742">
                <a:solidFill>
                  <a:schemeClr val="tx1">
                    <a:tint val="82000"/>
                  </a:schemeClr>
                </a:solidFill>
              </a:defRPr>
            </a:lvl1pPr>
          </a:lstStyle>
          <a:p>
            <a:fld id="{27475733-6F7F-4117-9D24-6C952A0F31DE}" type="datetimeFigureOut">
              <a:rPr lang="en-US" smtClean="0"/>
              <a:t>7/6/2026</a:t>
            </a:fld>
            <a:endParaRPr lang="en-US"/>
          </a:p>
        </p:txBody>
      </p:sp>
      <p:sp>
        <p:nvSpPr>
          <p:cNvPr id="5" name="Footer Placeholder 4"/>
          <p:cNvSpPr>
            <a:spLocks noGrp="1"/>
          </p:cNvSpPr>
          <p:nvPr>
            <p:ph type="ftr" sz="quarter" idx="3"/>
          </p:nvPr>
        </p:nvSpPr>
        <p:spPr>
          <a:xfrm>
            <a:off x="1872060" y="7406916"/>
            <a:ext cx="1907381" cy="425472"/>
          </a:xfrm>
          <a:prstGeom prst="rect">
            <a:avLst/>
          </a:prstGeom>
        </p:spPr>
        <p:txBody>
          <a:bodyPr vert="horz" lIns="91440" tIns="45720" rIns="91440" bIns="45720" rtlCol="0" anchor="ctr"/>
          <a:lstStyle>
            <a:lvl1pPr algn="ctr">
              <a:defRPr sz="742">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3991372" y="7406916"/>
            <a:ext cx="1271588" cy="425472"/>
          </a:xfrm>
          <a:prstGeom prst="rect">
            <a:avLst/>
          </a:prstGeom>
        </p:spPr>
        <p:txBody>
          <a:bodyPr vert="horz" lIns="91440" tIns="45720" rIns="91440" bIns="45720" rtlCol="0" anchor="ctr"/>
          <a:lstStyle>
            <a:lvl1pPr algn="r">
              <a:defRPr sz="742">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3056430370"/>
      </p:ext>
    </p:extLst>
  </p:cSld>
  <p:clrMap bg1="lt1" tx1="dk1" bg2="lt2" tx2="dk2" accent1="accent1" accent2="accent2" accent3="accent3" accent4="accent4" accent5="accent5" accent6="accent6" hlink="hlink" folHlink="folHlink"/>
  <p:sldLayoutIdLst>
    <p:sldLayoutId id="2147483755" r:id="rId1"/>
  </p:sldLayoutIdLst>
  <p:txStyles>
    <p:titleStyle>
      <a:lvl1pPr algn="l" defTabSz="565131" rtl="0" eaLnBrk="1" latinLnBrk="0" hangingPunct="1">
        <a:lnSpc>
          <a:spcPct val="90000"/>
        </a:lnSpc>
        <a:spcBef>
          <a:spcPct val="0"/>
        </a:spcBef>
        <a:buNone/>
        <a:defRPr sz="2719" kern="1200">
          <a:solidFill>
            <a:schemeClr val="tx1"/>
          </a:solidFill>
          <a:latin typeface="+mj-lt"/>
          <a:ea typeface="+mj-ea"/>
          <a:cs typeface="+mj-cs"/>
        </a:defRPr>
      </a:lvl1pPr>
    </p:titleStyle>
    <p:bodyStyle>
      <a:lvl1pPr marL="141283" indent="-141283" algn="l" defTabSz="565131" rtl="0" eaLnBrk="1" latinLnBrk="0" hangingPunct="1">
        <a:lnSpc>
          <a:spcPct val="90000"/>
        </a:lnSpc>
        <a:spcBef>
          <a:spcPts val="618"/>
        </a:spcBef>
        <a:buFont typeface="Arial" panose="020B0604020202020204" pitchFamily="34" charset="0"/>
        <a:buChar char="•"/>
        <a:defRPr sz="1730" kern="1200">
          <a:solidFill>
            <a:schemeClr val="tx1"/>
          </a:solidFill>
          <a:latin typeface="+mn-lt"/>
          <a:ea typeface="+mn-ea"/>
          <a:cs typeface="+mn-cs"/>
        </a:defRPr>
      </a:lvl1pPr>
      <a:lvl2pPr marL="423848" indent="-141283" algn="l" defTabSz="565131" rtl="0" eaLnBrk="1" latinLnBrk="0" hangingPunct="1">
        <a:lnSpc>
          <a:spcPct val="90000"/>
        </a:lnSpc>
        <a:spcBef>
          <a:spcPts val="309"/>
        </a:spcBef>
        <a:buFont typeface="Arial" panose="020B0604020202020204" pitchFamily="34" charset="0"/>
        <a:buChar char="•"/>
        <a:defRPr sz="1483" kern="1200">
          <a:solidFill>
            <a:schemeClr val="tx1"/>
          </a:solidFill>
          <a:latin typeface="+mn-lt"/>
          <a:ea typeface="+mn-ea"/>
          <a:cs typeface="+mn-cs"/>
        </a:defRPr>
      </a:lvl2pPr>
      <a:lvl3pPr marL="706414" indent="-141283" algn="l" defTabSz="565131" rtl="0" eaLnBrk="1" latinLnBrk="0" hangingPunct="1">
        <a:lnSpc>
          <a:spcPct val="90000"/>
        </a:lnSpc>
        <a:spcBef>
          <a:spcPts val="309"/>
        </a:spcBef>
        <a:buFont typeface="Arial" panose="020B0604020202020204" pitchFamily="34" charset="0"/>
        <a:buChar char="•"/>
        <a:defRPr sz="1236" kern="1200">
          <a:solidFill>
            <a:schemeClr val="tx1"/>
          </a:solidFill>
          <a:latin typeface="+mn-lt"/>
          <a:ea typeface="+mn-ea"/>
          <a:cs typeface="+mn-cs"/>
        </a:defRPr>
      </a:lvl3pPr>
      <a:lvl4pPr marL="988980"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4pPr>
      <a:lvl5pPr marL="1271545"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5pPr>
      <a:lvl6pPr marL="1554111"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6pPr>
      <a:lvl7pPr marL="1836676"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7pPr>
      <a:lvl8pPr marL="2119242"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8pPr>
      <a:lvl9pPr marL="2401808"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9pPr>
    </p:bodyStyle>
    <p:otherStyle>
      <a:defPPr>
        <a:defRPr lang="en-US"/>
      </a:defPPr>
      <a:lvl1pPr marL="0" algn="l" defTabSz="565131" rtl="0" eaLnBrk="1" latinLnBrk="0" hangingPunct="1">
        <a:defRPr sz="1112" kern="1200">
          <a:solidFill>
            <a:schemeClr val="tx1"/>
          </a:solidFill>
          <a:latin typeface="+mn-lt"/>
          <a:ea typeface="+mn-ea"/>
          <a:cs typeface="+mn-cs"/>
        </a:defRPr>
      </a:lvl1pPr>
      <a:lvl2pPr marL="282566" algn="l" defTabSz="565131" rtl="0" eaLnBrk="1" latinLnBrk="0" hangingPunct="1">
        <a:defRPr sz="1112" kern="1200">
          <a:solidFill>
            <a:schemeClr val="tx1"/>
          </a:solidFill>
          <a:latin typeface="+mn-lt"/>
          <a:ea typeface="+mn-ea"/>
          <a:cs typeface="+mn-cs"/>
        </a:defRPr>
      </a:lvl2pPr>
      <a:lvl3pPr marL="565131" algn="l" defTabSz="565131" rtl="0" eaLnBrk="1" latinLnBrk="0" hangingPunct="1">
        <a:defRPr sz="1112" kern="1200">
          <a:solidFill>
            <a:schemeClr val="tx1"/>
          </a:solidFill>
          <a:latin typeface="+mn-lt"/>
          <a:ea typeface="+mn-ea"/>
          <a:cs typeface="+mn-cs"/>
        </a:defRPr>
      </a:lvl3pPr>
      <a:lvl4pPr marL="847697" algn="l" defTabSz="565131" rtl="0" eaLnBrk="1" latinLnBrk="0" hangingPunct="1">
        <a:defRPr sz="1112" kern="1200">
          <a:solidFill>
            <a:schemeClr val="tx1"/>
          </a:solidFill>
          <a:latin typeface="+mn-lt"/>
          <a:ea typeface="+mn-ea"/>
          <a:cs typeface="+mn-cs"/>
        </a:defRPr>
      </a:lvl4pPr>
      <a:lvl5pPr marL="1130262" algn="l" defTabSz="565131" rtl="0" eaLnBrk="1" latinLnBrk="0" hangingPunct="1">
        <a:defRPr sz="1112" kern="1200">
          <a:solidFill>
            <a:schemeClr val="tx1"/>
          </a:solidFill>
          <a:latin typeface="+mn-lt"/>
          <a:ea typeface="+mn-ea"/>
          <a:cs typeface="+mn-cs"/>
        </a:defRPr>
      </a:lvl5pPr>
      <a:lvl6pPr marL="1412828" algn="l" defTabSz="565131" rtl="0" eaLnBrk="1" latinLnBrk="0" hangingPunct="1">
        <a:defRPr sz="1112" kern="1200">
          <a:solidFill>
            <a:schemeClr val="tx1"/>
          </a:solidFill>
          <a:latin typeface="+mn-lt"/>
          <a:ea typeface="+mn-ea"/>
          <a:cs typeface="+mn-cs"/>
        </a:defRPr>
      </a:lvl6pPr>
      <a:lvl7pPr marL="1695394" algn="l" defTabSz="565131" rtl="0" eaLnBrk="1" latinLnBrk="0" hangingPunct="1">
        <a:defRPr sz="1112" kern="1200">
          <a:solidFill>
            <a:schemeClr val="tx1"/>
          </a:solidFill>
          <a:latin typeface="+mn-lt"/>
          <a:ea typeface="+mn-ea"/>
          <a:cs typeface="+mn-cs"/>
        </a:defRPr>
      </a:lvl7pPr>
      <a:lvl8pPr marL="1977959" algn="l" defTabSz="565131" rtl="0" eaLnBrk="1" latinLnBrk="0" hangingPunct="1">
        <a:defRPr sz="1112" kern="1200">
          <a:solidFill>
            <a:schemeClr val="tx1"/>
          </a:solidFill>
          <a:latin typeface="+mn-lt"/>
          <a:ea typeface="+mn-ea"/>
          <a:cs typeface="+mn-cs"/>
        </a:defRPr>
      </a:lvl8pPr>
      <a:lvl9pPr marL="2260525" algn="l" defTabSz="565131" rtl="0" eaLnBrk="1" latinLnBrk="0" hangingPunct="1">
        <a:defRPr sz="1112"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userDrawn="1">
          <p15:clr>
            <a:srgbClr val="F26B43"/>
          </p15:clr>
        </p15:guide>
        <p15:guide id="2" pos="238" userDrawn="1">
          <p15:clr>
            <a:srgbClr val="F26B43"/>
          </p15:clr>
        </p15:guide>
        <p15:guide id="3" pos="3322" userDrawn="1">
          <p15:clr>
            <a:srgbClr val="F26B43"/>
          </p15:clr>
        </p15:guide>
        <p15:guide id="4" orient="horz" pos="249" userDrawn="1">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56"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1.png"/><Relationship Id="rId7" Type="http://schemas.openxmlformats.org/officeDocument/2006/relationships/image" Target="../media/image4.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www.microsoft.com/en-us/security/blog/2022/02/17/4-best-practices-to-implement-a-comprehensive-zero-trust-security-approach/" TargetMode="External"/><Relationship Id="rId11" Type="http://schemas.openxmlformats.org/officeDocument/2006/relationships/image" Target="../media/image8.svg"/><Relationship Id="rId5" Type="http://schemas.openxmlformats.org/officeDocument/2006/relationships/image" Target="../media/image3.svg"/><Relationship Id="rId10" Type="http://schemas.openxmlformats.org/officeDocument/2006/relationships/image" Target="../media/image7.svg"/><Relationship Id="rId4" Type="http://schemas.openxmlformats.org/officeDocument/2006/relationships/image" Target="../media/image2.png"/><Relationship Id="rId9" Type="http://schemas.openxmlformats.org/officeDocument/2006/relationships/image" Target="../media/image6.svg"/></Relationships>
</file>

<file path=ppt/slides/_rels/slide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1.png"/><Relationship Id="rId7" Type="http://schemas.openxmlformats.org/officeDocument/2006/relationships/image" Target="../media/image10.sv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image" Target="../media/image3.svg"/><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9.xml"/><Relationship Id="rId4" Type="http://schemas.openxmlformats.org/officeDocument/2006/relationships/image" Target="../media/image1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BE4BB-97CC-CA0A-FFBC-F89DE89D19F4}"/>
            </a:ext>
          </a:extLst>
        </p:cNvPr>
        <p:cNvGrpSpPr/>
        <p:nvPr/>
      </p:nvGrpSpPr>
      <p:grpSpPr>
        <a:xfrm>
          <a:off x="0" y="0"/>
          <a:ext cx="0" cy="0"/>
          <a:chOff x="0" y="0"/>
          <a:chExt cx="0" cy="0"/>
        </a:xfrm>
      </p:grpSpPr>
      <p:pic>
        <p:nvPicPr>
          <p:cNvPr id="51" name="Rectangle 3468742" descr="preencoded.png">
            <a:extLst>
              <a:ext uri="{FF2B5EF4-FFF2-40B4-BE49-F238E27FC236}">
                <a16:creationId xmlns:a16="http://schemas.microsoft.com/office/drawing/2014/main" id="{BFF46BAB-9533-7D37-D484-C2349D03577B}"/>
              </a:ext>
            </a:extLst>
          </p:cNvPr>
          <p:cNvPicPr>
            <a:picLocks noChangeAspect="1"/>
          </p:cNvPicPr>
          <p:nvPr/>
        </p:nvPicPr>
        <p:blipFill>
          <a:blip r:embed="rId3"/>
          <a:srcRect t="1" b="17144"/>
          <a:stretch>
            <a:fillRect/>
          </a:stretch>
        </p:blipFill>
        <p:spPr>
          <a:xfrm>
            <a:off x="32376" y="382837"/>
            <a:ext cx="5583573" cy="7563630"/>
          </a:xfrm>
          <a:prstGeom prst="rect">
            <a:avLst/>
          </a:prstGeom>
        </p:spPr>
      </p:pic>
      <p:pic>
        <p:nvPicPr>
          <p:cNvPr id="72" name="Picture 71">
            <a:extLst>
              <a:ext uri="{FF2B5EF4-FFF2-40B4-BE49-F238E27FC236}">
                <a16:creationId xmlns:a16="http://schemas.microsoft.com/office/drawing/2014/main" id="{C559E1BB-F98E-571B-2C8F-760632D7CD71}"/>
              </a:ext>
            </a:extLst>
          </p:cNvPr>
          <p:cNvPicPr>
            <a:picLocks noChangeAspect="1"/>
          </p:cNvPicPr>
          <p:nvPr/>
        </p:nvPicPr>
        <p:blipFill>
          <a:blip r:embed="rId4"/>
          <a:stretch>
            <a:fillRect/>
          </a:stretch>
        </p:blipFill>
        <p:spPr>
          <a:xfrm flipH="1">
            <a:off x="28140" y="45091"/>
            <a:ext cx="5587808" cy="1396952"/>
          </a:xfrm>
          <a:prstGeom prst="rect">
            <a:avLst/>
          </a:prstGeom>
        </p:spPr>
      </p:pic>
      <p:sp>
        <p:nvSpPr>
          <p:cNvPr id="66" name="Rectangle: Rounded Corners 65">
            <a:extLst>
              <a:ext uri="{FF2B5EF4-FFF2-40B4-BE49-F238E27FC236}">
                <a16:creationId xmlns:a16="http://schemas.microsoft.com/office/drawing/2014/main" id="{20E541FA-397B-06A1-8116-BCFA09464965}"/>
              </a:ext>
            </a:extLst>
          </p:cNvPr>
          <p:cNvSpPr/>
          <p:nvPr/>
        </p:nvSpPr>
        <p:spPr bwMode="auto">
          <a:xfrm>
            <a:off x="298864" y="1689276"/>
            <a:ext cx="1447766" cy="2432742"/>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IN" sz="1436" err="1">
              <a:solidFill>
                <a:srgbClr val="C03BC4"/>
              </a:solidFill>
              <a:latin typeface="Segoe UI"/>
              <a:ea typeface="Segoe UI" pitchFamily="34" charset="0"/>
              <a:cs typeface="Segoe UI" pitchFamily="34" charset="0"/>
            </a:endParaRPr>
          </a:p>
        </p:txBody>
      </p:sp>
      <p:sp>
        <p:nvSpPr>
          <p:cNvPr id="54" name="Rectangle 53">
            <a:extLst>
              <a:ext uri="{FF2B5EF4-FFF2-40B4-BE49-F238E27FC236}">
                <a16:creationId xmlns:a16="http://schemas.microsoft.com/office/drawing/2014/main" id="{5163C4AA-CD72-86F0-9D5C-40BEE0D737B9}"/>
              </a:ext>
            </a:extLst>
          </p:cNvPr>
          <p:cNvSpPr/>
          <p:nvPr/>
        </p:nvSpPr>
        <p:spPr bwMode="auto">
          <a:xfrm>
            <a:off x="32375" y="45007"/>
            <a:ext cx="5583574" cy="1376136"/>
          </a:xfrm>
          <a:prstGeom prst="rect">
            <a:avLst/>
          </a:prstGeom>
          <a:solidFill>
            <a:srgbClr val="F2E5DE">
              <a:alpha val="62000"/>
            </a:srgbClr>
          </a:solidFill>
          <a:ln>
            <a:solidFill>
              <a:schemeClr val="bg1">
                <a:lumMod val="95000"/>
                <a:alpha val="7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32" name="Title 31">
            <a:extLst>
              <a:ext uri="{FF2B5EF4-FFF2-40B4-BE49-F238E27FC236}">
                <a16:creationId xmlns:a16="http://schemas.microsoft.com/office/drawing/2014/main" id="{F30B6FEB-AEE6-4C74-E944-EEC317349239}"/>
              </a:ext>
            </a:extLst>
          </p:cNvPr>
          <p:cNvSpPr txBox="1">
            <a:spLocks noGrp="1"/>
          </p:cNvSpPr>
          <p:nvPr>
            <p:ph type="title" idx="4294967295"/>
          </p:nvPr>
        </p:nvSpPr>
        <p:spPr>
          <a:xfrm>
            <a:off x="298864" y="589210"/>
            <a:ext cx="3913430" cy="557292"/>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61315">
              <a:spcBef>
                <a:spcPts val="0"/>
              </a:spcBef>
            </a:pPr>
            <a:r>
              <a:rPr lang="en-US" sz="2012" dirty="0">
                <a:solidFill>
                  <a:schemeClr val="tx1">
                    <a:lumMod val="95000"/>
                    <a:lumOff val="5000"/>
                  </a:schemeClr>
                </a:solidFill>
                <a:latin typeface="Segoe Sans Display Semibold" pitchFamily="2" charset="0"/>
                <a:cs typeface="Segoe Sans Display Semibold" pitchFamily="2" charset="0"/>
              </a:rPr>
              <a:t>Microsoft Defender Suite </a:t>
            </a:r>
            <a:r>
              <a:rPr lang="en-US" sz="2012">
                <a:solidFill>
                  <a:schemeClr val="tx1">
                    <a:lumMod val="95000"/>
                    <a:lumOff val="5000"/>
                  </a:schemeClr>
                </a:solidFill>
                <a:latin typeface="Segoe Sans Display Semibold" pitchFamily="2" charset="0"/>
                <a:cs typeface="Segoe Sans Display Semibold" pitchFamily="2" charset="0"/>
              </a:rPr>
              <a:t>for Microsoft 365 Business Premium</a:t>
            </a:r>
            <a:endParaRPr lang="en-US" sz="2012" dirty="0">
              <a:solidFill>
                <a:schemeClr val="tx1">
                  <a:lumMod val="95000"/>
                  <a:lumOff val="5000"/>
                </a:schemeClr>
              </a:solidFill>
              <a:latin typeface="Segoe Sans Display Semibold" pitchFamily="2" charset="0"/>
              <a:cs typeface="Segoe Sans Display Semibold" pitchFamily="2" charset="0"/>
            </a:endParaRPr>
          </a:p>
        </p:txBody>
      </p:sp>
      <p:sp>
        <p:nvSpPr>
          <p:cNvPr id="17" name="TextBox 16">
            <a:extLst>
              <a:ext uri="{FF2B5EF4-FFF2-40B4-BE49-F238E27FC236}">
                <a16:creationId xmlns:a16="http://schemas.microsoft.com/office/drawing/2014/main" id="{C205F477-06BB-0464-B7D7-F14F37D38EC1}"/>
              </a:ext>
            </a:extLst>
          </p:cNvPr>
          <p:cNvSpPr txBox="1">
            <a:spLocks/>
          </p:cNvSpPr>
          <p:nvPr/>
        </p:nvSpPr>
        <p:spPr>
          <a:xfrm>
            <a:off x="1900924" y="1734566"/>
            <a:ext cx="3615737" cy="176903"/>
          </a:xfrm>
          <a:prstGeom prst="rect">
            <a:avLst/>
          </a:prstGeom>
          <a:noFill/>
        </p:spPr>
        <p:txBody>
          <a:bodyPr wrap="square" lIns="0" tIns="0" rIns="0"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11">
              <a:defRPr/>
            </a:pPr>
            <a:r>
              <a:rPr lang="en-US" sz="1149">
                <a:solidFill>
                  <a:srgbClr val="C03BC4"/>
                </a:solidFill>
              </a:rPr>
              <a:t>Enhanced protection with Microsoft Defender Suite</a:t>
            </a:r>
          </a:p>
        </p:txBody>
      </p:sp>
      <p:pic>
        <p:nvPicPr>
          <p:cNvPr id="26" name="Graphic 25" descr="Microsoft Security">
            <a:extLst>
              <a:ext uri="{FF2B5EF4-FFF2-40B4-BE49-F238E27FC236}">
                <a16:creationId xmlns:a16="http://schemas.microsoft.com/office/drawing/2014/main" id="{C05D0F52-F000-4B6A-9F4C-E053389E1EA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bwMode="black">
          <a:xfrm>
            <a:off x="321732" y="269669"/>
            <a:ext cx="1300319" cy="164828"/>
          </a:xfrm>
          <a:prstGeom prst="rect">
            <a:avLst/>
          </a:prstGeom>
        </p:spPr>
      </p:pic>
      <p:sp>
        <p:nvSpPr>
          <p:cNvPr id="64" name="TextBox 63">
            <a:extLst>
              <a:ext uri="{FF2B5EF4-FFF2-40B4-BE49-F238E27FC236}">
                <a16:creationId xmlns:a16="http://schemas.microsoft.com/office/drawing/2014/main" id="{8EF4C970-0AEB-3507-DC4C-9293BE9B49C6}"/>
              </a:ext>
            </a:extLst>
          </p:cNvPr>
          <p:cNvSpPr txBox="1">
            <a:spLocks/>
          </p:cNvSpPr>
          <p:nvPr/>
        </p:nvSpPr>
        <p:spPr>
          <a:xfrm>
            <a:off x="1903487" y="2000738"/>
            <a:ext cx="3418925" cy="2141612"/>
          </a:xfrm>
          <a:prstGeom prst="rect">
            <a:avLst/>
          </a:prstGeom>
          <a:noFill/>
        </p:spPr>
        <p:txBody>
          <a:bodyPr wrap="square" lIns="0" tIns="0" rIns="0"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56935">
              <a:lnSpc>
                <a:spcPts val="1006"/>
              </a:lnSpc>
              <a:spcAft>
                <a:spcPts val="862"/>
              </a:spcAft>
              <a:defRPr/>
            </a:pPr>
            <a:r>
              <a:rPr lang="en-US" sz="985">
                <a:solidFill>
                  <a:srgbClr val="000000"/>
                </a:solidFill>
                <a:latin typeface="Segoe Sans Display" pitchFamily="2" charset="0"/>
                <a:cs typeface="Segoe Sans Display" pitchFamily="2" charset="0"/>
              </a:rPr>
              <a:t>Microsoft Defender Suite for Business Premium provides your organization with the advanced security capabilities, delivering comprehensive protection and response across identities, endpoints, apps, and email threats.</a:t>
            </a:r>
          </a:p>
          <a:p>
            <a:pPr defTabSz="656935">
              <a:lnSpc>
                <a:spcPts val="1006"/>
              </a:lnSpc>
              <a:spcAft>
                <a:spcPts val="862"/>
              </a:spcAft>
              <a:defRPr/>
            </a:pPr>
            <a:r>
              <a:rPr lang="en-US" sz="985" b="1">
                <a:solidFill>
                  <a:srgbClr val="000000"/>
                </a:solidFill>
                <a:latin typeface="Segoe Sans Display" pitchFamily="2" charset="0"/>
                <a:cs typeface="Segoe Sans Display" pitchFamily="2" charset="0"/>
              </a:rPr>
              <a:t>Zero Trust across your entire digital estate―</a:t>
            </a:r>
            <a:r>
              <a:rPr lang="en-US" sz="985">
                <a:solidFill>
                  <a:srgbClr val="000000"/>
                </a:solidFill>
                <a:latin typeface="Segoe Sans Display" pitchFamily="2" charset="0"/>
                <a:cs typeface="Segoe Sans Display" pitchFamily="2" charset="0"/>
              </a:rPr>
              <a:t>Assume breach, verify each request, and fully authenticate and authorize every request before granting access.</a:t>
            </a:r>
          </a:p>
          <a:p>
            <a:pPr defTabSz="656935">
              <a:lnSpc>
                <a:spcPts val="1006"/>
              </a:lnSpc>
              <a:spcAft>
                <a:spcPts val="862"/>
              </a:spcAft>
              <a:defRPr/>
            </a:pPr>
            <a:r>
              <a:rPr lang="en-US" sz="985" b="1">
                <a:solidFill>
                  <a:srgbClr val="000000"/>
                </a:solidFill>
                <a:latin typeface="Segoe Sans Display" pitchFamily="2" charset="0"/>
                <a:cs typeface="Segoe Sans Display" pitchFamily="2" charset="0"/>
              </a:rPr>
              <a:t>Unified exposure management―</a:t>
            </a:r>
            <a:r>
              <a:rPr lang="en-US" sz="985">
                <a:solidFill>
                  <a:srgbClr val="000000"/>
                </a:solidFill>
                <a:latin typeface="Segoe Sans Display" pitchFamily="2" charset="0"/>
                <a:cs typeface="Segoe Sans Display" pitchFamily="2" charset="0"/>
              </a:rPr>
              <a:t>Continuously assess security posture, enable </a:t>
            </a:r>
            <a:r>
              <a:rPr lang="en-US" sz="985">
                <a:solidFill>
                  <a:srgbClr val="000000"/>
                </a:solidFill>
                <a:latin typeface="Segoe UI"/>
              </a:rPr>
              <a:t>proactive risk management and protection of assets.</a:t>
            </a:r>
            <a:endParaRPr lang="en-US" sz="985">
              <a:solidFill>
                <a:srgbClr val="000000"/>
              </a:solidFill>
              <a:latin typeface="Segoe Sans Display" pitchFamily="2" charset="0"/>
              <a:cs typeface="Segoe Sans Display" pitchFamily="2" charset="0"/>
            </a:endParaRPr>
          </a:p>
          <a:p>
            <a:pPr defTabSz="656935">
              <a:lnSpc>
                <a:spcPts val="1006"/>
              </a:lnSpc>
              <a:spcAft>
                <a:spcPts val="862"/>
              </a:spcAft>
              <a:defRPr/>
            </a:pPr>
            <a:r>
              <a:rPr lang="en-US" sz="985" b="1">
                <a:solidFill>
                  <a:srgbClr val="000000"/>
                </a:solidFill>
                <a:latin typeface="Segoe Sans Display" pitchFamily="2" charset="0"/>
                <a:cs typeface="Segoe Sans Display" pitchFamily="2" charset="0"/>
              </a:rPr>
              <a:t>Unified security operations platform</a:t>
            </a:r>
            <a:r>
              <a:rPr lang="en-US" sz="985">
                <a:solidFill>
                  <a:srgbClr val="000000"/>
                </a:solidFill>
                <a:latin typeface="Segoe UI"/>
              </a:rPr>
              <a:t>―Leverage a single, integrated solution for end-to-end security operations, enhancing </a:t>
            </a:r>
            <a:r>
              <a:rPr lang="en-US" sz="985">
                <a:solidFill>
                  <a:srgbClr val="000000"/>
                </a:solidFill>
                <a:latin typeface="Segoe Sans Display" pitchFamily="2" charset="0"/>
                <a:cs typeface="Segoe Sans Display" pitchFamily="2" charset="0"/>
              </a:rPr>
              <a:t>efficiency and protection across your entire digital estate.</a:t>
            </a:r>
          </a:p>
        </p:txBody>
      </p:sp>
      <p:sp>
        <p:nvSpPr>
          <p:cNvPr id="100" name="TextBox 99">
            <a:extLst>
              <a:ext uri="{FF2B5EF4-FFF2-40B4-BE49-F238E27FC236}">
                <a16:creationId xmlns:a16="http://schemas.microsoft.com/office/drawing/2014/main" id="{93C1B656-5955-227B-9548-2076AEB994D3}"/>
              </a:ext>
            </a:extLst>
          </p:cNvPr>
          <p:cNvSpPr txBox="1"/>
          <p:nvPr/>
        </p:nvSpPr>
        <p:spPr>
          <a:xfrm>
            <a:off x="309218" y="7635203"/>
            <a:ext cx="5038355" cy="99449"/>
          </a:xfrm>
          <a:prstGeom prst="rect">
            <a:avLst/>
          </a:prstGeom>
          <a:noFill/>
        </p:spPr>
        <p:txBody>
          <a:bodyPr wrap="square" lIns="0" tIns="0" rIns="0" bIns="0" rtlCol="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28468">
              <a:defRPr/>
            </a:pPr>
            <a:r>
              <a:rPr lang="en-US" sz="646" baseline="30000">
                <a:solidFill>
                  <a:srgbClr val="000000"/>
                </a:solidFill>
                <a:latin typeface="Segoe Sans Display" pitchFamily="2" charset="0"/>
                <a:cs typeface="Segoe Sans Display" pitchFamily="2" charset="0"/>
              </a:rPr>
              <a:t>1 </a:t>
            </a:r>
            <a:r>
              <a:rPr lang="en-US" sz="646">
                <a:solidFill>
                  <a:srgbClr val="000000"/>
                </a:solidFill>
                <a:latin typeface="Segoe Sans Text" pitchFamily="2" charset="0"/>
                <a:hlinkClick r:id="rId6"/>
              </a:rPr>
              <a:t>Source: Microsoft</a:t>
            </a:r>
            <a:r>
              <a:rPr lang="en-US" sz="646">
                <a:solidFill>
                  <a:srgbClr val="000000"/>
                </a:solidFill>
                <a:latin typeface="Segoe Sans Text" pitchFamily="2" charset="0"/>
              </a:rPr>
              <a:t> 	</a:t>
            </a:r>
            <a:r>
              <a:rPr lang="en-US" sz="646" baseline="30000">
                <a:solidFill>
                  <a:srgbClr val="000000"/>
                </a:solidFill>
                <a:latin typeface="Segoe Sans Display" pitchFamily="2" charset="0"/>
                <a:cs typeface="Segoe Sans Display" pitchFamily="2" charset="0"/>
              </a:rPr>
              <a:t>2 </a:t>
            </a:r>
            <a:r>
              <a:rPr lang="en-US" sz="646">
                <a:solidFill>
                  <a:srgbClr val="000000"/>
                </a:solidFill>
                <a:latin typeface="Segoe Sans Text" pitchFamily="2" charset="0"/>
              </a:rPr>
              <a:t>Source: </a:t>
            </a:r>
            <a:r>
              <a:rPr lang="en-US" sz="502">
                <a:solidFill>
                  <a:srgbClr val="000000"/>
                </a:solidFill>
                <a:latin typeface="Segoe Sans Text" pitchFamily="2" charset="0"/>
              </a:rPr>
              <a:t>IBM Cost of a Data Breach Report, IBM, p. 6​</a:t>
            </a:r>
            <a:endParaRPr lang="en-US" sz="646">
              <a:solidFill>
                <a:srgbClr val="000000"/>
              </a:solidFill>
              <a:latin typeface="Segoe UI" panose="020B0502040204020203" pitchFamily="34" charset="0"/>
              <a:cs typeface="Segoe Sans Display" pitchFamily="2" charset="0"/>
            </a:endParaRPr>
          </a:p>
        </p:txBody>
      </p:sp>
      <p:sp>
        <p:nvSpPr>
          <p:cNvPr id="2" name="Title 1">
            <a:extLst>
              <a:ext uri="{FF2B5EF4-FFF2-40B4-BE49-F238E27FC236}">
                <a16:creationId xmlns:a16="http://schemas.microsoft.com/office/drawing/2014/main" id="{CC410421-35D7-13B2-19F6-E270E00A31DF}"/>
              </a:ext>
            </a:extLst>
          </p:cNvPr>
          <p:cNvSpPr txBox="1">
            <a:spLocks/>
          </p:cNvSpPr>
          <p:nvPr/>
        </p:nvSpPr>
        <p:spPr>
          <a:xfrm>
            <a:off x="415079" y="4260093"/>
            <a:ext cx="4823604" cy="262756"/>
          </a:xfrm>
          <a:prstGeom prst="rect">
            <a:avLst/>
          </a:prstGeom>
          <a:noFill/>
          <a:ln w="9525">
            <a:noFill/>
          </a:ln>
        </p:spPr>
        <p:txBody>
          <a:bodyPr vert="horz" wrap="square" lIns="65689" tIns="32845" rIns="65689" bIns="32845" rtlCol="0" anchor="ctr" anchorCtr="0">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656911" fontAlgn="base">
              <a:spcAft>
                <a:spcPct val="0"/>
              </a:spcAft>
              <a:defRPr/>
            </a:pPr>
            <a:r>
              <a:rPr lang="en-US" sz="1149" spc="0">
                <a:ln>
                  <a:noFill/>
                </a:ln>
                <a:solidFill>
                  <a:srgbClr val="C03BC4"/>
                </a:solidFill>
                <a:latin typeface="Segoe Sans Display Semibold" pitchFamily="2" charset="0"/>
                <a:cs typeface="Segoe Sans Display Semibold" pitchFamily="2" charset="0"/>
              </a:rPr>
              <a:t>Protect your entire estate</a:t>
            </a:r>
          </a:p>
        </p:txBody>
      </p:sp>
      <p:sp>
        <p:nvSpPr>
          <p:cNvPr id="4" name="Rounded Rectangle 32">
            <a:extLst>
              <a:ext uri="{FF2B5EF4-FFF2-40B4-BE49-F238E27FC236}">
                <a16:creationId xmlns:a16="http://schemas.microsoft.com/office/drawing/2014/main" id="{32D52542-94BE-EFA3-6259-A9AF7AA68D6B}"/>
              </a:ext>
              <a:ext uri="{C183D7F6-B498-43B3-948B-1728B52AA6E4}">
                <adec:decorative xmlns:adec="http://schemas.microsoft.com/office/drawing/2017/decorative" val="1"/>
              </a:ext>
            </a:extLst>
          </p:cNvPr>
          <p:cNvSpPr>
            <a:spLocks/>
          </p:cNvSpPr>
          <p:nvPr/>
        </p:nvSpPr>
        <p:spPr>
          <a:xfrm>
            <a:off x="298863" y="4629516"/>
            <a:ext cx="985337" cy="2806796"/>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kern="0">
              <a:solidFill>
                <a:srgbClr val="FFFFFF"/>
              </a:solidFill>
              <a:latin typeface="Segoe Sans Display"/>
              <a:cs typeface="Segoe UI" pitchFamily="34" charset="0"/>
            </a:endParaRPr>
          </a:p>
        </p:txBody>
      </p:sp>
      <p:sp>
        <p:nvSpPr>
          <p:cNvPr id="5" name="Rounded Rectangle 32">
            <a:extLst>
              <a:ext uri="{FF2B5EF4-FFF2-40B4-BE49-F238E27FC236}">
                <a16:creationId xmlns:a16="http://schemas.microsoft.com/office/drawing/2014/main" id="{CE6CFC70-06C7-C291-DA51-1D3359F2C52E}"/>
              </a:ext>
              <a:ext uri="{C183D7F6-B498-43B3-948B-1728B52AA6E4}">
                <adec:decorative xmlns:adec="http://schemas.microsoft.com/office/drawing/2017/decorative" val="1"/>
              </a:ext>
            </a:extLst>
          </p:cNvPr>
          <p:cNvSpPr>
            <a:spLocks/>
          </p:cNvSpPr>
          <p:nvPr/>
        </p:nvSpPr>
        <p:spPr>
          <a:xfrm>
            <a:off x="1319115" y="4629516"/>
            <a:ext cx="985337" cy="2806796"/>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kern="0">
              <a:solidFill>
                <a:srgbClr val="FFFFFF"/>
              </a:solidFill>
              <a:latin typeface="Segoe Sans Display"/>
              <a:cs typeface="Segoe UI" pitchFamily="34" charset="0"/>
            </a:endParaRPr>
          </a:p>
        </p:txBody>
      </p:sp>
      <p:sp>
        <p:nvSpPr>
          <p:cNvPr id="6" name="Rounded Rectangle 32">
            <a:extLst>
              <a:ext uri="{FF2B5EF4-FFF2-40B4-BE49-F238E27FC236}">
                <a16:creationId xmlns:a16="http://schemas.microsoft.com/office/drawing/2014/main" id="{6643373C-AB83-B631-F611-FB8BFCAF135E}"/>
              </a:ext>
              <a:ext uri="{C183D7F6-B498-43B3-948B-1728B52AA6E4}">
                <adec:decorative xmlns:adec="http://schemas.microsoft.com/office/drawing/2017/decorative" val="1"/>
              </a:ext>
            </a:extLst>
          </p:cNvPr>
          <p:cNvSpPr>
            <a:spLocks/>
          </p:cNvSpPr>
          <p:nvPr/>
        </p:nvSpPr>
        <p:spPr>
          <a:xfrm>
            <a:off x="2339083" y="4629516"/>
            <a:ext cx="985337" cy="2806796"/>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kern="0">
              <a:solidFill>
                <a:srgbClr val="FFFFFF"/>
              </a:solidFill>
              <a:latin typeface="Segoe Sans Display"/>
              <a:cs typeface="Segoe UI" pitchFamily="34" charset="0"/>
            </a:endParaRPr>
          </a:p>
        </p:txBody>
      </p:sp>
      <p:sp>
        <p:nvSpPr>
          <p:cNvPr id="9" name="Rounded Rectangle 32">
            <a:extLst>
              <a:ext uri="{FF2B5EF4-FFF2-40B4-BE49-F238E27FC236}">
                <a16:creationId xmlns:a16="http://schemas.microsoft.com/office/drawing/2014/main" id="{A1B8BB60-2805-B2B9-A781-B5FC7BD20E36}"/>
              </a:ext>
              <a:ext uri="{C183D7F6-B498-43B3-948B-1728B52AA6E4}">
                <adec:decorative xmlns:adec="http://schemas.microsoft.com/office/drawing/2017/decorative" val="1"/>
              </a:ext>
            </a:extLst>
          </p:cNvPr>
          <p:cNvSpPr>
            <a:spLocks/>
          </p:cNvSpPr>
          <p:nvPr/>
        </p:nvSpPr>
        <p:spPr>
          <a:xfrm>
            <a:off x="3359621" y="4629516"/>
            <a:ext cx="985337" cy="2806796"/>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kern="0">
              <a:solidFill>
                <a:srgbClr val="FFFFFF"/>
              </a:solidFill>
              <a:latin typeface="Segoe Sans Display"/>
              <a:cs typeface="Segoe UI" pitchFamily="34" charset="0"/>
            </a:endParaRPr>
          </a:p>
        </p:txBody>
      </p:sp>
      <p:sp>
        <p:nvSpPr>
          <p:cNvPr id="10" name="Rounded Rectangle 32">
            <a:extLst>
              <a:ext uri="{FF2B5EF4-FFF2-40B4-BE49-F238E27FC236}">
                <a16:creationId xmlns:a16="http://schemas.microsoft.com/office/drawing/2014/main" id="{7501D1C1-B340-0CCA-6ED7-0F68AE847688}"/>
              </a:ext>
              <a:ext uri="{C183D7F6-B498-43B3-948B-1728B52AA6E4}">
                <adec:decorative xmlns:adec="http://schemas.microsoft.com/office/drawing/2017/decorative" val="1"/>
              </a:ext>
            </a:extLst>
          </p:cNvPr>
          <p:cNvSpPr>
            <a:spLocks/>
          </p:cNvSpPr>
          <p:nvPr/>
        </p:nvSpPr>
        <p:spPr>
          <a:xfrm>
            <a:off x="4379872" y="4629516"/>
            <a:ext cx="985337" cy="2806796"/>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kern="0">
              <a:solidFill>
                <a:srgbClr val="FFFFFF"/>
              </a:solidFill>
              <a:latin typeface="Segoe Sans Display"/>
              <a:cs typeface="Segoe UI" pitchFamily="34" charset="0"/>
            </a:endParaRPr>
          </a:p>
        </p:txBody>
      </p:sp>
      <p:sp>
        <p:nvSpPr>
          <p:cNvPr id="15" name="TextBox 14">
            <a:extLst>
              <a:ext uri="{FF2B5EF4-FFF2-40B4-BE49-F238E27FC236}">
                <a16:creationId xmlns:a16="http://schemas.microsoft.com/office/drawing/2014/main" id="{FDC09689-9230-8774-332C-E0502BB2667B}"/>
              </a:ext>
            </a:extLst>
          </p:cNvPr>
          <p:cNvSpPr txBox="1"/>
          <p:nvPr/>
        </p:nvSpPr>
        <p:spPr>
          <a:xfrm>
            <a:off x="300321" y="5048578"/>
            <a:ext cx="965363" cy="348460"/>
          </a:xfrm>
          <a:prstGeom prst="rect">
            <a:avLst/>
          </a:prstGeom>
          <a:noFill/>
        </p:spPr>
        <p:txBody>
          <a:bodyPr wrap="square" lIns="65689" tIns="32845" rIns="65689" bIns="32845"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35">
              <a:lnSpc>
                <a:spcPts val="1078"/>
              </a:lnSpc>
              <a:defRPr/>
            </a:pPr>
            <a:r>
              <a:rPr lang="en-US" sz="934" b="1" spc="-15">
                <a:gradFill>
                  <a:gsLst>
                    <a:gs pos="45000">
                      <a:srgbClr val="000000"/>
                    </a:gs>
                    <a:gs pos="100000">
                      <a:srgbClr val="000000"/>
                    </a:gs>
                  </a:gsLst>
                  <a:lin ang="2700000" scaled="1"/>
                </a:gradFill>
                <a:latin typeface="Segoe Sans Display Semibold" pitchFamily="2" charset="0"/>
                <a:cs typeface="Segoe Sans Display Semibold" pitchFamily="2" charset="0"/>
              </a:rPr>
              <a:t>Identity and access controls</a:t>
            </a:r>
          </a:p>
        </p:txBody>
      </p:sp>
      <p:sp>
        <p:nvSpPr>
          <p:cNvPr id="18" name="TextBox 17">
            <a:extLst>
              <a:ext uri="{FF2B5EF4-FFF2-40B4-BE49-F238E27FC236}">
                <a16:creationId xmlns:a16="http://schemas.microsoft.com/office/drawing/2014/main" id="{776AAF97-9212-E6FA-5DCB-13B6B6C5B179}"/>
              </a:ext>
            </a:extLst>
          </p:cNvPr>
          <p:cNvSpPr txBox="1"/>
          <p:nvPr/>
        </p:nvSpPr>
        <p:spPr>
          <a:xfrm>
            <a:off x="299923" y="5423310"/>
            <a:ext cx="965363" cy="1689437"/>
          </a:xfrm>
          <a:prstGeom prst="rect">
            <a:avLst/>
          </a:prstGeom>
          <a:noFill/>
        </p:spPr>
        <p:txBody>
          <a:bodyPr wrap="square" lIns="25862" tIns="0" rIns="25862"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Risk-based conditional   access and sign     -in assessment</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Visibility into    risky sign-ins and user behavior anomalies</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ID Governance  and Privileged Identity Management</a:t>
            </a:r>
          </a:p>
        </p:txBody>
      </p:sp>
      <p:sp>
        <p:nvSpPr>
          <p:cNvPr id="21" name="TextBox 20">
            <a:extLst>
              <a:ext uri="{FF2B5EF4-FFF2-40B4-BE49-F238E27FC236}">
                <a16:creationId xmlns:a16="http://schemas.microsoft.com/office/drawing/2014/main" id="{058930A1-FD77-508B-448D-7B8276947F22}"/>
              </a:ext>
            </a:extLst>
          </p:cNvPr>
          <p:cNvSpPr txBox="1"/>
          <p:nvPr/>
        </p:nvSpPr>
        <p:spPr>
          <a:xfrm>
            <a:off x="1320573" y="5048578"/>
            <a:ext cx="867466" cy="348460"/>
          </a:xfrm>
          <a:prstGeom prst="rect">
            <a:avLst/>
          </a:prstGeom>
          <a:noFill/>
        </p:spPr>
        <p:txBody>
          <a:bodyPr wrap="square" lIns="65689" tIns="32845" rIns="65689" bIns="32845"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35">
              <a:lnSpc>
                <a:spcPts val="1078"/>
              </a:lnSpc>
              <a:defRPr/>
            </a:pPr>
            <a:r>
              <a:rPr lang="en-US" sz="934" b="1" spc="-15">
                <a:gradFill>
                  <a:gsLst>
                    <a:gs pos="45000">
                      <a:srgbClr val="000000"/>
                    </a:gs>
                    <a:gs pos="100000">
                      <a:srgbClr val="000000"/>
                    </a:gs>
                  </a:gsLst>
                  <a:lin ang="2700000" scaled="1"/>
                </a:gradFill>
                <a:latin typeface="Segoe Sans Display Semibold" pitchFamily="2" charset="0"/>
                <a:cs typeface="Segoe Sans Display Semibold" pitchFamily="2" charset="0"/>
              </a:rPr>
              <a:t>Identity protection</a:t>
            </a:r>
          </a:p>
        </p:txBody>
      </p:sp>
      <p:sp>
        <p:nvSpPr>
          <p:cNvPr id="23" name="TextBox 22">
            <a:extLst>
              <a:ext uri="{FF2B5EF4-FFF2-40B4-BE49-F238E27FC236}">
                <a16:creationId xmlns:a16="http://schemas.microsoft.com/office/drawing/2014/main" id="{BABB45DB-3E40-0CF7-6744-E0B2062194C7}"/>
              </a:ext>
            </a:extLst>
          </p:cNvPr>
          <p:cNvSpPr txBox="1"/>
          <p:nvPr/>
        </p:nvSpPr>
        <p:spPr>
          <a:xfrm>
            <a:off x="1321488" y="5423312"/>
            <a:ext cx="983471" cy="1427109"/>
          </a:xfrm>
          <a:prstGeom prst="rect">
            <a:avLst/>
          </a:prstGeom>
          <a:noFill/>
        </p:spPr>
        <p:txBody>
          <a:bodyPr wrap="square" lIns="25862" tIns="0" rIns="25862"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Threat and suspicious user activity detection</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Built-in response and automated playbooks</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Context-rich identity insights during investigations</a:t>
            </a:r>
          </a:p>
        </p:txBody>
      </p:sp>
      <p:sp>
        <p:nvSpPr>
          <p:cNvPr id="25" name="TextBox 24">
            <a:extLst>
              <a:ext uri="{FF2B5EF4-FFF2-40B4-BE49-F238E27FC236}">
                <a16:creationId xmlns:a16="http://schemas.microsoft.com/office/drawing/2014/main" id="{8ACFB9E0-57EC-A667-BD67-1FCD18922E87}"/>
              </a:ext>
            </a:extLst>
          </p:cNvPr>
          <p:cNvSpPr txBox="1"/>
          <p:nvPr/>
        </p:nvSpPr>
        <p:spPr>
          <a:xfrm>
            <a:off x="2340540" y="5048578"/>
            <a:ext cx="867466" cy="348460"/>
          </a:xfrm>
          <a:prstGeom prst="rect">
            <a:avLst/>
          </a:prstGeom>
          <a:noFill/>
        </p:spPr>
        <p:txBody>
          <a:bodyPr wrap="square" lIns="65689" tIns="32845" rIns="65689" bIns="32845"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35">
              <a:lnSpc>
                <a:spcPts val="1078"/>
              </a:lnSpc>
              <a:defRPr/>
            </a:pPr>
            <a:r>
              <a:rPr lang="en-US" sz="934" b="1" spc="-15">
                <a:gradFill>
                  <a:gsLst>
                    <a:gs pos="45000">
                      <a:srgbClr val="000000"/>
                    </a:gs>
                    <a:gs pos="100000">
                      <a:srgbClr val="000000"/>
                    </a:gs>
                  </a:gsLst>
                  <a:lin ang="2700000" scaled="1"/>
                </a:gradFill>
                <a:latin typeface="Segoe Sans Display Semibold" pitchFamily="2" charset="0"/>
                <a:cs typeface="Segoe Sans Display Semibold" pitchFamily="2" charset="0"/>
              </a:rPr>
              <a:t>Device security</a:t>
            </a:r>
          </a:p>
        </p:txBody>
      </p:sp>
      <p:sp>
        <p:nvSpPr>
          <p:cNvPr id="28" name="TextBox 27">
            <a:extLst>
              <a:ext uri="{FF2B5EF4-FFF2-40B4-BE49-F238E27FC236}">
                <a16:creationId xmlns:a16="http://schemas.microsoft.com/office/drawing/2014/main" id="{60FD9765-BB48-31C0-F235-A24DE8372F92}"/>
              </a:ext>
            </a:extLst>
          </p:cNvPr>
          <p:cNvSpPr txBox="1"/>
          <p:nvPr/>
        </p:nvSpPr>
        <p:spPr>
          <a:xfrm>
            <a:off x="2359701" y="5423310"/>
            <a:ext cx="965363" cy="1836478"/>
          </a:xfrm>
          <a:prstGeom prst="rect">
            <a:avLst/>
          </a:prstGeom>
          <a:noFill/>
        </p:spPr>
        <p:txBody>
          <a:bodyPr wrap="square" lIns="25862" tIns="0" rIns="25862"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Industry-leading antimalware and conditional access</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Endpoint security and EDR with advanced threat hunting</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Attack surface reduction capabilities powered by Secure Score</a:t>
            </a:r>
          </a:p>
        </p:txBody>
      </p:sp>
      <p:sp>
        <p:nvSpPr>
          <p:cNvPr id="29" name="TextBox 28">
            <a:extLst>
              <a:ext uri="{FF2B5EF4-FFF2-40B4-BE49-F238E27FC236}">
                <a16:creationId xmlns:a16="http://schemas.microsoft.com/office/drawing/2014/main" id="{D8E6A2D5-943C-CCFD-15E1-74D78E2C1224}"/>
              </a:ext>
            </a:extLst>
          </p:cNvPr>
          <p:cNvSpPr txBox="1"/>
          <p:nvPr/>
        </p:nvSpPr>
        <p:spPr>
          <a:xfrm>
            <a:off x="3361077" y="5048578"/>
            <a:ext cx="912811" cy="348460"/>
          </a:xfrm>
          <a:prstGeom prst="rect">
            <a:avLst/>
          </a:prstGeom>
          <a:noFill/>
        </p:spPr>
        <p:txBody>
          <a:bodyPr wrap="square" lIns="65689" tIns="32845" rIns="65689" bIns="32845"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35">
              <a:lnSpc>
                <a:spcPts val="1078"/>
              </a:lnSpc>
              <a:defRPr/>
            </a:pPr>
            <a:r>
              <a:rPr lang="en-US" sz="934" b="1" spc="-15">
                <a:gradFill>
                  <a:gsLst>
                    <a:gs pos="45000">
                      <a:srgbClr val="000000"/>
                    </a:gs>
                    <a:gs pos="100000">
                      <a:srgbClr val="000000"/>
                    </a:gs>
                  </a:gsLst>
                  <a:lin ang="2700000" scaled="1"/>
                </a:gradFill>
                <a:latin typeface="Segoe Sans Display Semibold" pitchFamily="2" charset="0"/>
                <a:cs typeface="Segoe Sans Display Semibold" pitchFamily="2" charset="0"/>
              </a:rPr>
              <a:t>Collaboration security</a:t>
            </a:r>
          </a:p>
        </p:txBody>
      </p:sp>
      <p:sp>
        <p:nvSpPr>
          <p:cNvPr id="30" name="TextBox 29">
            <a:extLst>
              <a:ext uri="{FF2B5EF4-FFF2-40B4-BE49-F238E27FC236}">
                <a16:creationId xmlns:a16="http://schemas.microsoft.com/office/drawing/2014/main" id="{B7AA6581-4A62-F733-84E1-D95525161BF1}"/>
              </a:ext>
            </a:extLst>
          </p:cNvPr>
          <p:cNvSpPr txBox="1"/>
          <p:nvPr/>
        </p:nvSpPr>
        <p:spPr>
          <a:xfrm>
            <a:off x="3380240" y="5423311"/>
            <a:ext cx="912811" cy="1532292"/>
          </a:xfrm>
          <a:prstGeom prst="rect">
            <a:avLst/>
          </a:prstGeom>
          <a:noFill/>
        </p:spPr>
        <p:txBody>
          <a:bodyPr wrap="square" lIns="25862" tIns="0" rIns="25862"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Advanced email and collaboration security with automated investigation   and response </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End user phishing simulation trainings</a:t>
            </a:r>
          </a:p>
        </p:txBody>
      </p:sp>
      <p:sp>
        <p:nvSpPr>
          <p:cNvPr id="31" name="TextBox 30">
            <a:extLst>
              <a:ext uri="{FF2B5EF4-FFF2-40B4-BE49-F238E27FC236}">
                <a16:creationId xmlns:a16="http://schemas.microsoft.com/office/drawing/2014/main" id="{7619480A-D377-F04B-D795-8C3BA6F6AE38}"/>
              </a:ext>
            </a:extLst>
          </p:cNvPr>
          <p:cNvSpPr txBox="1"/>
          <p:nvPr/>
        </p:nvSpPr>
        <p:spPr>
          <a:xfrm>
            <a:off x="4381329" y="5048578"/>
            <a:ext cx="738129" cy="348460"/>
          </a:xfrm>
          <a:prstGeom prst="rect">
            <a:avLst/>
          </a:prstGeom>
          <a:noFill/>
        </p:spPr>
        <p:txBody>
          <a:bodyPr wrap="square" lIns="65689" tIns="32845" rIns="65689" bIns="32845"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35">
              <a:lnSpc>
                <a:spcPts val="1078"/>
              </a:lnSpc>
              <a:defRPr/>
            </a:pPr>
            <a:r>
              <a:rPr lang="en-US" sz="934" b="1" spc="-15">
                <a:gradFill>
                  <a:gsLst>
                    <a:gs pos="45000">
                      <a:srgbClr val="000000"/>
                    </a:gs>
                    <a:gs pos="100000">
                      <a:srgbClr val="000000"/>
                    </a:gs>
                  </a:gsLst>
                  <a:lin ang="2700000" scaled="1"/>
                </a:gradFill>
                <a:latin typeface="Segoe Sans Display Semibold" pitchFamily="2" charset="0"/>
                <a:cs typeface="Segoe Sans Display Semibold" pitchFamily="2" charset="0"/>
              </a:rPr>
              <a:t>SaaS security</a:t>
            </a:r>
          </a:p>
        </p:txBody>
      </p:sp>
      <p:sp>
        <p:nvSpPr>
          <p:cNvPr id="33" name="TextBox 32">
            <a:extLst>
              <a:ext uri="{FF2B5EF4-FFF2-40B4-BE49-F238E27FC236}">
                <a16:creationId xmlns:a16="http://schemas.microsoft.com/office/drawing/2014/main" id="{BB9CDA12-6566-B28E-C400-3DB3F950322F}"/>
              </a:ext>
            </a:extLst>
          </p:cNvPr>
          <p:cNvSpPr txBox="1"/>
          <p:nvPr/>
        </p:nvSpPr>
        <p:spPr>
          <a:xfrm>
            <a:off x="4397177" y="5423312"/>
            <a:ext cx="931068" cy="1563565"/>
          </a:xfrm>
          <a:prstGeom prst="rect">
            <a:avLst/>
          </a:prstGeom>
          <a:noFill/>
        </p:spPr>
        <p:txBody>
          <a:bodyPr wrap="square" lIns="25862" tIns="0" rIns="25862"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Visibility into “Shadow IT”</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Uncovers configuration gaps and offers recommendations</a:t>
            </a:r>
          </a:p>
          <a:p>
            <a:pPr marL="66150" indent="-66150" algn="l" defTabSz="656911">
              <a:spcAft>
                <a:spcPts val="215"/>
              </a:spcAft>
              <a:buSzPct val="100000"/>
              <a:buFont typeface="Wingdings" panose="05000000000000000000" pitchFamily="2" charset="2"/>
              <a:buChar char=""/>
              <a:defRPr/>
            </a:pPr>
            <a:r>
              <a:rPr lang="en-US" sz="887" err="1">
                <a:solidFill>
                  <a:srgbClr val="000000">
                    <a:lumMod val="85000"/>
                    <a:lumOff val="15000"/>
                  </a:srgbClr>
                </a:solidFill>
              </a:rPr>
              <a:t>LoB</a:t>
            </a:r>
            <a:r>
              <a:rPr lang="en-US" sz="887">
                <a:solidFill>
                  <a:srgbClr val="000000">
                    <a:lumMod val="85000"/>
                    <a:lumOff val="15000"/>
                  </a:srgbClr>
                </a:solidFill>
              </a:rPr>
              <a:t> app monitoring, governance and protection</a:t>
            </a:r>
          </a:p>
        </p:txBody>
      </p:sp>
      <p:grpSp>
        <p:nvGrpSpPr>
          <p:cNvPr id="34" name="Group 33">
            <a:extLst>
              <a:ext uri="{FF2B5EF4-FFF2-40B4-BE49-F238E27FC236}">
                <a16:creationId xmlns:a16="http://schemas.microsoft.com/office/drawing/2014/main" id="{43FAA6D2-FA43-D5BA-DE51-35FA7FFC3D8E}"/>
              </a:ext>
            </a:extLst>
          </p:cNvPr>
          <p:cNvGrpSpPr/>
          <p:nvPr/>
        </p:nvGrpSpPr>
        <p:grpSpPr>
          <a:xfrm>
            <a:off x="368212" y="4743563"/>
            <a:ext cx="256282" cy="256281"/>
            <a:chOff x="1279013" y="2060414"/>
            <a:chExt cx="441393" cy="441390"/>
          </a:xfrm>
        </p:grpSpPr>
        <p:sp>
          <p:nvSpPr>
            <p:cNvPr id="37" name="Oval 36">
              <a:extLst>
                <a:ext uri="{FF2B5EF4-FFF2-40B4-BE49-F238E27FC236}">
                  <a16:creationId xmlns:a16="http://schemas.microsoft.com/office/drawing/2014/main" id="{2D7D97C9-E218-702D-C573-EC595E24D206}"/>
                </a:ext>
              </a:extLst>
            </p:cNvPr>
            <p:cNvSpPr/>
            <p:nvPr/>
          </p:nvSpPr>
          <p:spPr bwMode="auto">
            <a:xfrm rot="5400000">
              <a:off x="1279015"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a:solidFill>
                  <a:srgbClr val="000000"/>
                </a:solidFill>
                <a:latin typeface="Segoe Sans Display"/>
                <a:ea typeface="Segoe UI" pitchFamily="34" charset="0"/>
                <a:cs typeface="Segoe UI" pitchFamily="34" charset="0"/>
              </a:endParaRPr>
            </a:p>
          </p:txBody>
        </p:sp>
        <p:sp>
          <p:nvSpPr>
            <p:cNvPr id="38" name="Graphic 81" descr="Icon of an app window with a closed padlock">
              <a:extLst>
                <a:ext uri="{FF2B5EF4-FFF2-40B4-BE49-F238E27FC236}">
                  <a16:creationId xmlns:a16="http://schemas.microsoft.com/office/drawing/2014/main" id="{04B475BC-BA57-5216-CE2C-96C8D24A3BE0}"/>
                </a:ext>
              </a:extLst>
            </p:cNvPr>
            <p:cNvSpPr/>
            <p:nvPr/>
          </p:nvSpPr>
          <p:spPr>
            <a:xfrm>
              <a:off x="1405253" y="2181887"/>
              <a:ext cx="188914" cy="198443"/>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5572" tIns="18476" rIns="105572" bIns="19708" rtlCol="0" anchor="ctr">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1635047" fontAlgn="base">
                <a:spcBef>
                  <a:spcPts val="1293"/>
                </a:spcBef>
                <a:spcAft>
                  <a:spcPts val="1293"/>
                </a:spcAft>
                <a:tabLst>
                  <a:tab pos="2659093" algn="l"/>
                </a:tabLst>
                <a:defRPr/>
              </a:pPr>
              <a:endParaRPr lang="en-US" sz="1293">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grpSp>
      <p:grpSp>
        <p:nvGrpSpPr>
          <p:cNvPr id="39" name="Group 38">
            <a:extLst>
              <a:ext uri="{FF2B5EF4-FFF2-40B4-BE49-F238E27FC236}">
                <a16:creationId xmlns:a16="http://schemas.microsoft.com/office/drawing/2014/main" id="{C87767FA-E0F4-1A8A-86B1-2E35771B5DD2}"/>
              </a:ext>
            </a:extLst>
          </p:cNvPr>
          <p:cNvGrpSpPr/>
          <p:nvPr/>
        </p:nvGrpSpPr>
        <p:grpSpPr>
          <a:xfrm>
            <a:off x="1404641" y="4743563"/>
            <a:ext cx="256282" cy="256281"/>
            <a:chOff x="1980053" y="1931419"/>
            <a:chExt cx="356747" cy="356745"/>
          </a:xfrm>
        </p:grpSpPr>
        <p:sp>
          <p:nvSpPr>
            <p:cNvPr id="40" name="Oval 39">
              <a:extLst>
                <a:ext uri="{FF2B5EF4-FFF2-40B4-BE49-F238E27FC236}">
                  <a16:creationId xmlns:a16="http://schemas.microsoft.com/office/drawing/2014/main" id="{5323ABBF-3EEA-332A-7864-DA7AD0C0A67B}"/>
                </a:ext>
              </a:extLst>
            </p:cNvPr>
            <p:cNvSpPr/>
            <p:nvPr/>
          </p:nvSpPr>
          <p:spPr bwMode="auto">
            <a:xfrm rot="5400000">
              <a:off x="198005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a:solidFill>
                  <a:srgbClr val="000000"/>
                </a:solidFill>
                <a:latin typeface="Segoe Sans Display"/>
                <a:ea typeface="Segoe UI" pitchFamily="34" charset="0"/>
                <a:cs typeface="Segoe UI" pitchFamily="34" charset="0"/>
              </a:endParaRPr>
            </a:p>
          </p:txBody>
        </p:sp>
        <p:pic>
          <p:nvPicPr>
            <p:cNvPr id="41" name="Graphic 40">
              <a:extLst>
                <a:ext uri="{FF2B5EF4-FFF2-40B4-BE49-F238E27FC236}">
                  <a16:creationId xmlns:a16="http://schemas.microsoft.com/office/drawing/2014/main" id="{C01A3938-EB10-BCEE-6CDE-225ADE6CDB1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61000" y="2012363"/>
              <a:ext cx="194854" cy="194854"/>
            </a:xfrm>
            <a:prstGeom prst="rect">
              <a:avLst/>
            </a:prstGeom>
          </p:spPr>
        </p:pic>
      </p:grpSp>
      <p:grpSp>
        <p:nvGrpSpPr>
          <p:cNvPr id="42" name="Group 41">
            <a:extLst>
              <a:ext uri="{FF2B5EF4-FFF2-40B4-BE49-F238E27FC236}">
                <a16:creationId xmlns:a16="http://schemas.microsoft.com/office/drawing/2014/main" id="{BEDDA49E-C309-5EFC-3371-7B26398053F5}"/>
              </a:ext>
            </a:extLst>
          </p:cNvPr>
          <p:cNvGrpSpPr/>
          <p:nvPr/>
        </p:nvGrpSpPr>
        <p:grpSpPr>
          <a:xfrm>
            <a:off x="2419172" y="4743563"/>
            <a:ext cx="256282" cy="256281"/>
            <a:chOff x="3392293" y="1931419"/>
            <a:chExt cx="356747" cy="356745"/>
          </a:xfrm>
        </p:grpSpPr>
        <p:sp>
          <p:nvSpPr>
            <p:cNvPr id="43" name="Oval 42">
              <a:extLst>
                <a:ext uri="{FF2B5EF4-FFF2-40B4-BE49-F238E27FC236}">
                  <a16:creationId xmlns:a16="http://schemas.microsoft.com/office/drawing/2014/main" id="{962CF85D-87B5-FFDE-8B4A-FDD167B25F94}"/>
                </a:ext>
              </a:extLst>
            </p:cNvPr>
            <p:cNvSpPr/>
            <p:nvPr/>
          </p:nvSpPr>
          <p:spPr bwMode="auto">
            <a:xfrm rot="5400000">
              <a:off x="339229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a:solidFill>
                  <a:srgbClr val="000000"/>
                </a:solidFill>
                <a:latin typeface="Segoe Sans Display"/>
                <a:ea typeface="Segoe UI" pitchFamily="34" charset="0"/>
                <a:cs typeface="Segoe UI" pitchFamily="34" charset="0"/>
              </a:endParaRPr>
            </a:p>
          </p:txBody>
        </p:sp>
        <p:pic>
          <p:nvPicPr>
            <p:cNvPr id="44" name="Graphic 43">
              <a:extLst>
                <a:ext uri="{FF2B5EF4-FFF2-40B4-BE49-F238E27FC236}">
                  <a16:creationId xmlns:a16="http://schemas.microsoft.com/office/drawing/2014/main" id="{5B18B696-F885-0B38-CF0E-59470F6278A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463432" y="2002557"/>
              <a:ext cx="214468" cy="214468"/>
            </a:xfrm>
            <a:prstGeom prst="rect">
              <a:avLst/>
            </a:prstGeom>
          </p:spPr>
        </p:pic>
      </p:grpSp>
      <p:grpSp>
        <p:nvGrpSpPr>
          <p:cNvPr id="45" name="Group 44">
            <a:extLst>
              <a:ext uri="{FF2B5EF4-FFF2-40B4-BE49-F238E27FC236}">
                <a16:creationId xmlns:a16="http://schemas.microsoft.com/office/drawing/2014/main" id="{DB383756-F3A8-8B6B-47DD-7B83711A3BD3}"/>
              </a:ext>
            </a:extLst>
          </p:cNvPr>
          <p:cNvGrpSpPr/>
          <p:nvPr/>
        </p:nvGrpSpPr>
        <p:grpSpPr>
          <a:xfrm>
            <a:off x="3448301" y="4743563"/>
            <a:ext cx="256282" cy="256281"/>
            <a:chOff x="4824853" y="1931419"/>
            <a:chExt cx="356747" cy="356745"/>
          </a:xfrm>
        </p:grpSpPr>
        <p:sp>
          <p:nvSpPr>
            <p:cNvPr id="46" name="Oval 45">
              <a:extLst>
                <a:ext uri="{FF2B5EF4-FFF2-40B4-BE49-F238E27FC236}">
                  <a16:creationId xmlns:a16="http://schemas.microsoft.com/office/drawing/2014/main" id="{19378CB4-A418-1354-A2FE-DE38BC98C0AE}"/>
                </a:ext>
              </a:extLst>
            </p:cNvPr>
            <p:cNvSpPr/>
            <p:nvPr/>
          </p:nvSpPr>
          <p:spPr bwMode="auto">
            <a:xfrm rot="5400000">
              <a:off x="482485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a:solidFill>
                  <a:srgbClr val="000000"/>
                </a:solidFill>
                <a:latin typeface="Segoe Sans Display"/>
                <a:ea typeface="Segoe UI" pitchFamily="34" charset="0"/>
                <a:cs typeface="Segoe UI" pitchFamily="34" charset="0"/>
              </a:endParaRPr>
            </a:p>
          </p:txBody>
        </p:sp>
        <p:pic>
          <p:nvPicPr>
            <p:cNvPr id="47" name="Graphic 46">
              <a:extLst>
                <a:ext uri="{FF2B5EF4-FFF2-40B4-BE49-F238E27FC236}">
                  <a16:creationId xmlns:a16="http://schemas.microsoft.com/office/drawing/2014/main" id="{6FE3AD69-2B4A-FD8E-16DD-EB48C196735B}"/>
                </a:ext>
              </a:extLst>
            </p:cNvPr>
            <p:cNvPicPr>
              <a:picLocks noChangeAspect="1"/>
            </p:cNvPicPr>
            <p:nvPr/>
          </p:nvPicPr>
          <p:blipFill rotWithShape="1">
            <a:blip>
              <a:extLst>
                <a:ext uri="{96DAC541-7B7A-43D3-8B79-37D633B846F1}">
                  <asvg:svgBlip xmlns:asvg="http://schemas.microsoft.com/office/drawing/2016/SVG/main" r:embed="rId9"/>
                </a:ext>
              </a:extLst>
            </a:blip>
            <a:srcRect l="2401" r="2401"/>
            <a:stretch>
              <a:fillRect/>
            </a:stretch>
          </p:blipFill>
          <p:spPr>
            <a:xfrm>
              <a:off x="4919657" y="2022007"/>
              <a:ext cx="167138" cy="175570"/>
            </a:xfrm>
            <a:prstGeom prst="rect">
              <a:avLst/>
            </a:prstGeom>
          </p:spPr>
        </p:pic>
      </p:grpSp>
      <p:grpSp>
        <p:nvGrpSpPr>
          <p:cNvPr id="48" name="Group 47">
            <a:extLst>
              <a:ext uri="{FF2B5EF4-FFF2-40B4-BE49-F238E27FC236}">
                <a16:creationId xmlns:a16="http://schemas.microsoft.com/office/drawing/2014/main" id="{9EE7FCA8-F2C6-D8B9-172C-6604FBC9C661}"/>
              </a:ext>
            </a:extLst>
          </p:cNvPr>
          <p:cNvGrpSpPr/>
          <p:nvPr/>
        </p:nvGrpSpPr>
        <p:grpSpPr>
          <a:xfrm>
            <a:off x="4462833" y="4743563"/>
            <a:ext cx="256282" cy="256281"/>
            <a:chOff x="6237093" y="1931419"/>
            <a:chExt cx="356747" cy="356745"/>
          </a:xfrm>
        </p:grpSpPr>
        <p:sp>
          <p:nvSpPr>
            <p:cNvPr id="49" name="Oval 48">
              <a:extLst>
                <a:ext uri="{FF2B5EF4-FFF2-40B4-BE49-F238E27FC236}">
                  <a16:creationId xmlns:a16="http://schemas.microsoft.com/office/drawing/2014/main" id="{C304641A-6F6D-1A68-621E-9FBB381E107C}"/>
                </a:ext>
              </a:extLst>
            </p:cNvPr>
            <p:cNvSpPr/>
            <p:nvPr/>
          </p:nvSpPr>
          <p:spPr bwMode="auto">
            <a:xfrm rot="5400000">
              <a:off x="623709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a:solidFill>
                  <a:srgbClr val="000000"/>
                </a:solidFill>
                <a:latin typeface="Segoe Sans Display"/>
                <a:ea typeface="Segoe UI" pitchFamily="34" charset="0"/>
                <a:cs typeface="Segoe UI" pitchFamily="34" charset="0"/>
              </a:endParaRPr>
            </a:p>
          </p:txBody>
        </p:sp>
        <p:pic>
          <p:nvPicPr>
            <p:cNvPr id="52" name="Graphic 51">
              <a:extLst>
                <a:ext uri="{FF2B5EF4-FFF2-40B4-BE49-F238E27FC236}">
                  <a16:creationId xmlns:a16="http://schemas.microsoft.com/office/drawing/2014/main" id="{C2E14B32-7A5A-A920-BEAA-CDA82C31D4E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317775" y="2029597"/>
              <a:ext cx="195382" cy="160388"/>
            </a:xfrm>
            <a:prstGeom prst="rect">
              <a:avLst/>
            </a:prstGeom>
          </p:spPr>
        </p:pic>
      </p:grpSp>
      <p:grpSp>
        <p:nvGrpSpPr>
          <p:cNvPr id="53" name="Group 52">
            <a:extLst>
              <a:ext uri="{FF2B5EF4-FFF2-40B4-BE49-F238E27FC236}">
                <a16:creationId xmlns:a16="http://schemas.microsoft.com/office/drawing/2014/main" id="{08936B67-2860-1765-5A2D-0ED8C7EC7FC0}"/>
              </a:ext>
            </a:extLst>
          </p:cNvPr>
          <p:cNvGrpSpPr/>
          <p:nvPr/>
        </p:nvGrpSpPr>
        <p:grpSpPr>
          <a:xfrm>
            <a:off x="444331" y="1811054"/>
            <a:ext cx="1156828" cy="2158435"/>
            <a:chOff x="474385" y="2278797"/>
            <a:chExt cx="1610317" cy="3004565"/>
          </a:xfrm>
        </p:grpSpPr>
        <p:sp>
          <p:nvSpPr>
            <p:cNvPr id="65" name="TextBox 64">
              <a:extLst>
                <a:ext uri="{FF2B5EF4-FFF2-40B4-BE49-F238E27FC236}">
                  <a16:creationId xmlns:a16="http://schemas.microsoft.com/office/drawing/2014/main" id="{9AD2FB6B-6EDB-68E4-2601-4F9CF0B3A50C}"/>
                </a:ext>
              </a:extLst>
            </p:cNvPr>
            <p:cNvSpPr txBox="1"/>
            <p:nvPr/>
          </p:nvSpPr>
          <p:spPr>
            <a:xfrm>
              <a:off x="474385" y="3487121"/>
              <a:ext cx="1610317" cy="1796241"/>
            </a:xfrm>
            <a:prstGeom prst="rect">
              <a:avLst/>
            </a:prstGeom>
            <a:noFill/>
          </p:spPr>
          <p:txBody>
            <a:bodyPr wrap="square" lIns="0" tIns="0" rIns="0" bIns="0"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56911">
                <a:spcAft>
                  <a:spcPts val="432"/>
                </a:spcAft>
                <a:defRPr/>
              </a:pPr>
              <a:r>
                <a:rPr lang="en-US" sz="1149">
                  <a:solidFill>
                    <a:srgbClr val="FFFFFF"/>
                  </a:solidFill>
                  <a:latin typeface="Segoe Sans Display Semibold" pitchFamily="2" charset="0"/>
                  <a:cs typeface="Segoe Sans Display Semibold" pitchFamily="2" charset="0"/>
                </a:rPr>
                <a:t>Industry leader</a:t>
              </a:r>
            </a:p>
            <a:p>
              <a:pPr defTabSz="656911">
                <a:spcAft>
                  <a:spcPts val="432"/>
                </a:spcAft>
                <a:defRPr/>
              </a:pPr>
              <a:r>
                <a:rPr lang="en-US" sz="985">
                  <a:solidFill>
                    <a:srgbClr val="FFFFFF"/>
                  </a:solidFill>
                  <a:latin typeface="Segoe Sans Display" pitchFamily="2" charset="0"/>
                  <a:cs typeface="Segoe Sans Display" pitchFamily="2" charset="0"/>
                </a:rPr>
                <a:t>Microsoft is the        only security vendor recognized as a leader across 19 categories by Gartner, Forrester, and IDC.</a:t>
              </a:r>
              <a:r>
                <a:rPr lang="en-US" sz="985" baseline="30000">
                  <a:solidFill>
                    <a:srgbClr val="FFFFFF"/>
                  </a:solidFill>
                  <a:latin typeface="Segoe Sans Display" pitchFamily="2" charset="0"/>
                  <a:cs typeface="Segoe Sans Display" pitchFamily="2" charset="0"/>
                </a:rPr>
                <a:t> 1 </a:t>
              </a:r>
              <a:endParaRPr lang="en-US" sz="985">
                <a:solidFill>
                  <a:srgbClr val="FFFFFF"/>
                </a:solidFill>
                <a:latin typeface="Segoe Sans Display" pitchFamily="2" charset="0"/>
                <a:cs typeface="Segoe Sans Display" pitchFamily="2" charset="0"/>
              </a:endParaRPr>
            </a:p>
          </p:txBody>
        </p:sp>
        <p:sp>
          <p:nvSpPr>
            <p:cNvPr id="12" name="Oval 11">
              <a:extLst>
                <a:ext uri="{FF2B5EF4-FFF2-40B4-BE49-F238E27FC236}">
                  <a16:creationId xmlns:a16="http://schemas.microsoft.com/office/drawing/2014/main" id="{8776A6C6-BEC3-5E32-0DDE-FCA887AC92E3}"/>
                </a:ext>
              </a:extLst>
            </p:cNvPr>
            <p:cNvSpPr/>
            <p:nvPr/>
          </p:nvSpPr>
          <p:spPr bwMode="auto">
            <a:xfrm>
              <a:off x="710621" y="2278797"/>
              <a:ext cx="1137847" cy="1137847"/>
            </a:xfrm>
            <a:prstGeom prst="ellipse">
              <a:avLst/>
            </a:prstGeom>
            <a:solidFill>
              <a:srgbClr val="FFFFFF"/>
            </a:solidFill>
            <a:ln w="79375" cap="rnd" cmpd="sng" algn="ctr">
              <a:noFill/>
              <a:prstDash val="sysDot"/>
              <a:round/>
              <a:tailEnd type="none" w="sm" len="sm"/>
            </a:ln>
            <a:effectLst>
              <a:outerShdw blurRad="63500" sx="106000" sy="106000" algn="ctr" rotWithShape="0">
                <a:srgbClr val="912475">
                  <a:alpha val="17000"/>
                </a:srgbClr>
              </a:outerShdw>
            </a:effectLst>
          </p:spPr>
          <p:txBody>
            <a:bodyPr rtlCol="0" anchor="ct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656935">
                <a:defRPr/>
              </a:pPr>
              <a:endParaRPr lang="en-US" sz="1293" kern="0">
                <a:solidFill>
                  <a:srgbClr val="000000"/>
                </a:solidFill>
                <a:latin typeface="Segoe Sans Display" pitchFamily="2" charset="0"/>
              </a:endParaRPr>
            </a:p>
          </p:txBody>
        </p:sp>
        <p:sp>
          <p:nvSpPr>
            <p:cNvPr id="19" name="Oval 18">
              <a:extLst>
                <a:ext uri="{FF2B5EF4-FFF2-40B4-BE49-F238E27FC236}">
                  <a16:creationId xmlns:a16="http://schemas.microsoft.com/office/drawing/2014/main" id="{44D2AC6F-4F84-F587-BEF3-F143A00E6D9B}"/>
                </a:ext>
              </a:extLst>
            </p:cNvPr>
            <p:cNvSpPr/>
            <p:nvPr/>
          </p:nvSpPr>
          <p:spPr bwMode="auto">
            <a:xfrm rot="5400000">
              <a:off x="752919" y="2320639"/>
              <a:ext cx="1053250" cy="1053256"/>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293">
                <a:solidFill>
                  <a:srgbClr val="000000"/>
                </a:solidFill>
                <a:latin typeface="Segoe Sans Display"/>
                <a:ea typeface="Segoe UI" pitchFamily="34" charset="0"/>
                <a:cs typeface="Segoe UI" pitchFamily="34" charset="0"/>
              </a:endParaRPr>
            </a:p>
          </p:txBody>
        </p:sp>
      </p:grpSp>
      <p:pic>
        <p:nvPicPr>
          <p:cNvPr id="81" name="Graphic 80">
            <a:extLst>
              <a:ext uri="{FF2B5EF4-FFF2-40B4-BE49-F238E27FC236}">
                <a16:creationId xmlns:a16="http://schemas.microsoft.com/office/drawing/2014/main" id="{819C957E-4281-888B-D955-41CE846A033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96056" y="1988069"/>
            <a:ext cx="458679" cy="458679"/>
          </a:xfrm>
          <a:prstGeom prst="rect">
            <a:avLst/>
          </a:prstGeom>
        </p:spPr>
      </p:pic>
    </p:spTree>
    <p:extLst>
      <p:ext uri="{BB962C8B-B14F-4D97-AF65-F5344CB8AC3E}">
        <p14:creationId xmlns:p14="http://schemas.microsoft.com/office/powerpoint/2010/main" val="4067805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57E35-A357-6951-93B8-84DA1F8415CF}"/>
            </a:ext>
          </a:extLst>
        </p:cNvPr>
        <p:cNvGrpSpPr/>
        <p:nvPr/>
      </p:nvGrpSpPr>
      <p:grpSpPr>
        <a:xfrm>
          <a:off x="0" y="0"/>
          <a:ext cx="0" cy="0"/>
          <a:chOff x="0" y="0"/>
          <a:chExt cx="0" cy="0"/>
        </a:xfrm>
      </p:grpSpPr>
      <p:pic>
        <p:nvPicPr>
          <p:cNvPr id="67" name="Rectangle 3468742" descr="preencoded.png">
            <a:extLst>
              <a:ext uri="{FF2B5EF4-FFF2-40B4-BE49-F238E27FC236}">
                <a16:creationId xmlns:a16="http://schemas.microsoft.com/office/drawing/2014/main" id="{935D4737-AF15-D2BD-A0CA-A169A8D5D2C5}"/>
              </a:ext>
            </a:extLst>
          </p:cNvPr>
          <p:cNvPicPr>
            <a:picLocks noChangeAspect="1"/>
          </p:cNvPicPr>
          <p:nvPr/>
        </p:nvPicPr>
        <p:blipFill>
          <a:blip r:embed="rId3">
            <a:alphaModFix/>
          </a:blip>
          <a:srcRect t="1" b="17144"/>
          <a:stretch>
            <a:fillRect/>
          </a:stretch>
        </p:blipFill>
        <p:spPr>
          <a:xfrm>
            <a:off x="576" y="6"/>
            <a:ext cx="5647182" cy="7991474"/>
          </a:xfrm>
          <a:prstGeom prst="rect">
            <a:avLst/>
          </a:prstGeom>
        </p:spPr>
      </p:pic>
      <p:sp>
        <p:nvSpPr>
          <p:cNvPr id="79" name="Rectangle: Rounded Corners 78">
            <a:extLst>
              <a:ext uri="{FF2B5EF4-FFF2-40B4-BE49-F238E27FC236}">
                <a16:creationId xmlns:a16="http://schemas.microsoft.com/office/drawing/2014/main" id="{F81BFA34-B18A-5D19-CB2E-5EFFFD85E75F}"/>
              </a:ext>
            </a:extLst>
          </p:cNvPr>
          <p:cNvSpPr/>
          <p:nvPr/>
        </p:nvSpPr>
        <p:spPr bwMode="auto">
          <a:xfrm>
            <a:off x="282153" y="5210604"/>
            <a:ext cx="1625418" cy="244432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sp>
        <p:nvSpPr>
          <p:cNvPr id="80" name="Rectangle: Rounded Corners 79">
            <a:extLst>
              <a:ext uri="{FF2B5EF4-FFF2-40B4-BE49-F238E27FC236}">
                <a16:creationId xmlns:a16="http://schemas.microsoft.com/office/drawing/2014/main" id="{B9FF4C58-C222-0372-551A-B65DBB1DB687}"/>
              </a:ext>
            </a:extLst>
          </p:cNvPr>
          <p:cNvSpPr/>
          <p:nvPr/>
        </p:nvSpPr>
        <p:spPr bwMode="auto">
          <a:xfrm>
            <a:off x="2016908" y="5210604"/>
            <a:ext cx="1625418" cy="244432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sp>
        <p:nvSpPr>
          <p:cNvPr id="81" name="Rectangle: Rounded Corners 80">
            <a:extLst>
              <a:ext uri="{FF2B5EF4-FFF2-40B4-BE49-F238E27FC236}">
                <a16:creationId xmlns:a16="http://schemas.microsoft.com/office/drawing/2014/main" id="{40975A17-5A4C-D6C3-AEC2-7F7BB3AB4AF3}"/>
              </a:ext>
            </a:extLst>
          </p:cNvPr>
          <p:cNvSpPr/>
          <p:nvPr/>
        </p:nvSpPr>
        <p:spPr bwMode="auto">
          <a:xfrm>
            <a:off x="3763968" y="5210604"/>
            <a:ext cx="1625418" cy="244432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pic>
        <p:nvPicPr>
          <p:cNvPr id="71" name="Picture 70">
            <a:extLst>
              <a:ext uri="{FF2B5EF4-FFF2-40B4-BE49-F238E27FC236}">
                <a16:creationId xmlns:a16="http://schemas.microsoft.com/office/drawing/2014/main" id="{9B91F6E1-310B-4DCA-D9D1-EFA8D25C3146}"/>
              </a:ext>
            </a:extLst>
          </p:cNvPr>
          <p:cNvPicPr>
            <a:picLocks noChangeAspect="1"/>
          </p:cNvPicPr>
          <p:nvPr/>
        </p:nvPicPr>
        <p:blipFill>
          <a:blip r:embed="rId4"/>
          <a:srcRect l="82526" t="30965" r="-63239" b="25799"/>
          <a:stretch>
            <a:fillRect/>
          </a:stretch>
        </p:blipFill>
        <p:spPr>
          <a:xfrm>
            <a:off x="576" y="-6495"/>
            <a:ext cx="5652707" cy="1385835"/>
          </a:xfrm>
          <a:prstGeom prst="rect">
            <a:avLst/>
          </a:prstGeom>
          <a:effectLst/>
        </p:spPr>
      </p:pic>
      <p:sp>
        <p:nvSpPr>
          <p:cNvPr id="61" name="Rectangle 60">
            <a:extLst>
              <a:ext uri="{FF2B5EF4-FFF2-40B4-BE49-F238E27FC236}">
                <a16:creationId xmlns:a16="http://schemas.microsoft.com/office/drawing/2014/main" id="{9E2C1D61-C97B-074D-2D5C-424C889179B7}"/>
              </a:ext>
            </a:extLst>
          </p:cNvPr>
          <p:cNvSpPr/>
          <p:nvPr/>
        </p:nvSpPr>
        <p:spPr bwMode="auto">
          <a:xfrm>
            <a:off x="576" y="-3447"/>
            <a:ext cx="5647182" cy="1385833"/>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63" name="Picture 62">
            <a:extLst>
              <a:ext uri="{FF2B5EF4-FFF2-40B4-BE49-F238E27FC236}">
                <a16:creationId xmlns:a16="http://schemas.microsoft.com/office/drawing/2014/main" id="{1F8D7817-2A34-A090-10BB-8A54EB0076A2}"/>
              </a:ext>
            </a:extLst>
          </p:cNvPr>
          <p:cNvPicPr>
            <a:picLocks noChangeAspect="1"/>
          </p:cNvPicPr>
          <p:nvPr/>
        </p:nvPicPr>
        <p:blipFill>
          <a:blip r:embed="rId4"/>
          <a:srcRect l="-57031" t="49290" r="56933" b="-2909"/>
          <a:stretch>
            <a:fillRect/>
          </a:stretch>
        </p:blipFill>
        <p:spPr>
          <a:xfrm>
            <a:off x="576" y="-3448"/>
            <a:ext cx="5652707" cy="1385835"/>
          </a:xfrm>
          <a:prstGeom prst="rect">
            <a:avLst/>
          </a:prstGeom>
          <a:effectLst/>
        </p:spPr>
      </p:pic>
      <p:sp>
        <p:nvSpPr>
          <p:cNvPr id="32" name="Title 31">
            <a:extLst>
              <a:ext uri="{FF2B5EF4-FFF2-40B4-BE49-F238E27FC236}">
                <a16:creationId xmlns:a16="http://schemas.microsoft.com/office/drawing/2014/main" id="{C8230886-385E-3625-B41A-6EB929B3CECD}"/>
              </a:ext>
            </a:extLst>
          </p:cNvPr>
          <p:cNvSpPr txBox="1">
            <a:spLocks noGrp="1"/>
          </p:cNvSpPr>
          <p:nvPr>
            <p:ph type="ctrTitle"/>
          </p:nvPr>
        </p:nvSpPr>
        <p:spPr>
          <a:xfrm>
            <a:off x="280573" y="563896"/>
            <a:ext cx="4214824" cy="565524"/>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365417">
              <a:spcBef>
                <a:spcPts val="0"/>
              </a:spcBef>
            </a:pPr>
            <a:r>
              <a:rPr lang="en-US" sz="2035" dirty="0">
                <a:solidFill>
                  <a:srgbClr val="C03BC4"/>
                </a:solidFill>
                <a:cs typeface="Segoe Sans Display Semilight" pitchFamily="2" charset="0"/>
              </a:rPr>
              <a:t>Microsoft Purview Suite </a:t>
            </a:r>
            <a:r>
              <a:rPr lang="en-US" sz="2035" dirty="0">
                <a:cs typeface="Segoe Sans Display Semilight" pitchFamily="2" charset="0"/>
              </a:rPr>
              <a:t>for Microsoft 365 Business Premium</a:t>
            </a:r>
          </a:p>
        </p:txBody>
      </p:sp>
      <p:sp>
        <p:nvSpPr>
          <p:cNvPr id="17" name="TextBox 16">
            <a:extLst>
              <a:ext uri="{FF2B5EF4-FFF2-40B4-BE49-F238E27FC236}">
                <a16:creationId xmlns:a16="http://schemas.microsoft.com/office/drawing/2014/main" id="{A92E1932-F00B-7615-5E7D-55DC4703F1C2}"/>
              </a:ext>
            </a:extLst>
          </p:cNvPr>
          <p:cNvSpPr txBox="1">
            <a:spLocks/>
          </p:cNvSpPr>
          <p:nvPr/>
        </p:nvSpPr>
        <p:spPr>
          <a:xfrm>
            <a:off x="2074568" y="1662672"/>
            <a:ext cx="3157627" cy="447324"/>
          </a:xfrm>
          <a:prstGeom prst="rect">
            <a:avLst/>
          </a:prstGeom>
          <a:noFill/>
        </p:spPr>
        <p:txBody>
          <a:bodyPr wrap="square" lIns="0" tIns="0" rIns="0" bIns="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64395">
              <a:spcAft>
                <a:spcPts val="1309"/>
              </a:spcAft>
              <a:defRPr/>
            </a:pPr>
            <a:r>
              <a:rPr lang="en-US" sz="1453">
                <a:solidFill>
                  <a:srgbClr val="000000"/>
                </a:solidFill>
                <a:latin typeface="Segoe Sans Display Semibold" pitchFamily="2" charset="0"/>
                <a:cs typeface="Segoe Sans Display Semibold" pitchFamily="2" charset="0"/>
              </a:rPr>
              <a:t>Intelligent compliance and risk management in the age of AI</a:t>
            </a:r>
          </a:p>
        </p:txBody>
      </p:sp>
      <p:sp>
        <p:nvSpPr>
          <p:cNvPr id="3" name="TextBox 2">
            <a:extLst>
              <a:ext uri="{FF2B5EF4-FFF2-40B4-BE49-F238E27FC236}">
                <a16:creationId xmlns:a16="http://schemas.microsoft.com/office/drawing/2014/main" id="{DA3B5A7B-B9D1-2B64-CAD0-43CB23302445}"/>
              </a:ext>
            </a:extLst>
          </p:cNvPr>
          <p:cNvSpPr txBox="1">
            <a:spLocks/>
          </p:cNvSpPr>
          <p:nvPr/>
        </p:nvSpPr>
        <p:spPr>
          <a:xfrm>
            <a:off x="2090404" y="2197159"/>
            <a:ext cx="3290136" cy="2334191"/>
          </a:xfrm>
          <a:prstGeom prst="rect">
            <a:avLst/>
          </a:prstGeom>
          <a:noFill/>
        </p:spPr>
        <p:txBody>
          <a:bodyPr wrap="square" lIns="0" tIns="0" rIns="0" bIns="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64395">
              <a:spcAft>
                <a:spcPts val="582"/>
              </a:spcAft>
              <a:defRPr/>
            </a:pPr>
            <a:r>
              <a:rPr lang="en-US" sz="997">
                <a:solidFill>
                  <a:srgbClr val="000000"/>
                </a:solidFill>
                <a:latin typeface="Segoe UI"/>
                <a:ea typeface="+mn-lt"/>
                <a:cs typeface="Segoe UI"/>
              </a:rPr>
              <a:t>Microsoft Purview Suite, now available as an add-on to Microsoft 365 Business Premium, providers integrated data security and compliance capabilities critical for organizations looking to adopt Gen AI technologies and minimize risks related to regulatory requirements.</a:t>
            </a:r>
            <a:endParaRPr lang="en-US" sz="1594">
              <a:solidFill>
                <a:srgbClr val="000000"/>
              </a:solidFill>
              <a:latin typeface="Segoe UI"/>
              <a:ea typeface="+mn-lt"/>
              <a:cs typeface="Segoe UI"/>
            </a:endParaRPr>
          </a:p>
          <a:p>
            <a:pPr marL="132879" indent="-132879" defTabSz="332198">
              <a:spcBef>
                <a:spcPts val="437"/>
              </a:spcBef>
              <a:spcAft>
                <a:spcPts val="582"/>
              </a:spcAft>
              <a:buFont typeface="Arial" panose="020B0604020202020204" pitchFamily="34" charset="0"/>
              <a:buChar char="•"/>
              <a:defRPr/>
            </a:pPr>
            <a:r>
              <a:rPr lang="en-US" sz="997">
                <a:solidFill>
                  <a:srgbClr val="000000"/>
                </a:solidFill>
                <a:latin typeface="Segoe Sans Display"/>
                <a:cs typeface="Segoe Sans Display"/>
              </a:rPr>
              <a:t>Safeguard sensitive data across clouds, apps, and endpoints.</a:t>
            </a:r>
          </a:p>
          <a:p>
            <a:pPr marL="132879" indent="-132879" defTabSz="332198">
              <a:spcAft>
                <a:spcPts val="582"/>
              </a:spcAft>
              <a:buFont typeface="Arial" panose="020B0604020202020204" pitchFamily="34" charset="0"/>
              <a:buChar char="•"/>
              <a:defRPr/>
            </a:pPr>
            <a:r>
              <a:rPr lang="en-US" sz="997">
                <a:solidFill>
                  <a:srgbClr val="000000"/>
                </a:solidFill>
                <a:latin typeface="Segoe Sans Display"/>
                <a:cs typeface="Segoe Sans Display"/>
              </a:rPr>
              <a:t>Identify and remediate critical risks within your organization.</a:t>
            </a:r>
          </a:p>
          <a:p>
            <a:pPr marL="132879" indent="-132879" defTabSz="332198">
              <a:spcAft>
                <a:spcPts val="582"/>
              </a:spcAft>
              <a:buFont typeface="Arial" panose="020B0604020202020204" pitchFamily="34" charset="0"/>
              <a:buChar char="•"/>
              <a:defRPr/>
            </a:pPr>
            <a:r>
              <a:rPr lang="en-US" sz="997">
                <a:solidFill>
                  <a:srgbClr val="000000"/>
                </a:solidFill>
                <a:latin typeface="Segoe Sans Display"/>
                <a:cs typeface="Segoe Sans Display"/>
              </a:rPr>
              <a:t>Investigate and respond to legal requirements with relevant data.</a:t>
            </a:r>
          </a:p>
          <a:p>
            <a:pPr marL="132879" indent="-132879" defTabSz="332198">
              <a:spcAft>
                <a:spcPts val="582"/>
              </a:spcAft>
              <a:buFont typeface="Arial" panose="020B0604020202020204" pitchFamily="34" charset="0"/>
              <a:buChar char="•"/>
              <a:defRPr/>
            </a:pPr>
            <a:r>
              <a:rPr lang="en-US" sz="997">
                <a:solidFill>
                  <a:srgbClr val="000000"/>
                </a:solidFill>
                <a:latin typeface="Segoe UI"/>
                <a:ea typeface="+mn-lt"/>
                <a:cs typeface="Segoe UI"/>
              </a:rPr>
              <a:t>Built-in assessments and actions for 350+ regional regulations</a:t>
            </a:r>
            <a:endParaRPr lang="en-US" sz="1594">
              <a:solidFill>
                <a:srgbClr val="000000"/>
              </a:solidFill>
              <a:latin typeface="Segoe UI"/>
            </a:endParaRPr>
          </a:p>
        </p:txBody>
      </p:sp>
      <p:sp>
        <p:nvSpPr>
          <p:cNvPr id="42" name="Left Bracket 41">
            <a:extLst>
              <a:ext uri="{FF2B5EF4-FFF2-40B4-BE49-F238E27FC236}">
                <a16:creationId xmlns:a16="http://schemas.microsoft.com/office/drawing/2014/main" id="{4607B54D-3EC6-3752-105A-D9D2701B8F61}"/>
              </a:ext>
            </a:extLst>
          </p:cNvPr>
          <p:cNvSpPr/>
          <p:nvPr/>
        </p:nvSpPr>
        <p:spPr>
          <a:xfrm rot="16200000" flipH="1">
            <a:off x="2710625" y="2477599"/>
            <a:ext cx="244967" cy="5085222"/>
          </a:xfrm>
          <a:prstGeom prst="leftBracket">
            <a:avLst>
              <a:gd name="adj" fmla="val 0"/>
            </a:avLst>
          </a:prstGeom>
          <a:ln w="9525" cap="rnd">
            <a:solidFill>
              <a:srgbClr val="C03BC4">
                <a:alpha val="25000"/>
              </a:srgbClr>
            </a:solidFill>
            <a:headEnd type="none" w="lg" len="med"/>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332198">
              <a:defRPr/>
            </a:pPr>
            <a:endParaRPr lang="en-IN" sz="1309">
              <a:solidFill>
                <a:srgbClr val="000000"/>
              </a:solidFill>
              <a:latin typeface="Segoe UI"/>
            </a:endParaRPr>
          </a:p>
        </p:txBody>
      </p:sp>
      <p:sp>
        <p:nvSpPr>
          <p:cNvPr id="43" name="Title 1">
            <a:extLst>
              <a:ext uri="{FF2B5EF4-FFF2-40B4-BE49-F238E27FC236}">
                <a16:creationId xmlns:a16="http://schemas.microsoft.com/office/drawing/2014/main" id="{0229FE75-A857-208B-452D-3AC05899E608}"/>
              </a:ext>
            </a:extLst>
          </p:cNvPr>
          <p:cNvSpPr txBox="1">
            <a:spLocks/>
          </p:cNvSpPr>
          <p:nvPr/>
        </p:nvSpPr>
        <p:spPr>
          <a:xfrm>
            <a:off x="550049" y="4818509"/>
            <a:ext cx="4574680" cy="151092"/>
          </a:xfrm>
          <a:prstGeom prst="rect">
            <a:avLst/>
          </a:prstGeom>
          <a:solidFill>
            <a:srgbClr val="F2F0F0"/>
          </a:solidFill>
          <a:ln w="9525">
            <a:noFill/>
          </a:ln>
        </p:spPr>
        <p:txBody>
          <a:bodyPr vert="horz" wrap="square" lIns="66437" tIns="33220" rIns="66437" bIns="33220" rtlCol="0" anchor="ctr" anchorCtr="0">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664370">
              <a:spcAft>
                <a:spcPct val="0"/>
              </a:spcAft>
              <a:defRPr/>
            </a:pPr>
            <a:r>
              <a:rPr lang="en-US" sz="1163" spc="0">
                <a:solidFill>
                  <a:srgbClr val="C03BC4"/>
                </a:solidFill>
                <a:latin typeface="Segoe UI Semibold"/>
                <a:ea typeface="+mj-lt"/>
                <a:cs typeface="Segoe UI Semibold"/>
              </a:rPr>
              <a:t>Unified solutions to secure and govern data for the era of AI</a:t>
            </a:r>
            <a:endParaRPr lang="en-US" sz="2616" spc="-36">
              <a:solidFill>
                <a:srgbClr val="C03BC4"/>
              </a:solidFill>
              <a:latin typeface="Segoe UI Semibold"/>
            </a:endParaRPr>
          </a:p>
        </p:txBody>
      </p:sp>
      <p:sp>
        <p:nvSpPr>
          <p:cNvPr id="44" name="TextBox 43">
            <a:extLst>
              <a:ext uri="{FF2B5EF4-FFF2-40B4-BE49-F238E27FC236}">
                <a16:creationId xmlns:a16="http://schemas.microsoft.com/office/drawing/2014/main" id="{A7A559E7-3970-4136-DC54-7BA2820FF8F5}"/>
              </a:ext>
            </a:extLst>
          </p:cNvPr>
          <p:cNvSpPr txBox="1"/>
          <p:nvPr/>
        </p:nvSpPr>
        <p:spPr>
          <a:xfrm>
            <a:off x="358808" y="5920009"/>
            <a:ext cx="1547063" cy="380226"/>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l" defTabSz="664370">
              <a:defRPr/>
            </a:pPr>
            <a:r>
              <a:rPr lang="en-US" sz="1017">
                <a:solidFill>
                  <a:srgbClr val="000000"/>
                </a:solidFill>
                <a:latin typeface="Segoe Sans Display Semibold"/>
                <a:cs typeface="Segoe Sans Display Semibold"/>
              </a:rPr>
              <a:t>Address oversharing concerns</a:t>
            </a:r>
          </a:p>
        </p:txBody>
      </p:sp>
      <p:sp>
        <p:nvSpPr>
          <p:cNvPr id="45" name="TextBox 44">
            <a:extLst>
              <a:ext uri="{FF2B5EF4-FFF2-40B4-BE49-F238E27FC236}">
                <a16:creationId xmlns:a16="http://schemas.microsoft.com/office/drawing/2014/main" id="{2FBE6B00-7CF5-6B33-E396-66DF2835C682}"/>
              </a:ext>
            </a:extLst>
          </p:cNvPr>
          <p:cNvSpPr txBox="1"/>
          <p:nvPr/>
        </p:nvSpPr>
        <p:spPr>
          <a:xfrm>
            <a:off x="2089467" y="5920009"/>
            <a:ext cx="1537883" cy="380226"/>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l" defTabSz="664370">
              <a:defRPr/>
            </a:pPr>
            <a:r>
              <a:rPr lang="en-US" sz="1017">
                <a:solidFill>
                  <a:srgbClr val="000000"/>
                </a:solidFill>
                <a:latin typeface="Segoe Sans Display Semibold"/>
                <a:cs typeface="Segoe Sans Display Semibold"/>
              </a:rPr>
              <a:t>Protect against data loss and insider risks</a:t>
            </a:r>
          </a:p>
        </p:txBody>
      </p:sp>
      <p:sp>
        <p:nvSpPr>
          <p:cNvPr id="46" name="TextBox 45">
            <a:extLst>
              <a:ext uri="{FF2B5EF4-FFF2-40B4-BE49-F238E27FC236}">
                <a16:creationId xmlns:a16="http://schemas.microsoft.com/office/drawing/2014/main" id="{CF4731E7-05FF-532F-52AE-93BA33AE7EC1}"/>
              </a:ext>
            </a:extLst>
          </p:cNvPr>
          <p:cNvSpPr txBox="1"/>
          <p:nvPr/>
        </p:nvSpPr>
        <p:spPr>
          <a:xfrm>
            <a:off x="3832720" y="5920008"/>
            <a:ext cx="1507119" cy="380226"/>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l" defTabSz="664370">
              <a:defRPr/>
            </a:pPr>
            <a:r>
              <a:rPr lang="en-US" sz="1017">
                <a:solidFill>
                  <a:srgbClr val="000000"/>
                </a:solidFill>
                <a:latin typeface="Segoe Sans Display Semibold"/>
                <a:cs typeface="Segoe Sans Display Semibold"/>
              </a:rPr>
              <a:t>Govern AI use to meet regulations &amp; policies</a:t>
            </a:r>
          </a:p>
        </p:txBody>
      </p:sp>
      <p:sp>
        <p:nvSpPr>
          <p:cNvPr id="47" name="TextBox 46">
            <a:extLst>
              <a:ext uri="{FF2B5EF4-FFF2-40B4-BE49-F238E27FC236}">
                <a16:creationId xmlns:a16="http://schemas.microsoft.com/office/drawing/2014/main" id="{DBF849E1-2B38-8110-7D96-69D3AF3E886A}"/>
              </a:ext>
            </a:extLst>
          </p:cNvPr>
          <p:cNvSpPr txBox="1"/>
          <p:nvPr/>
        </p:nvSpPr>
        <p:spPr>
          <a:xfrm>
            <a:off x="361047" y="6328431"/>
            <a:ext cx="1362545" cy="1109538"/>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Gain visibility into overshared content.</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Remediate excessive permissions.</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Prevent Generative AI from processing sensitive files.</a:t>
            </a:r>
          </a:p>
        </p:txBody>
      </p:sp>
      <p:sp>
        <p:nvSpPr>
          <p:cNvPr id="48" name="TextBox 47">
            <a:extLst>
              <a:ext uri="{FF2B5EF4-FFF2-40B4-BE49-F238E27FC236}">
                <a16:creationId xmlns:a16="http://schemas.microsoft.com/office/drawing/2014/main" id="{3CC0BE90-57FC-7645-EC41-2A5A4441D26E}"/>
              </a:ext>
            </a:extLst>
          </p:cNvPr>
          <p:cNvSpPr txBox="1"/>
          <p:nvPr/>
        </p:nvSpPr>
        <p:spPr>
          <a:xfrm>
            <a:off x="2097858" y="6328431"/>
            <a:ext cx="1510276" cy="1109538"/>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Get alerts and reports of risky behavior and AI use.</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Protect sensitive files and Copilot interactions.</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Dynamically apply security policies based on risky actions.</a:t>
            </a:r>
          </a:p>
        </p:txBody>
      </p:sp>
      <p:sp>
        <p:nvSpPr>
          <p:cNvPr id="49" name="TextBox 48">
            <a:extLst>
              <a:ext uri="{FF2B5EF4-FFF2-40B4-BE49-F238E27FC236}">
                <a16:creationId xmlns:a16="http://schemas.microsoft.com/office/drawing/2014/main" id="{07FC56BF-390F-68CB-6993-C9226762ED03}"/>
              </a:ext>
            </a:extLst>
          </p:cNvPr>
          <p:cNvSpPr txBox="1"/>
          <p:nvPr/>
        </p:nvSpPr>
        <p:spPr>
          <a:xfrm>
            <a:off x="3850717" y="6328432"/>
            <a:ext cx="1461625" cy="1109538"/>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Inspect interaction content and audit logs. </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Investigate for compliance and ethical violations.</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Enforce lifecycle policies and legal holds. </a:t>
            </a:r>
          </a:p>
        </p:txBody>
      </p:sp>
      <p:grpSp>
        <p:nvGrpSpPr>
          <p:cNvPr id="50" name="Group 49">
            <a:extLst>
              <a:ext uri="{FF2B5EF4-FFF2-40B4-BE49-F238E27FC236}">
                <a16:creationId xmlns:a16="http://schemas.microsoft.com/office/drawing/2014/main" id="{1DAC263C-DD68-2093-183D-563923E8995E}"/>
              </a:ext>
            </a:extLst>
          </p:cNvPr>
          <p:cNvGrpSpPr/>
          <p:nvPr/>
        </p:nvGrpSpPr>
        <p:grpSpPr>
          <a:xfrm>
            <a:off x="922768" y="5405402"/>
            <a:ext cx="352772" cy="352770"/>
            <a:chOff x="1279011" y="2060416"/>
            <a:chExt cx="441393" cy="441390"/>
          </a:xfrm>
        </p:grpSpPr>
        <p:sp>
          <p:nvSpPr>
            <p:cNvPr id="51" name="Oval 50">
              <a:extLst>
                <a:ext uri="{FF2B5EF4-FFF2-40B4-BE49-F238E27FC236}">
                  <a16:creationId xmlns:a16="http://schemas.microsoft.com/office/drawing/2014/main" id="{E2C8F927-3A6B-5151-5591-7DBD1A7B5937}"/>
                </a:ext>
              </a:extLst>
            </p:cNvPr>
            <p:cNvSpPr/>
            <p:nvPr/>
          </p:nvSpPr>
          <p:spPr bwMode="auto">
            <a:xfrm rot="5400000">
              <a:off x="1279013" y="2060414"/>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53" name="Graphic 81" descr="Icon of an app window with a closed padlock">
              <a:extLst>
                <a:ext uri="{FF2B5EF4-FFF2-40B4-BE49-F238E27FC236}">
                  <a16:creationId xmlns:a16="http://schemas.microsoft.com/office/drawing/2014/main" id="{EA82653D-5D21-5D23-3B69-4F87EAB3F775}"/>
                </a:ext>
              </a:extLst>
            </p:cNvPr>
            <p:cNvSpPr/>
            <p:nvPr/>
          </p:nvSpPr>
          <p:spPr>
            <a:xfrm>
              <a:off x="1407278" y="2184013"/>
              <a:ext cx="184865" cy="194188"/>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6774" tIns="18687" rIns="106774" bIns="19932" rtlCol="0" anchor="ctr">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1653613" fontAlgn="base">
                <a:spcBef>
                  <a:spcPts val="1309"/>
                </a:spcBef>
                <a:spcAft>
                  <a:spcPts val="1309"/>
                </a:spcAft>
                <a:tabLst>
                  <a:tab pos="2689286" algn="l"/>
                </a:tabLst>
                <a:defRPr/>
              </a:pPr>
              <a:endParaRPr lang="en-US" sz="1309">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grpSp>
      <p:grpSp>
        <p:nvGrpSpPr>
          <p:cNvPr id="55" name="Group 54">
            <a:extLst>
              <a:ext uri="{FF2B5EF4-FFF2-40B4-BE49-F238E27FC236}">
                <a16:creationId xmlns:a16="http://schemas.microsoft.com/office/drawing/2014/main" id="{6147BE28-4AEC-895D-F51C-A5F4B37367EA}"/>
              </a:ext>
            </a:extLst>
          </p:cNvPr>
          <p:cNvGrpSpPr/>
          <p:nvPr/>
        </p:nvGrpSpPr>
        <p:grpSpPr>
          <a:xfrm>
            <a:off x="2661765" y="5405400"/>
            <a:ext cx="352772" cy="352770"/>
            <a:chOff x="3672450" y="2060414"/>
            <a:chExt cx="441393" cy="441390"/>
          </a:xfrm>
        </p:grpSpPr>
        <p:sp>
          <p:nvSpPr>
            <p:cNvPr id="56" name="Oval 55">
              <a:extLst>
                <a:ext uri="{FF2B5EF4-FFF2-40B4-BE49-F238E27FC236}">
                  <a16:creationId xmlns:a16="http://schemas.microsoft.com/office/drawing/2014/main" id="{CEEF4C83-13A7-1861-04DA-79288535A308}"/>
                </a:ext>
              </a:extLst>
            </p:cNvPr>
            <p:cNvSpPr/>
            <p:nvPr/>
          </p:nvSpPr>
          <p:spPr bwMode="auto">
            <a:xfrm rot="5400000">
              <a:off x="3672452"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57" name="Graphic 80" descr="Icon of a key">
              <a:extLst>
                <a:ext uri="{FF2B5EF4-FFF2-40B4-BE49-F238E27FC236}">
                  <a16:creationId xmlns:a16="http://schemas.microsoft.com/office/drawing/2014/main" id="{5670A3F3-ACD7-3E45-2270-28F32E926B25}"/>
                </a:ext>
              </a:extLst>
            </p:cNvPr>
            <p:cNvSpPr/>
            <p:nvPr/>
          </p:nvSpPr>
          <p:spPr>
            <a:xfrm>
              <a:off x="3810058" y="2194263"/>
              <a:ext cx="166179" cy="173691"/>
            </a:xfrm>
            <a:custGeom>
              <a:avLst/>
              <a:gdLst>
                <a:gd name="connsiteX0" fmla="*/ 251964 w 310702"/>
                <a:gd name="connsiteY0" fmla="*/ 76517 h 309156"/>
                <a:gd name="connsiteX1" fmla="*/ 232642 w 310702"/>
                <a:gd name="connsiteY1" fmla="*/ 95839 h 309156"/>
                <a:gd name="connsiteX2" fmla="*/ 213319 w 310702"/>
                <a:gd name="connsiteY2" fmla="*/ 76517 h 309156"/>
                <a:gd name="connsiteX3" fmla="*/ 232642 w 310702"/>
                <a:gd name="connsiteY3" fmla="*/ 57194 h 309156"/>
                <a:gd name="connsiteX4" fmla="*/ 251964 w 310702"/>
                <a:gd name="connsiteY4" fmla="*/ 76517 h 309156"/>
                <a:gd name="connsiteX5" fmla="*/ 209453 w 310702"/>
                <a:gd name="connsiteY5" fmla="*/ 0 h 309156"/>
                <a:gd name="connsiteX6" fmla="*/ 108205 w 310702"/>
                <a:gd name="connsiteY6" fmla="*/ 101249 h 309156"/>
                <a:gd name="connsiteX7" fmla="*/ 109912 w 310702"/>
                <a:gd name="connsiteY7" fmla="*/ 118315 h 309156"/>
                <a:gd name="connsiteX8" fmla="*/ 108842 w 310702"/>
                <a:gd name="connsiteY8" fmla="*/ 122088 h 309156"/>
                <a:gd name="connsiteX9" fmla="*/ 12451 w 310702"/>
                <a:gd name="connsiteY9" fmla="*/ 218479 h 309156"/>
                <a:gd name="connsiteX10" fmla="*/ 0 w 310702"/>
                <a:gd name="connsiteY10" fmla="*/ 248537 h 309156"/>
                <a:gd name="connsiteX11" fmla="*/ 0 w 310702"/>
                <a:gd name="connsiteY11" fmla="*/ 282105 h 309156"/>
                <a:gd name="connsiteX12" fmla="*/ 27051 w 310702"/>
                <a:gd name="connsiteY12" fmla="*/ 309157 h 309156"/>
                <a:gd name="connsiteX13" fmla="*/ 65696 w 310702"/>
                <a:gd name="connsiteY13" fmla="*/ 309157 h 309156"/>
                <a:gd name="connsiteX14" fmla="*/ 92747 w 310702"/>
                <a:gd name="connsiteY14" fmla="*/ 282105 h 309156"/>
                <a:gd name="connsiteX15" fmla="*/ 92747 w 310702"/>
                <a:gd name="connsiteY15" fmla="*/ 262783 h 309156"/>
                <a:gd name="connsiteX16" fmla="*/ 119798 w 310702"/>
                <a:gd name="connsiteY16" fmla="*/ 262783 h 309156"/>
                <a:gd name="connsiteX17" fmla="*/ 139120 w 310702"/>
                <a:gd name="connsiteY17" fmla="*/ 243461 h 309156"/>
                <a:gd name="connsiteX18" fmla="*/ 139120 w 310702"/>
                <a:gd name="connsiteY18" fmla="*/ 216410 h 309156"/>
                <a:gd name="connsiteX19" fmla="*/ 166171 w 310702"/>
                <a:gd name="connsiteY19" fmla="*/ 216410 h 309156"/>
                <a:gd name="connsiteX20" fmla="*/ 185481 w 310702"/>
                <a:gd name="connsiteY20" fmla="*/ 197802 h 309156"/>
                <a:gd name="connsiteX21" fmla="*/ 209453 w 310702"/>
                <a:gd name="connsiteY21" fmla="*/ 200952 h 309156"/>
                <a:gd name="connsiteX22" fmla="*/ 310702 w 310702"/>
                <a:gd name="connsiteY22" fmla="*/ 99703 h 309156"/>
                <a:gd name="connsiteX23" fmla="*/ 209453 w 310702"/>
                <a:gd name="connsiteY23" fmla="*/ 0 h 309156"/>
                <a:gd name="connsiteX24" fmla="*/ 131391 w 310702"/>
                <a:gd name="connsiteY24" fmla="*/ 101249 h 309156"/>
                <a:gd name="connsiteX25" fmla="*/ 209453 w 310702"/>
                <a:gd name="connsiteY25" fmla="*/ 23187 h 309156"/>
                <a:gd name="connsiteX26" fmla="*/ 287515 w 310702"/>
                <a:gd name="connsiteY26" fmla="*/ 99703 h 309156"/>
                <a:gd name="connsiteX27" fmla="*/ 209453 w 310702"/>
                <a:gd name="connsiteY27" fmla="*/ 177765 h 309156"/>
                <a:gd name="connsiteX28" fmla="*/ 178468 w 310702"/>
                <a:gd name="connsiteY28" fmla="*/ 170973 h 309156"/>
                <a:gd name="connsiteX29" fmla="*/ 167519 w 310702"/>
                <a:gd name="connsiteY29" fmla="*/ 171951 h 309156"/>
                <a:gd name="connsiteX30" fmla="*/ 162307 w 310702"/>
                <a:gd name="connsiteY30" fmla="*/ 181630 h 309156"/>
                <a:gd name="connsiteX31" fmla="*/ 162307 w 310702"/>
                <a:gd name="connsiteY31" fmla="*/ 193223 h 309156"/>
                <a:gd name="connsiteX32" fmla="*/ 135256 w 310702"/>
                <a:gd name="connsiteY32" fmla="*/ 193223 h 309156"/>
                <a:gd name="connsiteX33" fmla="*/ 115934 w 310702"/>
                <a:gd name="connsiteY33" fmla="*/ 212545 h 309156"/>
                <a:gd name="connsiteX34" fmla="*/ 115934 w 310702"/>
                <a:gd name="connsiteY34" fmla="*/ 239596 h 309156"/>
                <a:gd name="connsiteX35" fmla="*/ 88883 w 310702"/>
                <a:gd name="connsiteY35" fmla="*/ 239596 h 309156"/>
                <a:gd name="connsiteX36" fmla="*/ 69560 w 310702"/>
                <a:gd name="connsiteY36" fmla="*/ 258919 h 309156"/>
                <a:gd name="connsiteX37" fmla="*/ 69560 w 310702"/>
                <a:gd name="connsiteY37" fmla="*/ 282105 h 309156"/>
                <a:gd name="connsiteX38" fmla="*/ 65696 w 310702"/>
                <a:gd name="connsiteY38" fmla="*/ 285970 h 309156"/>
                <a:gd name="connsiteX39" fmla="*/ 27051 w 310702"/>
                <a:gd name="connsiteY39" fmla="*/ 285970 h 309156"/>
                <a:gd name="connsiteX40" fmla="*/ 23187 w 310702"/>
                <a:gd name="connsiteY40" fmla="*/ 282105 h 309156"/>
                <a:gd name="connsiteX41" fmla="*/ 23187 w 310702"/>
                <a:gd name="connsiteY41" fmla="*/ 248537 h 309156"/>
                <a:gd name="connsiteX42" fmla="*/ 28846 w 310702"/>
                <a:gd name="connsiteY42" fmla="*/ 234874 h 309156"/>
                <a:gd name="connsiteX43" fmla="*/ 125238 w 310702"/>
                <a:gd name="connsiteY43" fmla="*/ 138484 h 309156"/>
                <a:gd name="connsiteX44" fmla="*/ 132750 w 310702"/>
                <a:gd name="connsiteY44" fmla="*/ 114308 h 309156"/>
                <a:gd name="connsiteX45" fmla="*/ 131391 w 310702"/>
                <a:gd name="connsiteY45" fmla="*/ 101249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10702" h="309156">
                  <a:moveTo>
                    <a:pt x="251964" y="76517"/>
                  </a:moveTo>
                  <a:cubicBezTo>
                    <a:pt x="251964" y="87188"/>
                    <a:pt x="243312" y="95839"/>
                    <a:pt x="232642" y="95839"/>
                  </a:cubicBezTo>
                  <a:cubicBezTo>
                    <a:pt x="221970" y="95839"/>
                    <a:pt x="213319" y="87188"/>
                    <a:pt x="213319" y="76517"/>
                  </a:cubicBezTo>
                  <a:cubicBezTo>
                    <a:pt x="213319" y="65845"/>
                    <a:pt x="221970" y="57194"/>
                    <a:pt x="232642" y="57194"/>
                  </a:cubicBezTo>
                  <a:cubicBezTo>
                    <a:pt x="243312" y="57194"/>
                    <a:pt x="251964" y="65845"/>
                    <a:pt x="251964" y="76517"/>
                  </a:cubicBezTo>
                  <a:close/>
                  <a:moveTo>
                    <a:pt x="209453" y="0"/>
                  </a:moveTo>
                  <a:cubicBezTo>
                    <a:pt x="153586" y="0"/>
                    <a:pt x="108205" y="45381"/>
                    <a:pt x="108205" y="101249"/>
                  </a:cubicBezTo>
                  <a:cubicBezTo>
                    <a:pt x="108205" y="107234"/>
                    <a:pt x="108980" y="113002"/>
                    <a:pt x="109912" y="118315"/>
                  </a:cubicBezTo>
                  <a:cubicBezTo>
                    <a:pt x="110188" y="119883"/>
                    <a:pt x="109684" y="121246"/>
                    <a:pt x="108842" y="122088"/>
                  </a:cubicBezTo>
                  <a:lnTo>
                    <a:pt x="12451" y="218479"/>
                  </a:lnTo>
                  <a:cubicBezTo>
                    <a:pt x="4479" y="226451"/>
                    <a:pt x="0" y="237264"/>
                    <a:pt x="0" y="248537"/>
                  </a:cubicBezTo>
                  <a:lnTo>
                    <a:pt x="0" y="282105"/>
                  </a:lnTo>
                  <a:cubicBezTo>
                    <a:pt x="0" y="297045"/>
                    <a:pt x="12111" y="309157"/>
                    <a:pt x="27051" y="309157"/>
                  </a:cubicBezTo>
                  <a:lnTo>
                    <a:pt x="65696" y="309157"/>
                  </a:lnTo>
                  <a:cubicBezTo>
                    <a:pt x="80636" y="309157"/>
                    <a:pt x="92747" y="297045"/>
                    <a:pt x="92747" y="282105"/>
                  </a:cubicBezTo>
                  <a:lnTo>
                    <a:pt x="92747" y="262783"/>
                  </a:lnTo>
                  <a:lnTo>
                    <a:pt x="119798" y="262783"/>
                  </a:lnTo>
                  <a:cubicBezTo>
                    <a:pt x="130470" y="262783"/>
                    <a:pt x="139120" y="254133"/>
                    <a:pt x="139120" y="243461"/>
                  </a:cubicBezTo>
                  <a:lnTo>
                    <a:pt x="139120" y="216410"/>
                  </a:lnTo>
                  <a:lnTo>
                    <a:pt x="166171" y="216410"/>
                  </a:lnTo>
                  <a:cubicBezTo>
                    <a:pt x="176604" y="216410"/>
                    <a:pt x="185106" y="208143"/>
                    <a:pt x="185481" y="197802"/>
                  </a:cubicBezTo>
                  <a:cubicBezTo>
                    <a:pt x="193159" y="199777"/>
                    <a:pt x="201256" y="200952"/>
                    <a:pt x="209453" y="200952"/>
                  </a:cubicBezTo>
                  <a:cubicBezTo>
                    <a:pt x="265321" y="200952"/>
                    <a:pt x="310702" y="155571"/>
                    <a:pt x="310702" y="99703"/>
                  </a:cubicBezTo>
                  <a:cubicBezTo>
                    <a:pt x="310702" y="43573"/>
                    <a:pt x="265057" y="0"/>
                    <a:pt x="209453" y="0"/>
                  </a:cubicBezTo>
                  <a:close/>
                  <a:moveTo>
                    <a:pt x="131391" y="101249"/>
                  </a:moveTo>
                  <a:cubicBezTo>
                    <a:pt x="131391" y="58187"/>
                    <a:pt x="166391" y="23187"/>
                    <a:pt x="209453" y="23187"/>
                  </a:cubicBezTo>
                  <a:cubicBezTo>
                    <a:pt x="252780" y="23187"/>
                    <a:pt x="287515" y="56903"/>
                    <a:pt x="287515" y="99703"/>
                  </a:cubicBezTo>
                  <a:cubicBezTo>
                    <a:pt x="287515" y="142765"/>
                    <a:pt x="252516" y="177765"/>
                    <a:pt x="209453" y="177765"/>
                  </a:cubicBezTo>
                  <a:cubicBezTo>
                    <a:pt x="198953" y="177765"/>
                    <a:pt x="188143" y="175120"/>
                    <a:pt x="178468" y="170973"/>
                  </a:cubicBezTo>
                  <a:cubicBezTo>
                    <a:pt x="174885" y="169438"/>
                    <a:pt x="170772" y="169806"/>
                    <a:pt x="167519" y="171951"/>
                  </a:cubicBezTo>
                  <a:cubicBezTo>
                    <a:pt x="164265" y="174097"/>
                    <a:pt x="162307" y="177733"/>
                    <a:pt x="162307" y="181630"/>
                  </a:cubicBezTo>
                  <a:lnTo>
                    <a:pt x="162307" y="193223"/>
                  </a:lnTo>
                  <a:lnTo>
                    <a:pt x="135256" y="193223"/>
                  </a:lnTo>
                  <a:cubicBezTo>
                    <a:pt x="124585" y="193223"/>
                    <a:pt x="115934" y="201873"/>
                    <a:pt x="115934" y="212545"/>
                  </a:cubicBezTo>
                  <a:lnTo>
                    <a:pt x="115934" y="239596"/>
                  </a:lnTo>
                  <a:lnTo>
                    <a:pt x="88883" y="239596"/>
                  </a:lnTo>
                  <a:cubicBezTo>
                    <a:pt x="78211" y="239596"/>
                    <a:pt x="69560" y="248247"/>
                    <a:pt x="69560" y="258919"/>
                  </a:cubicBezTo>
                  <a:lnTo>
                    <a:pt x="69560" y="282105"/>
                  </a:lnTo>
                  <a:cubicBezTo>
                    <a:pt x="69560" y="284240"/>
                    <a:pt x="67830" y="285970"/>
                    <a:pt x="65696" y="285970"/>
                  </a:cubicBezTo>
                  <a:lnTo>
                    <a:pt x="27051" y="285970"/>
                  </a:lnTo>
                  <a:cubicBezTo>
                    <a:pt x="24917" y="285970"/>
                    <a:pt x="23187" y="284240"/>
                    <a:pt x="23187" y="282105"/>
                  </a:cubicBezTo>
                  <a:lnTo>
                    <a:pt x="23187" y="248537"/>
                  </a:lnTo>
                  <a:cubicBezTo>
                    <a:pt x="23187" y="243413"/>
                    <a:pt x="25222" y="238499"/>
                    <a:pt x="28846" y="234874"/>
                  </a:cubicBezTo>
                  <a:lnTo>
                    <a:pt x="125238" y="138484"/>
                  </a:lnTo>
                  <a:cubicBezTo>
                    <a:pt x="131705" y="132016"/>
                    <a:pt x="134262" y="122921"/>
                    <a:pt x="132750" y="114308"/>
                  </a:cubicBezTo>
                  <a:cubicBezTo>
                    <a:pt x="131920" y="109578"/>
                    <a:pt x="131391" y="105305"/>
                    <a:pt x="131391" y="101249"/>
                  </a:cubicBezTo>
                  <a:close/>
                </a:path>
              </a:pathLst>
            </a:custGeom>
            <a:solidFill>
              <a:schemeClr val="bg1"/>
            </a:solidFill>
            <a:ln w="11906" cap="flat">
              <a:noFill/>
              <a:prstDash val="solid"/>
              <a:miter/>
            </a:ln>
          </p:spPr>
          <p:txBody>
            <a:bodyPr wrap="square" lIns="106774" tIns="18687" rIns="106774" bIns="19932" rtlCol="0" anchor="ctr">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1653613" fontAlgn="base">
                <a:spcBef>
                  <a:spcPts val="1309"/>
                </a:spcBef>
                <a:spcAft>
                  <a:spcPts val="1309"/>
                </a:spcAft>
                <a:tabLst>
                  <a:tab pos="2689286" algn="l"/>
                </a:tabLst>
                <a:defRPr/>
              </a:pPr>
              <a:endParaRPr lang="en-US" sz="1309">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grpSp>
      <p:grpSp>
        <p:nvGrpSpPr>
          <p:cNvPr id="58" name="Group 57">
            <a:extLst>
              <a:ext uri="{FF2B5EF4-FFF2-40B4-BE49-F238E27FC236}">
                <a16:creationId xmlns:a16="http://schemas.microsoft.com/office/drawing/2014/main" id="{8C7538A5-9030-EA87-C481-53D0C489301C}"/>
              </a:ext>
            </a:extLst>
          </p:cNvPr>
          <p:cNvGrpSpPr/>
          <p:nvPr/>
        </p:nvGrpSpPr>
        <p:grpSpPr>
          <a:xfrm>
            <a:off x="4389758" y="5405400"/>
            <a:ext cx="352772" cy="352770"/>
            <a:chOff x="6050742" y="2060414"/>
            <a:chExt cx="441393" cy="441390"/>
          </a:xfrm>
        </p:grpSpPr>
        <p:sp>
          <p:nvSpPr>
            <p:cNvPr id="59" name="Oval 58">
              <a:extLst>
                <a:ext uri="{FF2B5EF4-FFF2-40B4-BE49-F238E27FC236}">
                  <a16:creationId xmlns:a16="http://schemas.microsoft.com/office/drawing/2014/main" id="{E701CB2E-F682-E7D9-5624-1AE07B8C969B}"/>
                </a:ext>
              </a:extLst>
            </p:cNvPr>
            <p:cNvSpPr/>
            <p:nvPr/>
          </p:nvSpPr>
          <p:spPr bwMode="auto">
            <a:xfrm rot="5400000">
              <a:off x="6050744"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60" name="Graphic 3" descr="Magnifying glass with solid fill">
              <a:extLst>
                <a:ext uri="{FF2B5EF4-FFF2-40B4-BE49-F238E27FC236}">
                  <a16:creationId xmlns:a16="http://schemas.microsoft.com/office/drawing/2014/main" id="{43DF6BA3-36A8-7F9E-4827-840F024E2CA7}"/>
                </a:ext>
              </a:extLst>
            </p:cNvPr>
            <p:cNvSpPr/>
            <p:nvPr/>
          </p:nvSpPr>
          <p:spPr>
            <a:xfrm>
              <a:off x="6182914" y="2188045"/>
              <a:ext cx="177051" cy="186127"/>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solidFill>
              <a:schemeClr val="bg1"/>
            </a:solidFill>
            <a:ln w="11906" cap="flat">
              <a:noFill/>
              <a:prstDash val="solid"/>
              <a:miter/>
            </a:ln>
          </p:spPr>
          <p:txBody>
            <a:bodyPr wrap="square" lIns="106774" tIns="18687" rIns="106774" bIns="19932" rtlCol="0" anchor="ctr">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1653613" fontAlgn="base">
                <a:spcBef>
                  <a:spcPts val="1309"/>
                </a:spcBef>
                <a:spcAft>
                  <a:spcPts val="1309"/>
                </a:spcAft>
                <a:tabLst>
                  <a:tab pos="2689286" algn="l"/>
                </a:tabLst>
                <a:defRPr/>
              </a:pPr>
              <a:endParaRPr lang="en-US" sz="1309">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grpSp>
      <p:cxnSp>
        <p:nvCxnSpPr>
          <p:cNvPr id="72" name="Straight Connector 71">
            <a:extLst>
              <a:ext uri="{FF2B5EF4-FFF2-40B4-BE49-F238E27FC236}">
                <a16:creationId xmlns:a16="http://schemas.microsoft.com/office/drawing/2014/main" id="{A48B8866-B1C4-6A69-B3E4-71B315EBC91E}"/>
              </a:ext>
            </a:extLst>
          </p:cNvPr>
          <p:cNvCxnSpPr>
            <a:cxnSpLocks/>
          </p:cNvCxnSpPr>
          <p:nvPr/>
        </p:nvCxnSpPr>
        <p:spPr>
          <a:xfrm>
            <a:off x="271055" y="1393149"/>
            <a:ext cx="5106225" cy="0"/>
          </a:xfrm>
          <a:prstGeom prst="line">
            <a:avLst/>
          </a:prstGeom>
          <a:ln>
            <a:solidFill>
              <a:srgbClr val="CE9E84">
                <a:alpha val="19000"/>
              </a:srgb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B1FA4B85-4927-1ABB-F554-DE4985060010}"/>
              </a:ext>
            </a:extLst>
          </p:cNvPr>
          <p:cNvSpPr/>
          <p:nvPr/>
        </p:nvSpPr>
        <p:spPr bwMode="auto">
          <a:xfrm>
            <a:off x="437212" y="5210603"/>
            <a:ext cx="1277901" cy="33218"/>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83" name="Rectangle 82">
            <a:extLst>
              <a:ext uri="{FF2B5EF4-FFF2-40B4-BE49-F238E27FC236}">
                <a16:creationId xmlns:a16="http://schemas.microsoft.com/office/drawing/2014/main" id="{6A0AC1F0-B7CC-221C-CF2C-A8AB8A5E2099}"/>
              </a:ext>
            </a:extLst>
          </p:cNvPr>
          <p:cNvSpPr/>
          <p:nvPr/>
        </p:nvSpPr>
        <p:spPr bwMode="auto">
          <a:xfrm>
            <a:off x="2187468" y="5210603"/>
            <a:ext cx="1277901" cy="33218"/>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84" name="Rectangle 83">
            <a:extLst>
              <a:ext uri="{FF2B5EF4-FFF2-40B4-BE49-F238E27FC236}">
                <a16:creationId xmlns:a16="http://schemas.microsoft.com/office/drawing/2014/main" id="{BB100D5B-0759-0B55-0C50-3142C9A438E7}"/>
              </a:ext>
            </a:extLst>
          </p:cNvPr>
          <p:cNvSpPr/>
          <p:nvPr/>
        </p:nvSpPr>
        <p:spPr bwMode="auto">
          <a:xfrm>
            <a:off x="3937726" y="5210603"/>
            <a:ext cx="1277901" cy="33218"/>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cxnSp>
        <p:nvCxnSpPr>
          <p:cNvPr id="85" name="Straight Connector 84">
            <a:extLst>
              <a:ext uri="{FF2B5EF4-FFF2-40B4-BE49-F238E27FC236}">
                <a16:creationId xmlns:a16="http://schemas.microsoft.com/office/drawing/2014/main" id="{D53D3556-994F-A25F-DDA0-46DAB9D9C7E2}"/>
              </a:ext>
            </a:extLst>
          </p:cNvPr>
          <p:cNvCxnSpPr>
            <a:cxnSpLocks/>
          </p:cNvCxnSpPr>
          <p:nvPr/>
        </p:nvCxnSpPr>
        <p:spPr>
          <a:xfrm>
            <a:off x="407346" y="5858200"/>
            <a:ext cx="1384747"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E1EB94C-5A1D-76A4-70FB-CC6D2FD0C410}"/>
              </a:ext>
            </a:extLst>
          </p:cNvPr>
          <p:cNvCxnSpPr>
            <a:cxnSpLocks/>
          </p:cNvCxnSpPr>
          <p:nvPr/>
        </p:nvCxnSpPr>
        <p:spPr>
          <a:xfrm>
            <a:off x="2142101" y="5858200"/>
            <a:ext cx="1384747"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64AE2C17-053F-26EA-40BE-817289A0DC60}"/>
              </a:ext>
            </a:extLst>
          </p:cNvPr>
          <p:cNvCxnSpPr>
            <a:cxnSpLocks/>
          </p:cNvCxnSpPr>
          <p:nvPr/>
        </p:nvCxnSpPr>
        <p:spPr>
          <a:xfrm>
            <a:off x="3876857" y="5858200"/>
            <a:ext cx="1384747"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2" name="Graphic 1" descr="Microsoft Security">
            <a:extLst>
              <a:ext uri="{FF2B5EF4-FFF2-40B4-BE49-F238E27FC236}">
                <a16:creationId xmlns:a16="http://schemas.microsoft.com/office/drawing/2014/main" id="{08D1D08C-9739-150F-4781-21F9F1B6257A}"/>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4770" y="258552"/>
            <a:ext cx="793876" cy="166706"/>
          </a:xfrm>
          <a:prstGeom prst="rect">
            <a:avLst/>
          </a:prstGeom>
        </p:spPr>
      </p:pic>
      <p:grpSp>
        <p:nvGrpSpPr>
          <p:cNvPr id="4" name="Group 3">
            <a:extLst>
              <a:ext uri="{FF2B5EF4-FFF2-40B4-BE49-F238E27FC236}">
                <a16:creationId xmlns:a16="http://schemas.microsoft.com/office/drawing/2014/main" id="{16718F9F-D7F8-8AB5-49E0-F7F004721D21}"/>
              </a:ext>
            </a:extLst>
          </p:cNvPr>
          <p:cNvGrpSpPr/>
          <p:nvPr/>
        </p:nvGrpSpPr>
        <p:grpSpPr>
          <a:xfrm>
            <a:off x="278061" y="1699822"/>
            <a:ext cx="1634954" cy="2790485"/>
            <a:chOff x="271313" y="1691352"/>
            <a:chExt cx="1640799" cy="2800463"/>
          </a:xfrm>
        </p:grpSpPr>
        <p:sp>
          <p:nvSpPr>
            <p:cNvPr id="6" name="Rectangle: Rounded Corners 5">
              <a:extLst>
                <a:ext uri="{FF2B5EF4-FFF2-40B4-BE49-F238E27FC236}">
                  <a16:creationId xmlns:a16="http://schemas.microsoft.com/office/drawing/2014/main" id="{1F261787-A532-6E06-5DBB-DC560E196235}"/>
                </a:ext>
              </a:extLst>
            </p:cNvPr>
            <p:cNvSpPr/>
            <p:nvPr/>
          </p:nvSpPr>
          <p:spPr bwMode="auto">
            <a:xfrm>
              <a:off x="271313" y="1691352"/>
              <a:ext cx="1640799" cy="2800463"/>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2D7F975A-EFFC-ED2A-C751-F90289DD4D12}"/>
                </a:ext>
              </a:extLst>
            </p:cNvPr>
            <p:cNvSpPr/>
            <p:nvPr/>
          </p:nvSpPr>
          <p:spPr bwMode="auto">
            <a:xfrm>
              <a:off x="438251" y="3361462"/>
              <a:ext cx="1300096" cy="580775"/>
            </a:xfrm>
            <a:prstGeom prst="roundRect">
              <a:avLst>
                <a:gd name="adj" fmla="val 8964"/>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grpSp>
          <p:nvGrpSpPr>
            <p:cNvPr id="8" name="Group 7">
              <a:extLst>
                <a:ext uri="{FF2B5EF4-FFF2-40B4-BE49-F238E27FC236}">
                  <a16:creationId xmlns:a16="http://schemas.microsoft.com/office/drawing/2014/main" id="{B5803776-5E8B-2132-6273-96CF7F5813DA}"/>
                </a:ext>
              </a:extLst>
            </p:cNvPr>
            <p:cNvGrpSpPr/>
            <p:nvPr/>
          </p:nvGrpSpPr>
          <p:grpSpPr>
            <a:xfrm>
              <a:off x="513820" y="3456630"/>
              <a:ext cx="1177379" cy="390472"/>
              <a:chOff x="45932" y="4239805"/>
              <a:chExt cx="1614691" cy="535504"/>
            </a:xfrm>
          </p:grpSpPr>
          <p:pic>
            <p:nvPicPr>
              <p:cNvPr id="10" name="Picture 9">
                <a:extLst>
                  <a:ext uri="{FF2B5EF4-FFF2-40B4-BE49-F238E27FC236}">
                    <a16:creationId xmlns:a16="http://schemas.microsoft.com/office/drawing/2014/main" id="{A8191316-8909-7296-9E20-E3BDDA33828C}"/>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932" y="4239805"/>
                <a:ext cx="529765" cy="535504"/>
              </a:xfrm>
              <a:prstGeom prst="rect">
                <a:avLst/>
              </a:prstGeom>
            </p:spPr>
          </p:pic>
          <p:pic>
            <p:nvPicPr>
              <p:cNvPr id="11" name="purview">
                <a:extLst>
                  <a:ext uri="{FF2B5EF4-FFF2-40B4-BE49-F238E27FC236}">
                    <a16:creationId xmlns:a16="http://schemas.microsoft.com/office/drawing/2014/main" id="{F2F20322-882E-286F-3EFE-032ACDB9D9AE}"/>
                  </a:ext>
                  <a:ext uri="{C183D7F6-B498-43B3-948B-1728B52AA6E4}">
                    <adec:decorative xmlns:adec="http://schemas.microsoft.com/office/drawing/2017/decorative" val="1"/>
                  </a:ext>
                </a:extLst>
              </p:cNvPr>
              <p:cNvPicPr>
                <a:picLocks/>
              </p:cNvPicPr>
              <p:nvPr/>
            </p:nvPicPr>
            <p:blipFill rotWithShape="1">
              <a:blip>
                <a:extLst>
                  <a:ext uri="{96DAC541-7B7A-43D3-8B79-37D633B846F1}">
                    <asvg:svgBlip xmlns:asvg="http://schemas.microsoft.com/office/drawing/2016/SVG/main" r:embed="rId7"/>
                  </a:ext>
                </a:extLst>
              </a:blip>
              <a:srcRect l="1020" r="1020"/>
              <a:stretch/>
            </p:blipFill>
            <p:spPr>
              <a:xfrm>
                <a:off x="1155319" y="4270005"/>
                <a:ext cx="505304" cy="505304"/>
              </a:xfrm>
              <a:prstGeom prst="rect">
                <a:avLst/>
              </a:prstGeom>
            </p:spPr>
          </p:pic>
          <p:grpSp>
            <p:nvGrpSpPr>
              <p:cNvPr id="12" name="Group 11">
                <a:extLst>
                  <a:ext uri="{FF2B5EF4-FFF2-40B4-BE49-F238E27FC236}">
                    <a16:creationId xmlns:a16="http://schemas.microsoft.com/office/drawing/2014/main" id="{F1199295-2F99-24A2-64CB-B2F820A1503C}"/>
                  </a:ext>
                </a:extLst>
              </p:cNvPr>
              <p:cNvGrpSpPr/>
              <p:nvPr/>
            </p:nvGrpSpPr>
            <p:grpSpPr>
              <a:xfrm>
                <a:off x="705488" y="4347537"/>
                <a:ext cx="320040" cy="320040"/>
                <a:chOff x="638372" y="546647"/>
                <a:chExt cx="479596" cy="479596"/>
              </a:xfrm>
            </p:grpSpPr>
            <p:sp>
              <p:nvSpPr>
                <p:cNvPr id="16" name="Oval 15">
                  <a:extLst>
                    <a:ext uri="{FF2B5EF4-FFF2-40B4-BE49-F238E27FC236}">
                      <a16:creationId xmlns:a16="http://schemas.microsoft.com/office/drawing/2014/main" id="{489185B8-A5BD-AA7A-49CA-5FE58A59D41F}"/>
                    </a:ext>
                    <a:ext uri="{C183D7F6-B498-43B3-948B-1728B52AA6E4}">
                      <adec:decorative xmlns:adec="http://schemas.microsoft.com/office/drawing/2017/decorative" val="1"/>
                    </a:ext>
                  </a:extLst>
                </p:cNvPr>
                <p:cNvSpPr/>
                <p:nvPr/>
              </p:nvSpPr>
              <p:spPr bwMode="auto">
                <a:xfrm>
                  <a:off x="638372" y="546647"/>
                  <a:ext cx="479596" cy="479596"/>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horz" wrap="square" lIns="52313" tIns="26157" rIns="52313" bIns="26157" numCol="1" spcCol="0" rtlCol="0" fromWordArt="0" anchor="ctr"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664395" fontAlgn="base">
                    <a:spcBef>
                      <a:spcPct val="0"/>
                    </a:spcBef>
                    <a:spcAft>
                      <a:spcPct val="0"/>
                    </a:spcAft>
                    <a:defRPr/>
                  </a:pPr>
                  <a:endParaRPr lang="en-US" sz="1309" b="1">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pic>
              <p:nvPicPr>
                <p:cNvPr id="18" name="Graphic 22">
                  <a:extLst>
                    <a:ext uri="{FF2B5EF4-FFF2-40B4-BE49-F238E27FC236}">
                      <a16:creationId xmlns:a16="http://schemas.microsoft.com/office/drawing/2014/main" id="{EDF9CFBC-856B-C824-00D3-A8B41EF04B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49091" y="657366"/>
                  <a:ext cx="258158" cy="258158"/>
                </a:xfrm>
                <a:prstGeom prst="rect">
                  <a:avLst/>
                </a:prstGeom>
                <a:effectLst>
                  <a:outerShdw blurRad="63500" dist="63500" dir="2700000" algn="ctr" rotWithShape="0">
                    <a:schemeClr val="bg1">
                      <a:alpha val="20000"/>
                    </a:schemeClr>
                  </a:outerShdw>
                </a:effectLst>
              </p:spPr>
            </p:pic>
          </p:grpSp>
        </p:grpSp>
        <p:sp>
          <p:nvSpPr>
            <p:cNvPr id="9" name="TextBox 4">
              <a:extLst>
                <a:ext uri="{FF2B5EF4-FFF2-40B4-BE49-F238E27FC236}">
                  <a16:creationId xmlns:a16="http://schemas.microsoft.com/office/drawing/2014/main" id="{40A7A011-A5B1-B465-6A3F-B4941EFA893C}"/>
                </a:ext>
              </a:extLst>
            </p:cNvPr>
            <p:cNvSpPr txBox="1"/>
            <p:nvPr/>
          </p:nvSpPr>
          <p:spPr>
            <a:xfrm>
              <a:off x="374982" y="2096831"/>
              <a:ext cx="1436982" cy="994732"/>
            </a:xfrm>
            <a:prstGeom prst="rect">
              <a:avLst/>
            </a:prstGeom>
            <a:noFill/>
          </p:spPr>
          <p:txBody>
            <a:bodyPr wrap="square" lIns="0" tIns="0" rIns="0" bIns="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664370">
                <a:spcBef>
                  <a:spcPts val="872"/>
                </a:spcBef>
                <a:defRPr/>
              </a:pPr>
              <a:r>
                <a:rPr lang="en-US" sz="1309">
                  <a:solidFill>
                    <a:srgbClr val="FFFFFF"/>
                  </a:solidFill>
                  <a:latin typeface="Segoe UI Semibold"/>
                  <a:cs typeface="Segoe Sans Display" pitchFamily="2" charset="0"/>
                </a:rPr>
                <a:t>AI transformation is happening now.</a:t>
              </a:r>
            </a:p>
            <a:p>
              <a:pPr algn="ctr" defTabSz="664370">
                <a:spcBef>
                  <a:spcPts val="437"/>
                </a:spcBef>
                <a:defRPr/>
              </a:pPr>
              <a:r>
                <a:rPr lang="en-US" sz="1163">
                  <a:solidFill>
                    <a:srgbClr val="FFFFFF"/>
                  </a:solidFill>
                  <a:latin typeface="Segoe Sans Display" pitchFamily="2" charset="0"/>
                  <a:cs typeface="Segoe Sans Display" pitchFamily="2" charset="0"/>
                </a:rPr>
                <a:t>Secure and govern your data estate and get ready for AI</a:t>
              </a:r>
              <a:endParaRPr lang="en-US" sz="1743">
                <a:solidFill>
                  <a:srgbClr val="FFFFFF"/>
                </a:solidFill>
                <a:latin typeface="Segoe Sans Display" pitchFamily="2" charset="0"/>
                <a:cs typeface="Segoe Sans Display" pitchFamily="2" charset="0"/>
              </a:endParaRPr>
            </a:p>
          </p:txBody>
        </p:sp>
      </p:grpSp>
    </p:spTree>
    <p:extLst>
      <p:ext uri="{BB962C8B-B14F-4D97-AF65-F5344CB8AC3E}">
        <p14:creationId xmlns:p14="http://schemas.microsoft.com/office/powerpoint/2010/main" val="1630386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E5DE"/>
        </a:solidFill>
        <a:effectLst/>
      </p:bgPr>
    </p:bg>
    <p:spTree>
      <p:nvGrpSpPr>
        <p:cNvPr id="1" name="">
          <a:extLst>
            <a:ext uri="{FF2B5EF4-FFF2-40B4-BE49-F238E27FC236}">
              <a16:creationId xmlns:a16="http://schemas.microsoft.com/office/drawing/2014/main" id="{E7A096BB-B3E9-0382-ABE3-5B75D5E8CD45}"/>
            </a:ext>
          </a:extLst>
        </p:cNvPr>
        <p:cNvGrpSpPr/>
        <p:nvPr/>
      </p:nvGrpSpPr>
      <p:grpSpPr>
        <a:xfrm>
          <a:off x="0" y="0"/>
          <a:ext cx="0" cy="0"/>
          <a:chOff x="0" y="0"/>
          <a:chExt cx="0" cy="0"/>
        </a:xfrm>
      </p:grpSpPr>
      <p:sp>
        <p:nvSpPr>
          <p:cNvPr id="4" name="Rounded Rectangle 53">
            <a:extLst>
              <a:ext uri="{FF2B5EF4-FFF2-40B4-BE49-F238E27FC236}">
                <a16:creationId xmlns:a16="http://schemas.microsoft.com/office/drawing/2014/main" id="{66AA1ADE-47DA-844B-F9DB-95B730F2EFE7}"/>
              </a:ext>
            </a:extLst>
          </p:cNvPr>
          <p:cNvSpPr>
            <a:spLocks/>
          </p:cNvSpPr>
          <p:nvPr/>
        </p:nvSpPr>
        <p:spPr bwMode="auto">
          <a:xfrm>
            <a:off x="377825" y="885947"/>
            <a:ext cx="4895850" cy="6922013"/>
          </a:xfrm>
          <a:prstGeom prst="roundRect">
            <a:avLst>
              <a:gd name="adj" fmla="val 1963"/>
            </a:avLst>
          </a:prstGeom>
          <a:solidFill>
            <a:srgbClr val="FFFFFF">
              <a:alpha val="80000"/>
            </a:srgbClr>
          </a:solidFill>
          <a:effectLst>
            <a:outerShdw blurRad="127000" dist="38100" dir="2700000" algn="tl" rotWithShape="0">
              <a:prstClr val="black">
                <a:alpha val="11000"/>
              </a:prstClr>
            </a:outerShdw>
          </a:effectLst>
        </p:spPr>
        <p:txBody>
          <a:bodyPr rot="0" spcFirstLastPara="0" vert="horz" wrap="square" lIns="132875" tIns="106300" rIns="132875" bIns="106300" numCol="1" spcCol="0" rtlCol="0" fromWordArt="0" anchor="t" anchorCtr="0" forceAA="0" compatLnSpc="1">
            <a:prstTxWarp prst="textNoShape">
              <a:avLst/>
            </a:prstTxWarp>
            <a:noAutofit/>
          </a:bodyPr>
          <a:lstStyle/>
          <a:p>
            <a:pPr marL="0" marR="0" lvl="0" indent="0" algn="l" defTabSz="677511" rtl="0" eaLnBrk="1" fontAlgn="base" latinLnBrk="0" hangingPunct="1">
              <a:lnSpc>
                <a:spcPct val="100000"/>
              </a:lnSpc>
              <a:spcBef>
                <a:spcPct val="0"/>
              </a:spcBef>
              <a:spcAft>
                <a:spcPct val="0"/>
              </a:spcAft>
              <a:buClrTx/>
              <a:buSzTx/>
              <a:buFontTx/>
              <a:buNone/>
              <a:tabLst/>
              <a:defRPr/>
            </a:pPr>
            <a:endParaRPr kumimoji="0" lang="en-US" sz="145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 name="Rectangle: Top Corners Rounded 4">
            <a:extLst>
              <a:ext uri="{FF2B5EF4-FFF2-40B4-BE49-F238E27FC236}">
                <a16:creationId xmlns:a16="http://schemas.microsoft.com/office/drawing/2014/main" id="{E98B1EC9-6696-58B0-0E5C-6828935A18F5}"/>
              </a:ext>
            </a:extLst>
          </p:cNvPr>
          <p:cNvSpPr/>
          <p:nvPr/>
        </p:nvSpPr>
        <p:spPr bwMode="auto">
          <a:xfrm flipH="1">
            <a:off x="377807" y="885948"/>
            <a:ext cx="4895851" cy="457818"/>
          </a:xfrm>
          <a:prstGeom prst="round2SameRect">
            <a:avLst>
              <a:gd name="adj1" fmla="val 16174"/>
              <a:gd name="adj2" fmla="val 0"/>
            </a:avLst>
          </a:prstGeom>
          <a:solidFill>
            <a:srgbClr val="8A226F"/>
          </a:solidFill>
          <a:effectLst/>
        </p:spPr>
        <p:txBody>
          <a:bodyPr vert="horz" wrap="square" lIns="0" tIns="0" rIns="0" bIns="0" rtlCol="0" anchor="ctr" anchorCtr="0">
            <a:normAutofit/>
          </a:bodyPr>
          <a:lstStyle/>
          <a:p>
            <a:pPr marL="0" marR="0" lvl="0" indent="0" algn="ctr" defTabSz="929384" rtl="0" eaLnBrk="1" fontAlgn="auto" latinLnBrk="0" hangingPunct="1">
              <a:lnSpc>
                <a:spcPct val="100000"/>
              </a:lnSpc>
              <a:spcBef>
                <a:spcPct val="20000"/>
              </a:spcBef>
              <a:spcAft>
                <a:spcPts val="0"/>
              </a:spcAft>
              <a:buClrTx/>
              <a:buSzPct val="90000"/>
              <a:buFontTx/>
              <a:buNone/>
              <a:tabLst/>
              <a:defRPr/>
            </a:pPr>
            <a:endParaRPr kumimoji="0" lang="en-US" sz="1196" b="1" i="0" u="none" strike="noStrike" kern="1200" cap="none" spc="0" normalizeH="0" baseline="0" noProof="0">
              <a:ln>
                <a:noFill/>
              </a:ln>
              <a:solidFill>
                <a:srgbClr val="FFFFFF"/>
              </a:solidFill>
              <a:effectLst/>
              <a:uLnTx/>
              <a:uFillTx/>
              <a:latin typeface="Segoe UI Semibold" panose="020B0502040204020203" pitchFamily="34" charset="0"/>
              <a:ea typeface="+mn-ea"/>
              <a:cs typeface="Segoe UI Semibold" panose="020B0502040204020203" pitchFamily="34" charset="0"/>
            </a:endParaRPr>
          </a:p>
        </p:txBody>
      </p:sp>
      <p:graphicFrame>
        <p:nvGraphicFramePr>
          <p:cNvPr id="3" name="Table 0">
            <a:extLst>
              <a:ext uri="{FF2B5EF4-FFF2-40B4-BE49-F238E27FC236}">
                <a16:creationId xmlns:a16="http://schemas.microsoft.com/office/drawing/2014/main" id="{5A72691B-D7AD-EC82-DC99-612009D98FC7}"/>
              </a:ext>
            </a:extLst>
          </p:cNvPr>
          <p:cNvGraphicFramePr>
            <a:graphicFrameLocks noGrp="1"/>
          </p:cNvGraphicFramePr>
          <p:nvPr>
            <p:extLst>
              <p:ext uri="{D42A27DB-BD31-4B8C-83A1-F6EECF244321}">
                <p14:modId xmlns:p14="http://schemas.microsoft.com/office/powerpoint/2010/main" val="3822015338"/>
              </p:ext>
            </p:extLst>
          </p:nvPr>
        </p:nvGraphicFramePr>
        <p:xfrm>
          <a:off x="377826" y="885946"/>
          <a:ext cx="4895850" cy="6871498"/>
        </p:xfrm>
        <a:graphic>
          <a:graphicData uri="http://schemas.openxmlformats.org/drawingml/2006/table">
            <a:tbl>
              <a:tblPr>
                <a:effectLst/>
                <a:tableStyleId>{2D5ABB26-0587-4C30-8999-92F81FD0307C}</a:tableStyleId>
              </a:tblPr>
              <a:tblGrid>
                <a:gridCol w="3249294">
                  <a:extLst>
                    <a:ext uri="{9D8B030D-6E8A-4147-A177-3AD203B41FA5}">
                      <a16:colId xmlns:a16="http://schemas.microsoft.com/office/drawing/2014/main" val="20000"/>
                    </a:ext>
                  </a:extLst>
                </a:gridCol>
                <a:gridCol w="441424">
                  <a:extLst>
                    <a:ext uri="{9D8B030D-6E8A-4147-A177-3AD203B41FA5}">
                      <a16:colId xmlns:a16="http://schemas.microsoft.com/office/drawing/2014/main" val="2365940916"/>
                    </a:ext>
                  </a:extLst>
                </a:gridCol>
                <a:gridCol w="1205132">
                  <a:extLst>
                    <a:ext uri="{9D8B030D-6E8A-4147-A177-3AD203B41FA5}">
                      <a16:colId xmlns:a16="http://schemas.microsoft.com/office/drawing/2014/main" val="20001"/>
                    </a:ext>
                  </a:extLst>
                </a:gridCol>
              </a:tblGrid>
              <a:tr h="455492">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auto" hangingPunct="1">
                        <a:lnSpc>
                          <a:spcPct val="100000"/>
                        </a:lnSpc>
                        <a:spcBef>
                          <a:spcPts val="0"/>
                        </a:spcBef>
                        <a:spcAft>
                          <a:spcPts val="0"/>
                        </a:spcAft>
                        <a:buFontTx/>
                        <a:buNone/>
                      </a:pPr>
                      <a:r>
                        <a:rPr lang="en-US" sz="700" b="0" i="0" u="none" strike="noStrike" kern="1200" cap="none" spc="0" normalizeH="0" baseline="0" dirty="0">
                          <a:solidFill>
                            <a:schemeClr val="bg1">
                              <a:lumMod val="100000"/>
                            </a:schemeClr>
                          </a:solidFill>
                          <a:latin typeface="Segoe UI Semibold" panose="020B0702040204020203" pitchFamily="34" charset="0"/>
                          <a:ea typeface="+mn-ea"/>
                          <a:cs typeface="Segoe UI Semibold" panose="020B0702040204020203" pitchFamily="34" charset="0"/>
                          <a:sym typeface=""/>
                        </a:rPr>
                        <a:t>Incremental capabilities</a:t>
                      </a:r>
                    </a:p>
                  </a:txBody>
                  <a:tcPr marL="72000" marR="36000" marT="0" marB="0" anchor="ctr">
                    <a:lnB w="6350" cap="flat" cmpd="sng" algn="ctr">
                      <a:solidFill>
                        <a:schemeClr val="bg1">
                          <a:lumMod val="85000"/>
                        </a:schemeClr>
                      </a:solidFill>
                      <a:prstDash val="solid"/>
                      <a:round/>
                      <a:headEnd type="none" w="med" len="med"/>
                      <a:tailEnd type="none" w="med" len="med"/>
                    </a:lnB>
                  </a:tcPr>
                </a:tc>
                <a:tc>
                  <a:txBody>
                    <a:bodyPr/>
                    <a:lstStyle/>
                    <a:p>
                      <a:pPr marL="0" marR="0" lvl="0" indent="0" algn="ctr" defTabSz="565131" rtl="0" eaLnBrk="1" fontAlgn="auto" hangingPunct="1">
                        <a:lnSpc>
                          <a:spcPct val="100000"/>
                        </a:lnSpc>
                        <a:spcBef>
                          <a:spcPts val="0"/>
                        </a:spcBef>
                        <a:spcAft>
                          <a:spcPts val="0"/>
                        </a:spcAft>
                        <a:buFontTx/>
                        <a:buNone/>
                      </a:pPr>
                      <a:r>
                        <a:rPr lang="en-US" sz="700" b="0" i="0" u="none" strike="noStrike" kern="1200" cap="none" spc="0" normalizeH="0" baseline="0" dirty="0">
                          <a:solidFill>
                            <a:schemeClr val="bg1">
                              <a:lumMod val="100000"/>
                            </a:schemeClr>
                          </a:solidFill>
                          <a:latin typeface="Segoe UI Semibold"/>
                          <a:ea typeface="+mn-ea"/>
                          <a:cs typeface="Segoe UI Semibold"/>
                          <a:sym typeface=""/>
                        </a:rPr>
                        <a:t>Business </a:t>
                      </a:r>
                      <a:r>
                        <a:rPr lang="en-US" sz="700" b="0" i="0" u="none" strike="noStrike" kern="1200" cap="none" spc="0" normalizeH="0" baseline="0" dirty="0">
                          <a:solidFill>
                            <a:schemeClr val="bg1">
                              <a:lumMod val="100000"/>
                            </a:schemeClr>
                          </a:solidFill>
                          <a:latin typeface="Segoe UI Semibold"/>
                          <a:ea typeface="+mn-ea"/>
                          <a:cs typeface="Segoe UI Semibold"/>
                        </a:rPr>
                        <a:t>Standard</a:t>
                      </a:r>
                      <a:endParaRPr lang="en-US" sz="700" b="0" i="0" u="none" strike="noStrike" kern="1200" cap="none" spc="0" normalizeH="0" baseline="0" dirty="0">
                        <a:solidFill>
                          <a:schemeClr val="bg1">
                            <a:lumMod val="100000"/>
                          </a:schemeClr>
                        </a:solidFill>
                        <a:latin typeface="Segoe UI Semibold"/>
                        <a:ea typeface="+mn-ea"/>
                        <a:cs typeface="Segoe UI Semibold"/>
                        <a:sym typeface=""/>
                      </a:endParaRPr>
                    </a:p>
                  </a:txBody>
                  <a:tcPr marL="36000" marR="36000" marT="0"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auto" hangingPunct="1">
                        <a:lnSpc>
                          <a:spcPct val="100000"/>
                        </a:lnSpc>
                        <a:spcBef>
                          <a:spcPts val="0"/>
                        </a:spcBef>
                        <a:spcAft>
                          <a:spcPts val="0"/>
                        </a:spcAft>
                        <a:buFontTx/>
                        <a:buNone/>
                      </a:pPr>
                      <a:r>
                        <a:rPr lang="en-US" sz="700" b="0" i="0" u="none" strike="noStrike" kern="1200" cap="none" spc="0" normalizeH="0" baseline="0" dirty="0">
                          <a:solidFill>
                            <a:schemeClr val="bg1">
                              <a:lumMod val="100000"/>
                            </a:schemeClr>
                          </a:solidFill>
                          <a:latin typeface="Segoe UI Semibold"/>
                          <a:ea typeface="+mn-ea"/>
                          <a:cs typeface="Segoe UI Semibold"/>
                          <a:sym typeface=""/>
                        </a:rPr>
                        <a:t>Business Premium+ Defender &amp; Purview Suite for Business Premium</a:t>
                      </a:r>
                    </a:p>
                  </a:txBody>
                  <a:tcPr marL="36000" marR="36000" marT="0" marB="0" anchor="ctr">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127595">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sym typeface=""/>
                        </a:rPr>
                        <a:t>Productivity and collaboration</a:t>
                      </a:r>
                    </a:p>
                  </a:txBody>
                  <a:tcPr marL="72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a:txBody>
                    <a:bodyPr/>
                    <a:lstStyle/>
                    <a:p>
                      <a:pPr marL="0" marR="0" lvl="0" indent="0" algn="ctr" defTabSz="565131" rtl="0" eaLnBrk="1" fontAlgn="ctr" hangingPunct="1">
                        <a:lnSpc>
                          <a:spcPct val="100000"/>
                        </a:lnSpc>
                        <a:spcBef>
                          <a:spcPts val="0"/>
                        </a:spcBef>
                        <a:spcAft>
                          <a:spcPts val="0"/>
                        </a:spcAft>
                        <a:buFontTx/>
                        <a:buNone/>
                      </a:pPr>
                      <a:endParaRPr lang="en-US" sz="6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500">
                        <a:latin typeface="Segoe UI" panose="020B0502040204020203" pitchFamily="34" charset="0"/>
                        <a:cs typeface="Segoe UI" panose="020B0502040204020203" pitchFamily="34" charset="0"/>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extLst>
                  <a:ext uri="{0D108BD9-81ED-4DB2-BD59-A6C34878D82A}">
                    <a16:rowId xmlns:a16="http://schemas.microsoft.com/office/drawing/2014/main" val="10001"/>
                  </a:ext>
                </a:extLst>
              </a:tr>
              <a:tr h="25518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Desktop, web, and mobile versions of Word, Excel, PowerPoint, Outlook (100 GB), OneNote, Access (PC); Teams; OneDrive (1 TB); SharePoint</a:t>
                      </a:r>
                    </a:p>
                  </a:txBody>
                  <a:tcPr marL="72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a:ea typeface="+mn-ea"/>
                          <a:cs typeface="Segoe UI"/>
                          <a:sym typeface=""/>
                        </a:rPr>
                        <a:t>✓</a:t>
                      </a: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a:ea typeface="+mn-ea"/>
                          <a:cs typeface="Segoe UI"/>
                          <a:sym typeface=""/>
                        </a:rPr>
                        <a:t>✓</a:t>
                      </a: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2"/>
                  </a:ext>
                </a:extLst>
              </a:tr>
              <a:tr h="25518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Loop, Clipchamp, Editor (premium), Forms, Bookings, Planner, To Do, Sway; webinar hosting with registration and reporting</a:t>
                      </a:r>
                    </a:p>
                  </a:txBody>
                  <a:tcPr marL="72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a:ea typeface="+mn-ea"/>
                          <a:cs typeface="Segoe UI"/>
                          <a:sym typeface=""/>
                        </a:rPr>
                        <a:t>✓</a:t>
                      </a: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a:ea typeface="+mn-ea"/>
                          <a:cs typeface="Segoe UI"/>
                          <a:sym typeface=""/>
                        </a:rPr>
                        <a:t>✓</a:t>
                      </a: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4"/>
                  </a:ext>
                </a:extLst>
              </a:tr>
              <a:tr h="25518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Power Apps, Power Automate, Dataverse for Teams, Microsoft Graph API, Microsoft Search, Viva (Connections, Insights, Engage, Learning)</a:t>
                      </a:r>
                    </a:p>
                  </a:txBody>
                  <a:tcPr marL="72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5"/>
                  </a:ext>
                </a:extLst>
              </a:tr>
              <a:tr h="127595">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sym typeface=""/>
                        </a:rPr>
                        <a:t>Device management and Windows</a:t>
                      </a:r>
                    </a:p>
                  </a:txBody>
                  <a:tcPr marL="72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p>
                      <a:pPr marL="0" marR="0" lvl="0" indent="0" algn="ctr" defTabSz="565131" rtl="0" eaLnBrk="1" fontAlgn="ctr" latinLnBrk="0" hangingPunct="1">
                        <a:lnSpc>
                          <a:spcPct val="100000"/>
                        </a:lnSpc>
                        <a:spcBef>
                          <a:spcPts val="0"/>
                        </a:spcBef>
                        <a:spcAft>
                          <a:spcPts val="0"/>
                        </a:spcAft>
                        <a:buFontTx/>
                        <a:buNone/>
                      </a:pPr>
                      <a:endParaRPr lang="en-US" sz="6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00">
                        <a:solidFill>
                          <a:schemeClr val="tx1"/>
                        </a:solidFill>
                        <a:latin typeface="Segoe UI" panose="020B0502040204020203" pitchFamily="34" charset="0"/>
                        <a:cs typeface="Segoe UI" panose="020B0502040204020203" pitchFamily="34" charset="0"/>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07"/>
                  </a:ext>
                </a:extLst>
              </a:tr>
              <a:tr h="25518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Microsoft Intune Plan 1: Endpoint management, security policies, and app deployment across iOS, Android, Windows, macOS</a:t>
                      </a:r>
                    </a:p>
                  </a:txBody>
                  <a:tcPr marL="72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0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00" b="0" i="0" u="none" strike="noStrike" kern="1200" cap="none" spc="0" normalizeH="0" baseline="0" dirty="0">
                          <a:solidFill>
                            <a:schemeClr val="tx1"/>
                          </a:solidFill>
                          <a:latin typeface="Segoe UI"/>
                          <a:ea typeface="+mn-ea"/>
                          <a:cs typeface="Segoe UI"/>
                          <a:sym typeface=""/>
                        </a:rPr>
                        <a:t>✓</a:t>
                      </a:r>
                      <a:endParaRPr lang="en-US" sz="600" dirty="0">
                        <a:solidFill>
                          <a:schemeClr val="tx1"/>
                        </a:solidFill>
                        <a:latin typeface="Segoe UI"/>
                        <a:ea typeface="Calibri" charset="0"/>
                        <a:cs typeface="Segoe UI"/>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8"/>
                  </a:ext>
                </a:extLst>
              </a:tr>
              <a:tr h="25518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Windows Autopilot (zero-touch device setup), Windows Autopatch (automated updates), MAM, Endpoint Analytics</a:t>
                      </a:r>
                    </a:p>
                  </a:txBody>
                  <a:tcPr marL="72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0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00" b="0" i="0" u="none" strike="noStrike" kern="1200" cap="none" spc="0" normalizeH="0" baseline="0" dirty="0">
                          <a:solidFill>
                            <a:schemeClr val="tx1"/>
                          </a:solidFill>
                          <a:latin typeface="Segoe UI"/>
                          <a:ea typeface="+mn-ea"/>
                          <a:cs typeface="Segoe UI"/>
                          <a:sym typeface=""/>
                        </a:rPr>
                        <a:t>✓</a:t>
                      </a:r>
                      <a:endParaRPr lang="en-US" sz="600" dirty="0">
                        <a:solidFill>
                          <a:schemeClr val="tx1"/>
                        </a:solidFill>
                        <a:latin typeface="Segoe UI"/>
                        <a:ea typeface="Calibri" charset="0"/>
                        <a:cs typeface="Segoe UI"/>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9"/>
                  </a:ext>
                </a:extLst>
              </a:tr>
              <a:tr h="127595">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Windows 11 Pro upgrade, Azure Virtual Desktop, Shared Computer Activation</a:t>
                      </a:r>
                    </a:p>
                  </a:txBody>
                  <a:tcPr marL="72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0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0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endParaRPr lang="en-US" sz="600" dirty="0">
                        <a:solidFill>
                          <a:schemeClr val="tx1"/>
                        </a:solidFill>
                        <a:latin typeface="Segoe UI" panose="020B0502040204020203" pitchFamily="34" charset="0"/>
                        <a:ea typeface="Calibri" charset="0"/>
                        <a:cs typeface="Segoe UI" panose="020B0502040204020203" pitchFamily="34" charset="0"/>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0"/>
                  </a:ext>
                </a:extLst>
              </a:tr>
              <a:tr h="127595">
                <a:tc>
                  <a:txBody>
                    <a:bodyPr/>
                    <a:lstStyle/>
                    <a:p>
                      <a:pPr algn="l" fontAlgn="ctr">
                        <a:buNone/>
                      </a:pPr>
                      <a:r>
                        <a:rPr lang="en-US" sz="650" b="0" i="0" u="none" strike="noStrike" dirty="0">
                          <a:solidFill>
                            <a:srgbClr val="000000"/>
                          </a:solidFill>
                          <a:effectLst/>
                          <a:latin typeface="Segoe UI" panose="020B0502040204020203" pitchFamily="34" charset="0"/>
                          <a:cs typeface="Segoe UI" panose="020B0502040204020203" pitchFamily="34" charset="0"/>
                        </a:rPr>
                        <a:t>Monthly Security Summary Report — posture across identity, devices, info, apps</a:t>
                      </a:r>
                    </a:p>
                  </a:txBody>
                  <a:tcPr marL="73152" marR="73152"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endPar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46978770"/>
                  </a:ext>
                </a:extLst>
              </a:tr>
              <a:tr h="127595">
                <a:tc>
                  <a:txBody>
                    <a:bodyPr/>
                    <a:lstStyle/>
                    <a:p>
                      <a:pPr algn="l" fontAlgn="ctr">
                        <a:buNone/>
                      </a:pPr>
                      <a:r>
                        <a:rPr lang="en-US" sz="650" b="0" i="0" u="none" strike="noStrike" dirty="0">
                          <a:solidFill>
                            <a:srgbClr val="000000"/>
                          </a:solidFill>
                          <a:effectLst/>
                          <a:latin typeface="Segoe UI" panose="020B0502040204020203" pitchFamily="34" charset="0"/>
                          <a:cs typeface="Segoe UI" panose="020B0502040204020203" pitchFamily="34" charset="0"/>
                        </a:rPr>
                        <a:t>Device Exposure Score in Microsoft 365 Lighthouse — CSP/MSP cross-tenant view</a:t>
                      </a:r>
                    </a:p>
                  </a:txBody>
                  <a:tcPr marL="73152" marR="73152"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endPar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698702681"/>
                  </a:ext>
                </a:extLst>
              </a:tr>
              <a:tr h="127595">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sym typeface=""/>
                        </a:rPr>
                        <a:t>Identity and access management</a:t>
                      </a:r>
                    </a:p>
                  </a:txBody>
                  <a:tcPr marL="72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p>
                      <a:pPr marL="0" marR="0" lvl="0" indent="0" algn="ctr" defTabSz="565131" rtl="0" eaLnBrk="1" fontAlgn="ctr" latinLnBrk="0" hangingPunct="1">
                        <a:lnSpc>
                          <a:spcPct val="100000"/>
                        </a:lnSpc>
                        <a:spcBef>
                          <a:spcPts val="0"/>
                        </a:spcBef>
                        <a:spcAft>
                          <a:spcPts val="0"/>
                        </a:spcAft>
                        <a:buFontTx/>
                        <a:buNone/>
                      </a:pPr>
                      <a:endParaRPr lang="en-US" sz="6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00">
                        <a:solidFill>
                          <a:schemeClr val="tx1"/>
                        </a:solidFill>
                        <a:latin typeface="Segoe UI" panose="020B0502040204020203" pitchFamily="34" charset="0"/>
                        <a:cs typeface="Segoe UI" panose="020B0502040204020203" pitchFamily="34" charset="0"/>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11"/>
                  </a:ext>
                </a:extLst>
              </a:tr>
              <a:tr h="127595">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Entra ID (Free): Basic SSO and MFA for cloud apps</a:t>
                      </a:r>
                    </a:p>
                  </a:txBody>
                  <a:tcPr marL="72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r>
                        <a:rPr lang="en-US" sz="600" b="0" i="0" u="none" strike="noStrike" kern="1200" cap="none" spc="0" normalizeH="0" baseline="0" dirty="0">
                          <a:solidFill>
                            <a:schemeClr val="tx1"/>
                          </a:solidFill>
                          <a:latin typeface="Segoe UI"/>
                          <a:ea typeface="+mn-ea"/>
                          <a:cs typeface="Segoe UI"/>
                          <a:sym typeface=""/>
                        </a:rPr>
                        <a:t>✓</a:t>
                      </a: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00" b="0" i="0" u="none" strike="noStrike" kern="1200" cap="none" spc="0" normalizeH="0" baseline="0" dirty="0">
                          <a:solidFill>
                            <a:schemeClr val="tx1"/>
                          </a:solidFill>
                          <a:latin typeface="Segoe UI"/>
                          <a:ea typeface="+mn-ea"/>
                          <a:cs typeface="Segoe UI"/>
                          <a:sym typeface=""/>
                        </a:rPr>
                        <a:t>✓</a:t>
                      </a: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2"/>
                  </a:ext>
                </a:extLst>
              </a:tr>
              <a:tr h="22474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a:ea typeface="+mn-ea"/>
                          <a:cs typeface="Segoe UI"/>
                          <a:sym typeface=""/>
                        </a:rPr>
                        <a:t>↑↑ Entra ID P2: Risk-based Conditional Access with real-time sign-in and user risk detection</a:t>
                      </a:r>
                    </a:p>
                  </a:txBody>
                  <a:tcPr marL="72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0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00" b="0" i="0" u="none" strike="noStrike" kern="1200" cap="none" spc="0" normalizeH="0" baseline="0" dirty="0">
                          <a:solidFill>
                            <a:schemeClr val="tx1"/>
                          </a:solidFill>
                          <a:latin typeface="Segoe UI"/>
                          <a:ea typeface="+mn-ea"/>
                          <a:cs typeface="Segoe UI"/>
                          <a:sym typeface=""/>
                        </a:rPr>
                        <a:t>✓</a:t>
                      </a:r>
                      <a:endParaRPr lang="en-US" sz="600" dirty="0">
                        <a:solidFill>
                          <a:schemeClr val="tx1"/>
                        </a:solidFill>
                        <a:latin typeface="Segoe UI"/>
                        <a:ea typeface="Calibri" charset="0"/>
                        <a:cs typeface="Segoe UI"/>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4"/>
                  </a:ext>
                </a:extLst>
              </a:tr>
              <a:tr h="25518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 Entra ID Protection: ML-driven anomaly detection for compromised credentials and suspicious sign-ins</a:t>
                      </a:r>
                    </a:p>
                  </a:txBody>
                  <a:tcPr marL="72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0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00" b="0" i="0" u="none" strike="noStrike" kern="1200" cap="none" spc="0" normalizeH="0" baseline="0" dirty="0">
                          <a:solidFill>
                            <a:schemeClr val="tx1"/>
                          </a:solidFill>
                          <a:latin typeface="Segoe UI"/>
                          <a:ea typeface="+mn-ea"/>
                          <a:cs typeface="Segoe UI"/>
                          <a:sym typeface=""/>
                        </a:rPr>
                        <a:t>✓</a:t>
                      </a:r>
                      <a:endParaRPr lang="en-US" sz="600" dirty="0">
                        <a:solidFill>
                          <a:schemeClr val="tx1"/>
                        </a:solidFill>
                        <a:latin typeface="Segoe UI"/>
                        <a:ea typeface="Calibri" charset="0"/>
                        <a:cs typeface="Segoe UI"/>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5"/>
                  </a:ext>
                </a:extLst>
              </a:tr>
              <a:tr h="25518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 Entra ID Governance: Access reviews, entitlement management, and Privileged Identity Management (PIM)</a:t>
                      </a:r>
                    </a:p>
                  </a:txBody>
                  <a:tcPr marL="72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0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00" b="0" i="0" u="none" strike="noStrike" kern="1200" cap="none" spc="0" normalizeH="0" baseline="0" dirty="0">
                          <a:solidFill>
                            <a:schemeClr val="tx1"/>
                          </a:solidFill>
                          <a:latin typeface="Segoe UI"/>
                          <a:ea typeface="+mn-ea"/>
                          <a:cs typeface="Segoe UI"/>
                          <a:sym typeface=""/>
                        </a:rPr>
                        <a:t>✓</a:t>
                      </a:r>
                      <a:endParaRPr lang="en-US" sz="600" dirty="0">
                        <a:solidFill>
                          <a:schemeClr val="tx1"/>
                        </a:solidFill>
                        <a:latin typeface="Segoe UI"/>
                        <a:ea typeface="Calibri" charset="0"/>
                        <a:cs typeface="Segoe UI"/>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6"/>
                  </a:ext>
                </a:extLst>
              </a:tr>
              <a:tr h="127595">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sym typeface=""/>
                        </a:rPr>
                        <a:t>Identity threat detection and response</a:t>
                      </a:r>
                    </a:p>
                  </a:txBody>
                  <a:tcPr marL="72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p>
                      <a:pPr marL="0" marR="0" lvl="0" indent="0" algn="ctr" defTabSz="565131" rtl="0" eaLnBrk="1" fontAlgn="ctr" latinLnBrk="0" hangingPunct="1">
                        <a:lnSpc>
                          <a:spcPct val="100000"/>
                        </a:lnSpc>
                        <a:spcBef>
                          <a:spcPts val="0"/>
                        </a:spcBef>
                        <a:spcAft>
                          <a:spcPts val="0"/>
                        </a:spcAft>
                        <a:buFontTx/>
                        <a:buNone/>
                      </a:pPr>
                      <a:endParaRPr lang="en-US" sz="6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00">
                        <a:solidFill>
                          <a:schemeClr val="tx1"/>
                        </a:solidFill>
                        <a:latin typeface="Segoe UI" panose="020B0502040204020203" pitchFamily="34" charset="0"/>
                        <a:cs typeface="Segoe UI" panose="020B0502040204020203" pitchFamily="34" charset="0"/>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17"/>
                  </a:ext>
                </a:extLst>
              </a:tr>
              <a:tr h="127595">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Defender for Identity: Monitor on-premises AD and hybrid identity for compromise</a:t>
                      </a:r>
                    </a:p>
                  </a:txBody>
                  <a:tcPr marL="72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0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00" b="0" i="0" u="none" strike="noStrike" kern="1200" cap="none" spc="0" normalizeH="0" baseline="0" dirty="0">
                          <a:solidFill>
                            <a:schemeClr val="tx1"/>
                          </a:solidFill>
                          <a:latin typeface="Segoe UI"/>
                          <a:ea typeface="+mn-ea"/>
                          <a:cs typeface="Segoe UI"/>
                          <a:sym typeface=""/>
                        </a:rPr>
                        <a:t>✓</a:t>
                      </a:r>
                      <a:endParaRPr lang="en-US" sz="600" dirty="0">
                        <a:solidFill>
                          <a:schemeClr val="tx1"/>
                        </a:solidFill>
                        <a:latin typeface="Segoe UI"/>
                        <a:ea typeface="Calibri" charset="0"/>
                        <a:cs typeface="Segoe UI"/>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8"/>
                  </a:ext>
                </a:extLst>
              </a:tr>
              <a:tr h="25518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Detect lateral movement (pass-the-hash, pass-the-ticket, golden ticket) and credential theft attacks</a:t>
                      </a:r>
                    </a:p>
                  </a:txBody>
                  <a:tcPr marL="72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0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0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endParaRPr lang="en-US" sz="600" dirty="0">
                        <a:solidFill>
                          <a:schemeClr val="tx1"/>
                        </a:solidFill>
                        <a:latin typeface="Segoe UI" panose="020B0502040204020203" pitchFamily="34" charset="0"/>
                        <a:ea typeface="Calibri" charset="0"/>
                        <a:cs typeface="Segoe UI" panose="020B0502040204020203" pitchFamily="34" charset="0"/>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9"/>
                  </a:ext>
                </a:extLst>
              </a:tr>
              <a:tr h="127595">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sym typeface=""/>
                        </a:rPr>
                        <a:t>Endpoint security</a:t>
                      </a:r>
                    </a:p>
                  </a:txBody>
                  <a:tcPr marL="72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p>
                      <a:pPr marL="0" marR="0" lvl="0" indent="0" algn="ctr" defTabSz="565131" rtl="0" eaLnBrk="1" fontAlgn="ctr" latinLnBrk="0" hangingPunct="1">
                        <a:lnSpc>
                          <a:spcPct val="100000"/>
                        </a:lnSpc>
                        <a:spcBef>
                          <a:spcPts val="0"/>
                        </a:spcBef>
                        <a:spcAft>
                          <a:spcPts val="0"/>
                        </a:spcAft>
                        <a:buFontTx/>
                        <a:buNone/>
                      </a:pPr>
                      <a:endParaRPr lang="en-US" sz="6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00">
                        <a:solidFill>
                          <a:schemeClr val="tx1"/>
                        </a:solidFill>
                        <a:latin typeface="Segoe UI" panose="020B0502040204020203" pitchFamily="34" charset="0"/>
                        <a:cs typeface="Segoe UI" panose="020B0502040204020203" pitchFamily="34" charset="0"/>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0"/>
                  </a:ext>
                </a:extLst>
              </a:tr>
              <a:tr h="25518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Defender for Business: Next-gen antivirus, EDR, automated remediation, threat and vulnerability management</a:t>
                      </a:r>
                    </a:p>
                  </a:txBody>
                  <a:tcPr marL="72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0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00" b="0" i="0" u="none" strike="noStrike" kern="1200" cap="none" spc="0" normalizeH="0" baseline="0" dirty="0">
                          <a:solidFill>
                            <a:schemeClr val="tx1"/>
                          </a:solidFill>
                          <a:latin typeface="Segoe UI"/>
                          <a:ea typeface="+mn-ea"/>
                          <a:cs typeface="Segoe UI"/>
                          <a:sym typeface=""/>
                        </a:rPr>
                        <a:t>✓</a:t>
                      </a:r>
                      <a:endParaRPr lang="en-US" sz="600" dirty="0">
                        <a:solidFill>
                          <a:schemeClr val="tx1"/>
                        </a:solidFill>
                        <a:latin typeface="Segoe UI"/>
                        <a:ea typeface="Calibri" charset="0"/>
                        <a:cs typeface="Segoe UI"/>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1"/>
                  </a:ext>
                </a:extLst>
              </a:tr>
              <a:tr h="22474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 Defender for Endpoint P2: Advanced threat hunting, custom detection rules, KQL queries</a:t>
                      </a:r>
                    </a:p>
                  </a:txBody>
                  <a:tcPr marL="72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0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00" b="0" i="0" u="none" strike="noStrike" kern="1200" cap="none" spc="0" normalizeH="0" baseline="0" dirty="0">
                          <a:solidFill>
                            <a:schemeClr val="tx1"/>
                          </a:solidFill>
                          <a:latin typeface="Segoe UI"/>
                          <a:ea typeface="+mn-ea"/>
                          <a:cs typeface="Segoe UI"/>
                          <a:sym typeface=""/>
                        </a:rPr>
                        <a:t>✓</a:t>
                      </a:r>
                      <a:endParaRPr lang="en-US" sz="600" dirty="0">
                        <a:solidFill>
                          <a:schemeClr val="tx1"/>
                        </a:solidFill>
                        <a:latin typeface="Segoe UI"/>
                        <a:ea typeface="Calibri" charset="0"/>
                        <a:cs typeface="Segoe UI"/>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2"/>
                  </a:ext>
                </a:extLst>
              </a:tr>
              <a:tr h="22474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 Live response, 6-month data retention and advanced behavioral analytics for APT detection</a:t>
                      </a:r>
                    </a:p>
                  </a:txBody>
                  <a:tcPr marL="72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0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00" b="0" i="0" u="none" strike="noStrike" kern="1200" cap="none" spc="0" normalizeH="0" baseline="0" dirty="0">
                          <a:solidFill>
                            <a:schemeClr val="tx1"/>
                          </a:solidFill>
                          <a:latin typeface="Segoe UI"/>
                          <a:ea typeface="+mn-ea"/>
                          <a:cs typeface="Segoe UI"/>
                          <a:sym typeface=""/>
                        </a:rPr>
                        <a:t>✓</a:t>
                      </a:r>
                      <a:endParaRPr lang="en-US" sz="600" dirty="0">
                        <a:solidFill>
                          <a:schemeClr val="tx1"/>
                        </a:solidFill>
                        <a:latin typeface="Segoe UI"/>
                        <a:ea typeface="Calibri" charset="0"/>
                        <a:cs typeface="Segoe UI"/>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3"/>
                  </a:ext>
                </a:extLst>
              </a:tr>
              <a:tr h="127595">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sym typeface=""/>
                        </a:rPr>
                        <a:t>Email and collaboration security</a:t>
                      </a:r>
                    </a:p>
                  </a:txBody>
                  <a:tcPr marL="72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p>
                      <a:pPr marL="0" marR="0" lvl="0" indent="0" algn="ctr" defTabSz="565131" rtl="0" eaLnBrk="1" fontAlgn="ctr" latinLnBrk="0" hangingPunct="1">
                        <a:lnSpc>
                          <a:spcPct val="100000"/>
                        </a:lnSpc>
                        <a:spcBef>
                          <a:spcPts val="0"/>
                        </a:spcBef>
                        <a:spcAft>
                          <a:spcPts val="0"/>
                        </a:spcAft>
                        <a:buFontTx/>
                        <a:buNone/>
                      </a:pPr>
                      <a:endParaRPr lang="en-US" sz="6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00">
                        <a:solidFill>
                          <a:schemeClr val="tx1"/>
                        </a:solidFill>
                        <a:latin typeface="Segoe UI" panose="020B0502040204020203" pitchFamily="34" charset="0"/>
                        <a:cs typeface="Segoe UI" panose="020B0502040204020203" pitchFamily="34" charset="0"/>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4"/>
                  </a:ext>
                </a:extLst>
              </a:tr>
              <a:tr h="127595">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Basic anti-spam and anti-malware filtering via Exchange Online Protection (EOP)</a:t>
                      </a:r>
                    </a:p>
                  </a:txBody>
                  <a:tcPr marL="72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a:ea typeface="+mn-ea"/>
                          <a:cs typeface="Segoe UI"/>
                          <a:sym typeface=""/>
                        </a:rPr>
                        <a:t>✓</a:t>
                      </a: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a:ea typeface="+mn-ea"/>
                          <a:cs typeface="Segoe UI"/>
                          <a:sym typeface=""/>
                        </a:rPr>
                        <a:t>✓</a:t>
                      </a: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5"/>
                  </a:ext>
                </a:extLst>
              </a:tr>
              <a:tr h="25518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a:ea typeface="+mn-ea"/>
                          <a:cs typeface="Segoe UI"/>
                          <a:sym typeface=""/>
                        </a:rPr>
                        <a:t>↑ Defender for Office 365 P1: Safe Links, Safe Attachments, anti-phishing policies across email, Teams, SharePoint</a:t>
                      </a:r>
                    </a:p>
                  </a:txBody>
                  <a:tcPr marL="72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50" b="0" i="0" u="none" strike="noStrike" kern="1200" cap="none" spc="0" normalizeH="0" baseline="0" dirty="0">
                          <a:solidFill>
                            <a:schemeClr val="tx1"/>
                          </a:solidFill>
                          <a:latin typeface="Segoe UI"/>
                          <a:ea typeface="+mn-ea"/>
                          <a:cs typeface="Segoe UI"/>
                          <a:sym typeface=""/>
                        </a:rPr>
                        <a:t>✓</a:t>
                      </a:r>
                      <a:endParaRPr lang="en-US" sz="650" dirty="0">
                        <a:solidFill>
                          <a:schemeClr val="tx1"/>
                        </a:solidFill>
                        <a:latin typeface="Segoe UI"/>
                        <a:ea typeface="Calibri" charset="0"/>
                        <a:cs typeface="Segoe UI"/>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6"/>
                  </a:ext>
                </a:extLst>
              </a:tr>
              <a:tr h="25518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 Defender for Office 365 P2: Automated Investigation and Response (AIR), Attack Simulation Training</a:t>
                      </a:r>
                    </a:p>
                  </a:txBody>
                  <a:tcPr marL="72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50" b="0" i="0" u="none" strike="noStrike" kern="1200" cap="none" spc="0" normalizeH="0" baseline="0" dirty="0">
                          <a:solidFill>
                            <a:schemeClr val="tx1"/>
                          </a:solidFill>
                          <a:latin typeface="Segoe UI"/>
                          <a:ea typeface="+mn-ea"/>
                          <a:cs typeface="Segoe UI"/>
                          <a:sym typeface=""/>
                        </a:rPr>
                        <a:t>✓</a:t>
                      </a:r>
                      <a:endParaRPr lang="en-US" sz="650" dirty="0">
                        <a:solidFill>
                          <a:schemeClr val="tx1"/>
                        </a:solidFill>
                        <a:latin typeface="Segoe UI"/>
                        <a:ea typeface="Calibri" charset="0"/>
                        <a:cs typeface="Segoe UI"/>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7"/>
                  </a:ext>
                </a:extLst>
              </a:tr>
              <a:tr h="25518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 Threat Explorer, Threat Trackers, advanced hunting across email entities with campaign views</a:t>
                      </a:r>
                    </a:p>
                  </a:txBody>
                  <a:tcPr marL="72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8"/>
                  </a:ext>
                </a:extLst>
              </a:tr>
              <a:tr h="255189">
                <a:tc>
                  <a:txBody>
                    <a:bodyPr/>
                    <a:lstStyle/>
                    <a:p>
                      <a:pPr lvl="0" algn="l">
                        <a:buNone/>
                      </a:pPr>
                      <a:r>
                        <a:rPr lang="en-US" sz="650" b="0" i="0" u="none" strike="noStrike" dirty="0">
                          <a:solidFill>
                            <a:srgbClr val="000000"/>
                          </a:solidFill>
                          <a:effectLst/>
                          <a:latin typeface="Segoe UI"/>
                          <a:cs typeface="Segoe UI"/>
                        </a:rPr>
                        <a:t>URL time-of-click protection (SafeLinks Lite) — re-checks links at moment of click</a:t>
                      </a:r>
                      <a:endParaRPr lang="en-US">
                        <a:sym typeface=""/>
                      </a:endParaRPr>
                    </a:p>
                  </a:txBody>
                  <a:tcPr marL="73152" marR="73152"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a:lnSpc>
                          <a:spcPct val="100000"/>
                        </a:lnSpc>
                        <a:spcBef>
                          <a:spcPts val="0"/>
                        </a:spcBef>
                        <a:spcAft>
                          <a:spcPts val="0"/>
                        </a:spcAft>
                        <a:buClrTx/>
                        <a:buSzTx/>
                        <a:buFontTx/>
                        <a:buNone/>
                      </a:pPr>
                      <a:r>
                        <a:rPr lang="en-US" sz="650" b="0" i="0" u="none" strike="noStrike" kern="1200" cap="none" spc="0" normalizeH="0" baseline="0" noProof="0" dirty="0">
                          <a:ln>
                            <a:noFill/>
                          </a:ln>
                          <a:solidFill>
                            <a:prstClr val="black"/>
                          </a:solidFill>
                          <a:effectLst/>
                          <a:uLnTx/>
                          <a:uFillTx/>
                          <a:latin typeface="Segoe UI"/>
                          <a:ea typeface="+mn-ea"/>
                          <a:cs typeface="Segoe UI"/>
                        </a:rPr>
                        <a:t>✓</a:t>
                      </a:r>
                      <a:endParaRPr lang="en-US">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a:lnSpc>
                          <a:spcPct val="100000"/>
                        </a:lnSpc>
                        <a:spcBef>
                          <a:spcPts val="0"/>
                        </a:spcBef>
                        <a:spcAft>
                          <a:spcPts val="0"/>
                        </a:spcAft>
                        <a:buClrTx/>
                        <a:buSzTx/>
                        <a:buFontTx/>
                        <a:buNone/>
                      </a:pPr>
                      <a:r>
                        <a:rPr lang="en-US" sz="650" b="0" i="0" u="none" strike="noStrike" kern="1200" cap="none" spc="0" normalizeH="0" baseline="0" noProof="0" dirty="0">
                          <a:ln>
                            <a:noFill/>
                          </a:ln>
                          <a:solidFill>
                            <a:prstClr val="black"/>
                          </a:solidFill>
                          <a:effectLst/>
                          <a:uLnTx/>
                          <a:uFillTx/>
                          <a:latin typeface="Segoe UI"/>
                          <a:ea typeface="+mn-ea"/>
                          <a:cs typeface="Segoe UI"/>
                        </a:rPr>
                        <a:t>✓</a:t>
                      </a:r>
                      <a:endParaRPr lang="en-US"/>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797110859"/>
                  </a:ext>
                </a:extLst>
              </a:tr>
              <a:tr h="127595">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sym typeface=""/>
                        </a:rPr>
                        <a:t>Cloud application, IoT and Unified XDR</a:t>
                      </a:r>
                    </a:p>
                  </a:txBody>
                  <a:tcPr marL="72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p>
                      <a:pPr marL="0" marR="0" lvl="0" indent="0" algn="ctr" defTabSz="565131" rtl="0" eaLnBrk="1" fontAlgn="ctr" latinLnBrk="0" hangingPunct="1">
                        <a:lnSpc>
                          <a:spcPct val="100000"/>
                        </a:lnSpc>
                        <a:spcBef>
                          <a:spcPts val="0"/>
                        </a:spcBef>
                        <a:spcAft>
                          <a:spcPts val="0"/>
                        </a:spcAft>
                        <a:buFontTx/>
                        <a:buNone/>
                      </a:pPr>
                      <a:endParaRPr lang="en-US" sz="6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00">
                        <a:solidFill>
                          <a:schemeClr val="tx1"/>
                        </a:solidFill>
                        <a:latin typeface="Segoe UI" panose="020B0502040204020203" pitchFamily="34" charset="0"/>
                        <a:cs typeface="Segoe UI" panose="020B0502040204020203" pitchFamily="34" charset="0"/>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9"/>
                  </a:ext>
                </a:extLst>
              </a:tr>
              <a:tr h="25518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Defender for Cloud Apps: Discover/control shadow IT across 31,000+ cloud and AI apps with session governance</a:t>
                      </a:r>
                    </a:p>
                  </a:txBody>
                  <a:tcPr marL="72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50" b="0" i="0" u="none" strike="noStrike" kern="1200" cap="none" spc="0" normalizeH="0" baseline="0" dirty="0">
                          <a:solidFill>
                            <a:schemeClr val="tx1"/>
                          </a:solidFill>
                          <a:latin typeface="Segoe UI"/>
                          <a:ea typeface="+mn-ea"/>
                          <a:cs typeface="Segoe UI"/>
                          <a:sym typeface=""/>
                        </a:rPr>
                        <a:t>✓</a:t>
                      </a:r>
                      <a:endParaRPr lang="en-US" sz="650" dirty="0">
                        <a:solidFill>
                          <a:schemeClr val="tx1"/>
                        </a:solidFill>
                        <a:latin typeface="Segoe UI"/>
                        <a:ea typeface="Calibri" charset="0"/>
                        <a:cs typeface="Segoe UI"/>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0"/>
                  </a:ext>
                </a:extLst>
              </a:tr>
              <a:tr h="25518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Defender for IoT (Enterprise IoT): Continuous asset discovery and threat detection for connected devices</a:t>
                      </a:r>
                    </a:p>
                  </a:txBody>
                  <a:tcPr marL="72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50" b="0" i="0" u="none" strike="noStrike" kern="1200" cap="none" spc="0" normalizeH="0" baseline="0" dirty="0">
                          <a:solidFill>
                            <a:schemeClr val="tx1"/>
                          </a:solidFill>
                          <a:latin typeface="Segoe UI"/>
                          <a:ea typeface="+mn-ea"/>
                          <a:cs typeface="Segoe UI"/>
                          <a:sym typeface=""/>
                        </a:rPr>
                        <a:t>✓</a:t>
                      </a:r>
                      <a:endParaRPr lang="en-US" sz="650" dirty="0">
                        <a:solidFill>
                          <a:schemeClr val="tx1"/>
                        </a:solidFill>
                        <a:latin typeface="Segoe UI"/>
                        <a:ea typeface="Calibri" charset="0"/>
                        <a:cs typeface="Segoe UI"/>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1"/>
                  </a:ext>
                </a:extLst>
              </a:tr>
              <a:tr h="25518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a:ea typeface="+mn-ea"/>
                          <a:cs typeface="Segoe UI"/>
                          <a:sym typeface=""/>
                        </a:rPr>
                        <a:t>Defender XDR: Unified incident correlation, automatic attack disruption, and cross-domain advanced hunting</a:t>
                      </a:r>
                    </a:p>
                  </a:txBody>
                  <a:tcPr marL="72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2"/>
                  </a:ext>
                </a:extLst>
              </a:tr>
            </a:tbl>
          </a:graphicData>
        </a:graphic>
      </p:graphicFrame>
      <p:sp>
        <p:nvSpPr>
          <p:cNvPr id="7" name="Incremental capabilities from Current SKU to Target SKU">
            <a:extLst>
              <a:ext uri="{FF2B5EF4-FFF2-40B4-BE49-F238E27FC236}">
                <a16:creationId xmlns:a16="http://schemas.microsoft.com/office/drawing/2014/main" id="{96D427A2-314F-96A8-3EB4-09BFEBD193ED}"/>
              </a:ext>
            </a:extLst>
          </p:cNvPr>
          <p:cNvSpPr/>
          <p:nvPr/>
        </p:nvSpPr>
        <p:spPr>
          <a:xfrm>
            <a:off x="377826" y="281945"/>
            <a:ext cx="5215254" cy="457818"/>
          </a:xfrm>
          <a:prstGeom prst="rect">
            <a:avLst/>
          </a:prstGeom>
          <a:noFill/>
          <a:ln/>
        </p:spPr>
        <p:txBody>
          <a:bodyPr wrap="square" lIns="0" tIns="0" rIns="0" bIns="0" rtlCol="0" anchor="t" anchorCtr="0">
            <a:spAutoFit/>
          </a:bodyPr>
          <a:lstStyle/>
          <a:p>
            <a:pPr defTabSz="910968">
              <a:lnSpc>
                <a:spcPct val="85000"/>
              </a:lnSpc>
              <a:defRPr/>
            </a:pPr>
            <a:r>
              <a:rPr lang="en-US" sz="1700" dirty="0">
                <a:solidFill>
                  <a:srgbClr val="B740C5"/>
                </a:solidFill>
                <a:latin typeface="Segoe UI Semibold"/>
                <a:cs typeface="Segoe UI Semibold"/>
              </a:rPr>
              <a:t>Business Standard vs Business Premium+ Defender Suite + Purview Suite for Business Premium</a:t>
            </a:r>
          </a:p>
        </p:txBody>
      </p:sp>
    </p:spTree>
    <p:extLst>
      <p:ext uri="{BB962C8B-B14F-4D97-AF65-F5344CB8AC3E}">
        <p14:creationId xmlns:p14="http://schemas.microsoft.com/office/powerpoint/2010/main" val="36152345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E5DE"/>
        </a:solidFill>
        <a:effectLst/>
      </p:bgPr>
    </p:bg>
    <p:spTree>
      <p:nvGrpSpPr>
        <p:cNvPr id="1" name="">
          <a:extLst>
            <a:ext uri="{FF2B5EF4-FFF2-40B4-BE49-F238E27FC236}">
              <a16:creationId xmlns:a16="http://schemas.microsoft.com/office/drawing/2014/main" id="{263B145F-CA65-D96E-E65A-CABF38FF395E}"/>
            </a:ext>
          </a:extLst>
        </p:cNvPr>
        <p:cNvGrpSpPr/>
        <p:nvPr/>
      </p:nvGrpSpPr>
      <p:grpSpPr>
        <a:xfrm>
          <a:off x="0" y="0"/>
          <a:ext cx="0" cy="0"/>
          <a:chOff x="0" y="0"/>
          <a:chExt cx="0" cy="0"/>
        </a:xfrm>
      </p:grpSpPr>
      <p:sp>
        <p:nvSpPr>
          <p:cNvPr id="4" name="Rounded Rectangle 53">
            <a:extLst>
              <a:ext uri="{FF2B5EF4-FFF2-40B4-BE49-F238E27FC236}">
                <a16:creationId xmlns:a16="http://schemas.microsoft.com/office/drawing/2014/main" id="{33D3DC9A-2A18-B175-3A31-4D666767BFDE}"/>
              </a:ext>
            </a:extLst>
          </p:cNvPr>
          <p:cNvSpPr>
            <a:spLocks/>
          </p:cNvSpPr>
          <p:nvPr/>
        </p:nvSpPr>
        <p:spPr bwMode="auto">
          <a:xfrm>
            <a:off x="377825" y="885948"/>
            <a:ext cx="4895850" cy="4329519"/>
          </a:xfrm>
          <a:prstGeom prst="roundRect">
            <a:avLst>
              <a:gd name="adj" fmla="val 1963"/>
            </a:avLst>
          </a:prstGeom>
          <a:solidFill>
            <a:srgbClr val="FFFFFF">
              <a:alpha val="80000"/>
            </a:srgbClr>
          </a:solidFill>
          <a:effectLst>
            <a:outerShdw blurRad="127000" dist="38100" dir="2700000" algn="tl" rotWithShape="0">
              <a:prstClr val="black">
                <a:alpha val="11000"/>
              </a:prstClr>
            </a:outerShdw>
          </a:effectLst>
        </p:spPr>
        <p:txBody>
          <a:bodyPr rot="0" spcFirstLastPara="0" vert="horz" wrap="square" lIns="132875" tIns="106300" rIns="132875" bIns="106300" numCol="1" spcCol="0" rtlCol="0" fromWordArt="0" anchor="t" anchorCtr="0" forceAA="0" compatLnSpc="1">
            <a:prstTxWarp prst="textNoShape">
              <a:avLst/>
            </a:prstTxWarp>
            <a:noAutofit/>
          </a:bodyPr>
          <a:lstStyle/>
          <a:p>
            <a:pPr marL="0" marR="0" lvl="0" indent="0" algn="l" defTabSz="677511" rtl="0" eaLnBrk="1" fontAlgn="base" latinLnBrk="0" hangingPunct="1">
              <a:lnSpc>
                <a:spcPct val="100000"/>
              </a:lnSpc>
              <a:spcBef>
                <a:spcPct val="0"/>
              </a:spcBef>
              <a:spcAft>
                <a:spcPct val="0"/>
              </a:spcAft>
              <a:buClrTx/>
              <a:buSzTx/>
              <a:buFontTx/>
              <a:buNone/>
              <a:tabLst/>
              <a:defRPr/>
            </a:pPr>
            <a:endParaRPr kumimoji="0" lang="en-US" sz="145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 name="Rectangle: Top Corners Rounded 4">
            <a:extLst>
              <a:ext uri="{FF2B5EF4-FFF2-40B4-BE49-F238E27FC236}">
                <a16:creationId xmlns:a16="http://schemas.microsoft.com/office/drawing/2014/main" id="{DCF28CB9-9851-381A-3D93-B51F33390D39}"/>
              </a:ext>
            </a:extLst>
          </p:cNvPr>
          <p:cNvSpPr/>
          <p:nvPr/>
        </p:nvSpPr>
        <p:spPr bwMode="auto">
          <a:xfrm flipH="1">
            <a:off x="377807" y="885948"/>
            <a:ext cx="4895851" cy="457818"/>
          </a:xfrm>
          <a:prstGeom prst="round2SameRect">
            <a:avLst>
              <a:gd name="adj1" fmla="val 16174"/>
              <a:gd name="adj2" fmla="val 0"/>
            </a:avLst>
          </a:prstGeom>
          <a:solidFill>
            <a:srgbClr val="8A226F"/>
          </a:solidFill>
          <a:effectLst/>
        </p:spPr>
        <p:txBody>
          <a:bodyPr vert="horz" wrap="square" lIns="0" tIns="0" rIns="0" bIns="0" rtlCol="0" anchor="ctr" anchorCtr="0">
            <a:normAutofit/>
          </a:bodyPr>
          <a:lstStyle/>
          <a:p>
            <a:pPr marL="0" marR="0" lvl="0" indent="0" algn="ctr" defTabSz="929384" rtl="0" eaLnBrk="1" fontAlgn="auto" latinLnBrk="0" hangingPunct="1">
              <a:lnSpc>
                <a:spcPct val="100000"/>
              </a:lnSpc>
              <a:spcBef>
                <a:spcPct val="20000"/>
              </a:spcBef>
              <a:spcAft>
                <a:spcPts val="0"/>
              </a:spcAft>
              <a:buClrTx/>
              <a:buSzPct val="90000"/>
              <a:buFontTx/>
              <a:buNone/>
              <a:tabLst/>
              <a:defRPr/>
            </a:pPr>
            <a:endParaRPr kumimoji="0" lang="en-US" sz="1196" b="1" i="0" u="none" strike="noStrike" kern="1200" cap="none" spc="0" normalizeH="0" baseline="0" noProof="0">
              <a:ln>
                <a:noFill/>
              </a:ln>
              <a:solidFill>
                <a:srgbClr val="FFFFFF"/>
              </a:solidFill>
              <a:effectLst/>
              <a:uLnTx/>
              <a:uFillTx/>
              <a:latin typeface="Segoe UI Semibold" panose="020B0502040204020203" pitchFamily="34" charset="0"/>
              <a:ea typeface="+mn-ea"/>
              <a:cs typeface="Segoe UI Semibold" panose="020B0502040204020203" pitchFamily="34" charset="0"/>
            </a:endParaRPr>
          </a:p>
        </p:txBody>
      </p:sp>
      <p:graphicFrame>
        <p:nvGraphicFramePr>
          <p:cNvPr id="3" name="Table 0">
            <a:extLst>
              <a:ext uri="{FF2B5EF4-FFF2-40B4-BE49-F238E27FC236}">
                <a16:creationId xmlns:a16="http://schemas.microsoft.com/office/drawing/2014/main" id="{E64560F6-C0D2-A85D-62EB-F1D8C1B0BA99}"/>
              </a:ext>
            </a:extLst>
          </p:cNvPr>
          <p:cNvGraphicFramePr>
            <a:graphicFrameLocks noGrp="1"/>
          </p:cNvGraphicFramePr>
          <p:nvPr>
            <p:extLst>
              <p:ext uri="{D42A27DB-BD31-4B8C-83A1-F6EECF244321}">
                <p14:modId xmlns:p14="http://schemas.microsoft.com/office/powerpoint/2010/main" val="1755984397"/>
              </p:ext>
            </p:extLst>
          </p:nvPr>
        </p:nvGraphicFramePr>
        <p:xfrm>
          <a:off x="377826" y="885945"/>
          <a:ext cx="4895850" cy="4247177"/>
        </p:xfrm>
        <a:graphic>
          <a:graphicData uri="http://schemas.openxmlformats.org/drawingml/2006/table">
            <a:tbl>
              <a:tblPr>
                <a:effectLst/>
                <a:tableStyleId>{2D5ABB26-0587-4C30-8999-92F81FD0307C}</a:tableStyleId>
              </a:tblPr>
              <a:tblGrid>
                <a:gridCol w="3249294">
                  <a:extLst>
                    <a:ext uri="{9D8B030D-6E8A-4147-A177-3AD203B41FA5}">
                      <a16:colId xmlns:a16="http://schemas.microsoft.com/office/drawing/2014/main" val="20000"/>
                    </a:ext>
                  </a:extLst>
                </a:gridCol>
                <a:gridCol w="441424">
                  <a:extLst>
                    <a:ext uri="{9D8B030D-6E8A-4147-A177-3AD203B41FA5}">
                      <a16:colId xmlns:a16="http://schemas.microsoft.com/office/drawing/2014/main" val="2365940916"/>
                    </a:ext>
                  </a:extLst>
                </a:gridCol>
                <a:gridCol w="1205132">
                  <a:extLst>
                    <a:ext uri="{9D8B030D-6E8A-4147-A177-3AD203B41FA5}">
                      <a16:colId xmlns:a16="http://schemas.microsoft.com/office/drawing/2014/main" val="20001"/>
                    </a:ext>
                  </a:extLst>
                </a:gridCol>
              </a:tblGrid>
              <a:tr h="458668">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auto" hangingPunct="1">
                        <a:lnSpc>
                          <a:spcPct val="100000"/>
                        </a:lnSpc>
                        <a:spcBef>
                          <a:spcPts val="0"/>
                        </a:spcBef>
                        <a:spcAft>
                          <a:spcPts val="0"/>
                        </a:spcAft>
                        <a:buFontTx/>
                        <a:buNone/>
                      </a:pPr>
                      <a:r>
                        <a:rPr lang="en-US" sz="700" b="0" i="0" u="none" strike="noStrike" kern="1200" cap="none" spc="0" normalizeH="0" baseline="0" dirty="0">
                          <a:solidFill>
                            <a:schemeClr val="bg1">
                              <a:lumMod val="100000"/>
                            </a:schemeClr>
                          </a:solidFill>
                          <a:latin typeface="Segoe UI Semibold" panose="020B0702040204020203" pitchFamily="34" charset="0"/>
                          <a:ea typeface="+mn-ea"/>
                          <a:cs typeface="Segoe UI Semibold" panose="020B0702040204020203" pitchFamily="34" charset="0"/>
                          <a:sym typeface=""/>
                        </a:rPr>
                        <a:t>Incremental capabilities</a:t>
                      </a:r>
                    </a:p>
                  </a:txBody>
                  <a:tcPr marL="72000" marR="36000" marT="0" marB="0" anchor="ctr">
                    <a:lnB w="6350" cap="flat" cmpd="sng" algn="ctr">
                      <a:solidFill>
                        <a:schemeClr val="bg1">
                          <a:lumMod val="85000"/>
                        </a:schemeClr>
                      </a:solidFill>
                      <a:prstDash val="solid"/>
                      <a:round/>
                      <a:headEnd type="none" w="med" len="med"/>
                      <a:tailEnd type="none" w="med" len="med"/>
                    </a:lnB>
                  </a:tcPr>
                </a:tc>
                <a:tc>
                  <a:txBody>
                    <a:bodyPr/>
                    <a:lstStyle/>
                    <a:p>
                      <a:pPr marL="0" marR="0" lvl="0" indent="0" algn="ctr" rtl="0" eaLnBrk="1" fontAlgn="auto" hangingPunct="1">
                        <a:lnSpc>
                          <a:spcPct val="100000"/>
                        </a:lnSpc>
                        <a:spcBef>
                          <a:spcPts val="0"/>
                        </a:spcBef>
                        <a:spcAft>
                          <a:spcPts val="0"/>
                        </a:spcAft>
                        <a:buFontTx/>
                        <a:buNone/>
                      </a:pPr>
                      <a:r>
                        <a:rPr lang="en-US" sz="700" b="0" i="0" u="none" strike="noStrike" kern="1200" cap="none" spc="0" normalizeH="0" baseline="0">
                          <a:solidFill>
                            <a:schemeClr val="bg1">
                              <a:lumMod val="100000"/>
                            </a:schemeClr>
                          </a:solidFill>
                          <a:latin typeface="Segoe UI Semibold"/>
                          <a:ea typeface="+mn-ea"/>
                          <a:cs typeface="Segoe UI Semibold"/>
                          <a:sym typeface=""/>
                        </a:rPr>
                        <a:t>Business </a:t>
                      </a:r>
                      <a:br>
                        <a:rPr lang="en-US" sz="700" b="0" i="0" u="none" strike="noStrike" kern="1200" cap="none" spc="0" normalizeH="0" baseline="0" dirty="0">
                          <a:solidFill>
                            <a:schemeClr val="bg1">
                              <a:lumMod val="100000"/>
                            </a:schemeClr>
                          </a:solidFill>
                          <a:latin typeface="Segoe UI Semibold"/>
                          <a:ea typeface="+mn-ea"/>
                          <a:cs typeface="Segoe UI Semibold"/>
                        </a:rPr>
                      </a:br>
                      <a:r>
                        <a:rPr lang="en-US" sz="700" b="0" i="0" u="none" strike="noStrike" kern="1200" cap="none" spc="0" normalizeH="0" baseline="0">
                          <a:solidFill>
                            <a:schemeClr val="bg1">
                              <a:lumMod val="100000"/>
                            </a:schemeClr>
                          </a:solidFill>
                          <a:latin typeface="Segoe UI Semibold"/>
                          <a:ea typeface="+mn-ea"/>
                          <a:cs typeface="Segoe UI Semibold"/>
                        </a:rPr>
                        <a:t>Standard</a:t>
                      </a:r>
                      <a:endParaRPr lang="en-US" sz="700" b="0" i="0" u="none" strike="noStrike" kern="1200" cap="none" spc="0" normalizeH="0" baseline="0" dirty="0">
                        <a:solidFill>
                          <a:schemeClr val="bg1">
                            <a:lumMod val="100000"/>
                          </a:schemeClr>
                        </a:solidFill>
                        <a:latin typeface="Segoe UI Semibold"/>
                        <a:ea typeface="+mn-ea"/>
                        <a:cs typeface="Segoe UI Semibold"/>
                        <a:sym typeface=""/>
                      </a:endParaRPr>
                    </a:p>
                  </a:txBody>
                  <a:tcPr marL="36000" marR="36000" marT="0" marB="0" anchor="ct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auto" hangingPunct="1">
                        <a:lnSpc>
                          <a:spcPct val="100000"/>
                        </a:lnSpc>
                        <a:spcBef>
                          <a:spcPts val="0"/>
                        </a:spcBef>
                        <a:spcAft>
                          <a:spcPts val="0"/>
                        </a:spcAft>
                        <a:buFontTx/>
                        <a:buNone/>
                      </a:pPr>
                      <a:r>
                        <a:rPr lang="en-US" sz="700" b="0" i="0" u="none" strike="noStrike" kern="1200" cap="none" spc="0" normalizeH="0" baseline="0" dirty="0">
                          <a:solidFill>
                            <a:schemeClr val="bg1">
                              <a:lumMod val="100000"/>
                            </a:schemeClr>
                          </a:solidFill>
                          <a:latin typeface="Segoe UI Semibold" panose="020B0702040204020203" pitchFamily="34" charset="0"/>
                          <a:ea typeface="+mn-ea"/>
                          <a:cs typeface="Segoe UI Semibold" panose="020B0702040204020203" pitchFamily="34" charset="0"/>
                          <a:sym typeface=""/>
                        </a:rPr>
                        <a:t>Business Premium+ Defender &amp; Purview Suite for Business Premium</a:t>
                      </a:r>
                    </a:p>
                  </a:txBody>
                  <a:tcPr marL="36000" marR="36000" marT="0" marB="0" anchor="ctr"/>
                </a:tc>
                <a:extLst>
                  <a:ext uri="{0D108BD9-81ED-4DB2-BD59-A6C34878D82A}">
                    <a16:rowId xmlns:a16="http://schemas.microsoft.com/office/drawing/2014/main" val="10000"/>
                  </a:ext>
                </a:extLst>
              </a:tr>
              <a:tr h="215587">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sym typeface=""/>
                        </a:rPr>
                        <a:t>Information Protection, Classification and DLP</a:t>
                      </a:r>
                    </a:p>
                  </a:txBody>
                  <a:tcPr marL="72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a:txBody>
                    <a:bodyPr/>
                    <a:lstStyle/>
                    <a:p>
                      <a:pPr marL="0" marR="0" lvl="0" indent="0" algn="ctr" defTabSz="565131" rtl="0" eaLnBrk="1" fontAlgn="ctr" latinLnBrk="0" hangingPunct="1">
                        <a:lnSpc>
                          <a:spcPct val="100000"/>
                        </a:lnSpc>
                        <a:spcBef>
                          <a:spcPts val="0"/>
                        </a:spcBef>
                        <a:spcAft>
                          <a:spcPts val="0"/>
                        </a:spcAft>
                        <a:buFontTx/>
                        <a:buNone/>
                      </a:pPr>
                      <a:endParaRPr lang="en-US" sz="6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sym typeface=""/>
                      </a:endParaRPr>
                    </a:p>
                  </a:txBody>
                  <a:tcPr marL="36000" marR="36000" marT="0" marB="0" anchor="ctr">
                    <a:solidFill>
                      <a:srgbClr val="B740C5">
                        <a:lumMod val="100000"/>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00" dirty="0">
                        <a:solidFill>
                          <a:schemeClr val="tx1"/>
                        </a:solidFill>
                        <a:latin typeface="Segoe UI" panose="020B0502040204020203" pitchFamily="34" charset="0"/>
                        <a:cs typeface="Segoe UI" panose="020B0502040204020203" pitchFamily="34" charset="0"/>
                      </a:endParaRPr>
                    </a:p>
                  </a:txBody>
                  <a:tcPr marL="36000" marR="36000" marT="0" marB="0" anchor="ctr">
                    <a:solidFill>
                      <a:srgbClr val="B740C5">
                        <a:lumMod val="100000"/>
                        <a:alpha val="21000"/>
                      </a:srgbClr>
                    </a:solidFill>
                  </a:tcPr>
                </a:tc>
                <a:extLst>
                  <a:ext uri="{0D108BD9-81ED-4DB2-BD59-A6C34878D82A}">
                    <a16:rowId xmlns:a16="http://schemas.microsoft.com/office/drawing/2014/main" val="838368895"/>
                  </a:ext>
                </a:extLst>
              </a:tr>
              <a:tr h="280263">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Purview IP P1: Manual sensitivity labels, basic classification; Purview DLP for email/files via Exchange/SharePoint</a:t>
                      </a:r>
                    </a:p>
                  </a:txBody>
                  <a:tcPr marL="72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endParaRPr>
                    </a:p>
                  </a:txBody>
                  <a:tcPr marL="36000" marR="36000" marT="0" marB="0" anchor="ctr">
                    <a:lnB w="6350" cap="flat" cmpd="sng" algn="ctr">
                      <a:solidFill>
                        <a:srgbClr val="E1E1E1"/>
                      </a:solidFill>
                      <a:prstDash val="solid"/>
                      <a:round/>
                      <a:headEnd type="none" w="med" len="med"/>
                      <a:tailEnd type="none" w="med" len="med"/>
                    </a:lnB>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endParaRPr lang="en-US" sz="650">
                        <a:solidFill>
                          <a:schemeClr val="tx1"/>
                        </a:solidFill>
                        <a:latin typeface="Segoe UI" panose="020B0502040204020203" pitchFamily="34" charset="0"/>
                        <a:ea typeface="Calibri" charset="0"/>
                        <a:cs typeface="Segoe UI" panose="020B0502040204020203" pitchFamily="34" charset="0"/>
                      </a:endParaRPr>
                    </a:p>
                  </a:txBody>
                  <a:tcPr marL="36000" marR="36000" marT="0" marB="0" anchor="ctr">
                    <a:lnB w="6350" cap="flat" cmpd="sng" algn="ctr">
                      <a:solidFill>
                        <a:srgbClr val="E1E1E1"/>
                      </a:solidFill>
                      <a:prstDash val="solid"/>
                      <a:round/>
                      <a:headEnd type="none" w="med" len="med"/>
                      <a:tailEnd type="none" w="med" len="med"/>
                    </a:lnB>
                    <a:solidFill>
                      <a:schemeClr val="bg1"/>
                    </a:solidFill>
                  </a:tcPr>
                </a:tc>
                <a:extLst>
                  <a:ext uri="{0D108BD9-81ED-4DB2-BD59-A6C34878D82A}">
                    <a16:rowId xmlns:a16="http://schemas.microsoft.com/office/drawing/2014/main" val="2501388717"/>
                  </a:ext>
                </a:extLst>
              </a:tr>
              <a:tr h="280263">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 IP P2: Auto labeling, trainable classifiers (ML), EDM, data discovery; Unified/Endpoint/Adaptive DLP across M365</a:t>
                      </a:r>
                    </a:p>
                  </a:txBody>
                  <a:tcPr marL="72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endParaRPr>
                    </a:p>
                  </a:txBody>
                  <a:tcPr marL="36000" marR="36000" marT="0" marB="0" anchor="ct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36000" marR="36000" marT="0" marB="0" anchor="ct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chemeClr val="bg1"/>
                    </a:solidFill>
                  </a:tcPr>
                </a:tc>
                <a:extLst>
                  <a:ext uri="{0D108BD9-81ED-4DB2-BD59-A6C34878D82A}">
                    <a16:rowId xmlns:a16="http://schemas.microsoft.com/office/drawing/2014/main" val="1983767824"/>
                  </a:ext>
                </a:extLst>
              </a:tr>
              <a:tr h="280263">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Insider Risk Management: Detect data theft, policy violations with privacy analytics + Adaptive Protection for DLP</a:t>
                      </a:r>
                    </a:p>
                  </a:txBody>
                  <a:tcPr marL="72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endParaRPr>
                    </a:p>
                  </a:txBody>
                  <a:tcPr marL="36000" marR="36000" marT="0" marB="0" anchor="ct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36000" marR="36000" marT="0" marB="0" anchor="ct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chemeClr val="bg1"/>
                    </a:solidFill>
                  </a:tcPr>
                </a:tc>
                <a:extLst>
                  <a:ext uri="{0D108BD9-81ED-4DB2-BD59-A6C34878D82A}">
                    <a16:rowId xmlns:a16="http://schemas.microsoft.com/office/drawing/2014/main" val="3255310482"/>
                  </a:ext>
                </a:extLst>
              </a:tr>
              <a:tr h="215587">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Purview DLP for Copilot Prompts — blocks Copilot from processing sensitive data</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0" marB="0" anchor="ct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chemeClr val="bg1"/>
                    </a:solidFill>
                  </a:tcPr>
                </a:tc>
                <a:extLst>
                  <a:ext uri="{0D108BD9-81ED-4DB2-BD59-A6C34878D82A}">
                    <a16:rowId xmlns:a16="http://schemas.microsoft.com/office/drawing/2014/main" val="2281435744"/>
                  </a:ext>
                </a:extLst>
              </a:tr>
              <a:tr h="215587">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Data Security Posture Management for AI (DSPM for AI)</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0" marB="0" anchor="ct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chemeClr val="bg1"/>
                    </a:solidFill>
                  </a:tcPr>
                </a:tc>
                <a:extLst>
                  <a:ext uri="{0D108BD9-81ED-4DB2-BD59-A6C34878D82A}">
                    <a16:rowId xmlns:a16="http://schemas.microsoft.com/office/drawing/2014/main" val="4145947900"/>
                  </a:ext>
                </a:extLst>
              </a:tr>
              <a:tr h="215587">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Purview AI data security and compliance (DLP, DSPM, Insider Risk)</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rgbClr val="E1E1E1"/>
                      </a:solidFill>
                      <a:prstDash val="solid"/>
                      <a:round/>
                      <a:headEnd type="none" w="med" len="med"/>
                      <a:tailEnd type="none" w="med" len="med"/>
                    </a:lnT>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0" marB="0" anchor="ctr">
                    <a:lnT w="6350" cap="flat" cmpd="sng" algn="ctr">
                      <a:solidFill>
                        <a:srgbClr val="E1E1E1"/>
                      </a:solidFill>
                      <a:prstDash val="solid"/>
                      <a:round/>
                      <a:headEnd type="none" w="med" len="med"/>
                      <a:tailEnd type="none" w="med" len="med"/>
                    </a:lnT>
                    <a:solidFill>
                      <a:schemeClr val="bg1"/>
                    </a:solidFill>
                  </a:tcPr>
                </a:tc>
                <a:extLst>
                  <a:ext uri="{0D108BD9-81ED-4DB2-BD59-A6C34878D82A}">
                    <a16:rowId xmlns:a16="http://schemas.microsoft.com/office/drawing/2014/main" val="3894138801"/>
                  </a:ext>
                </a:extLst>
              </a:tr>
              <a:tr h="215587">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ClrTx/>
                        <a:buSzTx/>
                        <a:buFontTx/>
                        <a:buNone/>
                        <a:tabLst/>
                        <a:defRPr/>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sym typeface=""/>
                        </a:rPr>
                        <a:t>eDiscovery, audit and data lifecycle</a:t>
                      </a:r>
                    </a:p>
                  </a:txBody>
                  <a:tcPr marL="72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hMerge="1">
                  <a:txBody>
                    <a:bodyPr/>
                    <a:lstStyle/>
                    <a:p>
                      <a:endParaRPr lang="en-IN"/>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extLst>
                  <a:ext uri="{0D108BD9-81ED-4DB2-BD59-A6C34878D82A}">
                    <a16:rowId xmlns:a16="http://schemas.microsoft.com/office/drawing/2014/main" val="10001"/>
                  </a:ext>
                </a:extLst>
              </a:tr>
              <a:tr h="257170">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Purview Audit (Standard): Log and search audited user/admin activities</a:t>
                      </a:r>
                    </a:p>
                  </a:txBody>
                  <a:tcPr marL="72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l" defTabSz="565131" rtl="0" eaLnBrk="1" fontAlgn="ctr"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kumimoji="0" lang="en-US" sz="65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sym typeface=""/>
                        </a:rPr>
                        <a:t>✓</a:t>
                      </a:r>
                      <a:endParaRPr lang="en-US" sz="650">
                        <a:solidFill>
                          <a:schemeClr val="tx1"/>
                        </a:solidFill>
                        <a:latin typeface="Segoe UI" panose="020B0502040204020203" pitchFamily="34" charset="0"/>
                        <a:ea typeface="Calibri" charset="0"/>
                        <a:cs typeface="Segoe UI" panose="020B0502040204020203" pitchFamily="34" charset="0"/>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2"/>
                  </a:ext>
                </a:extLst>
              </a:tr>
              <a:tr h="383047">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 eDiscovery (Premium): Legal hold, review sets, predictive coding; Audit (Premium): 10-year retention, forensic insights</a:t>
                      </a:r>
                    </a:p>
                  </a:txBody>
                  <a:tcPr marL="72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l" defTabSz="565131" rtl="0" eaLnBrk="1" fontAlgn="ctr"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kumimoji="0" lang="en-US" sz="65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sym typeface=""/>
                        </a:rPr>
                        <a:t>✓</a:t>
                      </a: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4"/>
                  </a:ext>
                </a:extLst>
              </a:tr>
              <a:tr h="383047">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auto"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Calibri" panose="020F0502020204030204" pitchFamily="34" charset="0"/>
                          <a:cs typeface="Segoe UI" panose="020B0502040204020203" pitchFamily="34" charset="0"/>
                          <a:sym typeface=""/>
                        </a:rPr>
                        <a:t>Data Lifecycle Management: Automated retention/deletion, records management, event-based triggers</a:t>
                      </a:r>
                    </a:p>
                  </a:txBody>
                  <a:tcPr marL="72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l" defTabSz="565131" rtl="0" eaLnBrk="1" fontAlgn="auto"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Calibri" panose="020F0502020204030204" pitchFamily="34" charset="0"/>
                        <a:cs typeface="Segoe UI" panose="020B0502040204020203" pitchFamily="34" charset="0"/>
                        <a:sym typeface=""/>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kumimoji="0" lang="en-US" sz="65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sym typeface=""/>
                        </a:rPr>
                        <a:t>✓</a:t>
                      </a: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36000" marR="36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5"/>
                  </a:ext>
                </a:extLst>
              </a:tr>
              <a:tr h="191524">
                <a:tc>
                  <a:txBody>
                    <a:body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rPr>
                        <a:t>Copilot Chat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p>
                      <a:pPr marL="0" marR="0" lvl="0" indent="0" algn="ctr" defTabSz="565131" rtl="0" eaLnBrk="1" fontAlgn="ctr" latinLnBrk="0" hangingPunct="1">
                        <a:lnSpc>
                          <a:spcPct val="100000"/>
                        </a:lnSpc>
                        <a:spcBef>
                          <a:spcPts val="0"/>
                        </a:spcBef>
                        <a:spcAft>
                          <a:spcPts val="0"/>
                        </a:spcAft>
                        <a:buFontTx/>
                        <a:buNone/>
                      </a:pPr>
                      <a:endParaRPr lang="en-US" sz="70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p>
                      <a:pPr marL="0" marR="0" lvl="0" indent="0" algn="ctr" defTabSz="565131" rtl="0" eaLnBrk="1" fontAlgn="ctr" latinLnBrk="0" hangingPunct="1">
                        <a:lnSpc>
                          <a:spcPct val="100000"/>
                        </a:lnSpc>
                        <a:spcBef>
                          <a:spcPts val="0"/>
                        </a:spcBef>
                        <a:spcAft>
                          <a:spcPts val="0"/>
                        </a:spcAft>
                        <a:buFontTx/>
                        <a:buNone/>
                      </a:pPr>
                      <a:endParaRPr lang="en-US" sz="70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11"/>
                  </a:ext>
                </a:extLst>
              </a:tr>
              <a:tr h="383047">
                <a:tc>
                  <a:txBody>
                    <a:bodyPr/>
                    <a:lstStyle/>
                    <a:p>
                      <a:pPr algn="l" fontAlgn="ctr">
                        <a:buNone/>
                      </a:pPr>
                      <a:r>
                        <a:rPr lang="en-US" sz="650" b="0" i="0" u="none" strike="noStrike" dirty="0">
                          <a:solidFill>
                            <a:srgbClr val="000000"/>
                          </a:solidFill>
                          <a:effectLst/>
                          <a:latin typeface="Segoe UI" panose="020B0502040204020203" pitchFamily="34" charset="0"/>
                          <a:cs typeface="Segoe UI" panose="020B0502040204020203" pitchFamily="34" charset="0"/>
                        </a:rPr>
                        <a:t>Copilot Chat enhancements — inbox &amp; calendar awareness + Word/Excel/PowerPoint agents</a:t>
                      </a:r>
                    </a:p>
                  </a:txBody>
                  <a:tcPr marL="73152" marR="73152"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5"/>
                  </a:ext>
                </a:extLst>
              </a:tr>
              <a:tr h="271950">
                <a:tc>
                  <a:txBody>
                    <a:bodyPr/>
                    <a:lstStyle/>
                    <a:p>
                      <a:pPr algn="l" fontAlgn="ctr">
                        <a:buNone/>
                      </a:pPr>
                      <a:r>
                        <a:rPr lang="en-US" sz="650" b="0" i="0" u="none" strike="noStrike" dirty="0">
                          <a:solidFill>
                            <a:srgbClr val="000000"/>
                          </a:solidFill>
                          <a:effectLst/>
                          <a:latin typeface="Segoe UI" panose="020B0502040204020203" pitchFamily="34" charset="0"/>
                          <a:cs typeface="Segoe UI" panose="020B0502040204020203" pitchFamily="34" charset="0"/>
                        </a:rPr>
                        <a:t>Copilot Chat Analytics — admin reporting on adoption and usage</a:t>
                      </a:r>
                    </a:p>
                  </a:txBody>
                  <a:tcPr marL="73152" marR="73152"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6"/>
                  </a:ext>
                </a:extLst>
              </a:tr>
            </a:tbl>
          </a:graphicData>
        </a:graphic>
      </p:graphicFrame>
      <p:sp>
        <p:nvSpPr>
          <p:cNvPr id="7" name="Incremental capabilities from Current SKU to Target SKU">
            <a:extLst>
              <a:ext uri="{FF2B5EF4-FFF2-40B4-BE49-F238E27FC236}">
                <a16:creationId xmlns:a16="http://schemas.microsoft.com/office/drawing/2014/main" id="{E8F3D3BA-9814-9839-9FDD-CB8173126E98}"/>
              </a:ext>
            </a:extLst>
          </p:cNvPr>
          <p:cNvSpPr/>
          <p:nvPr/>
        </p:nvSpPr>
        <p:spPr>
          <a:xfrm>
            <a:off x="377826" y="281945"/>
            <a:ext cx="5215254" cy="457818"/>
          </a:xfrm>
          <a:prstGeom prst="rect">
            <a:avLst/>
          </a:prstGeom>
          <a:noFill/>
          <a:ln/>
        </p:spPr>
        <p:txBody>
          <a:bodyPr wrap="square" lIns="0" tIns="0" rIns="0" bIns="0" rtlCol="0" anchor="t" anchorCtr="0">
            <a:spAutoFit/>
          </a:bodyPr>
          <a:lstStyle/>
          <a:p>
            <a:pPr defTabSz="910968">
              <a:lnSpc>
                <a:spcPct val="85000"/>
              </a:lnSpc>
              <a:defRPr/>
            </a:pPr>
            <a:r>
              <a:rPr lang="en-US" sz="1700" dirty="0">
                <a:solidFill>
                  <a:srgbClr val="B740C5"/>
                </a:solidFill>
                <a:latin typeface="Segoe UI Semibold"/>
                <a:cs typeface="Segoe UI Semibold"/>
              </a:rPr>
              <a:t>Business Standard vs Business Premium+ Defender Suite + Purview Suite for Business Premium</a:t>
            </a:r>
          </a:p>
        </p:txBody>
      </p:sp>
    </p:spTree>
    <p:extLst>
      <p:ext uri="{BB962C8B-B14F-4D97-AF65-F5344CB8AC3E}">
        <p14:creationId xmlns:p14="http://schemas.microsoft.com/office/powerpoint/2010/main" val="16343066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728AB9D-FEDE-D386-BB51-295FA38B47E4}"/>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6E1F46C-D455-58D3-9835-4CD28114CA4F}"/>
              </a:ext>
            </a:extLst>
          </p:cNvPr>
          <p:cNvSpPr/>
          <p:nvPr/>
        </p:nvSpPr>
        <p:spPr>
          <a:xfrm>
            <a:off x="0" y="-233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61776EAF-999C-1D56-04BA-7C3A78A3842D}"/>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9" name="Upgrade investment snapshot">
            <a:extLst>
              <a:ext uri="{FF2B5EF4-FFF2-40B4-BE49-F238E27FC236}">
                <a16:creationId xmlns:a16="http://schemas.microsoft.com/office/drawing/2014/main" id="{643D2643-67D1-25D6-8EA7-E80B45469A37}"/>
              </a:ext>
            </a:extLst>
          </p:cNvPr>
          <p:cNvSpPr/>
          <p:nvPr/>
        </p:nvSpPr>
        <p:spPr>
          <a:xfrm>
            <a:off x="409575" y="284891"/>
            <a:ext cx="4935928"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a:solidFill>
                  <a:prstClr val="black">
                    <a:lumMod val="95000"/>
                    <a:lumOff val="5000"/>
                  </a:prstClr>
                </a:solidFill>
                <a:latin typeface="Segoe UI Semibold"/>
                <a:ea typeface="Segoe UI Semibold" pitchFamily="34" charset="-122"/>
                <a:cs typeface="Segoe UI Semibold"/>
              </a:rPr>
              <a:t>Investment</a:t>
            </a:r>
            <a:r>
              <a:rPr kumimoji="0"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rPr>
              <a:t> snapshot</a:t>
            </a:r>
            <a:endParaRPr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endParaRPr>
          </a:p>
        </p:txBody>
      </p:sp>
      <p:sp>
        <p:nvSpPr>
          <p:cNvPr id="49" name="Text 8">
            <a:extLst>
              <a:ext uri="{FF2B5EF4-FFF2-40B4-BE49-F238E27FC236}">
                <a16:creationId xmlns:a16="http://schemas.microsoft.com/office/drawing/2014/main" id="{546271A4-906E-AC24-0E52-EFA81992B9B7}"/>
              </a:ext>
            </a:extLst>
          </p:cNvPr>
          <p:cNvSpPr/>
          <p:nvPr/>
        </p:nvSpPr>
        <p:spPr>
          <a:xfrm>
            <a:off x="409575" y="7369396"/>
            <a:ext cx="4848225" cy="36576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31" name="Table 30">
            <a:extLst>
              <a:ext uri="{FF2B5EF4-FFF2-40B4-BE49-F238E27FC236}">
                <a16:creationId xmlns:a16="http://schemas.microsoft.com/office/drawing/2014/main" id="{9F629912-4053-C17D-E323-DAC8653DDB6B}"/>
              </a:ext>
            </a:extLst>
          </p:cNvPr>
          <p:cNvGraphicFramePr>
            <a:graphicFrameLocks noGrp="1"/>
          </p:cNvGraphicFramePr>
          <p:nvPr>
            <p:extLst>
              <p:ext uri="{D42A27DB-BD31-4B8C-83A1-F6EECF244321}">
                <p14:modId xmlns:p14="http://schemas.microsoft.com/office/powerpoint/2010/main" val="2491053364"/>
              </p:ext>
            </p:extLst>
          </p:nvPr>
        </p:nvGraphicFramePr>
        <p:xfrm>
          <a:off x="409574" y="1133905"/>
          <a:ext cx="4848226" cy="1648320"/>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a:ea typeface="Segoe UI Regular"/>
                          <a:cs typeface="Segoe UI Semibold"/>
                        </a:rPr>
                        <a:t>{</a:t>
                      </a:r>
                      <a:r>
                        <a:rPr kumimoji="0" lang="en-US" sz="1200" b="0" i="0" u="none" strike="noStrike" kern="1200" cap="none" spc="0" normalizeH="0" baseline="0" err="1">
                          <a:ln>
                            <a:noFill/>
                          </a:ln>
                          <a:solidFill>
                            <a:srgbClr val="8A226F"/>
                          </a:solidFill>
                          <a:effectLst/>
                          <a:uLnTx/>
                          <a:uFillTx/>
                          <a:latin typeface="Segoe UI Semibold"/>
                          <a:ea typeface="Segoe UI Regular"/>
                          <a:cs typeface="Segoe UI Semibold"/>
                        </a:rPr>
                        <a:t>start_sku</a:t>
                      </a:r>
                      <a:r>
                        <a:rPr kumimoji="0" lang="en-US" sz="1200" b="0" i="0" u="none" strike="noStrike" kern="1200" cap="none" spc="0" normalizeH="0" baseline="0">
                          <a:ln>
                            <a:noFill/>
                          </a:ln>
                          <a:solidFill>
                            <a:srgbClr val="8A226F"/>
                          </a:solidFill>
                          <a:effectLst/>
                          <a:uLnTx/>
                          <a:uFillTx/>
                          <a:latin typeface="Segoe UI Semibold"/>
                          <a:ea typeface="Segoe UI Regular"/>
                          <a:cs typeface="Segoe UI Semibold"/>
                        </a:rPr>
                        <a:t>}​</a:t>
                      </a:r>
                      <a:endParaRPr kumimoji="0" lang="en-US" sz="1200" b="0" i="0" u="none" strike="noStrike" kern="1200" cap="none" spc="0" normalizeH="0" baseline="0" noProof="0">
                        <a:ln>
                          <a:noFill/>
                        </a:ln>
                        <a:solidFill>
                          <a:srgbClr val="8A226F"/>
                        </a:solidFill>
                        <a:effectLst/>
                        <a:uLnTx/>
                        <a:uFillTx/>
                        <a:latin typeface="Segoe UI Semibold"/>
                        <a:ea typeface="Segoe UI Regular"/>
                        <a:cs typeface="Segoe UI Semibold"/>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a:latin typeface="Segoe UI" panose="020B0502040204020203" pitchFamily="34" charset="0"/>
                          <a:cs typeface="Segoe UI" panose="020B0502040204020203" pitchFamily="34" charset="0"/>
                        </a:rPr>
                        <a:t>Number of seats proposed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a:lnSpc>
                          <a:spcPct val="100000"/>
                        </a:lnSpc>
                        <a:spcBef>
                          <a:spcPts val="0"/>
                        </a:spcBef>
                        <a:spcAft>
                          <a:spcPts val="0"/>
                        </a:spcAft>
                        <a:buNone/>
                      </a:pPr>
                      <a:r>
                        <a:rPr lang="en-US" sz="1200" b="0" i="0" u="none" strike="noStrike" kern="1200" cap="none" spc="0" normalizeH="0" baseline="0" noProof="0" dirty="0">
                          <a:ln>
                            <a:noFill/>
                          </a:ln>
                          <a:solidFill>
                            <a:schemeClr val="tx1"/>
                          </a:solidFill>
                          <a:effectLst/>
                          <a:uLnTx/>
                          <a:uFillTx/>
                          <a:latin typeface="Segoe UI"/>
                          <a:ea typeface="Segoe UI Regular" pitchFamily="34" charset="-122"/>
                          <a:cs typeface="Segoe UI"/>
                        </a:rPr>
                        <a:t>{seats} </a:t>
                      </a:r>
                      <a:endParaRPr kumimoji="0" lang="en-US" dirty="0"/>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annual cost per user</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rgbClr val="000000"/>
                          </a:solidFill>
                          <a:latin typeface="Segoe UI"/>
                          <a:ea typeface="Segoe UI Regular"/>
                          <a:cs typeface="Segoe UI"/>
                        </a:rPr>
                        <a:t>{</a:t>
                      </a:r>
                      <a:r>
                        <a:rPr lang="en-IN" sz="1200" kern="1200" dirty="0" err="1">
                          <a:solidFill>
                            <a:srgbClr val="000000"/>
                          </a:solidFill>
                          <a:latin typeface="Segoe UI"/>
                          <a:ea typeface="Segoe UI Regular"/>
                          <a:cs typeface="Segoe UI"/>
                        </a:rPr>
                        <a:t>current_annual_cost_per_user</a:t>
                      </a:r>
                      <a:r>
                        <a:rPr lang="en-IN" sz="1200" kern="1200" dirty="0">
                          <a:solidFill>
                            <a:srgbClr val="000000"/>
                          </a:solidFill>
                          <a:latin typeface="Segoe UI"/>
                          <a:ea typeface="Segoe UI Regular"/>
                          <a:cs typeface="Segoe UI"/>
                        </a:rPr>
                        <a:t>}</a:t>
                      </a:r>
                      <a:endParaRPr lang="en-US" sz="1200" kern="1200" noProof="0" dirty="0">
                        <a:solidFill>
                          <a:srgbClr val="000000"/>
                        </a:solidFill>
                        <a:latin typeface="Segoe UI"/>
                        <a:ea typeface="Segoe UI Regular"/>
                        <a:cs typeface="Segoe UI"/>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11699862"/>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rPr>
                        <a:t>Total current investment</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a:lnSpc>
                          <a:spcPct val="100000"/>
                        </a:lnSpc>
                        <a:spcBef>
                          <a:spcPts val="0"/>
                        </a:spcBef>
                        <a:spcAft>
                          <a:spcPts val="0"/>
                        </a:spcAft>
                        <a:buNone/>
                        <a:tabLst/>
                        <a:defRPr/>
                      </a:pP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r>
                        <a:rPr lang="en-US" sz="1200" b="0" i="0" u="none" strike="noStrike" kern="1200" cap="none" spc="0" normalizeH="0" baseline="0" noProof="0" dirty="0" err="1">
                          <a:ln>
                            <a:noFill/>
                          </a:ln>
                          <a:solidFill>
                            <a:schemeClr val="tx1"/>
                          </a:solidFill>
                          <a:effectLst/>
                          <a:uLnTx/>
                          <a:uFillTx/>
                          <a:latin typeface="Segoe UI"/>
                          <a:ea typeface="Segoe UI Regular"/>
                          <a:cs typeface="Segoe UI"/>
                        </a:rPr>
                        <a:t>expiring_arr</a:t>
                      </a: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endParaRPr kumimoji="0" lang="en-US" dirty="0">
                        <a:ea typeface="Segoe UI Regular"/>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29020969"/>
                  </a:ext>
                </a:extLst>
              </a:tr>
            </a:tbl>
          </a:graphicData>
        </a:graphic>
      </p:graphicFrame>
      <p:sp>
        <p:nvSpPr>
          <p:cNvPr id="33" name="Rectangle: Top Corners Rounded 32">
            <a:extLst>
              <a:ext uri="{FF2B5EF4-FFF2-40B4-BE49-F238E27FC236}">
                <a16:creationId xmlns:a16="http://schemas.microsoft.com/office/drawing/2014/main" id="{85A445E1-A52D-33E5-8A47-654A75AF92D3}"/>
              </a:ext>
            </a:extLst>
          </p:cNvPr>
          <p:cNvSpPr/>
          <p:nvPr/>
        </p:nvSpPr>
        <p:spPr>
          <a:xfrm>
            <a:off x="409574" y="820495"/>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Current SKU</a:t>
            </a:r>
          </a:p>
        </p:txBody>
      </p:sp>
      <p:graphicFrame>
        <p:nvGraphicFramePr>
          <p:cNvPr id="34" name="Table 33">
            <a:extLst>
              <a:ext uri="{FF2B5EF4-FFF2-40B4-BE49-F238E27FC236}">
                <a16:creationId xmlns:a16="http://schemas.microsoft.com/office/drawing/2014/main" id="{F751E058-0465-554B-EC83-ECA3B1CDE861}"/>
              </a:ext>
            </a:extLst>
          </p:cNvPr>
          <p:cNvGraphicFramePr>
            <a:graphicFrameLocks noGrp="1"/>
          </p:cNvGraphicFramePr>
          <p:nvPr>
            <p:extLst>
              <p:ext uri="{D42A27DB-BD31-4B8C-83A1-F6EECF244321}">
                <p14:modId xmlns:p14="http://schemas.microsoft.com/office/powerpoint/2010/main" val="115145397"/>
              </p:ext>
            </p:extLst>
          </p:nvPr>
        </p:nvGraphicFramePr>
        <p:xfrm>
          <a:off x="409574" y="3331405"/>
          <a:ext cx="4848226" cy="2385029"/>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770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8A226F"/>
                          </a:solidFill>
                          <a:effectLst/>
                          <a:uLnTx/>
                          <a:uFillTx/>
                          <a:latin typeface="Segoe UI Semibold"/>
                          <a:ea typeface="Segoe UI Regular"/>
                          <a:cs typeface="Segoe UI Semibold"/>
                        </a:rPr>
                        <a:t>{</a:t>
                      </a:r>
                      <a:r>
                        <a:rPr kumimoji="0" lang="en-US" sz="1200" b="0" i="0" u="none" strike="noStrike" kern="1200" cap="none" spc="0" normalizeH="0" baseline="0" dirty="0" err="1">
                          <a:ln>
                            <a:noFill/>
                          </a:ln>
                          <a:solidFill>
                            <a:srgbClr val="8A226F"/>
                          </a:solidFill>
                          <a:effectLst/>
                          <a:uLnTx/>
                          <a:uFillTx/>
                          <a:latin typeface="Segoe UI Semibold"/>
                          <a:ea typeface="Segoe UI Regular"/>
                          <a:cs typeface="Segoe UI Semibold"/>
                        </a:rPr>
                        <a:t>target_sku</a:t>
                      </a:r>
                      <a:r>
                        <a:rPr kumimoji="0" lang="en-US" sz="1200" b="0" i="0" u="none" strike="noStrike" kern="1200" cap="none" spc="0" normalizeH="0" baseline="0" dirty="0">
                          <a:ln>
                            <a:noFill/>
                          </a:ln>
                          <a:solidFill>
                            <a:srgbClr val="8A226F"/>
                          </a:solidFill>
                          <a:effectLst/>
                          <a:uLnTx/>
                          <a:uFillTx/>
                          <a:latin typeface="Segoe UI Semibold"/>
                          <a:ea typeface="Segoe UI Regular"/>
                          <a:cs typeface="Segoe UI Semibold"/>
                        </a:rPr>
                        <a:t>}</a:t>
                      </a:r>
                      <a:endParaRPr kumimoji="0" lang="en-US" sz="1200" b="0" i="0" u="none" strike="noStrike" kern="1200" cap="none" spc="0" normalizeH="0" baseline="0" noProof="0" dirty="0">
                        <a:ln>
                          <a:noFill/>
                        </a:ln>
                        <a:solidFill>
                          <a:srgbClr val="8A226F"/>
                        </a:solidFill>
                        <a:effectLst/>
                        <a:uLnTx/>
                        <a:uFillTx/>
                        <a:latin typeface="Segoe UI Semibold"/>
                        <a:ea typeface="Segoe UI Regular"/>
                        <a:cs typeface="Segoe UI Semibold"/>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4770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Annual cost per user for the upgraded solution</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a:lnSpc>
                          <a:spcPct val="100000"/>
                        </a:lnSpc>
                        <a:spcBef>
                          <a:spcPts val="0"/>
                        </a:spcBef>
                        <a:spcAft>
                          <a:spcPts val="0"/>
                        </a:spcAft>
                        <a:buNone/>
                        <a:tabLst/>
                        <a:defRPr/>
                      </a:pP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r>
                        <a:rPr lang="en-US" sz="1200" b="0" i="0" u="none" strike="noStrike" kern="1200" cap="none" spc="0" normalizeH="0" baseline="0" noProof="0" dirty="0" err="1">
                          <a:ln>
                            <a:noFill/>
                          </a:ln>
                          <a:solidFill>
                            <a:schemeClr val="tx1"/>
                          </a:solidFill>
                          <a:effectLst/>
                          <a:uLnTx/>
                          <a:uFillTx/>
                          <a:latin typeface="Segoe UI"/>
                          <a:ea typeface="Segoe UI Regular"/>
                          <a:cs typeface="Segoe UI"/>
                        </a:rPr>
                        <a:t>actual_price_per_user</a:t>
                      </a: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endParaRPr kumimoji="0" lang="en-US" dirty="0">
                        <a:ea typeface="Segoe UI Regular"/>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r h="477006">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a:ea typeface="Segoe UI Regular"/>
                          <a:cs typeface="Segoe UI Semibold"/>
                        </a:rPr>
                        <a:t>{</a:t>
                      </a:r>
                      <a:r>
                        <a:rPr lang="en-US" sz="1200" err="1">
                          <a:solidFill>
                            <a:srgbClr val="8A226F"/>
                          </a:solidFill>
                          <a:latin typeface="Segoe UI Semibold"/>
                          <a:ea typeface="Segoe UI Regular"/>
                          <a:cs typeface="Segoe UI Semibold"/>
                        </a:rPr>
                        <a:t>promo_savings_per_user</a:t>
                      </a:r>
                      <a:r>
                        <a:rPr lang="en-US" sz="1200">
                          <a:solidFill>
                            <a:srgbClr val="8A226F"/>
                          </a:solidFill>
                          <a:latin typeface="Segoe UI Semibold"/>
                          <a:ea typeface="Segoe UI Regular"/>
                          <a:cs typeface="Segoe UI Semibold"/>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28086285"/>
                  </a:ext>
                </a:extLst>
              </a:tr>
              <a:tr h="477006">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dirty="0">
                          <a:solidFill>
                            <a:srgbClr val="000000"/>
                          </a:solidFill>
                          <a:latin typeface="Segoe UI"/>
                          <a:ea typeface="Segoe UI Regular"/>
                          <a:cs typeface="Segoe UI"/>
                        </a:rPr>
                        <a:t>{</a:t>
                      </a:r>
                      <a:r>
                        <a:rPr lang="en-US" sz="1200" dirty="0" err="1">
                          <a:solidFill>
                            <a:srgbClr val="000000"/>
                          </a:solidFill>
                          <a:latin typeface="Segoe UI"/>
                          <a:ea typeface="Segoe UI Regular"/>
                          <a:cs typeface="Segoe UI"/>
                        </a:rPr>
                        <a:t>per_user_</a:t>
                      </a:r>
                      <a:r>
                        <a:rPr lang="en-US" sz="1200" kern="1200" dirty="0" err="1">
                          <a:solidFill>
                            <a:srgbClr val="000000"/>
                          </a:solidFill>
                          <a:latin typeface="Segoe UI"/>
                          <a:ea typeface="Segoe UI Regular"/>
                          <a:cs typeface="Segoe UI"/>
                        </a:rPr>
                        <a:t>after_promo_price</a:t>
                      </a:r>
                      <a:r>
                        <a:rPr lang="en-US" sz="1200" kern="1200" dirty="0">
                          <a:solidFill>
                            <a:srgbClr val="000000"/>
                          </a:solidFill>
                          <a:latin typeface="Segoe UI"/>
                          <a:ea typeface="Segoe UI Regular"/>
                          <a:cs typeface="Segoe UI"/>
                        </a:rPr>
                        <a:t>}</a:t>
                      </a: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6996238"/>
                  </a:ext>
                </a:extLst>
              </a:tr>
              <a:tr h="477005">
                <a:tc>
                  <a:txBody>
                    <a:bodyPr/>
                    <a:lstStyle/>
                    <a:p>
                      <a:pPr marL="0" marR="0" lvl="0" indent="0" algn="l" rtl="0">
                        <a:lnSpc>
                          <a:spcPct val="100000"/>
                        </a:lnSpc>
                        <a:spcBef>
                          <a:spcPts val="0"/>
                        </a:spcBef>
                        <a:spcAft>
                          <a:spcPts val="0"/>
                        </a:spcAft>
                        <a:buClrTx/>
                        <a:buSzTx/>
                        <a:buFontTx/>
                        <a:buNone/>
                      </a:pPr>
                      <a:r>
                        <a:rPr lang="en-US" sz="1200" b="0" i="0" u="none" strike="noStrike" kern="1200" cap="none" spc="0" normalizeH="0" baseline="0" noProof="0">
                          <a:ln>
                            <a:noFill/>
                          </a:ln>
                          <a:solidFill>
                            <a:schemeClr val="tx1"/>
                          </a:solidFill>
                          <a:effectLst/>
                          <a:uLnTx/>
                          <a:uFillTx/>
                          <a:latin typeface="Segoe UI"/>
                          <a:ea typeface="Segoe UI Regular"/>
                          <a:cs typeface="Segoe UI"/>
                        </a:rPr>
                        <a:t>Total investment in the upgraded solution</a:t>
                      </a:r>
                      <a:endParaRPr lang="en-US" sz="1200" b="0" i="0" u="none" strike="noStrike" kern="1200" cap="none" spc="0" normalizeH="0" baseline="0" noProof="0">
                        <a:ln>
                          <a:noFill/>
                        </a:ln>
                        <a:solidFill>
                          <a:schemeClr val="tx1"/>
                        </a:solidFill>
                        <a:effectLst/>
                        <a:uLnTx/>
                        <a:uFillTx/>
                        <a:latin typeface="Segoe UI"/>
                        <a:ea typeface="+mn-ea"/>
                        <a:cs typeface="Segoe UI"/>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rtl="0">
                        <a:lnSpc>
                          <a:spcPct val="100000"/>
                        </a:lnSpc>
                        <a:spcBef>
                          <a:spcPts val="0"/>
                        </a:spcBef>
                        <a:spcAft>
                          <a:spcPts val="0"/>
                        </a:spcAft>
                        <a:buClrTx/>
                        <a:buSzTx/>
                        <a:buFontTx/>
                        <a:buNone/>
                      </a:pPr>
                      <a:r>
                        <a:rPr lang="en-IN" sz="1200" kern="1200" dirty="0">
                          <a:solidFill>
                            <a:srgbClr val="000000"/>
                          </a:solidFill>
                          <a:latin typeface="Segoe UI"/>
                          <a:ea typeface="Segoe UI Regular"/>
                          <a:cs typeface="Segoe UI"/>
                        </a:rPr>
                        <a:t>{</a:t>
                      </a:r>
                      <a:r>
                        <a:rPr lang="en-IN" sz="1200" kern="1200" dirty="0" err="1">
                          <a:solidFill>
                            <a:srgbClr val="000000"/>
                          </a:solidFill>
                          <a:latin typeface="Segoe UI"/>
                          <a:ea typeface="Segoe UI Regular"/>
                          <a:cs typeface="Segoe UI"/>
                        </a:rPr>
                        <a:t>total_upgraded_solution_investment</a:t>
                      </a:r>
                      <a:r>
                        <a:rPr lang="en-IN" sz="1200" kern="1200" dirty="0">
                          <a:solidFill>
                            <a:srgbClr val="000000"/>
                          </a:solidFill>
                          <a:latin typeface="Segoe UI"/>
                          <a:ea typeface="Segoe UI Regular"/>
                          <a:cs typeface="Segoe UI"/>
                        </a:rPr>
                        <a:t>}</a:t>
                      </a:r>
                      <a:endParaRPr lang="en-US" sz="1200" kern="1200" noProof="0" dirty="0">
                        <a:solidFill>
                          <a:srgbClr val="000000"/>
                        </a:solidFill>
                        <a:latin typeface="Segoe UI"/>
                        <a:ea typeface="Segoe UI Regular"/>
                        <a:cs typeface="Segoe UI"/>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14437397"/>
                  </a:ext>
                </a:extLst>
              </a:tr>
            </a:tbl>
          </a:graphicData>
        </a:graphic>
      </p:graphicFrame>
      <p:sp>
        <p:nvSpPr>
          <p:cNvPr id="35" name="Rectangle: Top Corners Rounded 34">
            <a:extLst>
              <a:ext uri="{FF2B5EF4-FFF2-40B4-BE49-F238E27FC236}">
                <a16:creationId xmlns:a16="http://schemas.microsoft.com/office/drawing/2014/main" id="{AF8D6392-6243-F044-47FA-FB10457D0581}"/>
              </a:ext>
            </a:extLst>
          </p:cNvPr>
          <p:cNvSpPr/>
          <p:nvPr/>
        </p:nvSpPr>
        <p:spPr>
          <a:xfrm>
            <a:off x="409574" y="3017996"/>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Target SKU</a:t>
            </a:r>
          </a:p>
        </p:txBody>
      </p:sp>
      <p:graphicFrame>
        <p:nvGraphicFramePr>
          <p:cNvPr id="36" name="Table 35">
            <a:extLst>
              <a:ext uri="{FF2B5EF4-FFF2-40B4-BE49-F238E27FC236}">
                <a16:creationId xmlns:a16="http://schemas.microsoft.com/office/drawing/2014/main" id="{1AEFAC14-680B-DFAE-9478-BCE9F04FD796}"/>
              </a:ext>
            </a:extLst>
          </p:cNvPr>
          <p:cNvGraphicFramePr>
            <a:graphicFrameLocks noGrp="1"/>
          </p:cNvGraphicFramePr>
          <p:nvPr>
            <p:extLst>
              <p:ext uri="{D42A27DB-BD31-4B8C-83A1-F6EECF244321}">
                <p14:modId xmlns:p14="http://schemas.microsoft.com/office/powerpoint/2010/main" val="4175877311"/>
              </p:ext>
            </p:extLst>
          </p:nvPr>
        </p:nvGraphicFramePr>
        <p:xfrm>
          <a:off x="409574" y="6178070"/>
          <a:ext cx="4848226" cy="955553"/>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540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annual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incremental_cost_per_user</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5014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investment</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bl>
          </a:graphicData>
        </a:graphic>
      </p:graphicFrame>
      <p:sp>
        <p:nvSpPr>
          <p:cNvPr id="37" name="Rectangle: Top Corners Rounded 36">
            <a:extLst>
              <a:ext uri="{FF2B5EF4-FFF2-40B4-BE49-F238E27FC236}">
                <a16:creationId xmlns:a16="http://schemas.microsoft.com/office/drawing/2014/main" id="{AE315751-4126-2AEF-77CC-4EF7F2D3DFF8}"/>
              </a:ext>
            </a:extLst>
          </p:cNvPr>
          <p:cNvSpPr/>
          <p:nvPr/>
        </p:nvSpPr>
        <p:spPr>
          <a:xfrm>
            <a:off x="409574" y="5864662"/>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Incremental Cost</a:t>
            </a:r>
          </a:p>
        </p:txBody>
      </p:sp>
    </p:spTree>
    <p:extLst>
      <p:ext uri="{BB962C8B-B14F-4D97-AF65-F5344CB8AC3E}">
        <p14:creationId xmlns:p14="http://schemas.microsoft.com/office/powerpoint/2010/main" val="6837988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B2D122C-F48B-BE64-40E6-9266BE0BF650}"/>
            </a:ext>
          </a:extLst>
        </p:cNvPr>
        <p:cNvGrpSpPr/>
        <p:nvPr/>
      </p:nvGrpSpPr>
      <p:grpSpPr>
        <a:xfrm>
          <a:off x="0" y="0"/>
          <a:ext cx="0" cy="0"/>
          <a:chOff x="0" y="0"/>
          <a:chExt cx="0" cy="0"/>
        </a:xfrm>
      </p:grpSpPr>
      <p:sp>
        <p:nvSpPr>
          <p:cNvPr id="11" name="Rectangle 3468742">
            <a:extLst>
              <a:ext uri="{FF2B5EF4-FFF2-40B4-BE49-F238E27FC236}">
                <a16:creationId xmlns:a16="http://schemas.microsoft.com/office/drawing/2014/main" id="{89BB0273-2E61-5B6D-739B-280F588F0C9C}"/>
              </a:ext>
            </a:extLst>
          </p:cNvPr>
          <p:cNvSpPr/>
          <p:nvPr/>
        </p:nvSpPr>
        <p:spPr>
          <a:xfrm>
            <a:off x="0" y="0"/>
            <a:ext cx="5648325" cy="7991475"/>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sp>
        <p:nvSpPr>
          <p:cNvPr id="13" name="Text 8">
            <a:extLst>
              <a:ext uri="{FF2B5EF4-FFF2-40B4-BE49-F238E27FC236}">
                <a16:creationId xmlns:a16="http://schemas.microsoft.com/office/drawing/2014/main" id="{EA74A45B-BEB0-DF57-4249-FBCA0633DBB2}"/>
              </a:ext>
            </a:extLst>
          </p:cNvPr>
          <p:cNvSpPr/>
          <p:nvPr/>
        </p:nvSpPr>
        <p:spPr>
          <a:xfrm>
            <a:off x="454024" y="1681161"/>
            <a:ext cx="4744277" cy="1544012"/>
          </a:xfrm>
          <a:prstGeom prst="rect">
            <a:avLst/>
          </a:prstGeom>
          <a:noFill/>
          <a:ln/>
        </p:spPr>
        <p:txBody>
          <a:bodyPr wrap="square" lIns="0" tIns="0" rIns="0" bIns="0" rtlCol="0" anchor="t">
            <a:spAutoFit/>
          </a:bodyPr>
          <a:lstStyle/>
          <a:p>
            <a:pPr defTabSz="1146840">
              <a:defRPr/>
            </a:pPr>
            <a:r>
              <a:rPr lang="en-US" sz="1254" b="1" dirty="0">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254" dirty="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defTabSz="1146840">
              <a:defRPr/>
            </a:pPr>
            <a:endParaRPr lang="en-US" sz="1254" dirty="0">
              <a:solidFill>
                <a:srgbClr val="FF0000"/>
              </a:solidFill>
              <a:latin typeface="Segoe UI Regular" pitchFamily="34" charset="0"/>
              <a:ea typeface="Segoe UI Regular" pitchFamily="34" charset="-122"/>
            </a:endParaRPr>
          </a:p>
          <a:p>
            <a:pPr defTabSz="1146840">
              <a:defRPr/>
            </a:pPr>
            <a:r>
              <a:rPr lang="en-US" sz="1254" dirty="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254" dirty="0">
              <a:solidFill>
                <a:srgbClr val="FF0000"/>
              </a:solidFill>
              <a:latin typeface="Calibri" panose="020F0502020204030204"/>
            </a:endParaRPr>
          </a:p>
        </p:txBody>
      </p:sp>
      <p:sp>
        <p:nvSpPr>
          <p:cNvPr id="15" name="TextBox 14">
            <a:extLst>
              <a:ext uri="{FF2B5EF4-FFF2-40B4-BE49-F238E27FC236}">
                <a16:creationId xmlns:a16="http://schemas.microsoft.com/office/drawing/2014/main" id="{7986F30F-1007-E586-FF6C-08ACDF69D8C6}"/>
              </a:ext>
            </a:extLst>
          </p:cNvPr>
          <p:cNvSpPr txBox="1"/>
          <p:nvPr/>
        </p:nvSpPr>
        <p:spPr>
          <a:xfrm>
            <a:off x="455602" y="360792"/>
            <a:ext cx="4559390" cy="1077218"/>
          </a:xfrm>
          <a:prstGeom prst="rect">
            <a:avLst/>
          </a:prstGeom>
          <a:noFill/>
        </p:spPr>
        <p:txBody>
          <a:bodyPr wrap="square" lIns="0">
            <a:spAutoFit/>
          </a:bodyPr>
          <a:lstStyle/>
          <a:p>
            <a:pPr defTabSz="1146840">
              <a:defRPr/>
            </a:pPr>
            <a:r>
              <a:rPr lang="en-US" sz="3200" dirty="0">
                <a:solidFill>
                  <a:srgbClr val="000000"/>
                </a:solidFill>
                <a:latin typeface="Segoe UI Semibold" panose="020B0702040204020203" pitchFamily="34" charset="0"/>
                <a:ea typeface="Inter Semi Bold" pitchFamily="34" charset="-122"/>
                <a:cs typeface="Segoe UI Semibold" panose="020B0702040204020203" pitchFamily="34" charset="0"/>
              </a:rPr>
              <a:t>Drive transformation with [PARTNER NAME]</a:t>
            </a:r>
            <a:endParaRPr lang="en-US" sz="3200" dirty="0">
              <a:solidFill>
                <a:prstClr val="black"/>
              </a:solidFill>
              <a:latin typeface="Segoe UI Semibold" panose="020B0702040204020203" pitchFamily="34" charset="0"/>
              <a:cs typeface="Segoe UI Semibold" panose="020B0702040204020203" pitchFamily="34" charset="0"/>
            </a:endParaRPr>
          </a:p>
        </p:txBody>
      </p:sp>
      <p:pic>
        <p:nvPicPr>
          <p:cNvPr id="17" name="Picture 16">
            <a:extLst>
              <a:ext uri="{FF2B5EF4-FFF2-40B4-BE49-F238E27FC236}">
                <a16:creationId xmlns:a16="http://schemas.microsoft.com/office/drawing/2014/main" id="{127932AE-2B42-F6CB-E26F-8BF261C6E581}"/>
              </a:ext>
            </a:extLst>
          </p:cNvPr>
          <p:cNvPicPr>
            <a:picLocks noChangeAspect="1"/>
          </p:cNvPicPr>
          <p:nvPr/>
        </p:nvPicPr>
        <p:blipFill>
          <a:blip r:embed="rId3">
            <a:alphaModFix amt="45000"/>
          </a:blip>
          <a:srcRect l="-1" t="38794" r="10102" b="-27649"/>
          <a:stretch>
            <a:fillRect/>
          </a:stretch>
        </p:blipFill>
        <p:spPr>
          <a:xfrm rot="10800000">
            <a:off x="-1" y="5436394"/>
            <a:ext cx="5648325" cy="2555080"/>
          </a:xfrm>
          <a:prstGeom prst="rect">
            <a:avLst/>
          </a:prstGeom>
          <a:effectLst/>
        </p:spPr>
      </p:pic>
    </p:spTree>
    <p:extLst>
      <p:ext uri="{BB962C8B-B14F-4D97-AF65-F5344CB8AC3E}">
        <p14:creationId xmlns:p14="http://schemas.microsoft.com/office/powerpoint/2010/main" val="1132079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02BCC39-C69A-FF84-F0AC-620BFA9579EC}"/>
            </a:ext>
          </a:extLst>
        </p:cNvPr>
        <p:cNvGrpSpPr/>
        <p:nvPr/>
      </p:nvGrpSpPr>
      <p:grpSpPr>
        <a:xfrm>
          <a:off x="0" y="0"/>
          <a:ext cx="0" cy="0"/>
          <a:chOff x="0" y="0"/>
          <a:chExt cx="0" cy="0"/>
        </a:xfrm>
      </p:grpSpPr>
      <p:sp>
        <p:nvSpPr>
          <p:cNvPr id="11" name="Rectangle 3468742">
            <a:extLst>
              <a:ext uri="{FF2B5EF4-FFF2-40B4-BE49-F238E27FC236}">
                <a16:creationId xmlns:a16="http://schemas.microsoft.com/office/drawing/2014/main" id="{011B241C-B3E7-2FA1-1905-B20ED41C9738}"/>
              </a:ext>
            </a:extLst>
          </p:cNvPr>
          <p:cNvSpPr/>
          <p:nvPr/>
        </p:nvSpPr>
        <p:spPr>
          <a:xfrm>
            <a:off x="0" y="0"/>
            <a:ext cx="5648325" cy="7991475"/>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pic>
        <p:nvPicPr>
          <p:cNvPr id="17" name="Picture 16">
            <a:extLst>
              <a:ext uri="{FF2B5EF4-FFF2-40B4-BE49-F238E27FC236}">
                <a16:creationId xmlns:a16="http://schemas.microsoft.com/office/drawing/2014/main" id="{53E49194-183C-5729-5E48-0A7C5D74FDCA}"/>
              </a:ext>
            </a:extLst>
          </p:cNvPr>
          <p:cNvPicPr>
            <a:picLocks noChangeAspect="1"/>
          </p:cNvPicPr>
          <p:nvPr/>
        </p:nvPicPr>
        <p:blipFill>
          <a:blip r:embed="rId3">
            <a:alphaModFix amt="45000"/>
          </a:blip>
          <a:srcRect l="-1" t="38794" r="10102" b="-27649"/>
          <a:stretch>
            <a:fillRect/>
          </a:stretch>
        </p:blipFill>
        <p:spPr>
          <a:xfrm rot="10800000">
            <a:off x="-1" y="5436394"/>
            <a:ext cx="5648325" cy="2555080"/>
          </a:xfrm>
          <a:prstGeom prst="rect">
            <a:avLst/>
          </a:prstGeom>
          <a:effectLst/>
        </p:spPr>
      </p:pic>
      <p:pic>
        <p:nvPicPr>
          <p:cNvPr id="3" name="Graphic 2">
            <a:extLst>
              <a:ext uri="{FF2B5EF4-FFF2-40B4-BE49-F238E27FC236}">
                <a16:creationId xmlns:a16="http://schemas.microsoft.com/office/drawing/2014/main" id="{62CE097A-D403-FB00-FEEF-4993DF3168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4024" y="3797543"/>
            <a:ext cx="1872293" cy="396388"/>
          </a:xfrm>
          <a:prstGeom prst="rect">
            <a:avLst/>
          </a:prstGeom>
        </p:spPr>
      </p:pic>
      <p:pic>
        <p:nvPicPr>
          <p:cNvPr id="5" name="Picture 4">
            <a:extLst>
              <a:ext uri="{FF2B5EF4-FFF2-40B4-BE49-F238E27FC236}">
                <a16:creationId xmlns:a16="http://schemas.microsoft.com/office/drawing/2014/main" id="{D8877156-5DEF-E8A8-0C25-92E91614AFF3}"/>
              </a:ext>
            </a:extLst>
          </p:cNvPr>
          <p:cNvPicPr>
            <a:picLocks noChangeAspect="1"/>
          </p:cNvPicPr>
          <p:nvPr/>
        </p:nvPicPr>
        <p:blipFill>
          <a:blip r:embed="rId3">
            <a:alphaModFix amt="23000"/>
          </a:blip>
          <a:srcRect l="44438" t="63885" b="3556"/>
          <a:stretch>
            <a:fillRect/>
          </a:stretch>
        </p:blipFill>
        <p:spPr>
          <a:xfrm>
            <a:off x="-1" y="1"/>
            <a:ext cx="7772399" cy="1907658"/>
          </a:xfrm>
          <a:prstGeom prst="rect">
            <a:avLst/>
          </a:prstGeom>
          <a:effectLst/>
        </p:spPr>
      </p:pic>
      <p:sp>
        <p:nvSpPr>
          <p:cNvPr id="7" name="Text 8">
            <a:extLst>
              <a:ext uri="{FF2B5EF4-FFF2-40B4-BE49-F238E27FC236}">
                <a16:creationId xmlns:a16="http://schemas.microsoft.com/office/drawing/2014/main" id="{312369D5-56E3-EAE4-E2D1-9A38D4F58157}"/>
              </a:ext>
            </a:extLst>
          </p:cNvPr>
          <p:cNvSpPr/>
          <p:nvPr/>
        </p:nvSpPr>
        <p:spPr>
          <a:xfrm>
            <a:off x="454024" y="6543115"/>
            <a:ext cx="4747896" cy="929870"/>
          </a:xfrm>
          <a:prstGeom prst="rect">
            <a:avLst/>
          </a:prstGeom>
          <a:noFill/>
          <a:ln/>
        </p:spPr>
        <p:txBody>
          <a:bodyPr wrap="square" lIns="0" tIns="0" rIns="0" bIns="0" rtlCol="0" anchor="t">
            <a:spAutoFit/>
          </a:bodyPr>
          <a:lstStyle/>
          <a:p>
            <a:pPr defTabSz="1049505">
              <a:defRPr/>
            </a:pPr>
            <a:r>
              <a:rPr lang="en-US" sz="1007" dirty="0">
                <a:solidFill>
                  <a:srgbClr val="8A226F"/>
                </a:solidFill>
                <a:latin typeface="Segoe UI Semibold" panose="020B0702040204020203" pitchFamily="34" charset="0"/>
                <a:ea typeface="Segoe UI Regular" pitchFamily="34" charset="-122"/>
                <a:cs typeface="Segoe UI Semibold" panose="020B0702040204020203" pitchFamily="34" charset="0"/>
              </a:rPr>
              <a:t>Please Note: </a:t>
            </a:r>
            <a:r>
              <a:rPr lang="en-US" sz="1007" i="1" dirty="0">
                <a:latin typeface="Segoe UI" panose="020B0502040204020203" pitchFamily="34" charset="0"/>
                <a:ea typeface="Segoe UI Regular" pitchFamily="34" charset="-122"/>
                <a:cs typeface="Segoe UI" panose="020B0502040204020203" pitchFamily="34" charset="0"/>
              </a:rPr>
              <a:t>This material is provided on an automated, as‑is and non‑binding basis and may contain errors or inaccuracies. Any disclosure, distribution, or reliance on this material is solely at your discretion and responsibility and must be strictly limited to parties who are duly authorized and legally entitled to receive it. Nothing herein shall be construed as creating any binding obligation, representation, or commitment on the part of Microsoft.</a:t>
            </a:r>
            <a:endParaRPr lang="en-US" sz="1007" i="1"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02587349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2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19</TotalTime>
  <Words>293</Words>
  <Application>Microsoft Office PowerPoint</Application>
  <PresentationFormat>Custom</PresentationFormat>
  <Paragraphs>34</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Microsoft Defender Suite for Microsoft 365 Business Premium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Seema Kapari</dc:creator>
  <cp:lastModifiedBy>Seema Kapari</cp:lastModifiedBy>
  <cp:revision>4</cp:revision>
  <dcterms:created xsi:type="dcterms:W3CDTF">2026-04-04T15:01:26Z</dcterms:created>
  <dcterms:modified xsi:type="dcterms:W3CDTF">2026-04-11T11:24:51Z</dcterms:modified>
</cp:coreProperties>
</file>