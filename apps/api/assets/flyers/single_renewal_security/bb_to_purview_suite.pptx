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42" r:id="rId15"/>
    <p:sldMasterId id="2147483743" r:id="rId16"/>
    <p:sldMasterId id="2147483744" r:id="rId17"/>
    <p:sldMasterId id="2147483745"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3DBA5-D190-AA66-E646-DD003E9C701C}" v="1" dt="2026-04-11T11:26:04.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6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ED43DBA5-D190-AA66-E646-DD003E9C701C}"/>
    <pc:docChg chg="mod modSld modMainMaster setSldSz">
      <pc:chgData name="Seema Kapri" userId="S::seema.kapri@hsv.digital::3468d2f6-a5eb-4e01-882c-f62721c4c7bf" providerId="AD" clId="Web-{ED43DBA5-D190-AA66-E646-DD003E9C701C}" dt="2026-04-11T11:26:04.877" v="0"/>
      <pc:docMkLst>
        <pc:docMk/>
      </pc:docMkLst>
      <pc:sldChg chg="modSp">
        <pc:chgData name="Seema Kapri" userId="S::seema.kapri@hsv.digital::3468d2f6-a5eb-4e01-882c-f62721c4c7bf" providerId="AD" clId="Web-{ED43DBA5-D190-AA66-E646-DD003E9C701C}" dt="2026-04-11T11:26:04.877" v="0"/>
        <pc:sldMkLst>
          <pc:docMk/>
          <pc:sldMk cId="1630386862" sldId="2147470008"/>
        </pc:sldMkLst>
        <pc:spChg chg="mod">
          <ac:chgData name="Seema Kapri" userId="S::seema.kapri@hsv.digital::3468d2f6-a5eb-4e01-882c-f62721c4c7bf" providerId="AD" clId="Web-{ED43DBA5-D190-AA66-E646-DD003E9C701C}" dt="2026-04-11T11:26:04.877" v="0"/>
          <ac:spMkLst>
            <pc:docMk/>
            <pc:sldMk cId="1630386862" sldId="2147470008"/>
            <ac:spMk id="6" creationId="{1F261787-A532-6E06-5DBB-DC560E196235}"/>
          </ac:spMkLst>
        </pc:spChg>
        <pc:spChg chg="mod">
          <ac:chgData name="Seema Kapri" userId="S::seema.kapri@hsv.digital::3468d2f6-a5eb-4e01-882c-f62721c4c7bf" providerId="AD" clId="Web-{ED43DBA5-D190-AA66-E646-DD003E9C701C}" dt="2026-04-11T11:26:04.877" v="0"/>
          <ac:spMkLst>
            <pc:docMk/>
            <pc:sldMk cId="1630386862" sldId="2147470008"/>
            <ac:spMk id="17" creationId="{A92E1932-F00B-7615-5E7D-55DC4703F1C2}"/>
          </ac:spMkLst>
        </pc:spChg>
        <pc:spChg chg="mod">
          <ac:chgData name="Seema Kapri" userId="S::seema.kapri@hsv.digital::3468d2f6-a5eb-4e01-882c-f62721c4c7bf" providerId="AD" clId="Web-{ED43DBA5-D190-AA66-E646-DD003E9C701C}" dt="2026-04-11T11:26:04.877" v="0"/>
          <ac:spMkLst>
            <pc:docMk/>
            <pc:sldMk cId="1630386862" sldId="2147470008"/>
            <ac:spMk id="43" creationId="{0229FE75-A857-208B-452D-3AC05899E608}"/>
          </ac:spMkLst>
        </pc:spChg>
        <pc:spChg chg="mod">
          <ac:chgData name="Seema Kapri" userId="S::seema.kapri@hsv.digital::3468d2f6-a5eb-4e01-882c-f62721c4c7bf" providerId="AD" clId="Web-{ED43DBA5-D190-AA66-E646-DD003E9C701C}" dt="2026-04-11T11:26:04.877" v="0"/>
          <ac:spMkLst>
            <pc:docMk/>
            <pc:sldMk cId="1630386862" sldId="2147470008"/>
            <ac:spMk id="47" creationId="{DBF849E1-2B38-8110-7D96-69D3AF3E886A}"/>
          </ac:spMkLst>
        </pc:spChg>
        <pc:spChg chg="mod">
          <ac:chgData name="Seema Kapri" userId="S::seema.kapri@hsv.digital::3468d2f6-a5eb-4e01-882c-f62721c4c7bf" providerId="AD" clId="Web-{ED43DBA5-D190-AA66-E646-DD003E9C701C}" dt="2026-04-11T11:26:04.877" v="0"/>
          <ac:spMkLst>
            <pc:docMk/>
            <pc:sldMk cId="1630386862" sldId="2147470008"/>
            <ac:spMk id="49" creationId="{07FC56BF-390F-68CB-6993-C9226762ED03}"/>
          </ac:spMkLst>
        </pc:spChg>
        <pc:spChg chg="mod">
          <ac:chgData name="Seema Kapri" userId="S::seema.kapri@hsv.digital::3468d2f6-a5eb-4e01-882c-f62721c4c7bf" providerId="AD" clId="Web-{ED43DBA5-D190-AA66-E646-DD003E9C701C}" dt="2026-04-11T11:26:04.877" v="0"/>
          <ac:spMkLst>
            <pc:docMk/>
            <pc:sldMk cId="1630386862" sldId="2147470008"/>
            <ac:spMk id="56" creationId="{CEEF4C83-13A7-1861-04DA-79288535A308}"/>
          </ac:spMkLst>
        </pc:spChg>
        <pc:spChg chg="mod">
          <ac:chgData name="Seema Kapri" userId="S::seema.kapri@hsv.digital::3468d2f6-a5eb-4e01-882c-f62721c4c7bf" providerId="AD" clId="Web-{ED43DBA5-D190-AA66-E646-DD003E9C701C}" dt="2026-04-11T11:26:04.877" v="0"/>
          <ac:spMkLst>
            <pc:docMk/>
            <pc:sldMk cId="1630386862" sldId="2147470008"/>
            <ac:spMk id="79" creationId="{F81BFA34-B18A-5D19-CB2E-5EFFFD85E75F}"/>
          </ac:spMkLst>
        </pc:spChg>
        <pc:spChg chg="mod">
          <ac:chgData name="Seema Kapri" userId="S::seema.kapri@hsv.digital::3468d2f6-a5eb-4e01-882c-f62721c4c7bf" providerId="AD" clId="Web-{ED43DBA5-D190-AA66-E646-DD003E9C701C}" dt="2026-04-11T11:26:04.877" v="0"/>
          <ac:spMkLst>
            <pc:docMk/>
            <pc:sldMk cId="1630386862" sldId="2147470008"/>
            <ac:spMk id="80" creationId="{B9FF4C58-C222-0372-551A-B65DBB1DB687}"/>
          </ac:spMkLst>
        </pc:spChg>
        <pc:spChg chg="mod">
          <ac:chgData name="Seema Kapri" userId="S::seema.kapri@hsv.digital::3468d2f6-a5eb-4e01-882c-f62721c4c7bf" providerId="AD" clId="Web-{ED43DBA5-D190-AA66-E646-DD003E9C701C}" dt="2026-04-11T11:26:04.877" v="0"/>
          <ac:spMkLst>
            <pc:docMk/>
            <pc:sldMk cId="1630386862" sldId="2147470008"/>
            <ac:spMk id="82" creationId="{B1FA4B85-4927-1ABB-F554-DE4985060010}"/>
          </ac:spMkLst>
        </pc:spChg>
        <pc:spChg chg="mod">
          <ac:chgData name="Seema Kapri" userId="S::seema.kapri@hsv.digital::3468d2f6-a5eb-4e01-882c-f62721c4c7bf" providerId="AD" clId="Web-{ED43DBA5-D190-AA66-E646-DD003E9C701C}" dt="2026-04-11T11:26:04.877" v="0"/>
          <ac:spMkLst>
            <pc:docMk/>
            <pc:sldMk cId="1630386862" sldId="2147470008"/>
            <ac:spMk id="84" creationId="{BB100D5B-0759-0B55-0C50-3142C9A438E7}"/>
          </ac:spMkLst>
        </pc:spChg>
      </pc:sldChg>
      <pc:sldMasterChg chg="modSp modSldLayout">
        <pc:chgData name="Seema Kapri" userId="S::seema.kapri@hsv.digital::3468d2f6-a5eb-4e01-882c-f62721c4c7bf" providerId="AD" clId="Web-{ED43DBA5-D190-AA66-E646-DD003E9C701C}" dt="2026-04-11T11:26:04.877" v="0"/>
        <pc:sldMasterMkLst>
          <pc:docMk/>
          <pc:sldMasterMk cId="4225429862" sldId="2147483720"/>
        </pc:sldMasterMkLst>
        <pc:spChg chg="mod">
          <ac:chgData name="Seema Kapri" userId="S::seema.kapri@hsv.digital::3468d2f6-a5eb-4e01-882c-f62721c4c7bf" providerId="AD" clId="Web-{ED43DBA5-D190-AA66-E646-DD003E9C701C}" dt="2026-04-11T11:26:04.877" v="0"/>
          <ac:spMkLst>
            <pc:docMk/>
            <pc:sldMasterMk cId="4225429862" sldId="2147483720"/>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6" creationId="{00000000-0000-0000-0000-000000000000}"/>
          </ac:spMkLst>
        </pc:spChg>
        <pc:sldLayoutChg chg="modSp">
          <pc:chgData name="Seema Kapri" userId="S::seema.kapri@hsv.digital::3468d2f6-a5eb-4e01-882c-f62721c4c7bf" providerId="AD" clId="Web-{ED43DBA5-D190-AA66-E646-DD003E9C701C}" dt="2026-04-11T11:26:04.877" v="0"/>
          <pc:sldLayoutMkLst>
            <pc:docMk/>
            <pc:sldMasterMk cId="4225429862" sldId="2147483720"/>
            <pc:sldLayoutMk cId="3594779952" sldId="2147483721"/>
          </pc:sldLayoutMkLst>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112433" sldId="2147483723"/>
          </pc:sldLayoutMkLst>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068839461" sldId="2147483724"/>
          </pc:sldLayoutMkLst>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6925926" sldId="2147483725"/>
          </pc:sldLayoutMkLst>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6"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1845113313" sldId="2147483728"/>
          </pc:sldLayoutMkLst>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4183154694" sldId="2147483729"/>
          </pc:sldLayoutMkLst>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663077870" sldId="2147483731"/>
          </pc:sldLayoutMkLst>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F253-7E29-6CC6-5FC2-F2DA4E531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F6C20-1536-79B7-5FCA-248F9AB89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02EFC-73B3-69AD-18B9-AED7CFEE907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5B11C0-B95F-A9D4-3C51-7F79EFE45644}"/>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2473814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32"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BF1399CD-3162-B2DA-435C-B49CEF45094A}"/>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EB28BAEA-CEDF-0CEE-7179-DF9A5FAE8773}"/>
              </a:ext>
            </a:extLst>
          </p:cNvPr>
          <p:cNvSpPr>
            <a:spLocks/>
          </p:cNvSpPr>
          <p:nvPr/>
        </p:nvSpPr>
        <p:spPr bwMode="auto">
          <a:xfrm>
            <a:off x="377825" y="939538"/>
            <a:ext cx="4895850" cy="6824396"/>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50522077-2AD2-66AE-E10D-91B314AC3933}"/>
              </a:ext>
            </a:extLst>
          </p:cNvPr>
          <p:cNvSpPr/>
          <p:nvPr/>
        </p:nvSpPr>
        <p:spPr bwMode="auto">
          <a:xfrm flipH="1">
            <a:off x="377819" y="939537"/>
            <a:ext cx="4895851" cy="597006"/>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DF24B8CB-A1C4-AE17-DC93-B97FC5ECE448}"/>
              </a:ext>
            </a:extLst>
          </p:cNvPr>
          <p:cNvGraphicFramePr>
            <a:graphicFrameLocks noGrp="1"/>
          </p:cNvGraphicFramePr>
          <p:nvPr>
            <p:extLst>
              <p:ext uri="{D42A27DB-BD31-4B8C-83A1-F6EECF244321}">
                <p14:modId xmlns:p14="http://schemas.microsoft.com/office/powerpoint/2010/main" val="1216758860"/>
              </p:ext>
            </p:extLst>
          </p:nvPr>
        </p:nvGraphicFramePr>
        <p:xfrm>
          <a:off x="377826" y="939538"/>
          <a:ext cx="4895850" cy="6558728"/>
        </p:xfrm>
        <a:graphic>
          <a:graphicData uri="http://schemas.openxmlformats.org/drawingml/2006/table">
            <a:tbl>
              <a:tblPr firstRow="1" bandRow="1">
                <a:effectLst/>
                <a:tableStyleId>{2D5ABB26-0587-4C30-8999-92F81FD0307C}</a:tableStyleId>
              </a:tblPr>
              <a:tblGrid>
                <a:gridCol w="3639003">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47247">
                  <a:extLst>
                    <a:ext uri="{9D8B030D-6E8A-4147-A177-3AD203B41FA5}">
                      <a16:colId xmlns:a16="http://schemas.microsoft.com/office/drawing/2014/main" val="20002"/>
                    </a:ext>
                  </a:extLst>
                </a:gridCol>
              </a:tblGrid>
              <a:tr h="598750">
                <a:tc>
                  <a:txBody>
                    <a:bodyPr/>
                    <a:lstStyle/>
                    <a:p>
                      <a:pPr marL="0" indent="0">
                        <a:buNone/>
                      </a:pPr>
                      <a:r>
                        <a:rPr lang="en-US" sz="8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Incremental data security and compliance capabilities for AI</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80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Basic</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80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Purview Suite for Business Premium</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164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Sites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Sites and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2264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215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164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76099">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6099">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44755">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4983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267670">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Sites</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Sites and files</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6306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46495">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6980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Via search and alerts</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77502">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77502">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37643">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4983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6093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6648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4983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5538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66350649"/>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60007567"/>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5683968"/>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Govern AI use to meet regulations and policies</a:t>
                      </a: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rPr>
                        <a:t>, Copilot Chat</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60927">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5527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5384">
                <a:tc>
                  <a:txBody>
                    <a:bodyPr/>
                    <a:lstStyle/>
                    <a:p>
                      <a:pPr marL="0" indent="0">
                        <a:buNone/>
                      </a:pPr>
                      <a:r>
                        <a:rPr lang="en-US" sz="650" kern="1200">
                          <a:solidFill>
                            <a:srgbClr val="000000"/>
                          </a:solidFill>
                          <a:latin typeface="Segoe UI" panose="020B0502040204020203" pitchFamily="34" charset="0"/>
                          <a:ea typeface="+mn-ea"/>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7502">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4980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4983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49834">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57373412"/>
                  </a:ext>
                </a:extLst>
              </a:tr>
              <a:tr h="149834">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45513448"/>
                  </a:ext>
                </a:extLst>
              </a:tr>
            </a:tbl>
          </a:graphicData>
        </a:graphic>
      </p:graphicFrame>
      <p:sp>
        <p:nvSpPr>
          <p:cNvPr id="7" name="Incremental capabilities from Current SKU to Target SKU">
            <a:extLst>
              <a:ext uri="{FF2B5EF4-FFF2-40B4-BE49-F238E27FC236}">
                <a16:creationId xmlns:a16="http://schemas.microsoft.com/office/drawing/2014/main" id="{ADDFD920-D03E-A958-99B3-B0D39F41E709}"/>
              </a:ext>
            </a:extLst>
          </p:cNvPr>
          <p:cNvSpPr/>
          <p:nvPr/>
        </p:nvSpPr>
        <p:spPr>
          <a:xfrm>
            <a:off x="377826" y="303939"/>
            <a:ext cx="4895850"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Basic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2737607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210</Words>
  <Application>Microsoft Office PowerPoint</Application>
  <PresentationFormat>Custom</PresentationFormat>
  <Paragraphs>23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Purview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2</cp:revision>
  <dcterms:created xsi:type="dcterms:W3CDTF">2026-04-04T15:01:26Z</dcterms:created>
  <dcterms:modified xsi:type="dcterms:W3CDTF">2026-04-11T11:26:05Z</dcterms:modified>
</cp:coreProperties>
</file>