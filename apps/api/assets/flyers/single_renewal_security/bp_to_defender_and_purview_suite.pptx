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ppt/notesSlides/notesSlide2.xml" ContentType="application/vnd.openxmlformats-officedocument.presentationml.notesSlide+xml"/>
  <Override PartName="/ppt/slideLayouts/slideLayout12.xml" ContentType="application/vnd.openxmlformats-officedocument.presentationml.slideLayout+xml"/>
  <Override PartName="/ppt/slideMasters/slideMaster2.xml" ContentType="application/vnd.openxmlformats-officedocument.presentationml.slideMaster+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3.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s/slide3.xml" ContentType="application/vnd.openxmlformats-officedocument.presentationml.slide+xml"/>
  <Override PartName="/ppt/notesSlides/notesSlide3.xml" ContentType="application/vnd.openxmlformats-officedocument.presentationml.notesSlide+xml"/>
  <Override PartName="/ppt/slideLayouts/slideLayout23.xml" ContentType="application/vnd.openxmlformats-officedocument.presentationml.slideLayout+xml"/>
  <Override PartName="/ppt/slideMasters/slideMaster3.xml" ContentType="application/vnd.openxmlformats-officedocument.presentationml.slideMaster+xml"/>
  <Override PartName="/ppt/theme/theme4.xml" ContentType="application/vnd.openxmlformats-officedocument.them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Layouts/slideLayout24.xml" ContentType="application/vnd.openxmlformats-officedocument.presentationml.slideLayout+xml"/>
  <Override PartName="/ppt/slideMasters/slideMaster4.xml" ContentType="application/vnd.openxmlformats-officedocument.presentationml.slideMaster+xml"/>
  <Override PartName="/ppt/theme/theme5.xml" ContentType="application/vnd.openxmlformats-officedocument.theme+xml"/>
  <Override PartName="/ppt/slides/slide6.xml" ContentType="application/vnd.openxmlformats-officedocument.presentationml.slide+xml"/>
  <Override PartName="/ppt/notesSlides/notesSlide6.xml" ContentType="application/vnd.openxmlformats-officedocument.presentationml.notesSlide+xml"/>
  <Override PartName="/ppt/slideLayouts/slideLayout25.xml" ContentType="application/vnd.openxmlformats-officedocument.presentationml.slideLayout+xml"/>
  <Override PartName="/ppt/slideMasters/slideMaster5.xml" ContentType="application/vnd.openxmlformats-officedocument.presentationml.slideMaster+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6.xml" ContentType="application/vnd.openxmlformats-officedocument.theme+xml"/>
  <Override PartName="/ppt/slideLayouts/slideLayout28.xml" ContentType="application/vnd.openxmlformats-officedocument.presentationml.slideLayout+xml"/>
  <Override PartName="/ppt/slides/slide7.xml" ContentType="application/vnd.openxmlformats-officedocument.presentationml.slide+xml"/>
  <Override PartName="/ppt/notesSlides/notesSlide7.xml" ContentType="application/vnd.openxmlformats-officedocument.presentationml.notesSlide+xml"/>
  <Override PartName="/ppt/slideLayouts/slideLayout29.xml" ContentType="application/vnd.openxmlformats-officedocument.presentationml.slideLayout+xml"/>
  <Override PartName="/ppt/slideMasters/slideMaster6.xml" ContentType="application/vnd.openxmlformats-officedocument.presentationml.slideMaster+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7.xml" ContentType="application/vnd.openxmlformats-officedocument.theme+xml"/>
  <Override PartName="/ppt/slideLayouts/slideLayout32.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 id="2147483765" r:id="rId17"/>
    <p:sldMasterId id="2147483766" r:id="rId18"/>
    <p:sldMasterId id="2147483767" r:id="rId19"/>
    <p:sldMasterId id="2147483768" r:id="rId20"/>
    <p:sldMasterId id="2147483769" r:id="rId21"/>
  </p:sldMasterIdLst>
  <p:notesMasterIdLst>
    <p:notesMasterId r:id="rId3"/>
  </p:notesMasterIdLst>
  <p:sldIdLst>
    <p:sldId id="256" r:id="rId10"/>
    <p:sldId id="257" r:id="rId11"/>
    <p:sldId id="258" r:id="rId12"/>
    <p:sldId id="259" r:id="rId13"/>
    <p:sldId id="260" r:id="rId14"/>
    <p:sldId id="261" r:id="rId15"/>
    <p:sldId id="262" r:id="rId16"/>
  </p:sldIdLst>
  <p:sldSz cx="5648325" cy="799147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3655C22-1068-6C9E-3308-80DE976D5928}" v="1" dt="2026-04-11T11:24:50.8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55" d="100"/>
          <a:sy n="55" d="100"/>
        </p:scale>
        <p:origin x="265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 Id="rId10"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Master" Target="slideMasters/slideMaster2.xml"/><Relationship Id="rId18" Type="http://schemas.openxmlformats.org/officeDocument/2006/relationships/slideMaster" Target="slideMasters/slideMaster3.xml"/><Relationship Id="rId19" Type="http://schemas.openxmlformats.org/officeDocument/2006/relationships/slideMaster" Target="slideMasters/slideMaster4.xml"/><Relationship Id="rId20" Type="http://schemas.openxmlformats.org/officeDocument/2006/relationships/slideMaster" Target="slideMasters/slideMaster5.xml"/><Relationship Id="rId21" Type="http://schemas.openxmlformats.org/officeDocument/2006/relationships/slideMaster" Target="slideMasters/slideMaster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ema Kapri" userId="S::seema.kapri@hsv.digital::3468d2f6-a5eb-4e01-882c-f62721c4c7bf" providerId="AD" clId="Web-{13655C22-1068-6C9E-3308-80DE976D5928}"/>
    <pc:docChg chg="mod modSld modMainMaster setSldSz">
      <pc:chgData name="Seema Kapri" userId="S::seema.kapri@hsv.digital::3468d2f6-a5eb-4e01-882c-f62721c4c7bf" providerId="AD" clId="Web-{13655C22-1068-6C9E-3308-80DE976D5928}" dt="2026-04-11T11:24:50.832" v="0"/>
      <pc:docMkLst>
        <pc:docMk/>
      </pc:docMkLst>
      <pc:sldChg chg="modSp">
        <pc:chgData name="Seema Kapri" userId="S::seema.kapri@hsv.digital::3468d2f6-a5eb-4e01-882c-f62721c4c7bf" providerId="AD" clId="Web-{13655C22-1068-6C9E-3308-80DE976D5928}" dt="2026-04-11T11:24:50.832" v="0"/>
        <pc:sldMkLst>
          <pc:docMk/>
          <pc:sldMk cId="4067805866" sldId="2147470016"/>
        </pc:sldMkLst>
        <pc:spChg chg="mod">
          <ac:chgData name="Seema Kapri" userId="S::seema.kapri@hsv.digital::3468d2f6-a5eb-4e01-882c-f62721c4c7bf" providerId="AD" clId="Web-{13655C22-1068-6C9E-3308-80DE976D5928}" dt="2026-04-11T11:24:50.832" v="0"/>
          <ac:spMkLst>
            <pc:docMk/>
            <pc:sldMk cId="4067805866" sldId="2147470016"/>
            <ac:spMk id="5" creationId="{CE6CFC70-06C7-C291-DA51-1D3359F2C52E}"/>
          </ac:spMkLst>
        </pc:spChg>
        <pc:spChg chg="mod">
          <ac:chgData name="Seema Kapri" userId="S::seema.kapri@hsv.digital::3468d2f6-a5eb-4e01-882c-f62721c4c7bf" providerId="AD" clId="Web-{13655C22-1068-6C9E-3308-80DE976D5928}" dt="2026-04-11T11:24:50.832" v="0"/>
          <ac:spMkLst>
            <pc:docMk/>
            <pc:sldMk cId="4067805866" sldId="2147470016"/>
            <ac:spMk id="15" creationId="{FDC09689-9230-8774-332C-E0502BB2667B}"/>
          </ac:spMkLst>
        </pc:spChg>
        <pc:spChg chg="mod">
          <ac:chgData name="Seema Kapri" userId="S::seema.kapri@hsv.digital::3468d2f6-a5eb-4e01-882c-f62721c4c7bf" providerId="AD" clId="Web-{13655C22-1068-6C9E-3308-80DE976D5928}" dt="2026-04-11T11:24:50.832" v="0"/>
          <ac:spMkLst>
            <pc:docMk/>
            <pc:sldMk cId="4067805866" sldId="2147470016"/>
            <ac:spMk id="17" creationId="{C205F477-06BB-0464-B7D7-F14F37D38EC1}"/>
          </ac:spMkLst>
        </pc:spChg>
        <pc:spChg chg="mod">
          <ac:chgData name="Seema Kapri" userId="S::seema.kapri@hsv.digital::3468d2f6-a5eb-4e01-882c-f62721c4c7bf" providerId="AD" clId="Web-{13655C22-1068-6C9E-3308-80DE976D5928}" dt="2026-04-11T11:24:50.832" v="0"/>
          <ac:spMkLst>
            <pc:docMk/>
            <pc:sldMk cId="4067805866" sldId="2147470016"/>
            <ac:spMk id="19" creationId="{44D2AC6F-4F84-F587-BEF3-F143A00E6D9B}"/>
          </ac:spMkLst>
        </pc:spChg>
        <pc:spChg chg="mod">
          <ac:chgData name="Seema Kapri" userId="S::seema.kapri@hsv.digital::3468d2f6-a5eb-4e01-882c-f62721c4c7bf" providerId="AD" clId="Web-{13655C22-1068-6C9E-3308-80DE976D5928}" dt="2026-04-11T11:24:50.832" v="0"/>
          <ac:spMkLst>
            <pc:docMk/>
            <pc:sldMk cId="4067805866" sldId="2147470016"/>
            <ac:spMk id="25" creationId="{8ACFB9E0-57EC-A667-BD67-1FCD18922E87}"/>
          </ac:spMkLst>
        </pc:spChg>
        <pc:spChg chg="mod">
          <ac:chgData name="Seema Kapri" userId="S::seema.kapri@hsv.digital::3468d2f6-a5eb-4e01-882c-f62721c4c7bf" providerId="AD" clId="Web-{13655C22-1068-6C9E-3308-80DE976D5928}" dt="2026-04-11T11:24:50.832" v="0"/>
          <ac:spMkLst>
            <pc:docMk/>
            <pc:sldMk cId="4067805866" sldId="2147470016"/>
            <ac:spMk id="31" creationId="{7619480A-D377-F04B-D795-8C3BA6F6AE38}"/>
          </ac:spMkLst>
        </pc:spChg>
        <pc:spChg chg="mod">
          <ac:chgData name="Seema Kapri" userId="S::seema.kapri@hsv.digital::3468d2f6-a5eb-4e01-882c-f62721c4c7bf" providerId="AD" clId="Web-{13655C22-1068-6C9E-3308-80DE976D5928}" dt="2026-04-11T11:24:50.832" v="0"/>
          <ac:spMkLst>
            <pc:docMk/>
            <pc:sldMk cId="4067805866" sldId="2147470016"/>
            <ac:spMk id="37" creationId="{2D7D97C9-E218-702D-C573-EC595E24D206}"/>
          </ac:spMkLst>
        </pc:spChg>
        <pc:spChg chg="mod">
          <ac:chgData name="Seema Kapri" userId="S::seema.kapri@hsv.digital::3468d2f6-a5eb-4e01-882c-f62721c4c7bf" providerId="AD" clId="Web-{13655C22-1068-6C9E-3308-80DE976D5928}" dt="2026-04-11T11:24:50.832" v="0"/>
          <ac:spMkLst>
            <pc:docMk/>
            <pc:sldMk cId="4067805866" sldId="2147470016"/>
            <ac:spMk id="38" creationId="{04B475BC-BA57-5216-CE2C-96C8D24A3BE0}"/>
          </ac:spMkLst>
        </pc:spChg>
        <pc:spChg chg="mod">
          <ac:chgData name="Seema Kapri" userId="S::seema.kapri@hsv.digital::3468d2f6-a5eb-4e01-882c-f62721c4c7bf" providerId="AD" clId="Web-{13655C22-1068-6C9E-3308-80DE976D5928}" dt="2026-04-11T11:24:50.832" v="0"/>
          <ac:spMkLst>
            <pc:docMk/>
            <pc:sldMk cId="4067805866" sldId="2147470016"/>
            <ac:spMk id="65" creationId="{9AD2FB6B-6EDB-68E4-2601-4F9CF0B3A50C}"/>
          </ac:spMkLst>
        </pc:spChg>
        <pc:spChg chg="mod">
          <ac:chgData name="Seema Kapri" userId="S::seema.kapri@hsv.digital::3468d2f6-a5eb-4e01-882c-f62721c4c7bf" providerId="AD" clId="Web-{13655C22-1068-6C9E-3308-80DE976D5928}" dt="2026-04-11T11:24:50.832" v="0"/>
          <ac:spMkLst>
            <pc:docMk/>
            <pc:sldMk cId="4067805866" sldId="2147470016"/>
            <ac:spMk id="66" creationId="{20E541FA-397B-06A1-8116-BCFA09464965}"/>
          </ac:spMkLst>
        </pc:spChg>
      </pc:sldChg>
      <pc:sldMasterChg chg="modSp modSldLayout">
        <pc:chgData name="Seema Kapri" userId="S::seema.kapri@hsv.digital::3468d2f6-a5eb-4e01-882c-f62721c4c7bf" providerId="AD" clId="Web-{13655C22-1068-6C9E-3308-80DE976D5928}" dt="2026-04-11T11:24:50.832" v="0"/>
        <pc:sldMasterMkLst>
          <pc:docMk/>
          <pc:sldMasterMk cId="1122647173" sldId="2147483732"/>
        </pc:sldMasterMkLst>
        <pc:spChg chg="mod">
          <ac:chgData name="Seema Kapri" userId="S::seema.kapri@hsv.digital::3468d2f6-a5eb-4e01-882c-f62721c4c7bf" providerId="AD" clId="Web-{13655C22-1068-6C9E-3308-80DE976D5928}" dt="2026-04-11T11:24:50.832" v="0"/>
          <ac:spMkLst>
            <pc:docMk/>
            <pc:sldMasterMk cId="1122647173" sldId="2147483732"/>
            <ac:spMk id="2"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ac:spMk id="3"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ac:spMk id="4"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ac:spMk id="5"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ac:spMk id="6" creationId="{00000000-0000-0000-0000-000000000000}"/>
          </ac:spMkLst>
        </pc:spChg>
        <pc:sldLayoutChg chg="modSp">
          <pc:chgData name="Seema Kapri" userId="S::seema.kapri@hsv.digital::3468d2f6-a5eb-4e01-882c-f62721c4c7bf" providerId="AD" clId="Web-{13655C22-1068-6C9E-3308-80DE976D5928}" dt="2026-04-11T11:24:50.832" v="0"/>
          <pc:sldLayoutMkLst>
            <pc:docMk/>
            <pc:sldMasterMk cId="1122647173" sldId="2147483732"/>
            <pc:sldLayoutMk cId="17524809" sldId="2147483733"/>
          </pc:sldLayoutMkLst>
          <pc:spChg chg="mod">
            <ac:chgData name="Seema Kapri" userId="S::seema.kapri@hsv.digital::3468d2f6-a5eb-4e01-882c-f62721c4c7bf" providerId="AD" clId="Web-{13655C22-1068-6C9E-3308-80DE976D5928}" dt="2026-04-11T11:24:50.832" v="0"/>
            <ac:spMkLst>
              <pc:docMk/>
              <pc:sldMasterMk cId="1122647173" sldId="2147483732"/>
              <pc:sldLayoutMk cId="17524809" sldId="2147483733"/>
              <ac:spMk id="2"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17524809" sldId="2147483733"/>
              <ac:spMk id="3" creationId="{00000000-0000-0000-0000-000000000000}"/>
            </ac:spMkLst>
          </pc:spChg>
        </pc:sldLayoutChg>
        <pc:sldLayoutChg chg="modSp">
          <pc:chgData name="Seema Kapri" userId="S::seema.kapri@hsv.digital::3468d2f6-a5eb-4e01-882c-f62721c4c7bf" providerId="AD" clId="Web-{13655C22-1068-6C9E-3308-80DE976D5928}" dt="2026-04-11T11:24:50.832" v="0"/>
          <pc:sldLayoutMkLst>
            <pc:docMk/>
            <pc:sldMasterMk cId="1122647173" sldId="2147483732"/>
            <pc:sldLayoutMk cId="3092314792" sldId="2147483735"/>
          </pc:sldLayoutMkLst>
          <pc:spChg chg="mod">
            <ac:chgData name="Seema Kapri" userId="S::seema.kapri@hsv.digital::3468d2f6-a5eb-4e01-882c-f62721c4c7bf" providerId="AD" clId="Web-{13655C22-1068-6C9E-3308-80DE976D5928}" dt="2026-04-11T11:24:50.832" v="0"/>
            <ac:spMkLst>
              <pc:docMk/>
              <pc:sldMasterMk cId="1122647173" sldId="2147483732"/>
              <pc:sldLayoutMk cId="3092314792" sldId="2147483735"/>
              <ac:spMk id="2"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3092314792" sldId="2147483735"/>
              <ac:spMk id="3" creationId="{00000000-0000-0000-0000-000000000000}"/>
            </ac:spMkLst>
          </pc:spChg>
        </pc:sldLayoutChg>
        <pc:sldLayoutChg chg="modSp">
          <pc:chgData name="Seema Kapri" userId="S::seema.kapri@hsv.digital::3468d2f6-a5eb-4e01-882c-f62721c4c7bf" providerId="AD" clId="Web-{13655C22-1068-6C9E-3308-80DE976D5928}" dt="2026-04-11T11:24:50.832" v="0"/>
          <pc:sldLayoutMkLst>
            <pc:docMk/>
            <pc:sldMasterMk cId="1122647173" sldId="2147483732"/>
            <pc:sldLayoutMk cId="34580187" sldId="2147483736"/>
          </pc:sldLayoutMkLst>
          <pc:spChg chg="mod">
            <ac:chgData name="Seema Kapri" userId="S::seema.kapri@hsv.digital::3468d2f6-a5eb-4e01-882c-f62721c4c7bf" providerId="AD" clId="Web-{13655C22-1068-6C9E-3308-80DE976D5928}" dt="2026-04-11T11:24:50.832" v="0"/>
            <ac:spMkLst>
              <pc:docMk/>
              <pc:sldMasterMk cId="1122647173" sldId="2147483732"/>
              <pc:sldLayoutMk cId="34580187" sldId="2147483736"/>
              <ac:spMk id="3"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34580187" sldId="2147483736"/>
              <ac:spMk id="4" creationId="{00000000-0000-0000-0000-000000000000}"/>
            </ac:spMkLst>
          </pc:spChg>
        </pc:sldLayoutChg>
        <pc:sldLayoutChg chg="modSp">
          <pc:chgData name="Seema Kapri" userId="S::seema.kapri@hsv.digital::3468d2f6-a5eb-4e01-882c-f62721c4c7bf" providerId="AD" clId="Web-{13655C22-1068-6C9E-3308-80DE976D5928}" dt="2026-04-11T11:24:50.832" v="0"/>
          <pc:sldLayoutMkLst>
            <pc:docMk/>
            <pc:sldMasterMk cId="1122647173" sldId="2147483732"/>
            <pc:sldLayoutMk cId="3880376873" sldId="2147483737"/>
          </pc:sldLayoutMkLst>
          <pc:spChg chg="mod">
            <ac:chgData name="Seema Kapri" userId="S::seema.kapri@hsv.digital::3468d2f6-a5eb-4e01-882c-f62721c4c7bf" providerId="AD" clId="Web-{13655C22-1068-6C9E-3308-80DE976D5928}" dt="2026-04-11T11:24:50.832" v="0"/>
            <ac:spMkLst>
              <pc:docMk/>
              <pc:sldMasterMk cId="1122647173" sldId="2147483732"/>
              <pc:sldLayoutMk cId="3880376873" sldId="2147483737"/>
              <ac:spMk id="2"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3880376873" sldId="2147483737"/>
              <ac:spMk id="3"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3880376873" sldId="2147483737"/>
              <ac:spMk id="4"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3880376873" sldId="2147483737"/>
              <ac:spMk id="5"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3880376873" sldId="2147483737"/>
              <ac:spMk id="6" creationId="{00000000-0000-0000-0000-000000000000}"/>
            </ac:spMkLst>
          </pc:spChg>
        </pc:sldLayoutChg>
        <pc:sldLayoutChg chg="modSp">
          <pc:chgData name="Seema Kapri" userId="S::seema.kapri@hsv.digital::3468d2f6-a5eb-4e01-882c-f62721c4c7bf" providerId="AD" clId="Web-{13655C22-1068-6C9E-3308-80DE976D5928}" dt="2026-04-11T11:24:50.832" v="0"/>
          <pc:sldLayoutMkLst>
            <pc:docMk/>
            <pc:sldMasterMk cId="1122647173" sldId="2147483732"/>
            <pc:sldLayoutMk cId="2752899885" sldId="2147483740"/>
          </pc:sldLayoutMkLst>
          <pc:spChg chg="mod">
            <ac:chgData name="Seema Kapri" userId="S::seema.kapri@hsv.digital::3468d2f6-a5eb-4e01-882c-f62721c4c7bf" providerId="AD" clId="Web-{13655C22-1068-6C9E-3308-80DE976D5928}" dt="2026-04-11T11:24:50.832" v="0"/>
            <ac:spMkLst>
              <pc:docMk/>
              <pc:sldMasterMk cId="1122647173" sldId="2147483732"/>
              <pc:sldLayoutMk cId="2752899885" sldId="2147483740"/>
              <ac:spMk id="2"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2752899885" sldId="2147483740"/>
              <ac:spMk id="3"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2752899885" sldId="2147483740"/>
              <ac:spMk id="4" creationId="{00000000-0000-0000-0000-000000000000}"/>
            </ac:spMkLst>
          </pc:spChg>
        </pc:sldLayoutChg>
        <pc:sldLayoutChg chg="modSp">
          <pc:chgData name="Seema Kapri" userId="S::seema.kapri@hsv.digital::3468d2f6-a5eb-4e01-882c-f62721c4c7bf" providerId="AD" clId="Web-{13655C22-1068-6C9E-3308-80DE976D5928}" dt="2026-04-11T11:24:50.832" v="0"/>
          <pc:sldLayoutMkLst>
            <pc:docMk/>
            <pc:sldMasterMk cId="1122647173" sldId="2147483732"/>
            <pc:sldLayoutMk cId="1722206160" sldId="2147483741"/>
          </pc:sldLayoutMkLst>
          <pc:spChg chg="mod">
            <ac:chgData name="Seema Kapri" userId="S::seema.kapri@hsv.digital::3468d2f6-a5eb-4e01-882c-f62721c4c7bf" providerId="AD" clId="Web-{13655C22-1068-6C9E-3308-80DE976D5928}" dt="2026-04-11T11:24:50.832" v="0"/>
            <ac:spMkLst>
              <pc:docMk/>
              <pc:sldMasterMk cId="1122647173" sldId="2147483732"/>
              <pc:sldLayoutMk cId="1722206160" sldId="2147483741"/>
              <ac:spMk id="2"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1722206160" sldId="2147483741"/>
              <ac:spMk id="3"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1722206160" sldId="2147483741"/>
              <ac:spMk id="4" creationId="{00000000-0000-0000-0000-000000000000}"/>
            </ac:spMkLst>
          </pc:spChg>
        </pc:sldLayoutChg>
        <pc:sldLayoutChg chg="modSp">
          <pc:chgData name="Seema Kapri" userId="S::seema.kapri@hsv.digital::3468d2f6-a5eb-4e01-882c-f62721c4c7bf" providerId="AD" clId="Web-{13655C22-1068-6C9E-3308-80DE976D5928}" dt="2026-04-11T11:24:50.832" v="0"/>
          <pc:sldLayoutMkLst>
            <pc:docMk/>
            <pc:sldMasterMk cId="1122647173" sldId="2147483732"/>
            <pc:sldLayoutMk cId="3785386807" sldId="2147483743"/>
          </pc:sldLayoutMkLst>
          <pc:spChg chg="mod">
            <ac:chgData name="Seema Kapri" userId="S::seema.kapri@hsv.digital::3468d2f6-a5eb-4e01-882c-f62721c4c7bf" providerId="AD" clId="Web-{13655C22-1068-6C9E-3308-80DE976D5928}" dt="2026-04-11T11:24:50.832" v="0"/>
            <ac:spMkLst>
              <pc:docMk/>
              <pc:sldMasterMk cId="1122647173" sldId="2147483732"/>
              <pc:sldLayoutMk cId="3785386807" sldId="2147483743"/>
              <ac:spMk id="2" creationId="{00000000-0000-0000-0000-000000000000}"/>
            </ac:spMkLst>
          </pc:spChg>
          <pc:spChg chg="mod">
            <ac:chgData name="Seema Kapri" userId="S::seema.kapri@hsv.digital::3468d2f6-a5eb-4e01-882c-f62721c4c7bf" providerId="AD" clId="Web-{13655C22-1068-6C9E-3308-80DE976D5928}" dt="2026-04-11T11:24:50.832" v="0"/>
            <ac:spMkLst>
              <pc:docMk/>
              <pc:sldMasterMk cId="1122647173" sldId="2147483732"/>
              <pc:sldLayoutMk cId="3785386807" sldId="2147483743"/>
              <ac:spMk id="3"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FDCA55-7141-46E2-8F0D-ED4FF406EC63}" type="datetimeFigureOut">
              <a:rPr lang="en-IN" smtClean="0"/>
              <a:t>11-04-2026</a:t>
            </a:fld>
            <a:endParaRPr lang="en-IN"/>
          </a:p>
        </p:txBody>
      </p:sp>
      <p:sp>
        <p:nvSpPr>
          <p:cNvPr id="4" name="Slide Image Placeholder 3"/>
          <p:cNvSpPr>
            <a:spLocks noGrp="1" noRot="1" noChangeAspect="1"/>
          </p:cNvSpPr>
          <p:nvPr>
            <p:ph type="sldImg" idx="2"/>
          </p:nvPr>
        </p:nvSpPr>
        <p:spPr>
          <a:xfrm>
            <a:off x="2327275" y="1143000"/>
            <a:ext cx="220345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451864-BC2F-463F-854C-C6DDAAC13160}" type="slidenum">
              <a:rPr lang="en-IN" smtClean="0"/>
              <a:t>‹#›</a:t>
            </a:fld>
            <a:endParaRPr lang="en-IN"/>
          </a:p>
        </p:txBody>
      </p:sp>
    </p:spTree>
    <p:extLst>
      <p:ext uri="{BB962C8B-B14F-4D97-AF65-F5344CB8AC3E}">
        <p14:creationId xmlns:p14="http://schemas.microsoft.com/office/powerpoint/2010/main" val="1493550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A5318-1E4E-D370-07A1-B1B85C02AB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A7E049-FB12-9D74-496D-19F01353730D}"/>
              </a:ext>
            </a:extLst>
          </p:cNvPr>
          <p:cNvSpPr>
            <a:spLocks noGrp="1" noRot="1" noChangeAspect="1"/>
          </p:cNvSpPr>
          <p:nvPr>
            <p:ph type="sldImg"/>
          </p:nvPr>
        </p:nvSpPr>
        <p:spPr>
          <a:xfrm>
            <a:off x="2338388" y="1143000"/>
            <a:ext cx="2181225" cy="3086100"/>
          </a:xfrm>
        </p:spPr>
      </p:sp>
      <p:sp>
        <p:nvSpPr>
          <p:cNvPr id="3" name="Notes Placeholder 2">
            <a:extLst>
              <a:ext uri="{FF2B5EF4-FFF2-40B4-BE49-F238E27FC236}">
                <a16:creationId xmlns:a16="http://schemas.microsoft.com/office/drawing/2014/main" id="{C9F29952-98D1-B466-F992-96E240860A1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spc="-130">
                <a:ln w="3175">
                  <a:noFill/>
                </a:ln>
                <a:solidFill>
                  <a:srgbClr val="2965AF"/>
                </a:solidFill>
                <a:latin typeface="Segoe Sans Display Semibold"/>
                <a:cs typeface="Segoe Sans Display" pitchFamily="2" charset="0"/>
              </a:rPr>
              <a:t>67%  </a:t>
            </a:r>
            <a:br>
              <a:rPr kumimoji="0" lang="en-US" sz="2800" b="0" i="0" u="none" strike="noStrike" kern="1200" cap="none" spc="-130" normalizeH="0" baseline="0" noProof="0">
                <a:ln w="3175">
                  <a:noFill/>
                </a:ln>
                <a:solidFill>
                  <a:srgbClr val="2965AF"/>
                </a:solidFill>
                <a:effectLst/>
                <a:uLnTx/>
                <a:uFillTx/>
                <a:latin typeface="Segoe Sans Display Semibold"/>
                <a:ea typeface="+mn-ea"/>
                <a:cs typeface="Segoe Sans Display" pitchFamily="2" charset="0"/>
              </a:rPr>
            </a:br>
            <a:r>
              <a:rPr lang="en-US">
                <a:gradFill>
                  <a:gsLst>
                    <a:gs pos="44000">
                      <a:schemeClr val="tx1"/>
                    </a:gs>
                    <a:gs pos="100000">
                      <a:schemeClr val="tx1"/>
                    </a:gs>
                  </a:gsLst>
                  <a:lin ang="2700000" scaled="1"/>
                </a:gradFill>
                <a:latin typeface="Segoe Sans Display"/>
                <a:cs typeface="Segoe UI" pitchFamily="34" charset="0"/>
              </a:rPr>
              <a:t>of all phishing attacks utilized some form of AI</a:t>
            </a:r>
          </a:p>
          <a:p>
            <a:endParaRPr lang="en-US"/>
          </a:p>
          <a:p>
            <a:r>
              <a:rPr lang="en-US"/>
              <a:t>292</a:t>
            </a:r>
          </a:p>
          <a:p>
            <a:r>
              <a:rPr lang="en-US"/>
              <a:t>days to identify and contain breaches involving stolen credentials</a:t>
            </a:r>
          </a:p>
          <a:p>
            <a:endParaRPr lang="en-US"/>
          </a:p>
        </p:txBody>
      </p:sp>
      <p:sp>
        <p:nvSpPr>
          <p:cNvPr id="4" name="Slide Number Placeholder 3">
            <a:extLst>
              <a:ext uri="{FF2B5EF4-FFF2-40B4-BE49-F238E27FC236}">
                <a16:creationId xmlns:a16="http://schemas.microsoft.com/office/drawing/2014/main" id="{4CEF061E-0607-1711-EEB1-A31E6AEBBB13}"/>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256382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CB40D-F18F-E16C-414E-278D7AAC53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6318DB-B491-3618-A4E0-CB26CC5CA81A}"/>
              </a:ext>
            </a:extLst>
          </p:cNvPr>
          <p:cNvSpPr>
            <a:spLocks noGrp="1" noRot="1" noChangeAspect="1"/>
          </p:cNvSpPr>
          <p:nvPr>
            <p:ph type="sldImg"/>
          </p:nvPr>
        </p:nvSpPr>
        <p:spPr>
          <a:xfrm>
            <a:off x="2338388" y="1143000"/>
            <a:ext cx="2181225" cy="3086100"/>
          </a:xfrm>
        </p:spPr>
      </p:sp>
      <p:sp>
        <p:nvSpPr>
          <p:cNvPr id="3" name="Notes Placeholder 2">
            <a:extLst>
              <a:ext uri="{FF2B5EF4-FFF2-40B4-BE49-F238E27FC236}">
                <a16:creationId xmlns:a16="http://schemas.microsoft.com/office/drawing/2014/main" id="{CB4EDBEC-0C05-EE12-A0EE-36643DBB1D8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7D118F1-5568-F7B6-9411-F33C2DFF4FC8}"/>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412330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BEF9E-3BC9-191C-0C0F-08AE7F6849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B81E94-D8B2-8214-107F-480387C6FB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BA7884-FCD7-0DA0-075B-1380AE0A4188}"/>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7FD79843-897D-BC11-367B-100AA0E8EF95}"/>
              </a:ext>
            </a:extLst>
          </p:cNvPr>
          <p:cNvSpPr>
            <a:spLocks noGrp="1"/>
          </p:cNvSpPr>
          <p:nvPr>
            <p:ph type="sldNum" sz="quarter" idx="5"/>
          </p:nvPr>
        </p:nvSpPr>
        <p:spPr/>
        <p:txBody>
          <a:bodyPr/>
          <a:lstStyle/>
          <a:p>
            <a:fld id="{7034A72A-6E2F-4343-B7FF-0EAC6B5BD073}" type="slidenum">
              <a:rPr lang="en-IN" smtClean="0"/>
              <a:t>1</a:t>
            </a:fld>
            <a:endParaRPr lang="en-IN"/>
          </a:p>
        </p:txBody>
      </p:sp>
    </p:spTree>
    <p:extLst>
      <p:ext uri="{BB962C8B-B14F-4D97-AF65-F5344CB8AC3E}">
        <p14:creationId xmlns:p14="http://schemas.microsoft.com/office/powerpoint/2010/main" val="12951644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DE1080-0C42-F7C5-A095-53E00996D0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66D3EB-4FB4-6D01-9B22-51B9D07EA0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79B237-5085-7CA0-96E8-BD38D62779F8}"/>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6493B976-91A1-BAD5-8526-CFA4BE968D5C}"/>
              </a:ext>
            </a:extLst>
          </p:cNvPr>
          <p:cNvSpPr>
            <a:spLocks noGrp="1"/>
          </p:cNvSpPr>
          <p:nvPr>
            <p:ph type="sldNum" sz="quarter" idx="5"/>
          </p:nvPr>
        </p:nvSpPr>
        <p:spPr/>
        <p:txBody>
          <a:bodyPr/>
          <a:lstStyle/>
          <a:p>
            <a:fld id="{7034A72A-6E2F-4343-B7FF-0EAC6B5BD073}" type="slidenum">
              <a:rPr lang="en-IN" smtClean="0"/>
              <a:t>2</a:t>
            </a:fld>
            <a:endParaRPr lang="en-IN"/>
          </a:p>
        </p:txBody>
      </p:sp>
    </p:spTree>
    <p:extLst>
      <p:ext uri="{BB962C8B-B14F-4D97-AF65-F5344CB8AC3E}">
        <p14:creationId xmlns:p14="http://schemas.microsoft.com/office/powerpoint/2010/main" val="3925558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12ED6-43E9-5765-8E82-B6CFEF0B50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A8D3DA-6B21-9625-DFE9-B620DEF35E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A1E5A7-84E4-E14D-AFAF-517F073E2B2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2A55E2A-8602-DDCC-5A2F-5DC686A0D4E8}"/>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798932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2545E-6835-5668-39BA-A18BF02F92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D01BA7-868A-1CA3-59BC-FAD3B3B03625}"/>
              </a:ext>
            </a:extLst>
          </p:cNvPr>
          <p:cNvSpPr>
            <a:spLocks noGrp="1" noRot="1" noChangeAspect="1"/>
          </p:cNvSpPr>
          <p:nvPr>
            <p:ph type="sldImg"/>
          </p:nvPr>
        </p:nvSpPr>
        <p:spPr>
          <a:xfrm>
            <a:off x="2338388" y="1143000"/>
            <a:ext cx="2181225" cy="3086100"/>
          </a:xfrm>
        </p:spPr>
      </p:sp>
      <p:sp>
        <p:nvSpPr>
          <p:cNvPr id="3" name="Notes Placeholder 2">
            <a:extLst>
              <a:ext uri="{FF2B5EF4-FFF2-40B4-BE49-F238E27FC236}">
                <a16:creationId xmlns:a16="http://schemas.microsoft.com/office/drawing/2014/main" id="{A6690EBE-ECA8-7984-8791-18B3053B364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66A81DE-9151-09F0-D5DE-091B02FA88C5}"/>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276854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A91AE-C334-8F6A-CA80-DA02A20F4D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73C6A8-C666-4D3A-47ED-C379830759D1}"/>
              </a:ext>
            </a:extLst>
          </p:cNvPr>
          <p:cNvSpPr>
            <a:spLocks noGrp="1" noRot="1" noChangeAspect="1"/>
          </p:cNvSpPr>
          <p:nvPr>
            <p:ph type="sldImg"/>
          </p:nvPr>
        </p:nvSpPr>
        <p:spPr>
          <a:xfrm>
            <a:off x="2338388" y="1143000"/>
            <a:ext cx="2181225" cy="3086100"/>
          </a:xfrm>
        </p:spPr>
      </p:sp>
      <p:sp>
        <p:nvSpPr>
          <p:cNvPr id="3" name="Notes Placeholder 2">
            <a:extLst>
              <a:ext uri="{FF2B5EF4-FFF2-40B4-BE49-F238E27FC236}">
                <a16:creationId xmlns:a16="http://schemas.microsoft.com/office/drawing/2014/main" id="{BF59318F-B662-D6D7-ED4F-AB9B9401094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27D4F38-1B6A-3FB3-4815-EEE8DCF19490}"/>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764121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3625" y="1307865"/>
            <a:ext cx="4801076" cy="2782218"/>
          </a:xfrm>
        </p:spPr>
        <p:txBody>
          <a:bodyPr anchor="b"/>
          <a:lstStyle>
            <a:lvl1pPr algn="ctr">
              <a:defRPr sz="3706"/>
            </a:lvl1pPr>
          </a:lstStyle>
          <a:p>
            <a:r>
              <a:rPr lang="en-US"/>
              <a:t>Click to edit Master title style</a:t>
            </a:r>
            <a:endParaRPr lang="en-US" dirty="0"/>
          </a:p>
        </p:txBody>
      </p:sp>
      <p:sp>
        <p:nvSpPr>
          <p:cNvPr id="3" name="Subtitle 2"/>
          <p:cNvSpPr>
            <a:spLocks noGrp="1"/>
          </p:cNvSpPr>
          <p:nvPr>
            <p:ph type="subTitle" idx="1"/>
          </p:nvPr>
        </p:nvSpPr>
        <p:spPr>
          <a:xfrm>
            <a:off x="706041" y="4197375"/>
            <a:ext cx="4236244" cy="1929423"/>
          </a:xfrm>
        </p:spPr>
        <p:txBody>
          <a:bodyPr/>
          <a:lstStyle>
            <a:lvl1pPr marL="0" indent="0" algn="ctr">
              <a:buNone/>
              <a:defRPr sz="1483"/>
            </a:lvl1pPr>
            <a:lvl2pPr marL="282423" indent="0" algn="ctr">
              <a:buNone/>
              <a:defRPr sz="1236"/>
            </a:lvl2pPr>
            <a:lvl3pPr marL="564846" indent="0" algn="ctr">
              <a:buNone/>
              <a:defRPr sz="1112"/>
            </a:lvl3pPr>
            <a:lvl4pPr marL="847269" indent="0" algn="ctr">
              <a:buNone/>
              <a:defRPr sz="988"/>
            </a:lvl4pPr>
            <a:lvl5pPr marL="1129691" indent="0" algn="ctr">
              <a:buNone/>
              <a:defRPr sz="988"/>
            </a:lvl5pPr>
            <a:lvl6pPr marL="1412114" indent="0" algn="ctr">
              <a:buNone/>
              <a:defRPr sz="988"/>
            </a:lvl6pPr>
            <a:lvl7pPr marL="1694537" indent="0" algn="ctr">
              <a:buNone/>
              <a:defRPr sz="988"/>
            </a:lvl7pPr>
            <a:lvl8pPr marL="1976960" indent="0" algn="ctr">
              <a:buNone/>
              <a:defRPr sz="988"/>
            </a:lvl8pPr>
            <a:lvl9pPr marL="2259382" indent="0" algn="ctr">
              <a:buNone/>
              <a:defRPr sz="988"/>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75248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5937257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5381" y="1992322"/>
            <a:ext cx="4871680" cy="3324231"/>
          </a:xfrm>
        </p:spPr>
        <p:txBody>
          <a:bodyPr anchor="b"/>
          <a:lstStyle>
            <a:lvl1pPr>
              <a:defRPr sz="3706"/>
            </a:lvl1pPr>
          </a:lstStyle>
          <a:p>
            <a:r>
              <a:rPr lang="en-US"/>
              <a:t>Click to edit Master title style</a:t>
            </a:r>
            <a:endParaRPr lang="en-US" dirty="0"/>
          </a:p>
        </p:txBody>
      </p:sp>
      <p:sp>
        <p:nvSpPr>
          <p:cNvPr id="3" name="Text Placeholder 2"/>
          <p:cNvSpPr>
            <a:spLocks noGrp="1"/>
          </p:cNvSpPr>
          <p:nvPr>
            <p:ph type="body" idx="1"/>
          </p:nvPr>
        </p:nvSpPr>
        <p:spPr>
          <a:xfrm>
            <a:off x="385381" y="5348001"/>
            <a:ext cx="4871680" cy="1748135"/>
          </a:xfrm>
        </p:spPr>
        <p:txBody>
          <a:bodyPr/>
          <a:lstStyle>
            <a:lvl1pPr marL="0" indent="0">
              <a:buNone/>
              <a:defRPr sz="1483">
                <a:solidFill>
                  <a:schemeClr val="tx1">
                    <a:tint val="82000"/>
                  </a:schemeClr>
                </a:solidFill>
              </a:defRPr>
            </a:lvl1pPr>
            <a:lvl2pPr marL="282423" indent="0">
              <a:buNone/>
              <a:defRPr sz="1236">
                <a:solidFill>
                  <a:schemeClr val="tx1">
                    <a:tint val="82000"/>
                  </a:schemeClr>
                </a:solidFill>
              </a:defRPr>
            </a:lvl2pPr>
            <a:lvl3pPr marL="564846" indent="0">
              <a:buNone/>
              <a:defRPr sz="1112">
                <a:solidFill>
                  <a:schemeClr val="tx1">
                    <a:tint val="82000"/>
                  </a:schemeClr>
                </a:solidFill>
              </a:defRPr>
            </a:lvl3pPr>
            <a:lvl4pPr marL="847269" indent="0">
              <a:buNone/>
              <a:defRPr sz="988">
                <a:solidFill>
                  <a:schemeClr val="tx1">
                    <a:tint val="82000"/>
                  </a:schemeClr>
                </a:solidFill>
              </a:defRPr>
            </a:lvl4pPr>
            <a:lvl5pPr marL="1129691" indent="0">
              <a:buNone/>
              <a:defRPr sz="988">
                <a:solidFill>
                  <a:schemeClr val="tx1">
                    <a:tint val="82000"/>
                  </a:schemeClr>
                </a:solidFill>
              </a:defRPr>
            </a:lvl5pPr>
            <a:lvl6pPr marL="1412114" indent="0">
              <a:buNone/>
              <a:defRPr sz="988">
                <a:solidFill>
                  <a:schemeClr val="tx1">
                    <a:tint val="82000"/>
                  </a:schemeClr>
                </a:solidFill>
              </a:defRPr>
            </a:lvl6pPr>
            <a:lvl7pPr marL="1694537" indent="0">
              <a:buNone/>
              <a:defRPr sz="988">
                <a:solidFill>
                  <a:schemeClr val="tx1">
                    <a:tint val="82000"/>
                  </a:schemeClr>
                </a:solidFill>
              </a:defRPr>
            </a:lvl7pPr>
            <a:lvl8pPr marL="1976960" indent="0">
              <a:buNone/>
              <a:defRPr sz="988">
                <a:solidFill>
                  <a:schemeClr val="tx1">
                    <a:tint val="82000"/>
                  </a:schemeClr>
                </a:solidFill>
              </a:defRPr>
            </a:lvl8pPr>
            <a:lvl9pPr marL="2259382" indent="0">
              <a:buNone/>
              <a:defRPr sz="988">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0923147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8323" y="2127360"/>
            <a:ext cx="2400538" cy="50705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859465" y="2127360"/>
            <a:ext cx="2400538" cy="50705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72F6F66-F0E3-45FA-BF06-9237F73415C1}"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45801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9059" y="425474"/>
            <a:ext cx="4871680" cy="15446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89058" y="1959022"/>
            <a:ext cx="2389506" cy="960086"/>
          </a:xfrm>
        </p:spPr>
        <p:txBody>
          <a:bodyPr anchor="b"/>
          <a:lstStyle>
            <a:lvl1pPr marL="0" indent="0">
              <a:buNone/>
              <a:defRPr sz="1483" b="1"/>
            </a:lvl1pPr>
            <a:lvl2pPr marL="282423" indent="0">
              <a:buNone/>
              <a:defRPr sz="1236" b="1"/>
            </a:lvl2pPr>
            <a:lvl3pPr marL="564846" indent="0">
              <a:buNone/>
              <a:defRPr sz="1112" b="1"/>
            </a:lvl3pPr>
            <a:lvl4pPr marL="847269" indent="0">
              <a:buNone/>
              <a:defRPr sz="988" b="1"/>
            </a:lvl4pPr>
            <a:lvl5pPr marL="1129691" indent="0">
              <a:buNone/>
              <a:defRPr sz="988" b="1"/>
            </a:lvl5pPr>
            <a:lvl6pPr marL="1412114" indent="0">
              <a:buNone/>
              <a:defRPr sz="988" b="1"/>
            </a:lvl6pPr>
            <a:lvl7pPr marL="1694537" indent="0">
              <a:buNone/>
              <a:defRPr sz="988" b="1"/>
            </a:lvl7pPr>
            <a:lvl8pPr marL="1976960" indent="0">
              <a:buNone/>
              <a:defRPr sz="988" b="1"/>
            </a:lvl8pPr>
            <a:lvl9pPr marL="2259382" indent="0">
              <a:buNone/>
              <a:defRPr sz="988" b="1"/>
            </a:lvl9pPr>
          </a:lstStyle>
          <a:p>
            <a:pPr lvl="0"/>
            <a:r>
              <a:rPr lang="en-US"/>
              <a:t>Click to edit Master text styles</a:t>
            </a:r>
          </a:p>
        </p:txBody>
      </p:sp>
      <p:sp>
        <p:nvSpPr>
          <p:cNvPr id="4" name="Content Placeholder 3"/>
          <p:cNvSpPr>
            <a:spLocks noGrp="1"/>
          </p:cNvSpPr>
          <p:nvPr>
            <p:ph sz="half" idx="2"/>
          </p:nvPr>
        </p:nvSpPr>
        <p:spPr>
          <a:xfrm>
            <a:off x="389058" y="2919108"/>
            <a:ext cx="2389506" cy="42935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859466" y="1959022"/>
            <a:ext cx="2401273" cy="960086"/>
          </a:xfrm>
        </p:spPr>
        <p:txBody>
          <a:bodyPr anchor="b"/>
          <a:lstStyle>
            <a:lvl1pPr marL="0" indent="0">
              <a:buNone/>
              <a:defRPr sz="1483" b="1"/>
            </a:lvl1pPr>
            <a:lvl2pPr marL="282423" indent="0">
              <a:buNone/>
              <a:defRPr sz="1236" b="1"/>
            </a:lvl2pPr>
            <a:lvl3pPr marL="564846" indent="0">
              <a:buNone/>
              <a:defRPr sz="1112" b="1"/>
            </a:lvl3pPr>
            <a:lvl4pPr marL="847269" indent="0">
              <a:buNone/>
              <a:defRPr sz="988" b="1"/>
            </a:lvl4pPr>
            <a:lvl5pPr marL="1129691" indent="0">
              <a:buNone/>
              <a:defRPr sz="988" b="1"/>
            </a:lvl5pPr>
            <a:lvl6pPr marL="1412114" indent="0">
              <a:buNone/>
              <a:defRPr sz="988" b="1"/>
            </a:lvl6pPr>
            <a:lvl7pPr marL="1694537" indent="0">
              <a:buNone/>
              <a:defRPr sz="988" b="1"/>
            </a:lvl7pPr>
            <a:lvl8pPr marL="1976960" indent="0">
              <a:buNone/>
              <a:defRPr sz="988" b="1"/>
            </a:lvl8pPr>
            <a:lvl9pPr marL="2259382" indent="0">
              <a:buNone/>
              <a:defRPr sz="988" b="1"/>
            </a:lvl9pPr>
          </a:lstStyle>
          <a:p>
            <a:pPr lvl="0"/>
            <a:r>
              <a:rPr lang="en-US"/>
              <a:t>Click to edit Master text styles</a:t>
            </a:r>
          </a:p>
        </p:txBody>
      </p:sp>
      <p:sp>
        <p:nvSpPr>
          <p:cNvPr id="6" name="Content Placeholder 5"/>
          <p:cNvSpPr>
            <a:spLocks noGrp="1"/>
          </p:cNvSpPr>
          <p:nvPr>
            <p:ph sz="quarter" idx="4"/>
          </p:nvPr>
        </p:nvSpPr>
        <p:spPr>
          <a:xfrm>
            <a:off x="2859466" y="2919108"/>
            <a:ext cx="2401273" cy="42935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72F6F66-F0E3-45FA-BF06-9237F73415C1}" type="datetimeFigureOut">
              <a:rPr lang="en-IN" smtClean="0"/>
              <a:t>11-04-2026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8803768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72F6F66-F0E3-45FA-BF06-9237F73415C1}" type="datetimeFigureOut">
              <a:rPr lang="en-IN" smtClean="0"/>
              <a:t>11-04-2026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6359608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2F6F66-F0E3-45FA-BF06-9237F73415C1}" type="datetimeFigureOut">
              <a:rPr lang="en-IN" smtClean="0"/>
              <a:t>11-04-2026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5089090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89058" y="532766"/>
            <a:ext cx="1821732" cy="1864677"/>
          </a:xfrm>
        </p:spPr>
        <p:txBody>
          <a:bodyPr anchor="b"/>
          <a:lstStyle>
            <a:lvl1pPr>
              <a:defRPr sz="1977"/>
            </a:lvl1pPr>
          </a:lstStyle>
          <a:p>
            <a:r>
              <a:rPr lang="en-US"/>
              <a:t>Click to edit Master title style</a:t>
            </a:r>
            <a:endParaRPr lang="en-US" dirty="0"/>
          </a:p>
        </p:txBody>
      </p:sp>
      <p:sp>
        <p:nvSpPr>
          <p:cNvPr id="3" name="Content Placeholder 2"/>
          <p:cNvSpPr>
            <a:spLocks noGrp="1"/>
          </p:cNvSpPr>
          <p:nvPr>
            <p:ph idx="1"/>
          </p:nvPr>
        </p:nvSpPr>
        <p:spPr>
          <a:xfrm>
            <a:off x="2401274" y="1150627"/>
            <a:ext cx="2859464" cy="5679127"/>
          </a:xfrm>
        </p:spPr>
        <p:txBody>
          <a:bodyPr/>
          <a:lstStyle>
            <a:lvl1pPr>
              <a:defRPr sz="1977"/>
            </a:lvl1pPr>
            <a:lvl2pPr>
              <a:defRPr sz="1730"/>
            </a:lvl2pPr>
            <a:lvl3pPr>
              <a:defRPr sz="1483"/>
            </a:lvl3pPr>
            <a:lvl4pPr>
              <a:defRPr sz="1236"/>
            </a:lvl4pPr>
            <a:lvl5pPr>
              <a:defRPr sz="1236"/>
            </a:lvl5pPr>
            <a:lvl6pPr>
              <a:defRPr sz="1236"/>
            </a:lvl6pPr>
            <a:lvl7pPr>
              <a:defRPr sz="1236"/>
            </a:lvl7pPr>
            <a:lvl8pPr>
              <a:defRPr sz="1236"/>
            </a:lvl8pPr>
            <a:lvl9pPr>
              <a:defRPr sz="123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89058" y="2397443"/>
            <a:ext cx="1821732" cy="4441559"/>
          </a:xfrm>
        </p:spPr>
        <p:txBody>
          <a:bodyPr/>
          <a:lstStyle>
            <a:lvl1pPr marL="0" indent="0">
              <a:buNone/>
              <a:defRPr sz="988"/>
            </a:lvl1pPr>
            <a:lvl2pPr marL="282423" indent="0">
              <a:buNone/>
              <a:defRPr sz="865"/>
            </a:lvl2pPr>
            <a:lvl3pPr marL="564846" indent="0">
              <a:buNone/>
              <a:defRPr sz="741"/>
            </a:lvl3pPr>
            <a:lvl4pPr marL="847269" indent="0">
              <a:buNone/>
              <a:defRPr sz="618"/>
            </a:lvl4pPr>
            <a:lvl5pPr marL="1129691" indent="0">
              <a:buNone/>
              <a:defRPr sz="618"/>
            </a:lvl5pPr>
            <a:lvl6pPr marL="1412114" indent="0">
              <a:buNone/>
              <a:defRPr sz="618"/>
            </a:lvl6pPr>
            <a:lvl7pPr marL="1694537" indent="0">
              <a:buNone/>
              <a:defRPr sz="618"/>
            </a:lvl7pPr>
            <a:lvl8pPr marL="1976960" indent="0">
              <a:buNone/>
              <a:defRPr sz="618"/>
            </a:lvl8pPr>
            <a:lvl9pPr marL="2259382" indent="0">
              <a:buNone/>
              <a:defRPr sz="618"/>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7528998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89058" y="532766"/>
            <a:ext cx="1821732" cy="1864677"/>
          </a:xfrm>
        </p:spPr>
        <p:txBody>
          <a:bodyPr anchor="b"/>
          <a:lstStyle>
            <a:lvl1pPr>
              <a:defRPr sz="1977"/>
            </a:lvl1pPr>
          </a:lstStyle>
          <a:p>
            <a:r>
              <a:rPr lang="en-US"/>
              <a:t>Click to edit Master title style</a:t>
            </a:r>
            <a:endParaRPr lang="en-US" dirty="0"/>
          </a:p>
        </p:txBody>
      </p:sp>
      <p:sp>
        <p:nvSpPr>
          <p:cNvPr id="3" name="Picture Placeholder 2"/>
          <p:cNvSpPr>
            <a:spLocks noGrp="1" noChangeAspect="1"/>
          </p:cNvSpPr>
          <p:nvPr>
            <p:ph type="pic" idx="1"/>
          </p:nvPr>
        </p:nvSpPr>
        <p:spPr>
          <a:xfrm>
            <a:off x="2401274" y="1150627"/>
            <a:ext cx="2859464" cy="5679127"/>
          </a:xfrm>
        </p:spPr>
        <p:txBody>
          <a:bodyPr anchor="t"/>
          <a:lstStyle>
            <a:lvl1pPr marL="0" indent="0">
              <a:buNone/>
              <a:defRPr sz="1977"/>
            </a:lvl1pPr>
            <a:lvl2pPr marL="282423" indent="0">
              <a:buNone/>
              <a:defRPr sz="1730"/>
            </a:lvl2pPr>
            <a:lvl3pPr marL="564846" indent="0">
              <a:buNone/>
              <a:defRPr sz="1483"/>
            </a:lvl3pPr>
            <a:lvl4pPr marL="847269" indent="0">
              <a:buNone/>
              <a:defRPr sz="1236"/>
            </a:lvl4pPr>
            <a:lvl5pPr marL="1129691" indent="0">
              <a:buNone/>
              <a:defRPr sz="1236"/>
            </a:lvl5pPr>
            <a:lvl6pPr marL="1412114" indent="0">
              <a:buNone/>
              <a:defRPr sz="1236"/>
            </a:lvl6pPr>
            <a:lvl7pPr marL="1694537" indent="0">
              <a:buNone/>
              <a:defRPr sz="1236"/>
            </a:lvl7pPr>
            <a:lvl8pPr marL="1976960" indent="0">
              <a:buNone/>
              <a:defRPr sz="1236"/>
            </a:lvl8pPr>
            <a:lvl9pPr marL="2259382" indent="0">
              <a:buNone/>
              <a:defRPr sz="1236"/>
            </a:lvl9pPr>
          </a:lstStyle>
          <a:p>
            <a:r>
              <a:rPr lang="en-US"/>
              <a:t>Click icon to add picture</a:t>
            </a:r>
            <a:endParaRPr lang="en-US" dirty="0"/>
          </a:p>
        </p:txBody>
      </p:sp>
      <p:sp>
        <p:nvSpPr>
          <p:cNvPr id="4" name="Text Placeholder 3"/>
          <p:cNvSpPr>
            <a:spLocks noGrp="1"/>
          </p:cNvSpPr>
          <p:nvPr>
            <p:ph type="body" sz="half" idx="2"/>
          </p:nvPr>
        </p:nvSpPr>
        <p:spPr>
          <a:xfrm>
            <a:off x="389058" y="2397443"/>
            <a:ext cx="1821732" cy="4441559"/>
          </a:xfrm>
        </p:spPr>
        <p:txBody>
          <a:bodyPr/>
          <a:lstStyle>
            <a:lvl1pPr marL="0" indent="0">
              <a:buNone/>
              <a:defRPr sz="988"/>
            </a:lvl1pPr>
            <a:lvl2pPr marL="282423" indent="0">
              <a:buNone/>
              <a:defRPr sz="865"/>
            </a:lvl2pPr>
            <a:lvl3pPr marL="564846" indent="0">
              <a:buNone/>
              <a:defRPr sz="741"/>
            </a:lvl3pPr>
            <a:lvl4pPr marL="847269" indent="0">
              <a:buNone/>
              <a:defRPr sz="618"/>
            </a:lvl4pPr>
            <a:lvl5pPr marL="1129691" indent="0">
              <a:buNone/>
              <a:defRPr sz="618"/>
            </a:lvl5pPr>
            <a:lvl6pPr marL="1412114" indent="0">
              <a:buNone/>
              <a:defRPr sz="618"/>
            </a:lvl6pPr>
            <a:lvl7pPr marL="1694537" indent="0">
              <a:buNone/>
              <a:defRPr sz="618"/>
            </a:lvl7pPr>
            <a:lvl8pPr marL="1976960" indent="0">
              <a:buNone/>
              <a:defRPr sz="618"/>
            </a:lvl8pPr>
            <a:lvl9pPr marL="2259382" indent="0">
              <a:buNone/>
              <a:defRPr sz="618"/>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7222061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8850424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042083" y="425472"/>
            <a:ext cx="1217920" cy="677240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8323" y="425472"/>
            <a:ext cx="3583156" cy="677240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7853868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3625" y="1307865"/>
            <a:ext cx="4801076" cy="2782217"/>
          </a:xfrm>
        </p:spPr>
        <p:txBody>
          <a:bodyPr anchor="b"/>
          <a:lstStyle>
            <a:lvl1pPr algn="ctr">
              <a:defRPr sz="3667"/>
            </a:lvl1pPr>
          </a:lstStyle>
          <a:p>
            <a:r>
              <a:rPr lang="en-US"/>
              <a:t>Click to edit Master title style</a:t>
            </a:r>
            <a:endParaRPr lang="en-US" dirty="0"/>
          </a:p>
        </p:txBody>
      </p:sp>
      <p:sp>
        <p:nvSpPr>
          <p:cNvPr id="3" name="Subtitle 2"/>
          <p:cNvSpPr>
            <a:spLocks noGrp="1"/>
          </p:cNvSpPr>
          <p:nvPr>
            <p:ph type="subTitle" idx="1"/>
          </p:nvPr>
        </p:nvSpPr>
        <p:spPr>
          <a:xfrm>
            <a:off x="706041" y="4197375"/>
            <a:ext cx="4236244" cy="1929423"/>
          </a:xfrm>
        </p:spPr>
        <p:txBody>
          <a:bodyPr/>
          <a:lstStyle>
            <a:lvl1pPr marL="0" indent="0" algn="ctr">
              <a:buNone/>
              <a:defRPr sz="1467"/>
            </a:lvl1pPr>
            <a:lvl2pPr marL="279435" indent="0" algn="ctr">
              <a:buNone/>
              <a:defRPr sz="1223"/>
            </a:lvl2pPr>
            <a:lvl3pPr marL="558870" indent="0" algn="ctr">
              <a:buNone/>
              <a:defRPr sz="1100"/>
            </a:lvl3pPr>
            <a:lvl4pPr marL="838305" indent="0" algn="ctr">
              <a:buNone/>
              <a:defRPr sz="978"/>
            </a:lvl4pPr>
            <a:lvl5pPr marL="1117740" indent="0" algn="ctr">
              <a:buNone/>
              <a:defRPr sz="978"/>
            </a:lvl5pPr>
            <a:lvl6pPr marL="1397174" indent="0" algn="ctr">
              <a:buNone/>
              <a:defRPr sz="978"/>
            </a:lvl6pPr>
            <a:lvl7pPr marL="1676610" indent="0" algn="ctr">
              <a:buNone/>
              <a:defRPr sz="978"/>
            </a:lvl7pPr>
            <a:lvl8pPr marL="1956045" indent="0" algn="ctr">
              <a:buNone/>
              <a:defRPr sz="978"/>
            </a:lvl8pPr>
            <a:lvl9pPr marL="2235479" indent="0" algn="ctr">
              <a:buNone/>
              <a:defRPr sz="978"/>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5947799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89058" y="532765"/>
            <a:ext cx="1821732" cy="1864677"/>
          </a:xfrm>
        </p:spPr>
        <p:txBody>
          <a:bodyPr anchor="b"/>
          <a:lstStyle>
            <a:lvl1pPr>
              <a:defRPr sz="1956"/>
            </a:lvl1pPr>
          </a:lstStyle>
          <a:p>
            <a:r>
              <a:rPr lang="en-US"/>
              <a:t>Click to edit Master title style</a:t>
            </a:r>
            <a:endParaRPr lang="en-US" dirty="0"/>
          </a:p>
        </p:txBody>
      </p:sp>
      <p:sp>
        <p:nvSpPr>
          <p:cNvPr id="3" name="Content Placeholder 2"/>
          <p:cNvSpPr>
            <a:spLocks noGrp="1"/>
          </p:cNvSpPr>
          <p:nvPr>
            <p:ph idx="1"/>
          </p:nvPr>
        </p:nvSpPr>
        <p:spPr>
          <a:xfrm>
            <a:off x="2401274" y="1150626"/>
            <a:ext cx="2859464" cy="5679127"/>
          </a:xfrm>
        </p:spPr>
        <p:txBody>
          <a:bodyPr/>
          <a:lstStyle>
            <a:lvl1pPr>
              <a:defRPr sz="1956"/>
            </a:lvl1pPr>
            <a:lvl2pPr>
              <a:defRPr sz="1712"/>
            </a:lvl2pPr>
            <a:lvl3pPr>
              <a:defRPr sz="1467"/>
            </a:lvl3pPr>
            <a:lvl4pPr>
              <a:defRPr sz="1223"/>
            </a:lvl4pPr>
            <a:lvl5pPr>
              <a:defRPr sz="1223"/>
            </a:lvl5pPr>
            <a:lvl6pPr>
              <a:defRPr sz="1223"/>
            </a:lvl6pPr>
            <a:lvl7pPr>
              <a:defRPr sz="1223"/>
            </a:lvl7pPr>
            <a:lvl8pPr>
              <a:defRPr sz="1223"/>
            </a:lvl8pPr>
            <a:lvl9pPr>
              <a:defRPr sz="122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89058" y="2397443"/>
            <a:ext cx="1821732" cy="4441559"/>
          </a:xfrm>
        </p:spPr>
        <p:txBody>
          <a:bodyPr/>
          <a:lstStyle>
            <a:lvl1pPr marL="0" indent="0">
              <a:buNone/>
              <a:defRPr sz="978"/>
            </a:lvl1pPr>
            <a:lvl2pPr marL="279435" indent="0">
              <a:buNone/>
              <a:defRPr sz="856"/>
            </a:lvl2pPr>
            <a:lvl3pPr marL="558870" indent="0">
              <a:buNone/>
              <a:defRPr sz="734"/>
            </a:lvl3pPr>
            <a:lvl4pPr marL="838305" indent="0">
              <a:buNone/>
              <a:defRPr sz="611"/>
            </a:lvl4pPr>
            <a:lvl5pPr marL="1117740" indent="0">
              <a:buNone/>
              <a:defRPr sz="611"/>
            </a:lvl5pPr>
            <a:lvl6pPr marL="1397174" indent="0">
              <a:buNone/>
              <a:defRPr sz="611"/>
            </a:lvl6pPr>
            <a:lvl7pPr marL="1676610" indent="0">
              <a:buNone/>
              <a:defRPr sz="611"/>
            </a:lvl7pPr>
            <a:lvl8pPr marL="1956045" indent="0">
              <a:buNone/>
              <a:defRPr sz="611"/>
            </a:lvl8pPr>
            <a:lvl9pPr marL="2235479" indent="0">
              <a:buNone/>
              <a:defRPr sz="611"/>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8451133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5381" y="1992322"/>
            <a:ext cx="4871680" cy="3324231"/>
          </a:xfrm>
        </p:spPr>
        <p:txBody>
          <a:bodyPr anchor="b"/>
          <a:lstStyle>
            <a:lvl1pPr>
              <a:defRPr sz="3667"/>
            </a:lvl1pPr>
          </a:lstStyle>
          <a:p>
            <a:r>
              <a:rPr lang="en-US"/>
              <a:t>Click to edit Master title style</a:t>
            </a:r>
            <a:endParaRPr lang="en-US" dirty="0"/>
          </a:p>
        </p:txBody>
      </p:sp>
      <p:sp>
        <p:nvSpPr>
          <p:cNvPr id="3" name="Text Placeholder 2"/>
          <p:cNvSpPr>
            <a:spLocks noGrp="1"/>
          </p:cNvSpPr>
          <p:nvPr>
            <p:ph type="body" idx="1"/>
          </p:nvPr>
        </p:nvSpPr>
        <p:spPr>
          <a:xfrm>
            <a:off x="385381" y="5348001"/>
            <a:ext cx="4871680" cy="1748135"/>
          </a:xfrm>
        </p:spPr>
        <p:txBody>
          <a:bodyPr/>
          <a:lstStyle>
            <a:lvl1pPr marL="0" indent="0">
              <a:buNone/>
              <a:defRPr sz="1467">
                <a:solidFill>
                  <a:schemeClr val="tx1">
                    <a:tint val="82000"/>
                  </a:schemeClr>
                </a:solidFill>
              </a:defRPr>
            </a:lvl1pPr>
            <a:lvl2pPr marL="279435" indent="0">
              <a:buNone/>
              <a:defRPr sz="1223">
                <a:solidFill>
                  <a:schemeClr val="tx1">
                    <a:tint val="82000"/>
                  </a:schemeClr>
                </a:solidFill>
              </a:defRPr>
            </a:lvl2pPr>
            <a:lvl3pPr marL="558870" indent="0">
              <a:buNone/>
              <a:defRPr sz="1100">
                <a:solidFill>
                  <a:schemeClr val="tx1">
                    <a:tint val="82000"/>
                  </a:schemeClr>
                </a:solidFill>
              </a:defRPr>
            </a:lvl3pPr>
            <a:lvl4pPr marL="838305" indent="0">
              <a:buNone/>
              <a:defRPr sz="978">
                <a:solidFill>
                  <a:schemeClr val="tx1">
                    <a:tint val="82000"/>
                  </a:schemeClr>
                </a:solidFill>
              </a:defRPr>
            </a:lvl4pPr>
            <a:lvl5pPr marL="1117740" indent="0">
              <a:buNone/>
              <a:defRPr sz="978">
                <a:solidFill>
                  <a:schemeClr val="tx1">
                    <a:tint val="82000"/>
                  </a:schemeClr>
                </a:solidFill>
              </a:defRPr>
            </a:lvl5pPr>
            <a:lvl6pPr marL="1397174" indent="0">
              <a:buNone/>
              <a:defRPr sz="978">
                <a:solidFill>
                  <a:schemeClr val="tx1">
                    <a:tint val="82000"/>
                  </a:schemeClr>
                </a:solidFill>
              </a:defRPr>
            </a:lvl6pPr>
            <a:lvl7pPr marL="1676610" indent="0">
              <a:buNone/>
              <a:defRPr sz="978">
                <a:solidFill>
                  <a:schemeClr val="tx1">
                    <a:tint val="82000"/>
                  </a:schemeClr>
                </a:solidFill>
              </a:defRPr>
            </a:lvl7pPr>
            <a:lvl8pPr marL="1956045" indent="0">
              <a:buNone/>
              <a:defRPr sz="978">
                <a:solidFill>
                  <a:schemeClr val="tx1">
                    <a:tint val="82000"/>
                  </a:schemeClr>
                </a:solidFill>
              </a:defRPr>
            </a:lvl8pPr>
            <a:lvl9pPr marL="2235479" indent="0">
              <a:buNone/>
              <a:defRPr sz="978">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551124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2F6F66-F0E3-45FA-BF06-9237F73415C1}" type="datetimeFigureOut">
              <a:rPr lang="en-IN" smtClean="0"/>
              <a:t>11-04-2026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1536002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5932589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72F6F66-F0E3-45FA-BF06-9237F73415C1}" type="datetimeFigureOut">
              <a:rPr lang="en-IN" smtClean="0"/>
              <a:t>11-04-2026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90635679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042083" y="425473"/>
            <a:ext cx="1217920" cy="677240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8323" y="425473"/>
            <a:ext cx="3583156" cy="677240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66307787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9059" y="425474"/>
            <a:ext cx="4871680" cy="15446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89058" y="1959023"/>
            <a:ext cx="2389506" cy="960086"/>
          </a:xfrm>
        </p:spPr>
        <p:txBody>
          <a:bodyPr anchor="b"/>
          <a:lstStyle>
            <a:lvl1pPr marL="0" indent="0">
              <a:buNone/>
              <a:defRPr sz="1467" b="1"/>
            </a:lvl1pPr>
            <a:lvl2pPr marL="279435" indent="0">
              <a:buNone/>
              <a:defRPr sz="1223" b="1"/>
            </a:lvl2pPr>
            <a:lvl3pPr marL="558870" indent="0">
              <a:buNone/>
              <a:defRPr sz="1100" b="1"/>
            </a:lvl3pPr>
            <a:lvl4pPr marL="838305" indent="0">
              <a:buNone/>
              <a:defRPr sz="978" b="1"/>
            </a:lvl4pPr>
            <a:lvl5pPr marL="1117740" indent="0">
              <a:buNone/>
              <a:defRPr sz="978" b="1"/>
            </a:lvl5pPr>
            <a:lvl6pPr marL="1397174" indent="0">
              <a:buNone/>
              <a:defRPr sz="978" b="1"/>
            </a:lvl6pPr>
            <a:lvl7pPr marL="1676610" indent="0">
              <a:buNone/>
              <a:defRPr sz="978" b="1"/>
            </a:lvl7pPr>
            <a:lvl8pPr marL="1956045" indent="0">
              <a:buNone/>
              <a:defRPr sz="978" b="1"/>
            </a:lvl8pPr>
            <a:lvl9pPr marL="2235479" indent="0">
              <a:buNone/>
              <a:defRPr sz="978" b="1"/>
            </a:lvl9pPr>
          </a:lstStyle>
          <a:p>
            <a:pPr lvl="0"/>
            <a:r>
              <a:rPr lang="en-US"/>
              <a:t>Click to edit Master text styles</a:t>
            </a:r>
          </a:p>
        </p:txBody>
      </p:sp>
      <p:sp>
        <p:nvSpPr>
          <p:cNvPr id="4" name="Content Placeholder 3"/>
          <p:cNvSpPr>
            <a:spLocks noGrp="1"/>
          </p:cNvSpPr>
          <p:nvPr>
            <p:ph sz="half" idx="2"/>
          </p:nvPr>
        </p:nvSpPr>
        <p:spPr>
          <a:xfrm>
            <a:off x="389058" y="2919109"/>
            <a:ext cx="2389506" cy="42935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859466" y="1959023"/>
            <a:ext cx="2401273" cy="960086"/>
          </a:xfrm>
        </p:spPr>
        <p:txBody>
          <a:bodyPr anchor="b"/>
          <a:lstStyle>
            <a:lvl1pPr marL="0" indent="0">
              <a:buNone/>
              <a:defRPr sz="1467" b="1"/>
            </a:lvl1pPr>
            <a:lvl2pPr marL="279435" indent="0">
              <a:buNone/>
              <a:defRPr sz="1223" b="1"/>
            </a:lvl2pPr>
            <a:lvl3pPr marL="558870" indent="0">
              <a:buNone/>
              <a:defRPr sz="1100" b="1"/>
            </a:lvl3pPr>
            <a:lvl4pPr marL="838305" indent="0">
              <a:buNone/>
              <a:defRPr sz="978" b="1"/>
            </a:lvl4pPr>
            <a:lvl5pPr marL="1117740" indent="0">
              <a:buNone/>
              <a:defRPr sz="978" b="1"/>
            </a:lvl5pPr>
            <a:lvl6pPr marL="1397174" indent="0">
              <a:buNone/>
              <a:defRPr sz="978" b="1"/>
            </a:lvl6pPr>
            <a:lvl7pPr marL="1676610" indent="0">
              <a:buNone/>
              <a:defRPr sz="978" b="1"/>
            </a:lvl7pPr>
            <a:lvl8pPr marL="1956045" indent="0">
              <a:buNone/>
              <a:defRPr sz="978" b="1"/>
            </a:lvl8pPr>
            <a:lvl9pPr marL="2235479" indent="0">
              <a:buNone/>
              <a:defRPr sz="978" b="1"/>
            </a:lvl9pPr>
          </a:lstStyle>
          <a:p>
            <a:pPr lvl="0"/>
            <a:r>
              <a:rPr lang="en-US"/>
              <a:t>Click to edit Master text styles</a:t>
            </a:r>
          </a:p>
        </p:txBody>
      </p:sp>
      <p:sp>
        <p:nvSpPr>
          <p:cNvPr id="6" name="Content Placeholder 5"/>
          <p:cNvSpPr>
            <a:spLocks noGrp="1"/>
          </p:cNvSpPr>
          <p:nvPr>
            <p:ph sz="quarter" idx="4"/>
          </p:nvPr>
        </p:nvSpPr>
        <p:spPr>
          <a:xfrm>
            <a:off x="2859466" y="2919109"/>
            <a:ext cx="2401273" cy="42935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72F6F66-F0E3-45FA-BF06-9237F73415C1}" type="datetimeFigureOut">
              <a:rPr lang="en-IN" smtClean="0"/>
              <a:t>11-04-2026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55692592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65058687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8323" y="2127360"/>
            <a:ext cx="2400538" cy="50705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859465" y="2127360"/>
            <a:ext cx="2400538" cy="50705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72F6F66-F0E3-45FA-BF06-9237F73415C1}"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06883946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89058" y="532765"/>
            <a:ext cx="1821732" cy="1864677"/>
          </a:xfrm>
        </p:spPr>
        <p:txBody>
          <a:bodyPr anchor="b"/>
          <a:lstStyle>
            <a:lvl1pPr>
              <a:defRPr sz="1956"/>
            </a:lvl1pPr>
          </a:lstStyle>
          <a:p>
            <a:r>
              <a:rPr lang="en-US"/>
              <a:t>Click to edit Master title style</a:t>
            </a:r>
            <a:endParaRPr lang="en-US" dirty="0"/>
          </a:p>
        </p:txBody>
      </p:sp>
      <p:sp>
        <p:nvSpPr>
          <p:cNvPr id="3" name="Picture Placeholder 2"/>
          <p:cNvSpPr>
            <a:spLocks noGrp="1" noChangeAspect="1"/>
          </p:cNvSpPr>
          <p:nvPr>
            <p:ph type="pic" idx="1"/>
          </p:nvPr>
        </p:nvSpPr>
        <p:spPr>
          <a:xfrm>
            <a:off x="2401274" y="1150626"/>
            <a:ext cx="2859464" cy="5679127"/>
          </a:xfrm>
        </p:spPr>
        <p:txBody>
          <a:bodyPr anchor="t"/>
          <a:lstStyle>
            <a:lvl1pPr marL="0" indent="0">
              <a:buNone/>
              <a:defRPr sz="1956"/>
            </a:lvl1pPr>
            <a:lvl2pPr marL="279435" indent="0">
              <a:buNone/>
              <a:defRPr sz="1712"/>
            </a:lvl2pPr>
            <a:lvl3pPr marL="558870" indent="0">
              <a:buNone/>
              <a:defRPr sz="1467"/>
            </a:lvl3pPr>
            <a:lvl4pPr marL="838305" indent="0">
              <a:buNone/>
              <a:defRPr sz="1223"/>
            </a:lvl4pPr>
            <a:lvl5pPr marL="1117740" indent="0">
              <a:buNone/>
              <a:defRPr sz="1223"/>
            </a:lvl5pPr>
            <a:lvl6pPr marL="1397174" indent="0">
              <a:buNone/>
              <a:defRPr sz="1223"/>
            </a:lvl6pPr>
            <a:lvl7pPr marL="1676610" indent="0">
              <a:buNone/>
              <a:defRPr sz="1223"/>
            </a:lvl7pPr>
            <a:lvl8pPr marL="1956045" indent="0">
              <a:buNone/>
              <a:defRPr sz="1223"/>
            </a:lvl8pPr>
            <a:lvl9pPr marL="2235479" indent="0">
              <a:buNone/>
              <a:defRPr sz="1223"/>
            </a:lvl9pPr>
          </a:lstStyle>
          <a:p>
            <a:r>
              <a:rPr lang="en-US"/>
              <a:t>Click icon to add picture</a:t>
            </a:r>
            <a:endParaRPr lang="en-US" dirty="0"/>
          </a:p>
        </p:txBody>
      </p:sp>
      <p:sp>
        <p:nvSpPr>
          <p:cNvPr id="4" name="Text Placeholder 3"/>
          <p:cNvSpPr>
            <a:spLocks noGrp="1"/>
          </p:cNvSpPr>
          <p:nvPr>
            <p:ph type="body" sz="half" idx="2"/>
          </p:nvPr>
        </p:nvSpPr>
        <p:spPr>
          <a:xfrm>
            <a:off x="389058" y="2397443"/>
            <a:ext cx="1821732" cy="4441559"/>
          </a:xfrm>
        </p:spPr>
        <p:txBody>
          <a:bodyPr/>
          <a:lstStyle>
            <a:lvl1pPr marL="0" indent="0">
              <a:buNone/>
              <a:defRPr sz="978"/>
            </a:lvl1pPr>
            <a:lvl2pPr marL="279435" indent="0">
              <a:buNone/>
              <a:defRPr sz="856"/>
            </a:lvl2pPr>
            <a:lvl3pPr marL="558870" indent="0">
              <a:buNone/>
              <a:defRPr sz="734"/>
            </a:lvl3pPr>
            <a:lvl4pPr marL="838305" indent="0">
              <a:buNone/>
              <a:defRPr sz="611"/>
            </a:lvl4pPr>
            <a:lvl5pPr marL="1117740" indent="0">
              <a:buNone/>
              <a:defRPr sz="611"/>
            </a:lvl5pPr>
            <a:lvl6pPr marL="1397174" indent="0">
              <a:buNone/>
              <a:defRPr sz="611"/>
            </a:lvl6pPr>
            <a:lvl7pPr marL="1676610" indent="0">
              <a:buNone/>
              <a:defRPr sz="611"/>
            </a:lvl7pPr>
            <a:lvl8pPr marL="1956045" indent="0">
              <a:buNone/>
              <a:defRPr sz="611"/>
            </a:lvl8pPr>
            <a:lvl9pPr marL="2235479" indent="0">
              <a:buNone/>
              <a:defRPr sz="611"/>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418315469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3863" y="1307866"/>
            <a:ext cx="4803775" cy="2782217"/>
          </a:xfrm>
        </p:spPr>
        <p:txBody>
          <a:bodyPr anchor="b"/>
          <a:lstStyle>
            <a:lvl1pPr algn="ctr">
              <a:defRPr sz="3708"/>
            </a:lvl1pPr>
          </a:lstStyle>
          <a:p>
            <a:r>
              <a:rPr lang="en-US"/>
              <a:t>Click to edit Master title style</a:t>
            </a:r>
          </a:p>
        </p:txBody>
      </p:sp>
      <p:sp>
        <p:nvSpPr>
          <p:cNvPr id="3" name="Subtitle 2"/>
          <p:cNvSpPr>
            <a:spLocks noGrp="1"/>
          </p:cNvSpPr>
          <p:nvPr>
            <p:ph type="subTitle" idx="1"/>
          </p:nvPr>
        </p:nvSpPr>
        <p:spPr>
          <a:xfrm>
            <a:off x="706438" y="4197375"/>
            <a:ext cx="4238625" cy="1929423"/>
          </a:xfrm>
        </p:spPr>
        <p:txBody>
          <a:bodyPr/>
          <a:lstStyle>
            <a:lvl1pPr marL="0" indent="0" algn="ctr">
              <a:buNone/>
              <a:defRPr sz="1483"/>
            </a:lvl1pPr>
            <a:lvl2pPr marL="282566" indent="0" algn="ctr">
              <a:buNone/>
              <a:defRPr sz="1236"/>
            </a:lvl2pPr>
            <a:lvl3pPr marL="565131" indent="0" algn="ctr">
              <a:buNone/>
              <a:defRPr sz="1112"/>
            </a:lvl3pPr>
            <a:lvl4pPr marL="847697" indent="0" algn="ctr">
              <a:buNone/>
              <a:defRPr sz="989"/>
            </a:lvl4pPr>
            <a:lvl5pPr marL="1130262" indent="0" algn="ctr">
              <a:buNone/>
              <a:defRPr sz="989"/>
            </a:lvl5pPr>
            <a:lvl6pPr marL="1412828" indent="0" algn="ctr">
              <a:buNone/>
              <a:defRPr sz="989"/>
            </a:lvl6pPr>
            <a:lvl7pPr marL="1695394" indent="0" algn="ctr">
              <a:buNone/>
              <a:defRPr sz="989"/>
            </a:lvl7pPr>
            <a:lvl8pPr marL="1977959" indent="0" algn="ctr">
              <a:buNone/>
              <a:defRPr sz="989"/>
            </a:lvl8pPr>
            <a:lvl9pPr marL="2260525" indent="0" algn="ctr">
              <a:buNone/>
              <a:defRPr sz="989"/>
            </a:lvl9pPr>
          </a:lstStyle>
          <a:p>
            <a:r>
              <a:rPr lang="en-US"/>
              <a:t>Click to edit Master subtitle style</a:t>
            </a:r>
          </a:p>
        </p:txBody>
      </p:sp>
      <p:sp>
        <p:nvSpPr>
          <p:cNvPr id="4" name="Date Placeholder 3"/>
          <p:cNvSpPr>
            <a:spLocks noGrp="1"/>
          </p:cNvSpPr>
          <p:nvPr>
            <p:ph type="dt" sz="half" idx="10"/>
          </p:nvPr>
        </p:nvSpPr>
        <p:spPr/>
        <p:txBody>
          <a:bodyPr/>
          <a:lstStyle/>
          <a:p>
            <a:fld id="{27475733-6F7F-4117-9D24-6C952A0F31DE}" type="datetimeFigureOut">
              <a:rPr lang="en-US" smtClean="0"/>
              <a:t>7/6/2026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3F0519-0BF0-4B50-8CCC-476EE0113DE2}" type="slidenum">
              <a:rPr lang="en-US" smtClean="0"/>
              <a:t>‹#›</a:t>
            </a:fld>
            <a:endParaRPr lang="en-US"/>
          </a:p>
        </p:txBody>
      </p:sp>
    </p:spTree>
    <p:extLst>
      <p:ext uri="{BB962C8B-B14F-4D97-AF65-F5344CB8AC3E}">
        <p14:creationId xmlns:p14="http://schemas.microsoft.com/office/powerpoint/2010/main" val="19696842"/>
      </p:ext>
    </p:extLst>
  </p:cSld>
  <p:clrMapOvr>
    <a:masterClrMapping/>
  </p:clrMapOvr>
  <p:extLst>
    <p:ext uri="{DCECCB84-F9BA-43D5-87BE-67443E8EF086}">
      <p15:sldGuideLst xmlns:p15="http://schemas.microsoft.com/office/powerpoint/2012/main">
        <p15:guide id="1" orient="horz" pos="3168">
          <p15:clr>
            <a:srgbClr val="FBAE40"/>
          </p15:clr>
        </p15:guide>
        <p15:guide id="2" pos="2448">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2_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1_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3_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625887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2_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1_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3_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62588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3" Type="http://schemas.openxmlformats.org/officeDocument/2006/relationships/slideLayout" Target="../slideLayouts/slideLayout14.xml"/><Relationship Id="rId7" Type="http://schemas.openxmlformats.org/officeDocument/2006/relationships/slideLayout" Target="../slideLayouts/slideLayout15.xml"/><Relationship Id="rId12" Type="http://schemas.openxmlformats.org/officeDocument/2006/relationships/theme" Target="../theme/theme3.xml"/><Relationship Id="rId2" Type="http://schemas.openxmlformats.org/officeDocument/2006/relationships/slideLayout" Target="../slideLayouts/slideLayout16.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18.xml"/><Relationship Id="rId5" Type="http://schemas.openxmlformats.org/officeDocument/2006/relationships/slideLayout" Target="../slideLayouts/slideLayout19.xml"/><Relationship Id="rId10" Type="http://schemas.openxmlformats.org/officeDocument/2006/relationships/slideLayout" Target="../slideLayouts/slideLayout20.xml"/><Relationship Id="rId4" Type="http://schemas.openxmlformats.org/officeDocument/2006/relationships/slideLayout" Target="../slideLayouts/slideLayout21.xml"/><Relationship Id="rId9"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24.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26.xml"/><Relationship Id="rId2" Type="http://schemas.openxmlformats.org/officeDocument/2006/relationships/slideLayout" Target="../slideLayouts/slideLayout27.xml"/><Relationship Id="rId1" Type="http://schemas.openxmlformats.org/officeDocument/2006/relationships/slideLayout" Target="../slideLayouts/slideLayout25.xml"/><Relationship Id="rId5" Type="http://schemas.openxmlformats.org/officeDocument/2006/relationships/theme" Target="../theme/theme6.xml"/><Relationship Id="rId4" Type="http://schemas.openxmlformats.org/officeDocument/2006/relationships/slideLayout" Target="../slideLayouts/slideLayout28.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30.xml"/><Relationship Id="rId2" Type="http://schemas.openxmlformats.org/officeDocument/2006/relationships/slideLayout" Target="../slideLayouts/slideLayout31.xml"/><Relationship Id="rId1" Type="http://schemas.openxmlformats.org/officeDocument/2006/relationships/slideLayout" Target="../slideLayouts/slideLayout29.xml"/><Relationship Id="rId5" Type="http://schemas.openxmlformats.org/officeDocument/2006/relationships/theme" Target="../theme/theme7.xml"/><Relationship Id="rId4"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8323" y="425474"/>
            <a:ext cx="4871680" cy="154464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88323" y="2127360"/>
            <a:ext cx="4871680" cy="507051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88322" y="7406915"/>
            <a:ext cx="1270873" cy="425472"/>
          </a:xfrm>
          <a:prstGeom prst="rect">
            <a:avLst/>
          </a:prstGeom>
        </p:spPr>
        <p:txBody>
          <a:bodyPr vert="horz" lIns="91440" tIns="45720" rIns="91440" bIns="45720" rtlCol="0" anchor="ctr"/>
          <a:lstStyle>
            <a:lvl1pPr algn="l">
              <a:defRPr sz="741">
                <a:solidFill>
                  <a:schemeClr val="tx1">
                    <a:tint val="82000"/>
                  </a:schemeClr>
                </a:solidFill>
              </a:defRPr>
            </a:lvl1pPr>
          </a:lstStyle>
          <a:p>
            <a:fld id="{B72F6F66-F0E3-45FA-BF06-9237F73415C1}" type="datetimeFigureOut">
              <a:rPr lang="en-IN" smtClean="0"/>
              <a:t>11-04-2026</a:t>
            </a:fld>
            <a:endParaRPr lang="en-IN"/>
          </a:p>
        </p:txBody>
      </p:sp>
      <p:sp>
        <p:nvSpPr>
          <p:cNvPr id="5" name="Footer Placeholder 4"/>
          <p:cNvSpPr>
            <a:spLocks noGrp="1"/>
          </p:cNvSpPr>
          <p:nvPr>
            <p:ph type="ftr" sz="quarter" idx="3"/>
          </p:nvPr>
        </p:nvSpPr>
        <p:spPr>
          <a:xfrm>
            <a:off x="1871008" y="7406915"/>
            <a:ext cx="1906310" cy="425472"/>
          </a:xfrm>
          <a:prstGeom prst="rect">
            <a:avLst/>
          </a:prstGeom>
        </p:spPr>
        <p:txBody>
          <a:bodyPr vert="horz" lIns="91440" tIns="45720" rIns="91440" bIns="45720" rtlCol="0" anchor="ctr"/>
          <a:lstStyle>
            <a:lvl1pPr algn="ctr">
              <a:defRPr sz="741">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3989130" y="7406915"/>
            <a:ext cx="1270873" cy="425472"/>
          </a:xfrm>
          <a:prstGeom prst="rect">
            <a:avLst/>
          </a:prstGeom>
        </p:spPr>
        <p:txBody>
          <a:bodyPr vert="horz" lIns="91440" tIns="45720" rIns="91440" bIns="45720" rtlCol="0" anchor="ctr"/>
          <a:lstStyle>
            <a:lvl1pPr algn="r">
              <a:defRPr sz="741">
                <a:solidFill>
                  <a:schemeClr val="tx1">
                    <a:tint val="82000"/>
                  </a:schemeClr>
                </a:solidFill>
              </a:defRPr>
            </a:lvl1pPr>
          </a:lstStyle>
          <a:p>
            <a:fld id="{30123456-B948-472E-8498-9A8C99CE3B75}" type="slidenum">
              <a:rPr lang="en-IN" smtClean="0"/>
              <a:t>‹#›</a:t>
            </a:fld>
            <a:endParaRPr lang="en-IN"/>
          </a:p>
        </p:txBody>
      </p:sp>
    </p:spTree>
    <p:extLst>
      <p:ext uri="{BB962C8B-B14F-4D97-AF65-F5344CB8AC3E}">
        <p14:creationId xmlns:p14="http://schemas.microsoft.com/office/powerpoint/2010/main" val="1122647173"/>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l" defTabSz="694853" rtl="0" eaLnBrk="1" latinLnBrk="0" hangingPunct="1">
        <a:lnSpc>
          <a:spcPct val="90000"/>
        </a:lnSpc>
        <a:spcBef>
          <a:spcPct val="0"/>
        </a:spcBef>
        <a:buNone/>
        <a:defRPr sz="3344" kern="1200">
          <a:solidFill>
            <a:schemeClr val="tx1"/>
          </a:solidFill>
          <a:latin typeface="+mj-lt"/>
          <a:ea typeface="+mj-ea"/>
          <a:cs typeface="+mj-cs"/>
        </a:defRPr>
      </a:lvl1pPr>
    </p:titleStyle>
    <p:bodyStyle>
      <a:lvl1pPr marL="173713" indent="-173713" algn="l" defTabSz="694853" rtl="0" eaLnBrk="1" latinLnBrk="0" hangingPunct="1">
        <a:lnSpc>
          <a:spcPct val="90000"/>
        </a:lnSpc>
        <a:spcBef>
          <a:spcPts val="760"/>
        </a:spcBef>
        <a:buFont typeface="Arial" panose="020B0604020202020204" pitchFamily="34" charset="0"/>
        <a:buChar char="•"/>
        <a:defRPr sz="2128" kern="1200">
          <a:solidFill>
            <a:schemeClr val="tx1"/>
          </a:solidFill>
          <a:latin typeface="+mn-lt"/>
          <a:ea typeface="+mn-ea"/>
          <a:cs typeface="+mn-cs"/>
        </a:defRPr>
      </a:lvl1pPr>
      <a:lvl2pPr marL="521139" indent="-173713" algn="l" defTabSz="694853" rtl="0" eaLnBrk="1" latinLnBrk="0" hangingPunct="1">
        <a:lnSpc>
          <a:spcPct val="90000"/>
        </a:lnSpc>
        <a:spcBef>
          <a:spcPts val="380"/>
        </a:spcBef>
        <a:buFont typeface="Arial" panose="020B0604020202020204" pitchFamily="34" charset="0"/>
        <a:buChar char="•"/>
        <a:defRPr sz="1824" kern="1200">
          <a:solidFill>
            <a:schemeClr val="tx1"/>
          </a:solidFill>
          <a:latin typeface="+mn-lt"/>
          <a:ea typeface="+mn-ea"/>
          <a:cs typeface="+mn-cs"/>
        </a:defRPr>
      </a:lvl2pPr>
      <a:lvl3pPr marL="868566" indent="-173713" algn="l" defTabSz="694853" rtl="0" eaLnBrk="1" latinLnBrk="0" hangingPunct="1">
        <a:lnSpc>
          <a:spcPct val="90000"/>
        </a:lnSpc>
        <a:spcBef>
          <a:spcPts val="380"/>
        </a:spcBef>
        <a:buFont typeface="Arial" panose="020B0604020202020204" pitchFamily="34" charset="0"/>
        <a:buChar char="•"/>
        <a:defRPr sz="1520" kern="1200">
          <a:solidFill>
            <a:schemeClr val="tx1"/>
          </a:solidFill>
          <a:latin typeface="+mn-lt"/>
          <a:ea typeface="+mn-ea"/>
          <a:cs typeface="+mn-cs"/>
        </a:defRPr>
      </a:lvl3pPr>
      <a:lvl4pPr marL="1215992"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4pPr>
      <a:lvl5pPr marL="1563418"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5pPr>
      <a:lvl6pPr marL="1910845"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6pPr>
      <a:lvl7pPr marL="2258271"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7pPr>
      <a:lvl8pPr marL="2605697"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8pPr>
      <a:lvl9pPr marL="2953123"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9pPr>
    </p:bodyStyle>
    <p:otherStyle>
      <a:defPPr>
        <a:defRPr lang="en-US"/>
      </a:defPPr>
      <a:lvl1pPr marL="0" algn="l" defTabSz="694853" rtl="0" eaLnBrk="1" latinLnBrk="0" hangingPunct="1">
        <a:defRPr sz="1368" kern="1200">
          <a:solidFill>
            <a:schemeClr val="tx1"/>
          </a:solidFill>
          <a:latin typeface="+mn-lt"/>
          <a:ea typeface="+mn-ea"/>
          <a:cs typeface="+mn-cs"/>
        </a:defRPr>
      </a:lvl1pPr>
      <a:lvl2pPr marL="347426" algn="l" defTabSz="694853" rtl="0" eaLnBrk="1" latinLnBrk="0" hangingPunct="1">
        <a:defRPr sz="1368" kern="1200">
          <a:solidFill>
            <a:schemeClr val="tx1"/>
          </a:solidFill>
          <a:latin typeface="+mn-lt"/>
          <a:ea typeface="+mn-ea"/>
          <a:cs typeface="+mn-cs"/>
        </a:defRPr>
      </a:lvl2pPr>
      <a:lvl3pPr marL="694853" algn="l" defTabSz="694853" rtl="0" eaLnBrk="1" latinLnBrk="0" hangingPunct="1">
        <a:defRPr sz="1368" kern="1200">
          <a:solidFill>
            <a:schemeClr val="tx1"/>
          </a:solidFill>
          <a:latin typeface="+mn-lt"/>
          <a:ea typeface="+mn-ea"/>
          <a:cs typeface="+mn-cs"/>
        </a:defRPr>
      </a:lvl3pPr>
      <a:lvl4pPr marL="1042279" algn="l" defTabSz="694853" rtl="0" eaLnBrk="1" latinLnBrk="0" hangingPunct="1">
        <a:defRPr sz="1368" kern="1200">
          <a:solidFill>
            <a:schemeClr val="tx1"/>
          </a:solidFill>
          <a:latin typeface="+mn-lt"/>
          <a:ea typeface="+mn-ea"/>
          <a:cs typeface="+mn-cs"/>
        </a:defRPr>
      </a:lvl4pPr>
      <a:lvl5pPr marL="1389705" algn="l" defTabSz="694853" rtl="0" eaLnBrk="1" latinLnBrk="0" hangingPunct="1">
        <a:defRPr sz="1368" kern="1200">
          <a:solidFill>
            <a:schemeClr val="tx1"/>
          </a:solidFill>
          <a:latin typeface="+mn-lt"/>
          <a:ea typeface="+mn-ea"/>
          <a:cs typeface="+mn-cs"/>
        </a:defRPr>
      </a:lvl5pPr>
      <a:lvl6pPr marL="1737131" algn="l" defTabSz="694853" rtl="0" eaLnBrk="1" latinLnBrk="0" hangingPunct="1">
        <a:defRPr sz="1368" kern="1200">
          <a:solidFill>
            <a:schemeClr val="tx1"/>
          </a:solidFill>
          <a:latin typeface="+mn-lt"/>
          <a:ea typeface="+mn-ea"/>
          <a:cs typeface="+mn-cs"/>
        </a:defRPr>
      </a:lvl6pPr>
      <a:lvl7pPr marL="2084558" algn="l" defTabSz="694853" rtl="0" eaLnBrk="1" latinLnBrk="0" hangingPunct="1">
        <a:defRPr sz="1368" kern="1200">
          <a:solidFill>
            <a:schemeClr val="tx1"/>
          </a:solidFill>
          <a:latin typeface="+mn-lt"/>
          <a:ea typeface="+mn-ea"/>
          <a:cs typeface="+mn-cs"/>
        </a:defRPr>
      </a:lvl7pPr>
      <a:lvl8pPr marL="2431984" algn="l" defTabSz="694853" rtl="0" eaLnBrk="1" latinLnBrk="0" hangingPunct="1">
        <a:defRPr sz="1368" kern="1200">
          <a:solidFill>
            <a:schemeClr val="tx1"/>
          </a:solidFill>
          <a:latin typeface="+mn-lt"/>
          <a:ea typeface="+mn-ea"/>
          <a:cs typeface="+mn-cs"/>
        </a:defRPr>
      </a:lvl8pPr>
      <a:lvl9pPr marL="2779410" algn="l" defTabSz="694853" rtl="0" eaLnBrk="1" latinLnBrk="0" hangingPunct="1">
        <a:defRPr sz="1368"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8323" y="425474"/>
            <a:ext cx="4871680" cy="154464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88323" y="2127360"/>
            <a:ext cx="4871680" cy="507051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88322" y="7406916"/>
            <a:ext cx="1270873" cy="425472"/>
          </a:xfrm>
          <a:prstGeom prst="rect">
            <a:avLst/>
          </a:prstGeom>
        </p:spPr>
        <p:txBody>
          <a:bodyPr vert="horz" lIns="91440" tIns="45720" rIns="91440" bIns="45720" rtlCol="0" anchor="ctr"/>
          <a:lstStyle>
            <a:lvl1pPr algn="l">
              <a:defRPr sz="734">
                <a:solidFill>
                  <a:schemeClr val="tx1">
                    <a:tint val="82000"/>
                  </a:schemeClr>
                </a:solidFill>
              </a:defRPr>
            </a:lvl1pPr>
          </a:lstStyle>
          <a:p>
            <a:fld id="{B72F6F66-F0E3-45FA-BF06-9237F73415C1}" type="datetimeFigureOut">
              <a:rPr lang="en-IN" smtClean="0"/>
              <a:t>11-04-2026</a:t>
            </a:fld>
            <a:endParaRPr lang="en-IN"/>
          </a:p>
        </p:txBody>
      </p:sp>
      <p:sp>
        <p:nvSpPr>
          <p:cNvPr id="5" name="Footer Placeholder 4"/>
          <p:cNvSpPr>
            <a:spLocks noGrp="1"/>
          </p:cNvSpPr>
          <p:nvPr>
            <p:ph type="ftr" sz="quarter" idx="3"/>
          </p:nvPr>
        </p:nvSpPr>
        <p:spPr>
          <a:xfrm>
            <a:off x="1871008" y="7406916"/>
            <a:ext cx="1906310" cy="425472"/>
          </a:xfrm>
          <a:prstGeom prst="rect">
            <a:avLst/>
          </a:prstGeom>
        </p:spPr>
        <p:txBody>
          <a:bodyPr vert="horz" lIns="91440" tIns="45720" rIns="91440" bIns="45720" rtlCol="0" anchor="ctr"/>
          <a:lstStyle>
            <a:lvl1pPr algn="ctr">
              <a:defRPr sz="734">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3989130" y="7406916"/>
            <a:ext cx="1270873" cy="425472"/>
          </a:xfrm>
          <a:prstGeom prst="rect">
            <a:avLst/>
          </a:prstGeom>
        </p:spPr>
        <p:txBody>
          <a:bodyPr vert="horz" lIns="91440" tIns="45720" rIns="91440" bIns="45720" rtlCol="0" anchor="ctr"/>
          <a:lstStyle>
            <a:lvl1pPr algn="r">
              <a:defRPr sz="734">
                <a:solidFill>
                  <a:schemeClr val="tx1">
                    <a:tint val="82000"/>
                  </a:schemeClr>
                </a:solidFill>
              </a:defRPr>
            </a:lvl1pPr>
          </a:lstStyle>
          <a:p>
            <a:fld id="{30123456-B948-472E-8498-9A8C99CE3B75}" type="slidenum">
              <a:rPr lang="en-IN" smtClean="0"/>
              <a:t>‹#›</a:t>
            </a:fld>
            <a:endParaRPr lang="en-IN"/>
          </a:p>
        </p:txBody>
      </p:sp>
    </p:spTree>
    <p:extLst>
      <p:ext uri="{BB962C8B-B14F-4D97-AF65-F5344CB8AC3E}">
        <p14:creationId xmlns:p14="http://schemas.microsoft.com/office/powerpoint/2010/main" val="4225429862"/>
      </p:ext>
    </p:extLst>
  </p:cSld>
  <p:clrMap bg1="lt1" tx1="dk1" bg2="lt2" tx2="dk2" accent1="accent1" accent2="accent2" accent3="accent3" accent4="accent4" accent5="accent5" accent6="accent6" hlink="hlink" folHlink="folHlink"/>
  <p:sldLayoutIdLst>
    <p:sldLayoutId id="2147483744" r:id="rId1"/>
    <p:sldLayoutId id="2147483745" r:id="rId2"/>
    <p:sldLayoutId id="2147483746" r:id="rId3"/>
    <p:sldLayoutId id="2147483747" r:id="rId4"/>
    <p:sldLayoutId id="2147483748" r:id="rId5"/>
    <p:sldLayoutId id="2147483749" r:id="rId6"/>
    <p:sldLayoutId id="2147483750" r:id="rId7"/>
    <p:sldLayoutId id="2147483751" r:id="rId8"/>
    <p:sldLayoutId id="2147483752" r:id="rId9"/>
    <p:sldLayoutId id="2147483753" r:id="rId10"/>
    <p:sldLayoutId id="2147483754" r:id="rId11"/>
  </p:sldLayoutIdLst>
  <p:txStyles>
    <p:titleStyle>
      <a:lvl1pPr algn="l" defTabSz="694853" rtl="0" eaLnBrk="1" latinLnBrk="0" hangingPunct="1">
        <a:lnSpc>
          <a:spcPct val="90000"/>
        </a:lnSpc>
        <a:spcBef>
          <a:spcPct val="0"/>
        </a:spcBef>
        <a:buNone/>
        <a:defRPr sz="3344" kern="1200">
          <a:solidFill>
            <a:schemeClr val="tx1"/>
          </a:solidFill>
          <a:latin typeface="+mj-lt"/>
          <a:ea typeface="+mj-ea"/>
          <a:cs typeface="+mj-cs"/>
        </a:defRPr>
      </a:lvl1pPr>
    </p:titleStyle>
    <p:bodyStyle>
      <a:lvl1pPr marL="173713" indent="-173713" algn="l" defTabSz="694853" rtl="0" eaLnBrk="1" latinLnBrk="0" hangingPunct="1">
        <a:lnSpc>
          <a:spcPct val="90000"/>
        </a:lnSpc>
        <a:spcBef>
          <a:spcPts val="760"/>
        </a:spcBef>
        <a:buFont typeface="Arial" panose="020B0604020202020204" pitchFamily="34" charset="0"/>
        <a:buChar char="•"/>
        <a:defRPr sz="2128" kern="1200">
          <a:solidFill>
            <a:schemeClr val="tx1"/>
          </a:solidFill>
          <a:latin typeface="+mn-lt"/>
          <a:ea typeface="+mn-ea"/>
          <a:cs typeface="+mn-cs"/>
        </a:defRPr>
      </a:lvl1pPr>
      <a:lvl2pPr marL="521139" indent="-173713" algn="l" defTabSz="694853" rtl="0" eaLnBrk="1" latinLnBrk="0" hangingPunct="1">
        <a:lnSpc>
          <a:spcPct val="90000"/>
        </a:lnSpc>
        <a:spcBef>
          <a:spcPts val="380"/>
        </a:spcBef>
        <a:buFont typeface="Arial" panose="020B0604020202020204" pitchFamily="34" charset="0"/>
        <a:buChar char="•"/>
        <a:defRPr sz="1824" kern="1200">
          <a:solidFill>
            <a:schemeClr val="tx1"/>
          </a:solidFill>
          <a:latin typeface="+mn-lt"/>
          <a:ea typeface="+mn-ea"/>
          <a:cs typeface="+mn-cs"/>
        </a:defRPr>
      </a:lvl2pPr>
      <a:lvl3pPr marL="868566" indent="-173713" algn="l" defTabSz="694853" rtl="0" eaLnBrk="1" latinLnBrk="0" hangingPunct="1">
        <a:lnSpc>
          <a:spcPct val="90000"/>
        </a:lnSpc>
        <a:spcBef>
          <a:spcPts val="380"/>
        </a:spcBef>
        <a:buFont typeface="Arial" panose="020B0604020202020204" pitchFamily="34" charset="0"/>
        <a:buChar char="•"/>
        <a:defRPr sz="1520" kern="1200">
          <a:solidFill>
            <a:schemeClr val="tx1"/>
          </a:solidFill>
          <a:latin typeface="+mn-lt"/>
          <a:ea typeface="+mn-ea"/>
          <a:cs typeface="+mn-cs"/>
        </a:defRPr>
      </a:lvl3pPr>
      <a:lvl4pPr marL="1215992"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4pPr>
      <a:lvl5pPr marL="1563418"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5pPr>
      <a:lvl6pPr marL="1910845"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6pPr>
      <a:lvl7pPr marL="2258271"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7pPr>
      <a:lvl8pPr marL="2605697"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8pPr>
      <a:lvl9pPr marL="2953123"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9pPr>
    </p:bodyStyle>
    <p:otherStyle>
      <a:defPPr>
        <a:defRPr lang="en-US"/>
      </a:defPPr>
      <a:lvl1pPr marL="0" algn="l" defTabSz="694853" rtl="0" eaLnBrk="1" latinLnBrk="0" hangingPunct="1">
        <a:defRPr sz="1368" kern="1200">
          <a:solidFill>
            <a:schemeClr val="tx1"/>
          </a:solidFill>
          <a:latin typeface="+mn-lt"/>
          <a:ea typeface="+mn-ea"/>
          <a:cs typeface="+mn-cs"/>
        </a:defRPr>
      </a:lvl1pPr>
      <a:lvl2pPr marL="347426" algn="l" defTabSz="694853" rtl="0" eaLnBrk="1" latinLnBrk="0" hangingPunct="1">
        <a:defRPr sz="1368" kern="1200">
          <a:solidFill>
            <a:schemeClr val="tx1"/>
          </a:solidFill>
          <a:latin typeface="+mn-lt"/>
          <a:ea typeface="+mn-ea"/>
          <a:cs typeface="+mn-cs"/>
        </a:defRPr>
      </a:lvl2pPr>
      <a:lvl3pPr marL="694853" algn="l" defTabSz="694853" rtl="0" eaLnBrk="1" latinLnBrk="0" hangingPunct="1">
        <a:defRPr sz="1368" kern="1200">
          <a:solidFill>
            <a:schemeClr val="tx1"/>
          </a:solidFill>
          <a:latin typeface="+mn-lt"/>
          <a:ea typeface="+mn-ea"/>
          <a:cs typeface="+mn-cs"/>
        </a:defRPr>
      </a:lvl3pPr>
      <a:lvl4pPr marL="1042279" algn="l" defTabSz="694853" rtl="0" eaLnBrk="1" latinLnBrk="0" hangingPunct="1">
        <a:defRPr sz="1368" kern="1200">
          <a:solidFill>
            <a:schemeClr val="tx1"/>
          </a:solidFill>
          <a:latin typeface="+mn-lt"/>
          <a:ea typeface="+mn-ea"/>
          <a:cs typeface="+mn-cs"/>
        </a:defRPr>
      </a:lvl4pPr>
      <a:lvl5pPr marL="1389705" algn="l" defTabSz="694853" rtl="0" eaLnBrk="1" latinLnBrk="0" hangingPunct="1">
        <a:defRPr sz="1368" kern="1200">
          <a:solidFill>
            <a:schemeClr val="tx1"/>
          </a:solidFill>
          <a:latin typeface="+mn-lt"/>
          <a:ea typeface="+mn-ea"/>
          <a:cs typeface="+mn-cs"/>
        </a:defRPr>
      </a:lvl5pPr>
      <a:lvl6pPr marL="1737131" algn="l" defTabSz="694853" rtl="0" eaLnBrk="1" latinLnBrk="0" hangingPunct="1">
        <a:defRPr sz="1368" kern="1200">
          <a:solidFill>
            <a:schemeClr val="tx1"/>
          </a:solidFill>
          <a:latin typeface="+mn-lt"/>
          <a:ea typeface="+mn-ea"/>
          <a:cs typeface="+mn-cs"/>
        </a:defRPr>
      </a:lvl6pPr>
      <a:lvl7pPr marL="2084558" algn="l" defTabSz="694853" rtl="0" eaLnBrk="1" latinLnBrk="0" hangingPunct="1">
        <a:defRPr sz="1368" kern="1200">
          <a:solidFill>
            <a:schemeClr val="tx1"/>
          </a:solidFill>
          <a:latin typeface="+mn-lt"/>
          <a:ea typeface="+mn-ea"/>
          <a:cs typeface="+mn-cs"/>
        </a:defRPr>
      </a:lvl7pPr>
      <a:lvl8pPr marL="2431984" algn="l" defTabSz="694853" rtl="0" eaLnBrk="1" latinLnBrk="0" hangingPunct="1">
        <a:defRPr sz="1368" kern="1200">
          <a:solidFill>
            <a:schemeClr val="tx1"/>
          </a:solidFill>
          <a:latin typeface="+mn-lt"/>
          <a:ea typeface="+mn-ea"/>
          <a:cs typeface="+mn-cs"/>
        </a:defRPr>
      </a:lvl8pPr>
      <a:lvl9pPr marL="2779410" algn="l" defTabSz="694853" rtl="0" eaLnBrk="1" latinLnBrk="0" hangingPunct="1">
        <a:defRPr sz="1368"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8541" y="425474"/>
            <a:ext cx="4874419" cy="1544649"/>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88541" y="2127361"/>
            <a:ext cx="4874419" cy="507051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88541" y="7406916"/>
            <a:ext cx="1271588" cy="425472"/>
          </a:xfrm>
          <a:prstGeom prst="rect">
            <a:avLst/>
          </a:prstGeom>
        </p:spPr>
        <p:txBody>
          <a:bodyPr vert="horz" lIns="91440" tIns="45720" rIns="91440" bIns="45720" rtlCol="0" anchor="ctr"/>
          <a:lstStyle>
            <a:lvl1pPr algn="l">
              <a:defRPr sz="742">
                <a:solidFill>
                  <a:schemeClr val="tx1">
                    <a:tint val="82000"/>
                  </a:schemeClr>
                </a:solidFill>
              </a:defRPr>
            </a:lvl1pPr>
          </a:lstStyle>
          <a:p>
            <a:fld id="{27475733-6F7F-4117-9D24-6C952A0F31DE}" type="datetimeFigureOut">
              <a:rPr lang="en-US" smtClean="0"/>
              <a:t>7/6/2026</a:t>
            </a:fld>
            <a:endParaRPr lang="en-US"/>
          </a:p>
        </p:txBody>
      </p:sp>
      <p:sp>
        <p:nvSpPr>
          <p:cNvPr id="5" name="Footer Placeholder 4"/>
          <p:cNvSpPr>
            <a:spLocks noGrp="1"/>
          </p:cNvSpPr>
          <p:nvPr>
            <p:ph type="ftr" sz="quarter" idx="3"/>
          </p:nvPr>
        </p:nvSpPr>
        <p:spPr>
          <a:xfrm>
            <a:off x="1872060" y="7406916"/>
            <a:ext cx="1907381" cy="425472"/>
          </a:xfrm>
          <a:prstGeom prst="rect">
            <a:avLst/>
          </a:prstGeom>
        </p:spPr>
        <p:txBody>
          <a:bodyPr vert="horz" lIns="91440" tIns="45720" rIns="91440" bIns="45720" rtlCol="0" anchor="ctr"/>
          <a:lstStyle>
            <a:lvl1pPr algn="ctr">
              <a:defRPr sz="742">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3991372" y="7406916"/>
            <a:ext cx="1271588" cy="425472"/>
          </a:xfrm>
          <a:prstGeom prst="rect">
            <a:avLst/>
          </a:prstGeom>
        </p:spPr>
        <p:txBody>
          <a:bodyPr vert="horz" lIns="91440" tIns="45720" rIns="91440" bIns="45720" rtlCol="0" anchor="ctr"/>
          <a:lstStyle>
            <a:lvl1pPr algn="r">
              <a:defRPr sz="742">
                <a:solidFill>
                  <a:schemeClr val="tx1">
                    <a:tint val="82000"/>
                  </a:schemeClr>
                </a:solidFill>
              </a:defRPr>
            </a:lvl1pPr>
          </a:lstStyle>
          <a:p>
            <a:fld id="{543F0519-0BF0-4B50-8CCC-476EE0113DE2}" type="slidenum">
              <a:rPr lang="en-US" smtClean="0"/>
              <a:t>‹#›</a:t>
            </a:fld>
            <a:endParaRPr lang="en-US"/>
          </a:p>
        </p:txBody>
      </p:sp>
    </p:spTree>
    <p:extLst>
      <p:ext uri="{BB962C8B-B14F-4D97-AF65-F5344CB8AC3E}">
        <p14:creationId xmlns:p14="http://schemas.microsoft.com/office/powerpoint/2010/main" val="3056430370"/>
      </p:ext>
    </p:extLst>
  </p:cSld>
  <p:clrMap bg1="lt1" tx1="dk1" bg2="lt2" tx2="dk2" accent1="accent1" accent2="accent2" accent3="accent3" accent4="accent4" accent5="accent5" accent6="accent6" hlink="hlink" folHlink="folHlink"/>
  <p:sldLayoutIdLst>
    <p:sldLayoutId id="2147483755" r:id="rId1"/>
  </p:sldLayoutIdLst>
  <p:txStyles>
    <p:titleStyle>
      <a:lvl1pPr algn="l" defTabSz="565131" rtl="0" eaLnBrk="1" latinLnBrk="0" hangingPunct="1">
        <a:lnSpc>
          <a:spcPct val="90000"/>
        </a:lnSpc>
        <a:spcBef>
          <a:spcPct val="0"/>
        </a:spcBef>
        <a:buNone/>
        <a:defRPr sz="2719" kern="1200">
          <a:solidFill>
            <a:schemeClr val="tx1"/>
          </a:solidFill>
          <a:latin typeface="+mj-lt"/>
          <a:ea typeface="+mj-ea"/>
          <a:cs typeface="+mj-cs"/>
        </a:defRPr>
      </a:lvl1pPr>
    </p:titleStyle>
    <p:bodyStyle>
      <a:lvl1pPr marL="141283" indent="-141283" algn="l" defTabSz="565131" rtl="0" eaLnBrk="1" latinLnBrk="0" hangingPunct="1">
        <a:lnSpc>
          <a:spcPct val="90000"/>
        </a:lnSpc>
        <a:spcBef>
          <a:spcPts val="618"/>
        </a:spcBef>
        <a:buFont typeface="Arial" panose="020B0604020202020204" pitchFamily="34" charset="0"/>
        <a:buChar char="•"/>
        <a:defRPr sz="1730" kern="1200">
          <a:solidFill>
            <a:schemeClr val="tx1"/>
          </a:solidFill>
          <a:latin typeface="+mn-lt"/>
          <a:ea typeface="+mn-ea"/>
          <a:cs typeface="+mn-cs"/>
        </a:defRPr>
      </a:lvl1pPr>
      <a:lvl2pPr marL="423848" indent="-141283" algn="l" defTabSz="565131" rtl="0" eaLnBrk="1" latinLnBrk="0" hangingPunct="1">
        <a:lnSpc>
          <a:spcPct val="90000"/>
        </a:lnSpc>
        <a:spcBef>
          <a:spcPts val="309"/>
        </a:spcBef>
        <a:buFont typeface="Arial" panose="020B0604020202020204" pitchFamily="34" charset="0"/>
        <a:buChar char="•"/>
        <a:defRPr sz="1483" kern="1200">
          <a:solidFill>
            <a:schemeClr val="tx1"/>
          </a:solidFill>
          <a:latin typeface="+mn-lt"/>
          <a:ea typeface="+mn-ea"/>
          <a:cs typeface="+mn-cs"/>
        </a:defRPr>
      </a:lvl2pPr>
      <a:lvl3pPr marL="706414" indent="-141283" algn="l" defTabSz="565131" rtl="0" eaLnBrk="1" latinLnBrk="0" hangingPunct="1">
        <a:lnSpc>
          <a:spcPct val="90000"/>
        </a:lnSpc>
        <a:spcBef>
          <a:spcPts val="309"/>
        </a:spcBef>
        <a:buFont typeface="Arial" panose="020B0604020202020204" pitchFamily="34" charset="0"/>
        <a:buChar char="•"/>
        <a:defRPr sz="1236" kern="1200">
          <a:solidFill>
            <a:schemeClr val="tx1"/>
          </a:solidFill>
          <a:latin typeface="+mn-lt"/>
          <a:ea typeface="+mn-ea"/>
          <a:cs typeface="+mn-cs"/>
        </a:defRPr>
      </a:lvl3pPr>
      <a:lvl4pPr marL="988980"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4pPr>
      <a:lvl5pPr marL="1271545"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5pPr>
      <a:lvl6pPr marL="1554111"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6pPr>
      <a:lvl7pPr marL="1836676"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7pPr>
      <a:lvl8pPr marL="2119242"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8pPr>
      <a:lvl9pPr marL="2401808"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9pPr>
    </p:bodyStyle>
    <p:otherStyle>
      <a:defPPr>
        <a:defRPr lang="en-US"/>
      </a:defPPr>
      <a:lvl1pPr marL="0" algn="l" defTabSz="565131" rtl="0" eaLnBrk="1" latinLnBrk="0" hangingPunct="1">
        <a:defRPr sz="1112" kern="1200">
          <a:solidFill>
            <a:schemeClr val="tx1"/>
          </a:solidFill>
          <a:latin typeface="+mn-lt"/>
          <a:ea typeface="+mn-ea"/>
          <a:cs typeface="+mn-cs"/>
        </a:defRPr>
      </a:lvl1pPr>
      <a:lvl2pPr marL="282566" algn="l" defTabSz="565131" rtl="0" eaLnBrk="1" latinLnBrk="0" hangingPunct="1">
        <a:defRPr sz="1112" kern="1200">
          <a:solidFill>
            <a:schemeClr val="tx1"/>
          </a:solidFill>
          <a:latin typeface="+mn-lt"/>
          <a:ea typeface="+mn-ea"/>
          <a:cs typeface="+mn-cs"/>
        </a:defRPr>
      </a:lvl2pPr>
      <a:lvl3pPr marL="565131" algn="l" defTabSz="565131" rtl="0" eaLnBrk="1" latinLnBrk="0" hangingPunct="1">
        <a:defRPr sz="1112" kern="1200">
          <a:solidFill>
            <a:schemeClr val="tx1"/>
          </a:solidFill>
          <a:latin typeface="+mn-lt"/>
          <a:ea typeface="+mn-ea"/>
          <a:cs typeface="+mn-cs"/>
        </a:defRPr>
      </a:lvl3pPr>
      <a:lvl4pPr marL="847697" algn="l" defTabSz="565131" rtl="0" eaLnBrk="1" latinLnBrk="0" hangingPunct="1">
        <a:defRPr sz="1112" kern="1200">
          <a:solidFill>
            <a:schemeClr val="tx1"/>
          </a:solidFill>
          <a:latin typeface="+mn-lt"/>
          <a:ea typeface="+mn-ea"/>
          <a:cs typeface="+mn-cs"/>
        </a:defRPr>
      </a:lvl4pPr>
      <a:lvl5pPr marL="1130262" algn="l" defTabSz="565131" rtl="0" eaLnBrk="1" latinLnBrk="0" hangingPunct="1">
        <a:defRPr sz="1112" kern="1200">
          <a:solidFill>
            <a:schemeClr val="tx1"/>
          </a:solidFill>
          <a:latin typeface="+mn-lt"/>
          <a:ea typeface="+mn-ea"/>
          <a:cs typeface="+mn-cs"/>
        </a:defRPr>
      </a:lvl5pPr>
      <a:lvl6pPr marL="1412828" algn="l" defTabSz="565131" rtl="0" eaLnBrk="1" latinLnBrk="0" hangingPunct="1">
        <a:defRPr sz="1112" kern="1200">
          <a:solidFill>
            <a:schemeClr val="tx1"/>
          </a:solidFill>
          <a:latin typeface="+mn-lt"/>
          <a:ea typeface="+mn-ea"/>
          <a:cs typeface="+mn-cs"/>
        </a:defRPr>
      </a:lvl6pPr>
      <a:lvl7pPr marL="1695394" algn="l" defTabSz="565131" rtl="0" eaLnBrk="1" latinLnBrk="0" hangingPunct="1">
        <a:defRPr sz="1112" kern="1200">
          <a:solidFill>
            <a:schemeClr val="tx1"/>
          </a:solidFill>
          <a:latin typeface="+mn-lt"/>
          <a:ea typeface="+mn-ea"/>
          <a:cs typeface="+mn-cs"/>
        </a:defRPr>
      </a:lvl7pPr>
      <a:lvl8pPr marL="1977959" algn="l" defTabSz="565131" rtl="0" eaLnBrk="1" latinLnBrk="0" hangingPunct="1">
        <a:defRPr sz="1112" kern="1200">
          <a:solidFill>
            <a:schemeClr val="tx1"/>
          </a:solidFill>
          <a:latin typeface="+mn-lt"/>
          <a:ea typeface="+mn-ea"/>
          <a:cs typeface="+mn-cs"/>
        </a:defRPr>
      </a:lvl8pPr>
      <a:lvl9pPr marL="2260525" algn="l" defTabSz="565131" rtl="0" eaLnBrk="1" latinLnBrk="0" hangingPunct="1">
        <a:defRPr sz="1112"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785" userDrawn="1">
          <p15:clr>
            <a:srgbClr val="F26B43"/>
          </p15:clr>
        </p15:guide>
        <p15:guide id="2" pos="238" userDrawn="1">
          <p15:clr>
            <a:srgbClr val="F26B43"/>
          </p15:clr>
        </p15:guide>
        <p15:guide id="3" pos="3322" userDrawn="1">
          <p15:clr>
            <a:srgbClr val="F26B43"/>
          </p15:clr>
        </p15:guide>
        <p15:guide id="4" orient="horz" pos="249" userDrawn="1">
          <p15:clr>
            <a:srgbClr val="F26B43"/>
          </p15:clr>
        </p15:guide>
        <p15:guide id="5" orient="horz" pos="6094">
          <p15:clr>
            <a:srgbClr val="F26B43"/>
          </p15:clr>
        </p15:guide>
        <p15:guide id="6" pos="2448">
          <p15:clr>
            <a:srgbClr val="F26B43"/>
          </p15:clr>
        </p15:guide>
        <p15:guide id="7" orient="horz" pos="1059">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56"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61" r:id="rId1"/>
    <p:sldLayoutId id="2147483762" r:id="rId2"/>
    <p:sldLayoutId id="2147483763" r:id="rId3"/>
    <p:sldLayoutId id="2147483764"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image" Target="../media/image1.png"/><Relationship Id="rId7" Type="http://schemas.openxmlformats.org/officeDocument/2006/relationships/image" Target="../media/image4.sv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hyperlink" Target="https://www.microsoft.com/en-us/security/blog/2022/02/17/4-best-practices-to-implement-a-comprehensive-zero-trust-security-approach/" TargetMode="External"/><Relationship Id="rId11" Type="http://schemas.openxmlformats.org/officeDocument/2006/relationships/image" Target="../media/image8.svg"/><Relationship Id="rId5" Type="http://schemas.openxmlformats.org/officeDocument/2006/relationships/image" Target="../media/image3.svg"/><Relationship Id="rId10" Type="http://schemas.openxmlformats.org/officeDocument/2006/relationships/image" Target="../media/image7.svg"/><Relationship Id="rId4" Type="http://schemas.openxmlformats.org/officeDocument/2006/relationships/image" Target="../media/image2.png"/><Relationship Id="rId9" Type="http://schemas.openxmlformats.org/officeDocument/2006/relationships/image" Target="../media/image6.svg"/></Relationships>
</file>

<file path=ppt/slides/_rels/slide2.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1.png"/><Relationship Id="rId7" Type="http://schemas.openxmlformats.org/officeDocument/2006/relationships/image" Target="../media/image10.sv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11.png"/><Relationship Id="rId5" Type="http://schemas.openxmlformats.org/officeDocument/2006/relationships/image" Target="../media/image3.svg"/><Relationship Id="rId4" Type="http://schemas.openxmlformats.org/officeDocument/2006/relationships/image" Target="../media/image1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9.xml"/><Relationship Id="rId4" Type="http://schemas.openxmlformats.org/officeDocument/2006/relationships/image" Target="../media/image1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ABE4BB-97CC-CA0A-FFBC-F89DE89D19F4}"/>
            </a:ext>
          </a:extLst>
        </p:cNvPr>
        <p:cNvGrpSpPr/>
        <p:nvPr/>
      </p:nvGrpSpPr>
      <p:grpSpPr>
        <a:xfrm>
          <a:off x="0" y="0"/>
          <a:ext cx="0" cy="0"/>
          <a:chOff x="0" y="0"/>
          <a:chExt cx="0" cy="0"/>
        </a:xfrm>
      </p:grpSpPr>
      <p:pic>
        <p:nvPicPr>
          <p:cNvPr id="51" name="Rectangle 3468742" descr="preencoded.png">
            <a:extLst>
              <a:ext uri="{FF2B5EF4-FFF2-40B4-BE49-F238E27FC236}">
                <a16:creationId xmlns:a16="http://schemas.microsoft.com/office/drawing/2014/main" id="{BFF46BAB-9533-7D37-D484-C2349D03577B}"/>
              </a:ext>
            </a:extLst>
          </p:cNvPr>
          <p:cNvPicPr>
            <a:picLocks noChangeAspect="1"/>
          </p:cNvPicPr>
          <p:nvPr/>
        </p:nvPicPr>
        <p:blipFill>
          <a:blip r:embed="rId3"/>
          <a:srcRect t="1" b="17144"/>
          <a:stretch>
            <a:fillRect/>
          </a:stretch>
        </p:blipFill>
        <p:spPr>
          <a:xfrm>
            <a:off x="32376" y="382837"/>
            <a:ext cx="5583573" cy="7563630"/>
          </a:xfrm>
          <a:prstGeom prst="rect">
            <a:avLst/>
          </a:prstGeom>
        </p:spPr>
      </p:pic>
      <p:pic>
        <p:nvPicPr>
          <p:cNvPr id="72" name="Picture 71">
            <a:extLst>
              <a:ext uri="{FF2B5EF4-FFF2-40B4-BE49-F238E27FC236}">
                <a16:creationId xmlns:a16="http://schemas.microsoft.com/office/drawing/2014/main" id="{C559E1BB-F98E-571B-2C8F-760632D7CD71}"/>
              </a:ext>
            </a:extLst>
          </p:cNvPr>
          <p:cNvPicPr>
            <a:picLocks noChangeAspect="1"/>
          </p:cNvPicPr>
          <p:nvPr/>
        </p:nvPicPr>
        <p:blipFill>
          <a:blip r:embed="rId4"/>
          <a:stretch>
            <a:fillRect/>
          </a:stretch>
        </p:blipFill>
        <p:spPr>
          <a:xfrm flipH="1">
            <a:off x="28140" y="45091"/>
            <a:ext cx="5587808" cy="1396952"/>
          </a:xfrm>
          <a:prstGeom prst="rect">
            <a:avLst/>
          </a:prstGeom>
        </p:spPr>
      </p:pic>
      <p:sp>
        <p:nvSpPr>
          <p:cNvPr id="66" name="Rectangle: Rounded Corners 65">
            <a:extLst>
              <a:ext uri="{FF2B5EF4-FFF2-40B4-BE49-F238E27FC236}">
                <a16:creationId xmlns:a16="http://schemas.microsoft.com/office/drawing/2014/main" id="{20E541FA-397B-06A1-8116-BCFA09464965}"/>
              </a:ext>
            </a:extLst>
          </p:cNvPr>
          <p:cNvSpPr/>
          <p:nvPr/>
        </p:nvSpPr>
        <p:spPr bwMode="auto">
          <a:xfrm>
            <a:off x="298864" y="1689276"/>
            <a:ext cx="1447766" cy="2432742"/>
          </a:xfrm>
          <a:prstGeom prst="roundRect">
            <a:avLst>
              <a:gd name="adj" fmla="val 5082"/>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IN" sz="1436" err="1">
              <a:solidFill>
                <a:srgbClr val="C03BC4"/>
              </a:solidFill>
              <a:latin typeface="Segoe UI"/>
              <a:ea typeface="Segoe UI" pitchFamily="34" charset="0"/>
              <a:cs typeface="Segoe UI" pitchFamily="34" charset="0"/>
            </a:endParaRPr>
          </a:p>
        </p:txBody>
      </p:sp>
      <p:sp>
        <p:nvSpPr>
          <p:cNvPr id="54" name="Rectangle 53">
            <a:extLst>
              <a:ext uri="{FF2B5EF4-FFF2-40B4-BE49-F238E27FC236}">
                <a16:creationId xmlns:a16="http://schemas.microsoft.com/office/drawing/2014/main" id="{5163C4AA-CD72-86F0-9D5C-40BEE0D737B9}"/>
              </a:ext>
            </a:extLst>
          </p:cNvPr>
          <p:cNvSpPr/>
          <p:nvPr/>
        </p:nvSpPr>
        <p:spPr bwMode="auto">
          <a:xfrm>
            <a:off x="32375" y="45007"/>
            <a:ext cx="5583574" cy="1376136"/>
          </a:xfrm>
          <a:prstGeom prst="rect">
            <a:avLst/>
          </a:prstGeom>
          <a:solidFill>
            <a:srgbClr val="F2E5DE">
              <a:alpha val="62000"/>
            </a:srgbClr>
          </a:solidFill>
          <a:ln>
            <a:solidFill>
              <a:schemeClr val="bg1">
                <a:lumMod val="95000"/>
                <a:alpha val="7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436"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32" name="Title 31">
            <a:extLst>
              <a:ext uri="{FF2B5EF4-FFF2-40B4-BE49-F238E27FC236}">
                <a16:creationId xmlns:a16="http://schemas.microsoft.com/office/drawing/2014/main" id="{F30B6FEB-AEE6-4C74-E944-EEC317349239}"/>
              </a:ext>
            </a:extLst>
          </p:cNvPr>
          <p:cNvSpPr txBox="1">
            <a:spLocks noGrp="1"/>
          </p:cNvSpPr>
          <p:nvPr>
            <p:ph type="title" idx="4294967295"/>
          </p:nvPr>
        </p:nvSpPr>
        <p:spPr>
          <a:xfrm>
            <a:off x="298864" y="589210"/>
            <a:ext cx="3913430" cy="557292"/>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61315">
              <a:spcBef>
                <a:spcPts val="0"/>
              </a:spcBef>
            </a:pPr>
            <a:r>
              <a:rPr lang="en-US" sz="2012" dirty="0">
                <a:solidFill>
                  <a:schemeClr val="tx1">
                    <a:lumMod val="95000"/>
                    <a:lumOff val="5000"/>
                  </a:schemeClr>
                </a:solidFill>
                <a:latin typeface="Segoe Sans Display Semibold" pitchFamily="2" charset="0"/>
                <a:cs typeface="Segoe Sans Display Semibold" pitchFamily="2" charset="0"/>
              </a:rPr>
              <a:t>Microsoft Defender Suite </a:t>
            </a:r>
            <a:r>
              <a:rPr lang="en-US" sz="2012">
                <a:solidFill>
                  <a:schemeClr val="tx1">
                    <a:lumMod val="95000"/>
                    <a:lumOff val="5000"/>
                  </a:schemeClr>
                </a:solidFill>
                <a:latin typeface="Segoe Sans Display Semibold" pitchFamily="2" charset="0"/>
                <a:cs typeface="Segoe Sans Display Semibold" pitchFamily="2" charset="0"/>
              </a:rPr>
              <a:t>for Microsoft 365 Business Premium</a:t>
            </a:r>
            <a:endParaRPr lang="en-US" sz="2012" dirty="0">
              <a:solidFill>
                <a:schemeClr val="tx1">
                  <a:lumMod val="95000"/>
                  <a:lumOff val="5000"/>
                </a:schemeClr>
              </a:solidFill>
              <a:latin typeface="Segoe Sans Display Semibold" pitchFamily="2" charset="0"/>
              <a:cs typeface="Segoe Sans Display Semibold" pitchFamily="2" charset="0"/>
            </a:endParaRPr>
          </a:p>
        </p:txBody>
      </p:sp>
      <p:sp>
        <p:nvSpPr>
          <p:cNvPr id="17" name="TextBox 16">
            <a:extLst>
              <a:ext uri="{FF2B5EF4-FFF2-40B4-BE49-F238E27FC236}">
                <a16:creationId xmlns:a16="http://schemas.microsoft.com/office/drawing/2014/main" id="{C205F477-06BB-0464-B7D7-F14F37D38EC1}"/>
              </a:ext>
            </a:extLst>
          </p:cNvPr>
          <p:cNvSpPr txBox="1">
            <a:spLocks/>
          </p:cNvSpPr>
          <p:nvPr/>
        </p:nvSpPr>
        <p:spPr>
          <a:xfrm>
            <a:off x="1900924" y="1734566"/>
            <a:ext cx="3615737" cy="176903"/>
          </a:xfrm>
          <a:prstGeom prst="rect">
            <a:avLst/>
          </a:prstGeom>
          <a:noFill/>
        </p:spPr>
        <p:txBody>
          <a:bodyPr wrap="square" lIns="0" tIns="0" rIns="0" bIns="0"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l" defTabSz="656911">
              <a:defRPr/>
            </a:pPr>
            <a:r>
              <a:rPr lang="en-US" sz="1149">
                <a:solidFill>
                  <a:srgbClr val="C03BC4"/>
                </a:solidFill>
              </a:rPr>
              <a:t>Enhanced protection with Microsoft Defender Suite</a:t>
            </a:r>
          </a:p>
        </p:txBody>
      </p:sp>
      <p:pic>
        <p:nvPicPr>
          <p:cNvPr id="26" name="Graphic 25" descr="Microsoft Security">
            <a:extLst>
              <a:ext uri="{FF2B5EF4-FFF2-40B4-BE49-F238E27FC236}">
                <a16:creationId xmlns:a16="http://schemas.microsoft.com/office/drawing/2014/main" id="{C05D0F52-F000-4B6A-9F4C-E053389E1EA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bwMode="black">
          <a:xfrm>
            <a:off x="321732" y="269669"/>
            <a:ext cx="1300319" cy="164828"/>
          </a:xfrm>
          <a:prstGeom prst="rect">
            <a:avLst/>
          </a:prstGeom>
        </p:spPr>
      </p:pic>
      <p:sp>
        <p:nvSpPr>
          <p:cNvPr id="64" name="TextBox 63">
            <a:extLst>
              <a:ext uri="{FF2B5EF4-FFF2-40B4-BE49-F238E27FC236}">
                <a16:creationId xmlns:a16="http://schemas.microsoft.com/office/drawing/2014/main" id="{8EF4C970-0AEB-3507-DC4C-9293BE9B49C6}"/>
              </a:ext>
            </a:extLst>
          </p:cNvPr>
          <p:cNvSpPr txBox="1">
            <a:spLocks/>
          </p:cNvSpPr>
          <p:nvPr/>
        </p:nvSpPr>
        <p:spPr>
          <a:xfrm>
            <a:off x="1903487" y="2000738"/>
            <a:ext cx="3418925" cy="2141612"/>
          </a:xfrm>
          <a:prstGeom prst="rect">
            <a:avLst/>
          </a:prstGeom>
          <a:noFill/>
        </p:spPr>
        <p:txBody>
          <a:bodyPr wrap="square" lIns="0" tIns="0" rIns="0" bIns="0"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56935">
              <a:lnSpc>
                <a:spcPts val="1006"/>
              </a:lnSpc>
              <a:spcAft>
                <a:spcPts val="862"/>
              </a:spcAft>
              <a:defRPr/>
            </a:pPr>
            <a:r>
              <a:rPr lang="en-US" sz="985">
                <a:solidFill>
                  <a:srgbClr val="000000"/>
                </a:solidFill>
                <a:latin typeface="Segoe Sans Display" pitchFamily="2" charset="0"/>
                <a:cs typeface="Segoe Sans Display" pitchFamily="2" charset="0"/>
              </a:rPr>
              <a:t>Microsoft Defender Suite for Business Premium provides your organization with the advanced security capabilities, delivering comprehensive protection and response across identities, endpoints, apps, and email threats.</a:t>
            </a:r>
          </a:p>
          <a:p>
            <a:pPr defTabSz="656935">
              <a:lnSpc>
                <a:spcPts val="1006"/>
              </a:lnSpc>
              <a:spcAft>
                <a:spcPts val="862"/>
              </a:spcAft>
              <a:defRPr/>
            </a:pPr>
            <a:r>
              <a:rPr lang="en-US" sz="985" b="1">
                <a:solidFill>
                  <a:srgbClr val="000000"/>
                </a:solidFill>
                <a:latin typeface="Segoe Sans Display" pitchFamily="2" charset="0"/>
                <a:cs typeface="Segoe Sans Display" pitchFamily="2" charset="0"/>
              </a:rPr>
              <a:t>Zero Trust across your entire digital estate―</a:t>
            </a:r>
            <a:r>
              <a:rPr lang="en-US" sz="985">
                <a:solidFill>
                  <a:srgbClr val="000000"/>
                </a:solidFill>
                <a:latin typeface="Segoe Sans Display" pitchFamily="2" charset="0"/>
                <a:cs typeface="Segoe Sans Display" pitchFamily="2" charset="0"/>
              </a:rPr>
              <a:t>Assume breach, verify each request, and fully authenticate and authorize every request before granting access.</a:t>
            </a:r>
          </a:p>
          <a:p>
            <a:pPr defTabSz="656935">
              <a:lnSpc>
                <a:spcPts val="1006"/>
              </a:lnSpc>
              <a:spcAft>
                <a:spcPts val="862"/>
              </a:spcAft>
              <a:defRPr/>
            </a:pPr>
            <a:r>
              <a:rPr lang="en-US" sz="985" b="1">
                <a:solidFill>
                  <a:srgbClr val="000000"/>
                </a:solidFill>
                <a:latin typeface="Segoe Sans Display" pitchFamily="2" charset="0"/>
                <a:cs typeface="Segoe Sans Display" pitchFamily="2" charset="0"/>
              </a:rPr>
              <a:t>Unified exposure management―</a:t>
            </a:r>
            <a:r>
              <a:rPr lang="en-US" sz="985">
                <a:solidFill>
                  <a:srgbClr val="000000"/>
                </a:solidFill>
                <a:latin typeface="Segoe Sans Display" pitchFamily="2" charset="0"/>
                <a:cs typeface="Segoe Sans Display" pitchFamily="2" charset="0"/>
              </a:rPr>
              <a:t>Continuously assess security posture, enable </a:t>
            </a:r>
            <a:r>
              <a:rPr lang="en-US" sz="985">
                <a:solidFill>
                  <a:srgbClr val="000000"/>
                </a:solidFill>
                <a:latin typeface="Segoe UI"/>
              </a:rPr>
              <a:t>proactive risk management and protection of assets.</a:t>
            </a:r>
            <a:endParaRPr lang="en-US" sz="985">
              <a:solidFill>
                <a:srgbClr val="000000"/>
              </a:solidFill>
              <a:latin typeface="Segoe Sans Display" pitchFamily="2" charset="0"/>
              <a:cs typeface="Segoe Sans Display" pitchFamily="2" charset="0"/>
            </a:endParaRPr>
          </a:p>
          <a:p>
            <a:pPr defTabSz="656935">
              <a:lnSpc>
                <a:spcPts val="1006"/>
              </a:lnSpc>
              <a:spcAft>
                <a:spcPts val="862"/>
              </a:spcAft>
              <a:defRPr/>
            </a:pPr>
            <a:r>
              <a:rPr lang="en-US" sz="985" b="1">
                <a:solidFill>
                  <a:srgbClr val="000000"/>
                </a:solidFill>
                <a:latin typeface="Segoe Sans Display" pitchFamily="2" charset="0"/>
                <a:cs typeface="Segoe Sans Display" pitchFamily="2" charset="0"/>
              </a:rPr>
              <a:t>Unified security operations platform</a:t>
            </a:r>
            <a:r>
              <a:rPr lang="en-US" sz="985">
                <a:solidFill>
                  <a:srgbClr val="000000"/>
                </a:solidFill>
                <a:latin typeface="Segoe UI"/>
              </a:rPr>
              <a:t>―Leverage a single, integrated solution for end-to-end security operations, enhancing </a:t>
            </a:r>
            <a:r>
              <a:rPr lang="en-US" sz="985">
                <a:solidFill>
                  <a:srgbClr val="000000"/>
                </a:solidFill>
                <a:latin typeface="Segoe Sans Display" pitchFamily="2" charset="0"/>
                <a:cs typeface="Segoe Sans Display" pitchFamily="2" charset="0"/>
              </a:rPr>
              <a:t>efficiency and protection across your entire digital estate.</a:t>
            </a:r>
          </a:p>
        </p:txBody>
      </p:sp>
      <p:sp>
        <p:nvSpPr>
          <p:cNvPr id="100" name="TextBox 99">
            <a:extLst>
              <a:ext uri="{FF2B5EF4-FFF2-40B4-BE49-F238E27FC236}">
                <a16:creationId xmlns:a16="http://schemas.microsoft.com/office/drawing/2014/main" id="{93C1B656-5955-227B-9548-2076AEB994D3}"/>
              </a:ext>
            </a:extLst>
          </p:cNvPr>
          <p:cNvSpPr txBox="1"/>
          <p:nvPr/>
        </p:nvSpPr>
        <p:spPr>
          <a:xfrm>
            <a:off x="309218" y="7635203"/>
            <a:ext cx="5038355" cy="99449"/>
          </a:xfrm>
          <a:prstGeom prst="rect">
            <a:avLst/>
          </a:prstGeom>
          <a:noFill/>
        </p:spPr>
        <p:txBody>
          <a:bodyPr wrap="square" lIns="0" tIns="0" rIns="0" bIns="0" rtlCol="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328468">
              <a:defRPr/>
            </a:pPr>
            <a:r>
              <a:rPr lang="en-US" sz="646" baseline="30000">
                <a:solidFill>
                  <a:srgbClr val="000000"/>
                </a:solidFill>
                <a:latin typeface="Segoe Sans Display" pitchFamily="2" charset="0"/>
                <a:cs typeface="Segoe Sans Display" pitchFamily="2" charset="0"/>
              </a:rPr>
              <a:t>1 </a:t>
            </a:r>
            <a:r>
              <a:rPr lang="en-US" sz="646">
                <a:solidFill>
                  <a:srgbClr val="000000"/>
                </a:solidFill>
                <a:latin typeface="Segoe Sans Text" pitchFamily="2" charset="0"/>
                <a:hlinkClick r:id="rId6"/>
              </a:rPr>
              <a:t>Source: Microsoft</a:t>
            </a:r>
            <a:r>
              <a:rPr lang="en-US" sz="646">
                <a:solidFill>
                  <a:srgbClr val="000000"/>
                </a:solidFill>
                <a:latin typeface="Segoe Sans Text" pitchFamily="2" charset="0"/>
              </a:rPr>
              <a:t> 	</a:t>
            </a:r>
            <a:r>
              <a:rPr lang="en-US" sz="646" baseline="30000">
                <a:solidFill>
                  <a:srgbClr val="000000"/>
                </a:solidFill>
                <a:latin typeface="Segoe Sans Display" pitchFamily="2" charset="0"/>
                <a:cs typeface="Segoe Sans Display" pitchFamily="2" charset="0"/>
              </a:rPr>
              <a:t>2 </a:t>
            </a:r>
            <a:r>
              <a:rPr lang="en-US" sz="646">
                <a:solidFill>
                  <a:srgbClr val="000000"/>
                </a:solidFill>
                <a:latin typeface="Segoe Sans Text" pitchFamily="2" charset="0"/>
              </a:rPr>
              <a:t>Source: </a:t>
            </a:r>
            <a:r>
              <a:rPr lang="en-US" sz="502">
                <a:solidFill>
                  <a:srgbClr val="000000"/>
                </a:solidFill>
                <a:latin typeface="Segoe Sans Text" pitchFamily="2" charset="0"/>
              </a:rPr>
              <a:t>IBM Cost of a Data Breach Report, IBM, p. 6​</a:t>
            </a:r>
            <a:endParaRPr lang="en-US" sz="646">
              <a:solidFill>
                <a:srgbClr val="000000"/>
              </a:solidFill>
              <a:latin typeface="Segoe UI" panose="020B0502040204020203" pitchFamily="34" charset="0"/>
              <a:cs typeface="Segoe Sans Display" pitchFamily="2" charset="0"/>
            </a:endParaRPr>
          </a:p>
        </p:txBody>
      </p:sp>
      <p:sp>
        <p:nvSpPr>
          <p:cNvPr id="2" name="Title 1">
            <a:extLst>
              <a:ext uri="{FF2B5EF4-FFF2-40B4-BE49-F238E27FC236}">
                <a16:creationId xmlns:a16="http://schemas.microsoft.com/office/drawing/2014/main" id="{CC410421-35D7-13B2-19F6-E270E00A31DF}"/>
              </a:ext>
            </a:extLst>
          </p:cNvPr>
          <p:cNvSpPr txBox="1">
            <a:spLocks/>
          </p:cNvSpPr>
          <p:nvPr/>
        </p:nvSpPr>
        <p:spPr>
          <a:xfrm>
            <a:off x="415079" y="4260093"/>
            <a:ext cx="4823604" cy="262756"/>
          </a:xfrm>
          <a:prstGeom prst="rect">
            <a:avLst/>
          </a:prstGeom>
          <a:noFill/>
          <a:ln w="9525">
            <a:noFill/>
          </a:ln>
        </p:spPr>
        <p:txBody>
          <a:bodyPr vert="horz" wrap="square" lIns="65689" tIns="32845" rIns="65689" bIns="32845" rtlCol="0" anchor="ctr" anchorCtr="0">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656911" fontAlgn="base">
              <a:spcAft>
                <a:spcPct val="0"/>
              </a:spcAft>
              <a:defRPr/>
            </a:pPr>
            <a:r>
              <a:rPr lang="en-US" sz="1149" spc="0">
                <a:ln>
                  <a:noFill/>
                </a:ln>
                <a:solidFill>
                  <a:srgbClr val="C03BC4"/>
                </a:solidFill>
                <a:latin typeface="Segoe Sans Display Semibold" pitchFamily="2" charset="0"/>
                <a:cs typeface="Segoe Sans Display Semibold" pitchFamily="2" charset="0"/>
              </a:rPr>
              <a:t>Protect your entire estate</a:t>
            </a:r>
          </a:p>
        </p:txBody>
      </p:sp>
      <p:sp>
        <p:nvSpPr>
          <p:cNvPr id="4" name="Rounded Rectangle 32">
            <a:extLst>
              <a:ext uri="{FF2B5EF4-FFF2-40B4-BE49-F238E27FC236}">
                <a16:creationId xmlns:a16="http://schemas.microsoft.com/office/drawing/2014/main" id="{32D52542-94BE-EFA3-6259-A9AF7AA68D6B}"/>
              </a:ext>
              <a:ext uri="{C183D7F6-B498-43B3-948B-1728B52AA6E4}">
                <adec:decorative xmlns:adec="http://schemas.microsoft.com/office/drawing/2017/decorative" val="1"/>
              </a:ext>
            </a:extLst>
          </p:cNvPr>
          <p:cNvSpPr>
            <a:spLocks/>
          </p:cNvSpPr>
          <p:nvPr/>
        </p:nvSpPr>
        <p:spPr>
          <a:xfrm>
            <a:off x="298863" y="4629516"/>
            <a:ext cx="985337" cy="2806796"/>
          </a:xfrm>
          <a:prstGeom prst="roundRect">
            <a:avLst>
              <a:gd name="adj" fmla="val 4149"/>
            </a:avLst>
          </a:prstGeom>
          <a:solidFill>
            <a:schemeClr val="bg1"/>
          </a:solidFill>
          <a:ln w="9525" cap="flat" cmpd="sng" algn="ctr">
            <a:noFill/>
            <a:prstDash val="solid"/>
            <a:headEnd type="none" w="med" len="med"/>
            <a:tailEnd type="none" w="med" len="med"/>
          </a:ln>
          <a:effectLst>
            <a:outerShdw blurRad="127000" dist="50800" dir="5400000" algn="ctr" rotWithShape="0">
              <a:srgbClr val="000000">
                <a:alpha val="11000"/>
              </a:srgbClr>
            </a:outerShdw>
          </a:effectLst>
        </p:spPr>
        <p:txBody>
          <a:bodyPr rot="0" spcFirstLastPara="0" vertOverflow="overflow" horzOverflow="overflow"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436" kern="0">
              <a:solidFill>
                <a:srgbClr val="FFFFFF"/>
              </a:solidFill>
              <a:latin typeface="Segoe Sans Display"/>
              <a:cs typeface="Segoe UI" pitchFamily="34" charset="0"/>
            </a:endParaRPr>
          </a:p>
        </p:txBody>
      </p:sp>
      <p:sp>
        <p:nvSpPr>
          <p:cNvPr id="5" name="Rounded Rectangle 32">
            <a:extLst>
              <a:ext uri="{FF2B5EF4-FFF2-40B4-BE49-F238E27FC236}">
                <a16:creationId xmlns:a16="http://schemas.microsoft.com/office/drawing/2014/main" id="{CE6CFC70-06C7-C291-DA51-1D3359F2C52E}"/>
              </a:ext>
              <a:ext uri="{C183D7F6-B498-43B3-948B-1728B52AA6E4}">
                <adec:decorative xmlns:adec="http://schemas.microsoft.com/office/drawing/2017/decorative" val="1"/>
              </a:ext>
            </a:extLst>
          </p:cNvPr>
          <p:cNvSpPr>
            <a:spLocks/>
          </p:cNvSpPr>
          <p:nvPr/>
        </p:nvSpPr>
        <p:spPr>
          <a:xfrm>
            <a:off x="1319115" y="4629516"/>
            <a:ext cx="985337" cy="2806796"/>
          </a:xfrm>
          <a:prstGeom prst="roundRect">
            <a:avLst>
              <a:gd name="adj" fmla="val 4149"/>
            </a:avLst>
          </a:prstGeom>
          <a:solidFill>
            <a:schemeClr val="bg1"/>
          </a:solidFill>
          <a:ln w="9525" cap="flat" cmpd="sng" algn="ctr">
            <a:noFill/>
            <a:prstDash val="solid"/>
            <a:headEnd type="none" w="med" len="med"/>
            <a:tailEnd type="none" w="med" len="med"/>
          </a:ln>
          <a:effectLst>
            <a:outerShdw blurRad="127000" dist="50800" dir="5400000" algn="ctr" rotWithShape="0">
              <a:srgbClr val="000000">
                <a:alpha val="11000"/>
              </a:srgbClr>
            </a:outerShdw>
          </a:effectLst>
        </p:spPr>
        <p:txBody>
          <a:bodyPr rot="0" spcFirstLastPara="0" vertOverflow="overflow" horzOverflow="overflow"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436" kern="0">
              <a:solidFill>
                <a:srgbClr val="FFFFFF"/>
              </a:solidFill>
              <a:latin typeface="Segoe Sans Display"/>
              <a:cs typeface="Segoe UI" pitchFamily="34" charset="0"/>
            </a:endParaRPr>
          </a:p>
        </p:txBody>
      </p:sp>
      <p:sp>
        <p:nvSpPr>
          <p:cNvPr id="6" name="Rounded Rectangle 32">
            <a:extLst>
              <a:ext uri="{FF2B5EF4-FFF2-40B4-BE49-F238E27FC236}">
                <a16:creationId xmlns:a16="http://schemas.microsoft.com/office/drawing/2014/main" id="{6643373C-AB83-B631-F611-FB8BFCAF135E}"/>
              </a:ext>
              <a:ext uri="{C183D7F6-B498-43B3-948B-1728B52AA6E4}">
                <adec:decorative xmlns:adec="http://schemas.microsoft.com/office/drawing/2017/decorative" val="1"/>
              </a:ext>
            </a:extLst>
          </p:cNvPr>
          <p:cNvSpPr>
            <a:spLocks/>
          </p:cNvSpPr>
          <p:nvPr/>
        </p:nvSpPr>
        <p:spPr>
          <a:xfrm>
            <a:off x="2339083" y="4629516"/>
            <a:ext cx="985337" cy="2806796"/>
          </a:xfrm>
          <a:prstGeom prst="roundRect">
            <a:avLst>
              <a:gd name="adj" fmla="val 4149"/>
            </a:avLst>
          </a:prstGeom>
          <a:solidFill>
            <a:schemeClr val="bg1"/>
          </a:solidFill>
          <a:ln w="9525" cap="flat" cmpd="sng" algn="ctr">
            <a:noFill/>
            <a:prstDash val="solid"/>
            <a:headEnd type="none" w="med" len="med"/>
            <a:tailEnd type="none" w="med" len="med"/>
          </a:ln>
          <a:effectLst>
            <a:outerShdw blurRad="127000" dist="50800" dir="5400000" algn="ctr" rotWithShape="0">
              <a:srgbClr val="000000">
                <a:alpha val="11000"/>
              </a:srgbClr>
            </a:outerShdw>
          </a:effectLst>
        </p:spPr>
        <p:txBody>
          <a:bodyPr rot="0" spcFirstLastPara="0" vertOverflow="overflow" horzOverflow="overflow"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436" kern="0">
              <a:solidFill>
                <a:srgbClr val="FFFFFF"/>
              </a:solidFill>
              <a:latin typeface="Segoe Sans Display"/>
              <a:cs typeface="Segoe UI" pitchFamily="34" charset="0"/>
            </a:endParaRPr>
          </a:p>
        </p:txBody>
      </p:sp>
      <p:sp>
        <p:nvSpPr>
          <p:cNvPr id="9" name="Rounded Rectangle 32">
            <a:extLst>
              <a:ext uri="{FF2B5EF4-FFF2-40B4-BE49-F238E27FC236}">
                <a16:creationId xmlns:a16="http://schemas.microsoft.com/office/drawing/2014/main" id="{A1B8BB60-2805-B2B9-A781-B5FC7BD20E36}"/>
              </a:ext>
              <a:ext uri="{C183D7F6-B498-43B3-948B-1728B52AA6E4}">
                <adec:decorative xmlns:adec="http://schemas.microsoft.com/office/drawing/2017/decorative" val="1"/>
              </a:ext>
            </a:extLst>
          </p:cNvPr>
          <p:cNvSpPr>
            <a:spLocks/>
          </p:cNvSpPr>
          <p:nvPr/>
        </p:nvSpPr>
        <p:spPr>
          <a:xfrm>
            <a:off x="3359621" y="4629516"/>
            <a:ext cx="985337" cy="2806796"/>
          </a:xfrm>
          <a:prstGeom prst="roundRect">
            <a:avLst>
              <a:gd name="adj" fmla="val 4149"/>
            </a:avLst>
          </a:prstGeom>
          <a:solidFill>
            <a:schemeClr val="bg1"/>
          </a:solidFill>
          <a:ln w="9525" cap="flat" cmpd="sng" algn="ctr">
            <a:noFill/>
            <a:prstDash val="solid"/>
            <a:headEnd type="none" w="med" len="med"/>
            <a:tailEnd type="none" w="med" len="med"/>
          </a:ln>
          <a:effectLst>
            <a:outerShdw blurRad="127000" dist="50800" dir="5400000" algn="ctr" rotWithShape="0">
              <a:srgbClr val="000000">
                <a:alpha val="11000"/>
              </a:srgbClr>
            </a:outerShdw>
          </a:effectLst>
        </p:spPr>
        <p:txBody>
          <a:bodyPr rot="0" spcFirstLastPara="0" vertOverflow="overflow" horzOverflow="overflow"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436" kern="0">
              <a:solidFill>
                <a:srgbClr val="FFFFFF"/>
              </a:solidFill>
              <a:latin typeface="Segoe Sans Display"/>
              <a:cs typeface="Segoe UI" pitchFamily="34" charset="0"/>
            </a:endParaRPr>
          </a:p>
        </p:txBody>
      </p:sp>
      <p:sp>
        <p:nvSpPr>
          <p:cNvPr id="10" name="Rounded Rectangle 32">
            <a:extLst>
              <a:ext uri="{FF2B5EF4-FFF2-40B4-BE49-F238E27FC236}">
                <a16:creationId xmlns:a16="http://schemas.microsoft.com/office/drawing/2014/main" id="{7501D1C1-B340-0CCA-6ED7-0F68AE847688}"/>
              </a:ext>
              <a:ext uri="{C183D7F6-B498-43B3-948B-1728B52AA6E4}">
                <adec:decorative xmlns:adec="http://schemas.microsoft.com/office/drawing/2017/decorative" val="1"/>
              </a:ext>
            </a:extLst>
          </p:cNvPr>
          <p:cNvSpPr>
            <a:spLocks/>
          </p:cNvSpPr>
          <p:nvPr/>
        </p:nvSpPr>
        <p:spPr>
          <a:xfrm>
            <a:off x="4379872" y="4629516"/>
            <a:ext cx="985337" cy="2806796"/>
          </a:xfrm>
          <a:prstGeom prst="roundRect">
            <a:avLst>
              <a:gd name="adj" fmla="val 4149"/>
            </a:avLst>
          </a:prstGeom>
          <a:solidFill>
            <a:schemeClr val="bg1"/>
          </a:solidFill>
          <a:ln w="9525" cap="flat" cmpd="sng" algn="ctr">
            <a:noFill/>
            <a:prstDash val="solid"/>
            <a:headEnd type="none" w="med" len="med"/>
            <a:tailEnd type="none" w="med" len="med"/>
          </a:ln>
          <a:effectLst>
            <a:outerShdw blurRad="127000" dist="50800" dir="5400000" algn="ctr" rotWithShape="0">
              <a:srgbClr val="000000">
                <a:alpha val="11000"/>
              </a:srgbClr>
            </a:outerShdw>
          </a:effectLst>
        </p:spPr>
        <p:txBody>
          <a:bodyPr rot="0" spcFirstLastPara="0" vertOverflow="overflow" horzOverflow="overflow"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436" kern="0">
              <a:solidFill>
                <a:srgbClr val="FFFFFF"/>
              </a:solidFill>
              <a:latin typeface="Segoe Sans Display"/>
              <a:cs typeface="Segoe UI" pitchFamily="34" charset="0"/>
            </a:endParaRPr>
          </a:p>
        </p:txBody>
      </p:sp>
      <p:sp>
        <p:nvSpPr>
          <p:cNvPr id="15" name="TextBox 14">
            <a:extLst>
              <a:ext uri="{FF2B5EF4-FFF2-40B4-BE49-F238E27FC236}">
                <a16:creationId xmlns:a16="http://schemas.microsoft.com/office/drawing/2014/main" id="{FDC09689-9230-8774-332C-E0502BB2667B}"/>
              </a:ext>
            </a:extLst>
          </p:cNvPr>
          <p:cNvSpPr txBox="1"/>
          <p:nvPr/>
        </p:nvSpPr>
        <p:spPr>
          <a:xfrm>
            <a:off x="300321" y="5048578"/>
            <a:ext cx="965363" cy="348460"/>
          </a:xfrm>
          <a:prstGeom prst="rect">
            <a:avLst/>
          </a:prstGeom>
          <a:noFill/>
        </p:spPr>
        <p:txBody>
          <a:bodyPr wrap="square" lIns="65689" tIns="32845" rIns="65689" bIns="32845"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l" defTabSz="656935">
              <a:lnSpc>
                <a:spcPts val="1078"/>
              </a:lnSpc>
              <a:defRPr/>
            </a:pPr>
            <a:r>
              <a:rPr lang="en-US" sz="934" b="1" spc="-15">
                <a:gradFill>
                  <a:gsLst>
                    <a:gs pos="45000">
                      <a:srgbClr val="000000"/>
                    </a:gs>
                    <a:gs pos="100000">
                      <a:srgbClr val="000000"/>
                    </a:gs>
                  </a:gsLst>
                  <a:lin ang="2700000" scaled="1"/>
                </a:gradFill>
                <a:latin typeface="Segoe Sans Display Semibold" pitchFamily="2" charset="0"/>
                <a:cs typeface="Segoe Sans Display Semibold" pitchFamily="2" charset="0"/>
              </a:rPr>
              <a:t>Identity and access controls</a:t>
            </a:r>
          </a:p>
        </p:txBody>
      </p:sp>
      <p:sp>
        <p:nvSpPr>
          <p:cNvPr id="18" name="TextBox 17">
            <a:extLst>
              <a:ext uri="{FF2B5EF4-FFF2-40B4-BE49-F238E27FC236}">
                <a16:creationId xmlns:a16="http://schemas.microsoft.com/office/drawing/2014/main" id="{776AAF97-9212-E6FA-5DCB-13B6B6C5B179}"/>
              </a:ext>
            </a:extLst>
          </p:cNvPr>
          <p:cNvSpPr txBox="1"/>
          <p:nvPr/>
        </p:nvSpPr>
        <p:spPr>
          <a:xfrm>
            <a:off x="299923" y="5423310"/>
            <a:ext cx="965363" cy="1689437"/>
          </a:xfrm>
          <a:prstGeom prst="rect">
            <a:avLst/>
          </a:prstGeom>
          <a:noFill/>
        </p:spPr>
        <p:txBody>
          <a:bodyPr wrap="square" lIns="25862" tIns="0" rIns="25862" bIns="0"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Risk-based conditional   access and sign     -in assessment</a:t>
            </a:r>
          </a:p>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Visibility into    risky sign-ins and user behavior anomalies</a:t>
            </a:r>
          </a:p>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ID Governance  and Privileged Identity Management</a:t>
            </a:r>
          </a:p>
        </p:txBody>
      </p:sp>
      <p:sp>
        <p:nvSpPr>
          <p:cNvPr id="21" name="TextBox 20">
            <a:extLst>
              <a:ext uri="{FF2B5EF4-FFF2-40B4-BE49-F238E27FC236}">
                <a16:creationId xmlns:a16="http://schemas.microsoft.com/office/drawing/2014/main" id="{058930A1-FD77-508B-448D-7B8276947F22}"/>
              </a:ext>
            </a:extLst>
          </p:cNvPr>
          <p:cNvSpPr txBox="1"/>
          <p:nvPr/>
        </p:nvSpPr>
        <p:spPr>
          <a:xfrm>
            <a:off x="1320573" y="5048578"/>
            <a:ext cx="867466" cy="348460"/>
          </a:xfrm>
          <a:prstGeom prst="rect">
            <a:avLst/>
          </a:prstGeom>
          <a:noFill/>
        </p:spPr>
        <p:txBody>
          <a:bodyPr wrap="square" lIns="65689" tIns="32845" rIns="65689" bIns="32845"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l" defTabSz="656935">
              <a:lnSpc>
                <a:spcPts val="1078"/>
              </a:lnSpc>
              <a:defRPr/>
            </a:pPr>
            <a:r>
              <a:rPr lang="en-US" sz="934" b="1" spc="-15">
                <a:gradFill>
                  <a:gsLst>
                    <a:gs pos="45000">
                      <a:srgbClr val="000000"/>
                    </a:gs>
                    <a:gs pos="100000">
                      <a:srgbClr val="000000"/>
                    </a:gs>
                  </a:gsLst>
                  <a:lin ang="2700000" scaled="1"/>
                </a:gradFill>
                <a:latin typeface="Segoe Sans Display Semibold" pitchFamily="2" charset="0"/>
                <a:cs typeface="Segoe Sans Display Semibold" pitchFamily="2" charset="0"/>
              </a:rPr>
              <a:t>Identity protection</a:t>
            </a:r>
          </a:p>
        </p:txBody>
      </p:sp>
      <p:sp>
        <p:nvSpPr>
          <p:cNvPr id="23" name="TextBox 22">
            <a:extLst>
              <a:ext uri="{FF2B5EF4-FFF2-40B4-BE49-F238E27FC236}">
                <a16:creationId xmlns:a16="http://schemas.microsoft.com/office/drawing/2014/main" id="{BABB45DB-3E40-0CF7-6744-E0B2062194C7}"/>
              </a:ext>
            </a:extLst>
          </p:cNvPr>
          <p:cNvSpPr txBox="1"/>
          <p:nvPr/>
        </p:nvSpPr>
        <p:spPr>
          <a:xfrm>
            <a:off x="1321488" y="5423312"/>
            <a:ext cx="983471" cy="1427109"/>
          </a:xfrm>
          <a:prstGeom prst="rect">
            <a:avLst/>
          </a:prstGeom>
          <a:noFill/>
        </p:spPr>
        <p:txBody>
          <a:bodyPr wrap="square" lIns="25862" tIns="0" rIns="25862" bIns="0"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Threat and suspicious user activity detection</a:t>
            </a:r>
          </a:p>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Built-in response and automated playbooks</a:t>
            </a:r>
          </a:p>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Context-rich identity insights during investigations</a:t>
            </a:r>
          </a:p>
        </p:txBody>
      </p:sp>
      <p:sp>
        <p:nvSpPr>
          <p:cNvPr id="25" name="TextBox 24">
            <a:extLst>
              <a:ext uri="{FF2B5EF4-FFF2-40B4-BE49-F238E27FC236}">
                <a16:creationId xmlns:a16="http://schemas.microsoft.com/office/drawing/2014/main" id="{8ACFB9E0-57EC-A667-BD67-1FCD18922E87}"/>
              </a:ext>
            </a:extLst>
          </p:cNvPr>
          <p:cNvSpPr txBox="1"/>
          <p:nvPr/>
        </p:nvSpPr>
        <p:spPr>
          <a:xfrm>
            <a:off x="2340540" y="5048578"/>
            <a:ext cx="867466" cy="348460"/>
          </a:xfrm>
          <a:prstGeom prst="rect">
            <a:avLst/>
          </a:prstGeom>
          <a:noFill/>
        </p:spPr>
        <p:txBody>
          <a:bodyPr wrap="square" lIns="65689" tIns="32845" rIns="65689" bIns="32845"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l" defTabSz="656935">
              <a:lnSpc>
                <a:spcPts val="1078"/>
              </a:lnSpc>
              <a:defRPr/>
            </a:pPr>
            <a:r>
              <a:rPr lang="en-US" sz="934" b="1" spc="-15">
                <a:gradFill>
                  <a:gsLst>
                    <a:gs pos="45000">
                      <a:srgbClr val="000000"/>
                    </a:gs>
                    <a:gs pos="100000">
                      <a:srgbClr val="000000"/>
                    </a:gs>
                  </a:gsLst>
                  <a:lin ang="2700000" scaled="1"/>
                </a:gradFill>
                <a:latin typeface="Segoe Sans Display Semibold" pitchFamily="2" charset="0"/>
                <a:cs typeface="Segoe Sans Display Semibold" pitchFamily="2" charset="0"/>
              </a:rPr>
              <a:t>Device security</a:t>
            </a:r>
          </a:p>
        </p:txBody>
      </p:sp>
      <p:sp>
        <p:nvSpPr>
          <p:cNvPr id="28" name="TextBox 27">
            <a:extLst>
              <a:ext uri="{FF2B5EF4-FFF2-40B4-BE49-F238E27FC236}">
                <a16:creationId xmlns:a16="http://schemas.microsoft.com/office/drawing/2014/main" id="{60FD9765-BB48-31C0-F235-A24DE8372F92}"/>
              </a:ext>
            </a:extLst>
          </p:cNvPr>
          <p:cNvSpPr txBox="1"/>
          <p:nvPr/>
        </p:nvSpPr>
        <p:spPr>
          <a:xfrm>
            <a:off x="2359701" y="5423310"/>
            <a:ext cx="965363" cy="1836478"/>
          </a:xfrm>
          <a:prstGeom prst="rect">
            <a:avLst/>
          </a:prstGeom>
          <a:noFill/>
        </p:spPr>
        <p:txBody>
          <a:bodyPr wrap="square" lIns="25862" tIns="0" rIns="25862" bIns="0"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Industry-leading antimalware and conditional access</a:t>
            </a:r>
          </a:p>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Endpoint security and EDR with advanced threat hunting</a:t>
            </a:r>
          </a:p>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Attack surface reduction capabilities powered by Secure Score</a:t>
            </a:r>
          </a:p>
        </p:txBody>
      </p:sp>
      <p:sp>
        <p:nvSpPr>
          <p:cNvPr id="29" name="TextBox 28">
            <a:extLst>
              <a:ext uri="{FF2B5EF4-FFF2-40B4-BE49-F238E27FC236}">
                <a16:creationId xmlns:a16="http://schemas.microsoft.com/office/drawing/2014/main" id="{D8E6A2D5-943C-CCFD-15E1-74D78E2C1224}"/>
              </a:ext>
            </a:extLst>
          </p:cNvPr>
          <p:cNvSpPr txBox="1"/>
          <p:nvPr/>
        </p:nvSpPr>
        <p:spPr>
          <a:xfrm>
            <a:off x="3361077" y="5048578"/>
            <a:ext cx="912811" cy="348460"/>
          </a:xfrm>
          <a:prstGeom prst="rect">
            <a:avLst/>
          </a:prstGeom>
          <a:noFill/>
        </p:spPr>
        <p:txBody>
          <a:bodyPr wrap="square" lIns="65689" tIns="32845" rIns="65689" bIns="32845"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l" defTabSz="656935">
              <a:lnSpc>
                <a:spcPts val="1078"/>
              </a:lnSpc>
              <a:defRPr/>
            </a:pPr>
            <a:r>
              <a:rPr lang="en-US" sz="934" b="1" spc="-15">
                <a:gradFill>
                  <a:gsLst>
                    <a:gs pos="45000">
                      <a:srgbClr val="000000"/>
                    </a:gs>
                    <a:gs pos="100000">
                      <a:srgbClr val="000000"/>
                    </a:gs>
                  </a:gsLst>
                  <a:lin ang="2700000" scaled="1"/>
                </a:gradFill>
                <a:latin typeface="Segoe Sans Display Semibold" pitchFamily="2" charset="0"/>
                <a:cs typeface="Segoe Sans Display Semibold" pitchFamily="2" charset="0"/>
              </a:rPr>
              <a:t>Collaboration security</a:t>
            </a:r>
          </a:p>
        </p:txBody>
      </p:sp>
      <p:sp>
        <p:nvSpPr>
          <p:cNvPr id="30" name="TextBox 29">
            <a:extLst>
              <a:ext uri="{FF2B5EF4-FFF2-40B4-BE49-F238E27FC236}">
                <a16:creationId xmlns:a16="http://schemas.microsoft.com/office/drawing/2014/main" id="{B7AA6581-4A62-F733-84E1-D95525161BF1}"/>
              </a:ext>
            </a:extLst>
          </p:cNvPr>
          <p:cNvSpPr txBox="1"/>
          <p:nvPr/>
        </p:nvSpPr>
        <p:spPr>
          <a:xfrm>
            <a:off x="3380240" y="5423311"/>
            <a:ext cx="912811" cy="1532292"/>
          </a:xfrm>
          <a:prstGeom prst="rect">
            <a:avLst/>
          </a:prstGeom>
          <a:noFill/>
        </p:spPr>
        <p:txBody>
          <a:bodyPr wrap="square" lIns="25862" tIns="0" rIns="25862" bIns="0"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Advanced email and collaboration security with automated investigation   and response </a:t>
            </a:r>
          </a:p>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End user phishing simulation trainings</a:t>
            </a:r>
          </a:p>
        </p:txBody>
      </p:sp>
      <p:sp>
        <p:nvSpPr>
          <p:cNvPr id="31" name="TextBox 30">
            <a:extLst>
              <a:ext uri="{FF2B5EF4-FFF2-40B4-BE49-F238E27FC236}">
                <a16:creationId xmlns:a16="http://schemas.microsoft.com/office/drawing/2014/main" id="{7619480A-D377-F04B-D795-8C3BA6F6AE38}"/>
              </a:ext>
            </a:extLst>
          </p:cNvPr>
          <p:cNvSpPr txBox="1"/>
          <p:nvPr/>
        </p:nvSpPr>
        <p:spPr>
          <a:xfrm>
            <a:off x="4381329" y="5048578"/>
            <a:ext cx="738129" cy="348460"/>
          </a:xfrm>
          <a:prstGeom prst="rect">
            <a:avLst/>
          </a:prstGeom>
          <a:noFill/>
        </p:spPr>
        <p:txBody>
          <a:bodyPr wrap="square" lIns="65689" tIns="32845" rIns="65689" bIns="32845"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l" defTabSz="656935">
              <a:lnSpc>
                <a:spcPts val="1078"/>
              </a:lnSpc>
              <a:defRPr/>
            </a:pPr>
            <a:r>
              <a:rPr lang="en-US" sz="934" b="1" spc="-15">
                <a:gradFill>
                  <a:gsLst>
                    <a:gs pos="45000">
                      <a:srgbClr val="000000"/>
                    </a:gs>
                    <a:gs pos="100000">
                      <a:srgbClr val="000000"/>
                    </a:gs>
                  </a:gsLst>
                  <a:lin ang="2700000" scaled="1"/>
                </a:gradFill>
                <a:latin typeface="Segoe Sans Display Semibold" pitchFamily="2" charset="0"/>
                <a:cs typeface="Segoe Sans Display Semibold" pitchFamily="2" charset="0"/>
              </a:rPr>
              <a:t>SaaS security</a:t>
            </a:r>
          </a:p>
        </p:txBody>
      </p:sp>
      <p:sp>
        <p:nvSpPr>
          <p:cNvPr id="33" name="TextBox 32">
            <a:extLst>
              <a:ext uri="{FF2B5EF4-FFF2-40B4-BE49-F238E27FC236}">
                <a16:creationId xmlns:a16="http://schemas.microsoft.com/office/drawing/2014/main" id="{BB9CDA12-6566-B28E-C400-3DB3F950322F}"/>
              </a:ext>
            </a:extLst>
          </p:cNvPr>
          <p:cNvSpPr txBox="1"/>
          <p:nvPr/>
        </p:nvSpPr>
        <p:spPr>
          <a:xfrm>
            <a:off x="4397177" y="5423312"/>
            <a:ext cx="931068" cy="1563565"/>
          </a:xfrm>
          <a:prstGeom prst="rect">
            <a:avLst/>
          </a:prstGeom>
          <a:noFill/>
        </p:spPr>
        <p:txBody>
          <a:bodyPr wrap="square" lIns="25862" tIns="0" rIns="25862" bIns="0" rtlCol="0" anchor="t" anchorCtr="0">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Visibility into “Shadow IT”</a:t>
            </a:r>
          </a:p>
          <a:p>
            <a:pPr marL="66150" indent="-66150" algn="l" defTabSz="656911">
              <a:spcAft>
                <a:spcPts val="215"/>
              </a:spcAft>
              <a:buSzPct val="100000"/>
              <a:buFont typeface="Wingdings" panose="05000000000000000000" pitchFamily="2" charset="2"/>
              <a:buChar char=""/>
              <a:defRPr/>
            </a:pPr>
            <a:r>
              <a:rPr lang="en-US" sz="887">
                <a:solidFill>
                  <a:srgbClr val="000000">
                    <a:lumMod val="85000"/>
                    <a:lumOff val="15000"/>
                  </a:srgbClr>
                </a:solidFill>
              </a:rPr>
              <a:t>Uncovers configuration gaps and offers recommendations</a:t>
            </a:r>
          </a:p>
          <a:p>
            <a:pPr marL="66150" indent="-66150" algn="l" defTabSz="656911">
              <a:spcAft>
                <a:spcPts val="215"/>
              </a:spcAft>
              <a:buSzPct val="100000"/>
              <a:buFont typeface="Wingdings" panose="05000000000000000000" pitchFamily="2" charset="2"/>
              <a:buChar char=""/>
              <a:defRPr/>
            </a:pPr>
            <a:r>
              <a:rPr lang="en-US" sz="887" err="1">
                <a:solidFill>
                  <a:srgbClr val="000000">
                    <a:lumMod val="85000"/>
                    <a:lumOff val="15000"/>
                  </a:srgbClr>
                </a:solidFill>
              </a:rPr>
              <a:t>LoB</a:t>
            </a:r>
            <a:r>
              <a:rPr lang="en-US" sz="887">
                <a:solidFill>
                  <a:srgbClr val="000000">
                    <a:lumMod val="85000"/>
                    <a:lumOff val="15000"/>
                  </a:srgbClr>
                </a:solidFill>
              </a:rPr>
              <a:t> app monitoring, governance and protection</a:t>
            </a:r>
          </a:p>
        </p:txBody>
      </p:sp>
      <p:grpSp>
        <p:nvGrpSpPr>
          <p:cNvPr id="34" name="Group 33">
            <a:extLst>
              <a:ext uri="{FF2B5EF4-FFF2-40B4-BE49-F238E27FC236}">
                <a16:creationId xmlns:a16="http://schemas.microsoft.com/office/drawing/2014/main" id="{43FAA6D2-FA43-D5BA-DE51-35FA7FFC3D8E}"/>
              </a:ext>
            </a:extLst>
          </p:cNvPr>
          <p:cNvGrpSpPr/>
          <p:nvPr/>
        </p:nvGrpSpPr>
        <p:grpSpPr>
          <a:xfrm>
            <a:off x="368212" y="4743563"/>
            <a:ext cx="256282" cy="256281"/>
            <a:chOff x="1279013" y="2060414"/>
            <a:chExt cx="441393" cy="441390"/>
          </a:xfrm>
        </p:grpSpPr>
        <p:sp>
          <p:nvSpPr>
            <p:cNvPr id="37" name="Oval 36">
              <a:extLst>
                <a:ext uri="{FF2B5EF4-FFF2-40B4-BE49-F238E27FC236}">
                  <a16:creationId xmlns:a16="http://schemas.microsoft.com/office/drawing/2014/main" id="{2D7D97C9-E218-702D-C573-EC595E24D206}"/>
                </a:ext>
              </a:extLst>
            </p:cNvPr>
            <p:cNvSpPr/>
            <p:nvPr/>
          </p:nvSpPr>
          <p:spPr bwMode="auto">
            <a:xfrm rot="5400000">
              <a:off x="1279015" y="2060412"/>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436">
                <a:solidFill>
                  <a:srgbClr val="000000"/>
                </a:solidFill>
                <a:latin typeface="Segoe Sans Display"/>
                <a:ea typeface="Segoe UI" pitchFamily="34" charset="0"/>
                <a:cs typeface="Segoe UI" pitchFamily="34" charset="0"/>
              </a:endParaRPr>
            </a:p>
          </p:txBody>
        </p:sp>
        <p:sp>
          <p:nvSpPr>
            <p:cNvPr id="38" name="Graphic 81" descr="Icon of an app window with a closed padlock">
              <a:extLst>
                <a:ext uri="{FF2B5EF4-FFF2-40B4-BE49-F238E27FC236}">
                  <a16:creationId xmlns:a16="http://schemas.microsoft.com/office/drawing/2014/main" id="{04B475BC-BA57-5216-CE2C-96C8D24A3BE0}"/>
                </a:ext>
              </a:extLst>
            </p:cNvPr>
            <p:cNvSpPr/>
            <p:nvPr/>
          </p:nvSpPr>
          <p:spPr>
            <a:xfrm>
              <a:off x="1405253" y="2181887"/>
              <a:ext cx="188914" cy="198443"/>
            </a:xfrm>
            <a:custGeom>
              <a:avLst/>
              <a:gdLst>
                <a:gd name="connsiteX0" fmla="*/ 228003 w 309156"/>
                <a:gd name="connsiteY0" fmla="*/ 0 h 309156"/>
                <a:gd name="connsiteX1" fmla="*/ 278241 w 309156"/>
                <a:gd name="connsiteY1" fmla="*/ 50238 h 309156"/>
                <a:gd name="connsiteX2" fmla="*/ 278241 w 309156"/>
                <a:gd name="connsiteY2" fmla="*/ 132172 h 309156"/>
                <a:gd name="connsiteX3" fmla="*/ 255054 w 309156"/>
                <a:gd name="connsiteY3" fmla="*/ 118174 h 309156"/>
                <a:gd name="connsiteX4" fmla="*/ 255054 w 309156"/>
                <a:gd name="connsiteY4" fmla="*/ 85018 h 309156"/>
                <a:gd name="connsiteX5" fmla="*/ 23187 w 309156"/>
                <a:gd name="connsiteY5" fmla="*/ 85018 h 309156"/>
                <a:gd name="connsiteX6" fmla="*/ 23187 w 309156"/>
                <a:gd name="connsiteY6" fmla="*/ 228003 h 309156"/>
                <a:gd name="connsiteX7" fmla="*/ 50238 w 309156"/>
                <a:gd name="connsiteY7" fmla="*/ 255054 h 309156"/>
                <a:gd name="connsiteX8" fmla="*/ 154578 w 309156"/>
                <a:gd name="connsiteY8" fmla="*/ 255054 h 309156"/>
                <a:gd name="connsiteX9" fmla="*/ 154578 w 309156"/>
                <a:gd name="connsiteY9" fmla="*/ 278241 h 309156"/>
                <a:gd name="connsiteX10" fmla="*/ 50238 w 309156"/>
                <a:gd name="connsiteY10" fmla="*/ 278241 h 309156"/>
                <a:gd name="connsiteX11" fmla="*/ 0 w 309156"/>
                <a:gd name="connsiteY11" fmla="*/ 228003 h 309156"/>
                <a:gd name="connsiteX12" fmla="*/ 0 w 309156"/>
                <a:gd name="connsiteY12" fmla="*/ 50238 h 309156"/>
                <a:gd name="connsiteX13" fmla="*/ 50238 w 309156"/>
                <a:gd name="connsiteY13" fmla="*/ 0 h 309156"/>
                <a:gd name="connsiteX14" fmla="*/ 228003 w 309156"/>
                <a:gd name="connsiteY14" fmla="*/ 0 h 309156"/>
                <a:gd name="connsiteX15" fmla="*/ 228003 w 309156"/>
                <a:gd name="connsiteY15" fmla="*/ 23187 h 309156"/>
                <a:gd name="connsiteX16" fmla="*/ 50238 w 309156"/>
                <a:gd name="connsiteY16" fmla="*/ 23187 h 309156"/>
                <a:gd name="connsiteX17" fmla="*/ 23187 w 309156"/>
                <a:gd name="connsiteY17" fmla="*/ 50238 h 309156"/>
                <a:gd name="connsiteX18" fmla="*/ 23187 w 309156"/>
                <a:gd name="connsiteY18" fmla="*/ 61831 h 309156"/>
                <a:gd name="connsiteX19" fmla="*/ 255054 w 309156"/>
                <a:gd name="connsiteY19" fmla="*/ 61831 h 309156"/>
                <a:gd name="connsiteX20" fmla="*/ 255054 w 309156"/>
                <a:gd name="connsiteY20" fmla="*/ 50238 h 309156"/>
                <a:gd name="connsiteX21" fmla="*/ 228003 w 309156"/>
                <a:gd name="connsiteY21" fmla="*/ 23187 h 309156"/>
                <a:gd name="connsiteX22" fmla="*/ 200952 w 309156"/>
                <a:gd name="connsiteY22" fmla="*/ 185494 h 309156"/>
                <a:gd name="connsiteX23" fmla="*/ 193223 w 309156"/>
                <a:gd name="connsiteY23" fmla="*/ 185494 h 309156"/>
                <a:gd name="connsiteX24" fmla="*/ 170036 w 309156"/>
                <a:gd name="connsiteY24" fmla="*/ 208681 h 309156"/>
                <a:gd name="connsiteX25" fmla="*/ 170036 w 309156"/>
                <a:gd name="connsiteY25" fmla="*/ 285970 h 309156"/>
                <a:gd name="connsiteX26" fmla="*/ 193223 w 309156"/>
                <a:gd name="connsiteY26" fmla="*/ 309157 h 309156"/>
                <a:gd name="connsiteX27" fmla="*/ 285970 w 309156"/>
                <a:gd name="connsiteY27" fmla="*/ 309157 h 309156"/>
                <a:gd name="connsiteX28" fmla="*/ 309157 w 309156"/>
                <a:gd name="connsiteY28" fmla="*/ 285970 h 309156"/>
                <a:gd name="connsiteX29" fmla="*/ 309157 w 309156"/>
                <a:gd name="connsiteY29" fmla="*/ 208681 h 309156"/>
                <a:gd name="connsiteX30" fmla="*/ 285970 w 309156"/>
                <a:gd name="connsiteY30" fmla="*/ 185494 h 309156"/>
                <a:gd name="connsiteX31" fmla="*/ 278241 w 309156"/>
                <a:gd name="connsiteY31" fmla="*/ 185494 h 309156"/>
                <a:gd name="connsiteX32" fmla="*/ 278241 w 309156"/>
                <a:gd name="connsiteY32" fmla="*/ 170036 h 309156"/>
                <a:gd name="connsiteX33" fmla="*/ 239596 w 309156"/>
                <a:gd name="connsiteY33" fmla="*/ 131392 h 309156"/>
                <a:gd name="connsiteX34" fmla="*/ 200952 w 309156"/>
                <a:gd name="connsiteY34" fmla="*/ 170036 h 309156"/>
                <a:gd name="connsiteX35" fmla="*/ 200952 w 309156"/>
                <a:gd name="connsiteY35" fmla="*/ 185494 h 309156"/>
                <a:gd name="connsiteX36" fmla="*/ 224139 w 309156"/>
                <a:gd name="connsiteY36" fmla="*/ 170036 h 309156"/>
                <a:gd name="connsiteX37" fmla="*/ 239596 w 309156"/>
                <a:gd name="connsiteY37" fmla="*/ 154578 h 309156"/>
                <a:gd name="connsiteX38" fmla="*/ 255054 w 309156"/>
                <a:gd name="connsiteY38" fmla="*/ 170036 h 309156"/>
                <a:gd name="connsiteX39" fmla="*/ 255054 w 309156"/>
                <a:gd name="connsiteY39" fmla="*/ 185494 h 309156"/>
                <a:gd name="connsiteX40" fmla="*/ 224139 w 309156"/>
                <a:gd name="connsiteY40" fmla="*/ 185494 h 309156"/>
                <a:gd name="connsiteX41" fmla="*/ 224139 w 309156"/>
                <a:gd name="connsiteY41" fmla="*/ 170036 h 309156"/>
                <a:gd name="connsiteX42" fmla="*/ 255054 w 309156"/>
                <a:gd name="connsiteY42" fmla="*/ 247325 h 309156"/>
                <a:gd name="connsiteX43" fmla="*/ 239596 w 309156"/>
                <a:gd name="connsiteY43" fmla="*/ 262783 h 309156"/>
                <a:gd name="connsiteX44" fmla="*/ 224139 w 309156"/>
                <a:gd name="connsiteY44" fmla="*/ 247325 h 309156"/>
                <a:gd name="connsiteX45" fmla="*/ 239596 w 309156"/>
                <a:gd name="connsiteY45" fmla="*/ 231868 h 309156"/>
                <a:gd name="connsiteX46" fmla="*/ 255054 w 309156"/>
                <a:gd name="connsiteY46" fmla="*/ 247325 h 30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309156" h="309156">
                  <a:moveTo>
                    <a:pt x="228003" y="0"/>
                  </a:moveTo>
                  <a:cubicBezTo>
                    <a:pt x="255748" y="0"/>
                    <a:pt x="278241" y="22492"/>
                    <a:pt x="278241" y="50238"/>
                  </a:cubicBezTo>
                  <a:lnTo>
                    <a:pt x="278241" y="132172"/>
                  </a:lnTo>
                  <a:cubicBezTo>
                    <a:pt x="271905" y="125708"/>
                    <a:pt x="263961" y="120825"/>
                    <a:pt x="255054" y="118174"/>
                  </a:cubicBezTo>
                  <a:lnTo>
                    <a:pt x="255054" y="85018"/>
                  </a:lnTo>
                  <a:lnTo>
                    <a:pt x="23187" y="85018"/>
                  </a:lnTo>
                  <a:lnTo>
                    <a:pt x="23187" y="228003"/>
                  </a:lnTo>
                  <a:cubicBezTo>
                    <a:pt x="23187" y="242943"/>
                    <a:pt x="35298" y="255054"/>
                    <a:pt x="50238" y="255054"/>
                  </a:cubicBezTo>
                  <a:lnTo>
                    <a:pt x="154578" y="255054"/>
                  </a:lnTo>
                  <a:lnTo>
                    <a:pt x="154578" y="278241"/>
                  </a:lnTo>
                  <a:lnTo>
                    <a:pt x="50238" y="278241"/>
                  </a:lnTo>
                  <a:cubicBezTo>
                    <a:pt x="22492" y="278241"/>
                    <a:pt x="0" y="255748"/>
                    <a:pt x="0" y="228003"/>
                  </a:cubicBezTo>
                  <a:lnTo>
                    <a:pt x="0" y="50238"/>
                  </a:lnTo>
                  <a:cubicBezTo>
                    <a:pt x="0" y="22492"/>
                    <a:pt x="22492" y="0"/>
                    <a:pt x="50238" y="0"/>
                  </a:cubicBezTo>
                  <a:lnTo>
                    <a:pt x="228003" y="0"/>
                  </a:lnTo>
                  <a:close/>
                  <a:moveTo>
                    <a:pt x="228003" y="23187"/>
                  </a:moveTo>
                  <a:lnTo>
                    <a:pt x="50238" y="23187"/>
                  </a:lnTo>
                  <a:cubicBezTo>
                    <a:pt x="35298" y="23187"/>
                    <a:pt x="23187" y="35298"/>
                    <a:pt x="23187" y="50238"/>
                  </a:cubicBezTo>
                  <a:lnTo>
                    <a:pt x="23187" y="61831"/>
                  </a:lnTo>
                  <a:lnTo>
                    <a:pt x="255054" y="61831"/>
                  </a:lnTo>
                  <a:lnTo>
                    <a:pt x="255054" y="50238"/>
                  </a:lnTo>
                  <a:cubicBezTo>
                    <a:pt x="255054" y="35298"/>
                    <a:pt x="242943" y="23187"/>
                    <a:pt x="228003" y="23187"/>
                  </a:cubicBezTo>
                  <a:close/>
                  <a:moveTo>
                    <a:pt x="200952" y="185494"/>
                  </a:moveTo>
                  <a:lnTo>
                    <a:pt x="193223" y="185494"/>
                  </a:lnTo>
                  <a:cubicBezTo>
                    <a:pt x="180418" y="185494"/>
                    <a:pt x="170036" y="195875"/>
                    <a:pt x="170036" y="208681"/>
                  </a:cubicBezTo>
                  <a:lnTo>
                    <a:pt x="170036" y="285970"/>
                  </a:lnTo>
                  <a:cubicBezTo>
                    <a:pt x="170036" y="298775"/>
                    <a:pt x="180418" y="309157"/>
                    <a:pt x="193223" y="309157"/>
                  </a:cubicBezTo>
                  <a:lnTo>
                    <a:pt x="285970" y="309157"/>
                  </a:lnTo>
                  <a:cubicBezTo>
                    <a:pt x="298775" y="309157"/>
                    <a:pt x="309157" y="298775"/>
                    <a:pt x="309157" y="285970"/>
                  </a:cubicBezTo>
                  <a:lnTo>
                    <a:pt x="309157" y="208681"/>
                  </a:lnTo>
                  <a:cubicBezTo>
                    <a:pt x="309157" y="195875"/>
                    <a:pt x="298775" y="185494"/>
                    <a:pt x="285970" y="185494"/>
                  </a:cubicBezTo>
                  <a:lnTo>
                    <a:pt x="278241" y="185494"/>
                  </a:lnTo>
                  <a:lnTo>
                    <a:pt x="278241" y="170036"/>
                  </a:lnTo>
                  <a:cubicBezTo>
                    <a:pt x="278241" y="148694"/>
                    <a:pt x="260939" y="131392"/>
                    <a:pt x="239596" y="131392"/>
                  </a:cubicBezTo>
                  <a:cubicBezTo>
                    <a:pt x="218254" y="131392"/>
                    <a:pt x="200952" y="148694"/>
                    <a:pt x="200952" y="170036"/>
                  </a:cubicBezTo>
                  <a:lnTo>
                    <a:pt x="200952" y="185494"/>
                  </a:lnTo>
                  <a:close/>
                  <a:moveTo>
                    <a:pt x="224139" y="170036"/>
                  </a:moveTo>
                  <a:cubicBezTo>
                    <a:pt x="224139" y="161499"/>
                    <a:pt x="231059" y="154578"/>
                    <a:pt x="239596" y="154578"/>
                  </a:cubicBezTo>
                  <a:cubicBezTo>
                    <a:pt x="248134" y="154578"/>
                    <a:pt x="255054" y="161499"/>
                    <a:pt x="255054" y="170036"/>
                  </a:cubicBezTo>
                  <a:lnTo>
                    <a:pt x="255054" y="185494"/>
                  </a:lnTo>
                  <a:lnTo>
                    <a:pt x="224139" y="185494"/>
                  </a:lnTo>
                  <a:lnTo>
                    <a:pt x="224139" y="170036"/>
                  </a:lnTo>
                  <a:close/>
                  <a:moveTo>
                    <a:pt x="255054" y="247325"/>
                  </a:moveTo>
                  <a:cubicBezTo>
                    <a:pt x="255054" y="255863"/>
                    <a:pt x="248134" y="262783"/>
                    <a:pt x="239596" y="262783"/>
                  </a:cubicBezTo>
                  <a:cubicBezTo>
                    <a:pt x="231059" y="262783"/>
                    <a:pt x="224139" y="255863"/>
                    <a:pt x="224139" y="247325"/>
                  </a:cubicBezTo>
                  <a:cubicBezTo>
                    <a:pt x="224139" y="238788"/>
                    <a:pt x="231059" y="231868"/>
                    <a:pt x="239596" y="231868"/>
                  </a:cubicBezTo>
                  <a:cubicBezTo>
                    <a:pt x="248134" y="231868"/>
                    <a:pt x="255054" y="238788"/>
                    <a:pt x="255054" y="247325"/>
                  </a:cubicBezTo>
                  <a:close/>
                </a:path>
              </a:pathLst>
            </a:custGeom>
            <a:solidFill>
              <a:schemeClr val="bg1"/>
            </a:solidFill>
            <a:ln w="11906" cap="flat">
              <a:noFill/>
              <a:prstDash val="solid"/>
              <a:miter/>
            </a:ln>
          </p:spPr>
          <p:txBody>
            <a:bodyPr wrap="square" lIns="105572" tIns="18476" rIns="105572" bIns="19708" rtlCol="0" anchor="ctr">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1635047" fontAlgn="base">
                <a:spcBef>
                  <a:spcPts val="1293"/>
                </a:spcBef>
                <a:spcAft>
                  <a:spcPts val="1293"/>
                </a:spcAft>
                <a:tabLst>
                  <a:tab pos="2659093" algn="l"/>
                </a:tabLst>
                <a:defRPr/>
              </a:pPr>
              <a:endParaRPr lang="en-US" sz="1293">
                <a:ln w="3175">
                  <a:noFill/>
                </a:ln>
                <a:gradFill>
                  <a:gsLst>
                    <a:gs pos="53147">
                      <a:srgbClr val="FFFFFF"/>
                    </a:gs>
                    <a:gs pos="28000">
                      <a:srgbClr val="FFFFFF"/>
                    </a:gs>
                  </a:gsLst>
                  <a:path path="circle">
                    <a:fillToRect l="100000" b="100000"/>
                  </a:path>
                </a:gradFill>
                <a:latin typeface="Segoe UI Semibold"/>
                <a:cs typeface="Segoe UI" pitchFamily="34" charset="0"/>
              </a:endParaRPr>
            </a:p>
          </p:txBody>
        </p:sp>
      </p:grpSp>
      <p:grpSp>
        <p:nvGrpSpPr>
          <p:cNvPr id="39" name="Group 38">
            <a:extLst>
              <a:ext uri="{FF2B5EF4-FFF2-40B4-BE49-F238E27FC236}">
                <a16:creationId xmlns:a16="http://schemas.microsoft.com/office/drawing/2014/main" id="{C87767FA-E0F4-1A8A-86B1-2E35771B5DD2}"/>
              </a:ext>
            </a:extLst>
          </p:cNvPr>
          <p:cNvGrpSpPr/>
          <p:nvPr/>
        </p:nvGrpSpPr>
        <p:grpSpPr>
          <a:xfrm>
            <a:off x="1404641" y="4743563"/>
            <a:ext cx="256282" cy="256281"/>
            <a:chOff x="1980053" y="1931419"/>
            <a:chExt cx="356747" cy="356745"/>
          </a:xfrm>
        </p:grpSpPr>
        <p:sp>
          <p:nvSpPr>
            <p:cNvPr id="40" name="Oval 39">
              <a:extLst>
                <a:ext uri="{FF2B5EF4-FFF2-40B4-BE49-F238E27FC236}">
                  <a16:creationId xmlns:a16="http://schemas.microsoft.com/office/drawing/2014/main" id="{5323ABBF-3EEA-332A-7864-DA7AD0C0A67B}"/>
                </a:ext>
              </a:extLst>
            </p:cNvPr>
            <p:cNvSpPr/>
            <p:nvPr/>
          </p:nvSpPr>
          <p:spPr bwMode="auto">
            <a:xfrm rot="5400000">
              <a:off x="1980054" y="1931418"/>
              <a:ext cx="356745" cy="356747"/>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436">
                <a:solidFill>
                  <a:srgbClr val="000000"/>
                </a:solidFill>
                <a:latin typeface="Segoe Sans Display"/>
                <a:ea typeface="Segoe UI" pitchFamily="34" charset="0"/>
                <a:cs typeface="Segoe UI" pitchFamily="34" charset="0"/>
              </a:endParaRPr>
            </a:p>
          </p:txBody>
        </p:sp>
        <p:pic>
          <p:nvPicPr>
            <p:cNvPr id="41" name="Graphic 40">
              <a:extLst>
                <a:ext uri="{FF2B5EF4-FFF2-40B4-BE49-F238E27FC236}">
                  <a16:creationId xmlns:a16="http://schemas.microsoft.com/office/drawing/2014/main" id="{C01A3938-EB10-BCEE-6CDE-225ADE6CDB1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061000" y="2012363"/>
              <a:ext cx="194854" cy="194854"/>
            </a:xfrm>
            <a:prstGeom prst="rect">
              <a:avLst/>
            </a:prstGeom>
          </p:spPr>
        </p:pic>
      </p:grpSp>
      <p:grpSp>
        <p:nvGrpSpPr>
          <p:cNvPr id="42" name="Group 41">
            <a:extLst>
              <a:ext uri="{FF2B5EF4-FFF2-40B4-BE49-F238E27FC236}">
                <a16:creationId xmlns:a16="http://schemas.microsoft.com/office/drawing/2014/main" id="{BEDDA49E-C309-5EFC-3371-7B26398053F5}"/>
              </a:ext>
            </a:extLst>
          </p:cNvPr>
          <p:cNvGrpSpPr/>
          <p:nvPr/>
        </p:nvGrpSpPr>
        <p:grpSpPr>
          <a:xfrm>
            <a:off x="2419172" y="4743563"/>
            <a:ext cx="256282" cy="256281"/>
            <a:chOff x="3392293" y="1931419"/>
            <a:chExt cx="356747" cy="356745"/>
          </a:xfrm>
        </p:grpSpPr>
        <p:sp>
          <p:nvSpPr>
            <p:cNvPr id="43" name="Oval 42">
              <a:extLst>
                <a:ext uri="{FF2B5EF4-FFF2-40B4-BE49-F238E27FC236}">
                  <a16:creationId xmlns:a16="http://schemas.microsoft.com/office/drawing/2014/main" id="{962CF85D-87B5-FFDE-8B4A-FDD167B25F94}"/>
                </a:ext>
              </a:extLst>
            </p:cNvPr>
            <p:cNvSpPr/>
            <p:nvPr/>
          </p:nvSpPr>
          <p:spPr bwMode="auto">
            <a:xfrm rot="5400000">
              <a:off x="3392294" y="1931418"/>
              <a:ext cx="356745" cy="356747"/>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436">
                <a:solidFill>
                  <a:srgbClr val="000000"/>
                </a:solidFill>
                <a:latin typeface="Segoe Sans Display"/>
                <a:ea typeface="Segoe UI" pitchFamily="34" charset="0"/>
                <a:cs typeface="Segoe UI" pitchFamily="34" charset="0"/>
              </a:endParaRPr>
            </a:p>
          </p:txBody>
        </p:sp>
        <p:pic>
          <p:nvPicPr>
            <p:cNvPr id="44" name="Graphic 43">
              <a:extLst>
                <a:ext uri="{FF2B5EF4-FFF2-40B4-BE49-F238E27FC236}">
                  <a16:creationId xmlns:a16="http://schemas.microsoft.com/office/drawing/2014/main" id="{5B18B696-F885-0B38-CF0E-59470F6278A8}"/>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463432" y="2002557"/>
              <a:ext cx="214468" cy="214468"/>
            </a:xfrm>
            <a:prstGeom prst="rect">
              <a:avLst/>
            </a:prstGeom>
          </p:spPr>
        </p:pic>
      </p:grpSp>
      <p:grpSp>
        <p:nvGrpSpPr>
          <p:cNvPr id="45" name="Group 44">
            <a:extLst>
              <a:ext uri="{FF2B5EF4-FFF2-40B4-BE49-F238E27FC236}">
                <a16:creationId xmlns:a16="http://schemas.microsoft.com/office/drawing/2014/main" id="{DB383756-F3A8-8B6B-47DD-7B83711A3BD3}"/>
              </a:ext>
            </a:extLst>
          </p:cNvPr>
          <p:cNvGrpSpPr/>
          <p:nvPr/>
        </p:nvGrpSpPr>
        <p:grpSpPr>
          <a:xfrm>
            <a:off x="3448301" y="4743563"/>
            <a:ext cx="256282" cy="256281"/>
            <a:chOff x="4824853" y="1931419"/>
            <a:chExt cx="356747" cy="356745"/>
          </a:xfrm>
        </p:grpSpPr>
        <p:sp>
          <p:nvSpPr>
            <p:cNvPr id="46" name="Oval 45">
              <a:extLst>
                <a:ext uri="{FF2B5EF4-FFF2-40B4-BE49-F238E27FC236}">
                  <a16:creationId xmlns:a16="http://schemas.microsoft.com/office/drawing/2014/main" id="{19378CB4-A418-1354-A2FE-DE38BC98C0AE}"/>
                </a:ext>
              </a:extLst>
            </p:cNvPr>
            <p:cNvSpPr/>
            <p:nvPr/>
          </p:nvSpPr>
          <p:spPr bwMode="auto">
            <a:xfrm rot="5400000">
              <a:off x="4824854" y="1931418"/>
              <a:ext cx="356745" cy="356747"/>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436">
                <a:solidFill>
                  <a:srgbClr val="000000"/>
                </a:solidFill>
                <a:latin typeface="Segoe Sans Display"/>
                <a:ea typeface="Segoe UI" pitchFamily="34" charset="0"/>
                <a:cs typeface="Segoe UI" pitchFamily="34" charset="0"/>
              </a:endParaRPr>
            </a:p>
          </p:txBody>
        </p:sp>
        <p:pic>
          <p:nvPicPr>
            <p:cNvPr id="47" name="Graphic 46">
              <a:extLst>
                <a:ext uri="{FF2B5EF4-FFF2-40B4-BE49-F238E27FC236}">
                  <a16:creationId xmlns:a16="http://schemas.microsoft.com/office/drawing/2014/main" id="{6FE3AD69-2B4A-FD8E-16DD-EB48C196735B}"/>
                </a:ext>
              </a:extLst>
            </p:cNvPr>
            <p:cNvPicPr>
              <a:picLocks noChangeAspect="1"/>
            </p:cNvPicPr>
            <p:nvPr/>
          </p:nvPicPr>
          <p:blipFill rotWithShape="1">
            <a:blip>
              <a:extLst>
                <a:ext uri="{96DAC541-7B7A-43D3-8B79-37D633B846F1}">
                  <asvg:svgBlip xmlns:asvg="http://schemas.microsoft.com/office/drawing/2016/SVG/main" r:embed="rId9"/>
                </a:ext>
              </a:extLst>
            </a:blip>
            <a:srcRect l="2401" r="2401"/>
            <a:stretch>
              <a:fillRect/>
            </a:stretch>
          </p:blipFill>
          <p:spPr>
            <a:xfrm>
              <a:off x="4919657" y="2022007"/>
              <a:ext cx="167138" cy="175570"/>
            </a:xfrm>
            <a:prstGeom prst="rect">
              <a:avLst/>
            </a:prstGeom>
          </p:spPr>
        </p:pic>
      </p:grpSp>
      <p:grpSp>
        <p:nvGrpSpPr>
          <p:cNvPr id="48" name="Group 47">
            <a:extLst>
              <a:ext uri="{FF2B5EF4-FFF2-40B4-BE49-F238E27FC236}">
                <a16:creationId xmlns:a16="http://schemas.microsoft.com/office/drawing/2014/main" id="{9EE7FCA8-F2C6-D8B9-172C-6604FBC9C661}"/>
              </a:ext>
            </a:extLst>
          </p:cNvPr>
          <p:cNvGrpSpPr/>
          <p:nvPr/>
        </p:nvGrpSpPr>
        <p:grpSpPr>
          <a:xfrm>
            <a:off x="4462833" y="4743563"/>
            <a:ext cx="256282" cy="256281"/>
            <a:chOff x="6237093" y="1931419"/>
            <a:chExt cx="356747" cy="356745"/>
          </a:xfrm>
        </p:grpSpPr>
        <p:sp>
          <p:nvSpPr>
            <p:cNvPr id="49" name="Oval 48">
              <a:extLst>
                <a:ext uri="{FF2B5EF4-FFF2-40B4-BE49-F238E27FC236}">
                  <a16:creationId xmlns:a16="http://schemas.microsoft.com/office/drawing/2014/main" id="{C304641A-6F6D-1A68-621E-9FBB381E107C}"/>
                </a:ext>
              </a:extLst>
            </p:cNvPr>
            <p:cNvSpPr/>
            <p:nvPr/>
          </p:nvSpPr>
          <p:spPr bwMode="auto">
            <a:xfrm rot="5400000">
              <a:off x="6237094" y="1931418"/>
              <a:ext cx="356745" cy="356747"/>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436">
                <a:solidFill>
                  <a:srgbClr val="000000"/>
                </a:solidFill>
                <a:latin typeface="Segoe Sans Display"/>
                <a:ea typeface="Segoe UI" pitchFamily="34" charset="0"/>
                <a:cs typeface="Segoe UI" pitchFamily="34" charset="0"/>
              </a:endParaRPr>
            </a:p>
          </p:txBody>
        </p:sp>
        <p:pic>
          <p:nvPicPr>
            <p:cNvPr id="52" name="Graphic 51">
              <a:extLst>
                <a:ext uri="{FF2B5EF4-FFF2-40B4-BE49-F238E27FC236}">
                  <a16:creationId xmlns:a16="http://schemas.microsoft.com/office/drawing/2014/main" id="{C2E14B32-7A5A-A920-BEAA-CDA82C31D4E0}"/>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317775" y="2029597"/>
              <a:ext cx="195382" cy="160388"/>
            </a:xfrm>
            <a:prstGeom prst="rect">
              <a:avLst/>
            </a:prstGeom>
          </p:spPr>
        </p:pic>
      </p:grpSp>
      <p:grpSp>
        <p:nvGrpSpPr>
          <p:cNvPr id="53" name="Group 52">
            <a:extLst>
              <a:ext uri="{FF2B5EF4-FFF2-40B4-BE49-F238E27FC236}">
                <a16:creationId xmlns:a16="http://schemas.microsoft.com/office/drawing/2014/main" id="{08936B67-2860-1765-5A2D-0ED8C7EC7FC0}"/>
              </a:ext>
            </a:extLst>
          </p:cNvPr>
          <p:cNvGrpSpPr/>
          <p:nvPr/>
        </p:nvGrpSpPr>
        <p:grpSpPr>
          <a:xfrm>
            <a:off x="444331" y="1811054"/>
            <a:ext cx="1156828" cy="2158435"/>
            <a:chOff x="474385" y="2278797"/>
            <a:chExt cx="1610317" cy="3004565"/>
          </a:xfrm>
        </p:grpSpPr>
        <p:sp>
          <p:nvSpPr>
            <p:cNvPr id="65" name="TextBox 64">
              <a:extLst>
                <a:ext uri="{FF2B5EF4-FFF2-40B4-BE49-F238E27FC236}">
                  <a16:creationId xmlns:a16="http://schemas.microsoft.com/office/drawing/2014/main" id="{9AD2FB6B-6EDB-68E4-2601-4F9CF0B3A50C}"/>
                </a:ext>
              </a:extLst>
            </p:cNvPr>
            <p:cNvSpPr txBox="1"/>
            <p:nvPr/>
          </p:nvSpPr>
          <p:spPr>
            <a:xfrm>
              <a:off x="474385" y="3487121"/>
              <a:ext cx="1610317" cy="1796241"/>
            </a:xfrm>
            <a:prstGeom prst="rect">
              <a:avLst/>
            </a:prstGeom>
            <a:noFill/>
          </p:spPr>
          <p:txBody>
            <a:bodyPr wrap="square" lIns="0" tIns="0" rIns="0" bIns="0" anchor="t">
              <a:sp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56911">
                <a:spcAft>
                  <a:spcPts val="432"/>
                </a:spcAft>
                <a:defRPr/>
              </a:pPr>
              <a:r>
                <a:rPr lang="en-US" sz="1149">
                  <a:solidFill>
                    <a:srgbClr val="FFFFFF"/>
                  </a:solidFill>
                  <a:latin typeface="Segoe Sans Display Semibold" pitchFamily="2" charset="0"/>
                  <a:cs typeface="Segoe Sans Display Semibold" pitchFamily="2" charset="0"/>
                </a:rPr>
                <a:t>Industry leader</a:t>
              </a:r>
            </a:p>
            <a:p>
              <a:pPr defTabSz="656911">
                <a:spcAft>
                  <a:spcPts val="432"/>
                </a:spcAft>
                <a:defRPr/>
              </a:pPr>
              <a:r>
                <a:rPr lang="en-US" sz="985">
                  <a:solidFill>
                    <a:srgbClr val="FFFFFF"/>
                  </a:solidFill>
                  <a:latin typeface="Segoe Sans Display" pitchFamily="2" charset="0"/>
                  <a:cs typeface="Segoe Sans Display" pitchFamily="2" charset="0"/>
                </a:rPr>
                <a:t>Microsoft is the        only security vendor recognized as a leader across 19 categories by Gartner, Forrester, and IDC.</a:t>
              </a:r>
              <a:r>
                <a:rPr lang="en-US" sz="985" baseline="30000">
                  <a:solidFill>
                    <a:srgbClr val="FFFFFF"/>
                  </a:solidFill>
                  <a:latin typeface="Segoe Sans Display" pitchFamily="2" charset="0"/>
                  <a:cs typeface="Segoe Sans Display" pitchFamily="2" charset="0"/>
                </a:rPr>
                <a:t> 1 </a:t>
              </a:r>
              <a:endParaRPr lang="en-US" sz="985">
                <a:solidFill>
                  <a:srgbClr val="FFFFFF"/>
                </a:solidFill>
                <a:latin typeface="Segoe Sans Display" pitchFamily="2" charset="0"/>
                <a:cs typeface="Segoe Sans Display" pitchFamily="2" charset="0"/>
              </a:endParaRPr>
            </a:p>
          </p:txBody>
        </p:sp>
        <p:sp>
          <p:nvSpPr>
            <p:cNvPr id="12" name="Oval 11">
              <a:extLst>
                <a:ext uri="{FF2B5EF4-FFF2-40B4-BE49-F238E27FC236}">
                  <a16:creationId xmlns:a16="http://schemas.microsoft.com/office/drawing/2014/main" id="{8776A6C6-BEC3-5E32-0DDE-FCA887AC92E3}"/>
                </a:ext>
              </a:extLst>
            </p:cNvPr>
            <p:cNvSpPr/>
            <p:nvPr/>
          </p:nvSpPr>
          <p:spPr bwMode="auto">
            <a:xfrm>
              <a:off x="710621" y="2278797"/>
              <a:ext cx="1137847" cy="1137847"/>
            </a:xfrm>
            <a:prstGeom prst="ellipse">
              <a:avLst/>
            </a:prstGeom>
            <a:solidFill>
              <a:srgbClr val="FFFFFF"/>
            </a:solidFill>
            <a:ln w="79375" cap="rnd" cmpd="sng" algn="ctr">
              <a:noFill/>
              <a:prstDash val="sysDot"/>
              <a:round/>
              <a:tailEnd type="none" w="sm" len="sm"/>
            </a:ln>
            <a:effectLst>
              <a:outerShdw blurRad="63500" sx="106000" sy="106000" algn="ctr" rotWithShape="0">
                <a:srgbClr val="912475">
                  <a:alpha val="17000"/>
                </a:srgbClr>
              </a:outerShdw>
            </a:effectLst>
          </p:spPr>
          <p:txBody>
            <a:bodyPr rtlCol="0" anchor="ct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algn="ctr" defTabSz="656935">
                <a:defRPr/>
              </a:pPr>
              <a:endParaRPr lang="en-US" sz="1293" kern="0">
                <a:solidFill>
                  <a:srgbClr val="000000"/>
                </a:solidFill>
                <a:latin typeface="Segoe Sans Display" pitchFamily="2" charset="0"/>
              </a:endParaRPr>
            </a:p>
          </p:txBody>
        </p:sp>
        <p:sp>
          <p:nvSpPr>
            <p:cNvPr id="19" name="Oval 18">
              <a:extLst>
                <a:ext uri="{FF2B5EF4-FFF2-40B4-BE49-F238E27FC236}">
                  <a16:creationId xmlns:a16="http://schemas.microsoft.com/office/drawing/2014/main" id="{44D2AC6F-4F84-F587-BEF3-F143A00E6D9B}"/>
                </a:ext>
              </a:extLst>
            </p:cNvPr>
            <p:cNvSpPr/>
            <p:nvPr/>
          </p:nvSpPr>
          <p:spPr bwMode="auto">
            <a:xfrm rot="5400000">
              <a:off x="752919" y="2320639"/>
              <a:ext cx="1053250" cy="1053256"/>
            </a:xfrm>
            <a:prstGeom prst="ellips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379" tIns="105103" rIns="131379" bIns="105103" numCol="1" spcCol="0" rtlCol="0" fromWordArt="0" anchor="t" anchorCtr="0" forceAA="0" compatLnSpc="1">
              <a:prstTxWarp prst="textNoShape">
                <a:avLst/>
              </a:prstTxWarp>
              <a:noAutofit/>
            </a:bodyPr>
            <a:lstStyle>
              <a:defPPr>
                <a:defRPr lang="en-US"/>
              </a:defPPr>
              <a:lvl1pPr marL="0" algn="l" defTabSz="374081" rtl="0" eaLnBrk="1" latinLnBrk="0" hangingPunct="1">
                <a:defRPr sz="1473" kern="1200">
                  <a:solidFill>
                    <a:schemeClr val="tx1"/>
                  </a:solidFill>
                  <a:latin typeface="+mn-lt"/>
                  <a:ea typeface="+mn-ea"/>
                  <a:cs typeface="+mn-cs"/>
                </a:defRPr>
              </a:lvl1pPr>
              <a:lvl2pPr marL="374081" algn="l" defTabSz="374081" rtl="0" eaLnBrk="1" latinLnBrk="0" hangingPunct="1">
                <a:defRPr sz="1473" kern="1200">
                  <a:solidFill>
                    <a:schemeClr val="tx1"/>
                  </a:solidFill>
                  <a:latin typeface="+mn-lt"/>
                  <a:ea typeface="+mn-ea"/>
                  <a:cs typeface="+mn-cs"/>
                </a:defRPr>
              </a:lvl2pPr>
              <a:lvl3pPr marL="748162" algn="l" defTabSz="374081" rtl="0" eaLnBrk="1" latinLnBrk="0" hangingPunct="1">
                <a:defRPr sz="1473" kern="1200">
                  <a:solidFill>
                    <a:schemeClr val="tx1"/>
                  </a:solidFill>
                  <a:latin typeface="+mn-lt"/>
                  <a:ea typeface="+mn-ea"/>
                  <a:cs typeface="+mn-cs"/>
                </a:defRPr>
              </a:lvl3pPr>
              <a:lvl4pPr marL="1122243" algn="l" defTabSz="374081" rtl="0" eaLnBrk="1" latinLnBrk="0" hangingPunct="1">
                <a:defRPr sz="1473" kern="1200">
                  <a:solidFill>
                    <a:schemeClr val="tx1"/>
                  </a:solidFill>
                  <a:latin typeface="+mn-lt"/>
                  <a:ea typeface="+mn-ea"/>
                  <a:cs typeface="+mn-cs"/>
                </a:defRPr>
              </a:lvl4pPr>
              <a:lvl5pPr marL="1496324" algn="l" defTabSz="374081" rtl="0" eaLnBrk="1" latinLnBrk="0" hangingPunct="1">
                <a:defRPr sz="1473" kern="1200">
                  <a:solidFill>
                    <a:schemeClr val="tx1"/>
                  </a:solidFill>
                  <a:latin typeface="+mn-lt"/>
                  <a:ea typeface="+mn-ea"/>
                  <a:cs typeface="+mn-cs"/>
                </a:defRPr>
              </a:lvl5pPr>
              <a:lvl6pPr marL="1870405" algn="l" defTabSz="374081" rtl="0" eaLnBrk="1" latinLnBrk="0" hangingPunct="1">
                <a:defRPr sz="1473" kern="1200">
                  <a:solidFill>
                    <a:schemeClr val="tx1"/>
                  </a:solidFill>
                  <a:latin typeface="+mn-lt"/>
                  <a:ea typeface="+mn-ea"/>
                  <a:cs typeface="+mn-cs"/>
                </a:defRPr>
              </a:lvl6pPr>
              <a:lvl7pPr marL="2244486" algn="l" defTabSz="374081" rtl="0" eaLnBrk="1" latinLnBrk="0" hangingPunct="1">
                <a:defRPr sz="1473" kern="1200">
                  <a:solidFill>
                    <a:schemeClr val="tx1"/>
                  </a:solidFill>
                  <a:latin typeface="+mn-lt"/>
                  <a:ea typeface="+mn-ea"/>
                  <a:cs typeface="+mn-cs"/>
                </a:defRPr>
              </a:lvl7pPr>
              <a:lvl8pPr marL="2618567" algn="l" defTabSz="374081" rtl="0" eaLnBrk="1" latinLnBrk="0" hangingPunct="1">
                <a:defRPr sz="1473" kern="1200">
                  <a:solidFill>
                    <a:schemeClr val="tx1"/>
                  </a:solidFill>
                  <a:latin typeface="+mn-lt"/>
                  <a:ea typeface="+mn-ea"/>
                  <a:cs typeface="+mn-cs"/>
                </a:defRPr>
              </a:lvl8pPr>
              <a:lvl9pPr marL="2992648" algn="l" defTabSz="374081" rtl="0" eaLnBrk="1" latinLnBrk="0" hangingPunct="1">
                <a:defRPr sz="1473" kern="1200">
                  <a:solidFill>
                    <a:schemeClr val="tx1"/>
                  </a:solidFill>
                  <a:latin typeface="+mn-lt"/>
                  <a:ea typeface="+mn-ea"/>
                  <a:cs typeface="+mn-cs"/>
                </a:defRPr>
              </a:lvl9pPr>
            </a:lstStyle>
            <a:p>
              <a:pPr defTabSz="669919" fontAlgn="base">
                <a:spcBef>
                  <a:spcPct val="0"/>
                </a:spcBef>
                <a:spcAft>
                  <a:spcPct val="0"/>
                </a:spcAft>
                <a:defRPr/>
              </a:pPr>
              <a:endParaRPr lang="en-US" sz="1293">
                <a:solidFill>
                  <a:srgbClr val="000000"/>
                </a:solidFill>
                <a:latin typeface="Segoe Sans Display"/>
                <a:ea typeface="Segoe UI" pitchFamily="34" charset="0"/>
                <a:cs typeface="Segoe UI" pitchFamily="34" charset="0"/>
              </a:endParaRPr>
            </a:p>
          </p:txBody>
        </p:sp>
      </p:grpSp>
      <p:pic>
        <p:nvPicPr>
          <p:cNvPr id="81" name="Graphic 80">
            <a:extLst>
              <a:ext uri="{FF2B5EF4-FFF2-40B4-BE49-F238E27FC236}">
                <a16:creationId xmlns:a16="http://schemas.microsoft.com/office/drawing/2014/main" id="{819C957E-4281-888B-D955-41CE846A0331}"/>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796056" y="1988069"/>
            <a:ext cx="458679" cy="458679"/>
          </a:xfrm>
          <a:prstGeom prst="rect">
            <a:avLst/>
          </a:prstGeom>
        </p:spPr>
      </p:pic>
    </p:spTree>
    <p:extLst>
      <p:ext uri="{BB962C8B-B14F-4D97-AF65-F5344CB8AC3E}">
        <p14:creationId xmlns:p14="http://schemas.microsoft.com/office/powerpoint/2010/main" val="40678058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57E35-A357-6951-93B8-84DA1F8415CF}"/>
            </a:ext>
          </a:extLst>
        </p:cNvPr>
        <p:cNvGrpSpPr/>
        <p:nvPr/>
      </p:nvGrpSpPr>
      <p:grpSpPr>
        <a:xfrm>
          <a:off x="0" y="0"/>
          <a:ext cx="0" cy="0"/>
          <a:chOff x="0" y="0"/>
          <a:chExt cx="0" cy="0"/>
        </a:xfrm>
      </p:grpSpPr>
      <p:pic>
        <p:nvPicPr>
          <p:cNvPr id="67" name="Rectangle 3468742" descr="preencoded.png">
            <a:extLst>
              <a:ext uri="{FF2B5EF4-FFF2-40B4-BE49-F238E27FC236}">
                <a16:creationId xmlns:a16="http://schemas.microsoft.com/office/drawing/2014/main" id="{935D4737-AF15-D2BD-A0CA-A169A8D5D2C5}"/>
              </a:ext>
            </a:extLst>
          </p:cNvPr>
          <p:cNvPicPr>
            <a:picLocks noChangeAspect="1"/>
          </p:cNvPicPr>
          <p:nvPr/>
        </p:nvPicPr>
        <p:blipFill>
          <a:blip r:embed="rId3">
            <a:alphaModFix/>
          </a:blip>
          <a:srcRect t="1" b="17144"/>
          <a:stretch>
            <a:fillRect/>
          </a:stretch>
        </p:blipFill>
        <p:spPr>
          <a:xfrm>
            <a:off x="576" y="6"/>
            <a:ext cx="5647182" cy="7991474"/>
          </a:xfrm>
          <a:prstGeom prst="rect">
            <a:avLst/>
          </a:prstGeom>
        </p:spPr>
      </p:pic>
      <p:sp>
        <p:nvSpPr>
          <p:cNvPr id="79" name="Rectangle: Rounded Corners 78">
            <a:extLst>
              <a:ext uri="{FF2B5EF4-FFF2-40B4-BE49-F238E27FC236}">
                <a16:creationId xmlns:a16="http://schemas.microsoft.com/office/drawing/2014/main" id="{F81BFA34-B18A-5D19-CB2E-5EFFFD85E75F}"/>
              </a:ext>
            </a:extLst>
          </p:cNvPr>
          <p:cNvSpPr/>
          <p:nvPr/>
        </p:nvSpPr>
        <p:spPr bwMode="auto">
          <a:xfrm>
            <a:off x="282153" y="5210604"/>
            <a:ext cx="1625418" cy="244432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IN" sz="1163" err="1">
              <a:solidFill>
                <a:srgbClr val="C03BC4"/>
              </a:solidFill>
              <a:latin typeface="Segoe UI"/>
              <a:ea typeface="Segoe UI" pitchFamily="34" charset="0"/>
              <a:cs typeface="Segoe UI" pitchFamily="34" charset="0"/>
            </a:endParaRPr>
          </a:p>
        </p:txBody>
      </p:sp>
      <p:sp>
        <p:nvSpPr>
          <p:cNvPr id="80" name="Rectangle: Rounded Corners 79">
            <a:extLst>
              <a:ext uri="{FF2B5EF4-FFF2-40B4-BE49-F238E27FC236}">
                <a16:creationId xmlns:a16="http://schemas.microsoft.com/office/drawing/2014/main" id="{B9FF4C58-C222-0372-551A-B65DBB1DB687}"/>
              </a:ext>
            </a:extLst>
          </p:cNvPr>
          <p:cNvSpPr/>
          <p:nvPr/>
        </p:nvSpPr>
        <p:spPr bwMode="auto">
          <a:xfrm>
            <a:off x="2016908" y="5210604"/>
            <a:ext cx="1625418" cy="244432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IN" sz="1163" err="1">
              <a:solidFill>
                <a:srgbClr val="C03BC4"/>
              </a:solidFill>
              <a:latin typeface="Segoe UI"/>
              <a:ea typeface="Segoe UI" pitchFamily="34" charset="0"/>
              <a:cs typeface="Segoe UI" pitchFamily="34" charset="0"/>
            </a:endParaRPr>
          </a:p>
        </p:txBody>
      </p:sp>
      <p:sp>
        <p:nvSpPr>
          <p:cNvPr id="81" name="Rectangle: Rounded Corners 80">
            <a:extLst>
              <a:ext uri="{FF2B5EF4-FFF2-40B4-BE49-F238E27FC236}">
                <a16:creationId xmlns:a16="http://schemas.microsoft.com/office/drawing/2014/main" id="{40975A17-5A4C-D6C3-AEC2-7F7BB3AB4AF3}"/>
              </a:ext>
            </a:extLst>
          </p:cNvPr>
          <p:cNvSpPr/>
          <p:nvPr/>
        </p:nvSpPr>
        <p:spPr bwMode="auto">
          <a:xfrm>
            <a:off x="3763968" y="5210604"/>
            <a:ext cx="1625418" cy="244432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IN" sz="1163" err="1">
              <a:solidFill>
                <a:srgbClr val="C03BC4"/>
              </a:solidFill>
              <a:latin typeface="Segoe UI"/>
              <a:ea typeface="Segoe UI" pitchFamily="34" charset="0"/>
              <a:cs typeface="Segoe UI" pitchFamily="34" charset="0"/>
            </a:endParaRPr>
          </a:p>
        </p:txBody>
      </p:sp>
      <p:pic>
        <p:nvPicPr>
          <p:cNvPr id="71" name="Picture 70">
            <a:extLst>
              <a:ext uri="{FF2B5EF4-FFF2-40B4-BE49-F238E27FC236}">
                <a16:creationId xmlns:a16="http://schemas.microsoft.com/office/drawing/2014/main" id="{9B91F6E1-310B-4DCA-D9D1-EFA8D25C3146}"/>
              </a:ext>
            </a:extLst>
          </p:cNvPr>
          <p:cNvPicPr>
            <a:picLocks noChangeAspect="1"/>
          </p:cNvPicPr>
          <p:nvPr/>
        </p:nvPicPr>
        <p:blipFill>
          <a:blip r:embed="rId4"/>
          <a:srcRect l="82526" t="30965" r="-63239" b="25799"/>
          <a:stretch>
            <a:fillRect/>
          </a:stretch>
        </p:blipFill>
        <p:spPr>
          <a:xfrm>
            <a:off x="576" y="-6495"/>
            <a:ext cx="5652707" cy="1385835"/>
          </a:xfrm>
          <a:prstGeom prst="rect">
            <a:avLst/>
          </a:prstGeom>
          <a:effectLst/>
        </p:spPr>
      </p:pic>
      <p:sp>
        <p:nvSpPr>
          <p:cNvPr id="61" name="Rectangle 60">
            <a:extLst>
              <a:ext uri="{FF2B5EF4-FFF2-40B4-BE49-F238E27FC236}">
                <a16:creationId xmlns:a16="http://schemas.microsoft.com/office/drawing/2014/main" id="{9E2C1D61-C97B-074D-2D5C-424C889179B7}"/>
              </a:ext>
            </a:extLst>
          </p:cNvPr>
          <p:cNvSpPr/>
          <p:nvPr/>
        </p:nvSpPr>
        <p:spPr bwMode="auto">
          <a:xfrm>
            <a:off x="576" y="-3447"/>
            <a:ext cx="5647182" cy="1385833"/>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US"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63" name="Picture 62">
            <a:extLst>
              <a:ext uri="{FF2B5EF4-FFF2-40B4-BE49-F238E27FC236}">
                <a16:creationId xmlns:a16="http://schemas.microsoft.com/office/drawing/2014/main" id="{1F8D7817-2A34-A090-10BB-8A54EB0076A2}"/>
              </a:ext>
            </a:extLst>
          </p:cNvPr>
          <p:cNvPicPr>
            <a:picLocks noChangeAspect="1"/>
          </p:cNvPicPr>
          <p:nvPr/>
        </p:nvPicPr>
        <p:blipFill>
          <a:blip r:embed="rId4"/>
          <a:srcRect l="-57031" t="49290" r="56933" b="-2909"/>
          <a:stretch>
            <a:fillRect/>
          </a:stretch>
        </p:blipFill>
        <p:spPr>
          <a:xfrm>
            <a:off x="576" y="-3448"/>
            <a:ext cx="5652707" cy="1385835"/>
          </a:xfrm>
          <a:prstGeom prst="rect">
            <a:avLst/>
          </a:prstGeom>
          <a:effectLst/>
        </p:spPr>
      </p:pic>
      <p:sp>
        <p:nvSpPr>
          <p:cNvPr id="32" name="Title 31">
            <a:extLst>
              <a:ext uri="{FF2B5EF4-FFF2-40B4-BE49-F238E27FC236}">
                <a16:creationId xmlns:a16="http://schemas.microsoft.com/office/drawing/2014/main" id="{C8230886-385E-3625-B41A-6EB929B3CECD}"/>
              </a:ext>
            </a:extLst>
          </p:cNvPr>
          <p:cNvSpPr txBox="1">
            <a:spLocks noGrp="1"/>
          </p:cNvSpPr>
          <p:nvPr>
            <p:ph type="ctrTitle"/>
          </p:nvPr>
        </p:nvSpPr>
        <p:spPr>
          <a:xfrm>
            <a:off x="280573" y="563896"/>
            <a:ext cx="4214824" cy="565524"/>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365417">
              <a:spcBef>
                <a:spcPts val="0"/>
              </a:spcBef>
            </a:pPr>
            <a:r>
              <a:rPr lang="en-US" sz="2035" dirty="0">
                <a:solidFill>
                  <a:srgbClr val="C03BC4"/>
                </a:solidFill>
                <a:cs typeface="Segoe Sans Display Semilight" pitchFamily="2" charset="0"/>
              </a:rPr>
              <a:t>Microsoft Purview Suite </a:t>
            </a:r>
            <a:r>
              <a:rPr lang="en-US" sz="2035" dirty="0">
                <a:cs typeface="Segoe Sans Display Semilight" pitchFamily="2" charset="0"/>
              </a:rPr>
              <a:t>for Microsoft 365 Business Premium</a:t>
            </a:r>
          </a:p>
        </p:txBody>
      </p:sp>
      <p:sp>
        <p:nvSpPr>
          <p:cNvPr id="17" name="TextBox 16">
            <a:extLst>
              <a:ext uri="{FF2B5EF4-FFF2-40B4-BE49-F238E27FC236}">
                <a16:creationId xmlns:a16="http://schemas.microsoft.com/office/drawing/2014/main" id="{A92E1932-F00B-7615-5E7D-55DC4703F1C2}"/>
              </a:ext>
            </a:extLst>
          </p:cNvPr>
          <p:cNvSpPr txBox="1">
            <a:spLocks/>
          </p:cNvSpPr>
          <p:nvPr/>
        </p:nvSpPr>
        <p:spPr>
          <a:xfrm>
            <a:off x="2074568" y="1662672"/>
            <a:ext cx="3157627" cy="447324"/>
          </a:xfrm>
          <a:prstGeom prst="rect">
            <a:avLst/>
          </a:prstGeom>
          <a:noFill/>
        </p:spPr>
        <p:txBody>
          <a:bodyPr wrap="square" lIns="0" tIns="0" rIns="0" bIns="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64395">
              <a:spcAft>
                <a:spcPts val="1309"/>
              </a:spcAft>
              <a:defRPr/>
            </a:pPr>
            <a:r>
              <a:rPr lang="en-US" sz="1453">
                <a:solidFill>
                  <a:srgbClr val="000000"/>
                </a:solidFill>
                <a:latin typeface="Segoe Sans Display Semibold" pitchFamily="2" charset="0"/>
                <a:cs typeface="Segoe Sans Display Semibold" pitchFamily="2" charset="0"/>
              </a:rPr>
              <a:t>Intelligent compliance and risk management in the age of AI</a:t>
            </a:r>
          </a:p>
        </p:txBody>
      </p:sp>
      <p:sp>
        <p:nvSpPr>
          <p:cNvPr id="3" name="TextBox 2">
            <a:extLst>
              <a:ext uri="{FF2B5EF4-FFF2-40B4-BE49-F238E27FC236}">
                <a16:creationId xmlns:a16="http://schemas.microsoft.com/office/drawing/2014/main" id="{DA3B5A7B-B9D1-2B64-CAD0-43CB23302445}"/>
              </a:ext>
            </a:extLst>
          </p:cNvPr>
          <p:cNvSpPr txBox="1">
            <a:spLocks/>
          </p:cNvSpPr>
          <p:nvPr/>
        </p:nvSpPr>
        <p:spPr>
          <a:xfrm>
            <a:off x="2090404" y="2197159"/>
            <a:ext cx="3290136" cy="2334191"/>
          </a:xfrm>
          <a:prstGeom prst="rect">
            <a:avLst/>
          </a:prstGeom>
          <a:noFill/>
        </p:spPr>
        <p:txBody>
          <a:bodyPr wrap="square" lIns="0" tIns="0" rIns="0" bIns="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64395">
              <a:spcAft>
                <a:spcPts val="582"/>
              </a:spcAft>
              <a:defRPr/>
            </a:pPr>
            <a:r>
              <a:rPr lang="en-US" sz="997">
                <a:solidFill>
                  <a:srgbClr val="000000"/>
                </a:solidFill>
                <a:latin typeface="Segoe UI"/>
                <a:ea typeface="+mn-lt"/>
                <a:cs typeface="Segoe UI"/>
              </a:rPr>
              <a:t>Microsoft Purview Suite, now available as an add-on to Microsoft 365 Business Premium, providers integrated data security and compliance capabilities critical for organizations looking to adopt Gen AI technologies and minimize risks related to regulatory requirements.</a:t>
            </a:r>
            <a:endParaRPr lang="en-US" sz="1594">
              <a:solidFill>
                <a:srgbClr val="000000"/>
              </a:solidFill>
              <a:latin typeface="Segoe UI"/>
              <a:ea typeface="+mn-lt"/>
              <a:cs typeface="Segoe UI"/>
            </a:endParaRPr>
          </a:p>
          <a:p>
            <a:pPr marL="132879" indent="-132879" defTabSz="332198">
              <a:spcBef>
                <a:spcPts val="437"/>
              </a:spcBef>
              <a:spcAft>
                <a:spcPts val="582"/>
              </a:spcAft>
              <a:buFont typeface="Arial" panose="020B0604020202020204" pitchFamily="34" charset="0"/>
              <a:buChar char="•"/>
              <a:defRPr/>
            </a:pPr>
            <a:r>
              <a:rPr lang="en-US" sz="997">
                <a:solidFill>
                  <a:srgbClr val="000000"/>
                </a:solidFill>
                <a:latin typeface="Segoe Sans Display"/>
                <a:cs typeface="Segoe Sans Display"/>
              </a:rPr>
              <a:t>Safeguard sensitive data across clouds, apps, and endpoints.</a:t>
            </a:r>
          </a:p>
          <a:p>
            <a:pPr marL="132879" indent="-132879" defTabSz="332198">
              <a:spcAft>
                <a:spcPts val="582"/>
              </a:spcAft>
              <a:buFont typeface="Arial" panose="020B0604020202020204" pitchFamily="34" charset="0"/>
              <a:buChar char="•"/>
              <a:defRPr/>
            </a:pPr>
            <a:r>
              <a:rPr lang="en-US" sz="997">
                <a:solidFill>
                  <a:srgbClr val="000000"/>
                </a:solidFill>
                <a:latin typeface="Segoe Sans Display"/>
                <a:cs typeface="Segoe Sans Display"/>
              </a:rPr>
              <a:t>Identify and remediate critical risks within your organization.</a:t>
            </a:r>
          </a:p>
          <a:p>
            <a:pPr marL="132879" indent="-132879" defTabSz="332198">
              <a:spcAft>
                <a:spcPts val="582"/>
              </a:spcAft>
              <a:buFont typeface="Arial" panose="020B0604020202020204" pitchFamily="34" charset="0"/>
              <a:buChar char="•"/>
              <a:defRPr/>
            </a:pPr>
            <a:r>
              <a:rPr lang="en-US" sz="997">
                <a:solidFill>
                  <a:srgbClr val="000000"/>
                </a:solidFill>
                <a:latin typeface="Segoe Sans Display"/>
                <a:cs typeface="Segoe Sans Display"/>
              </a:rPr>
              <a:t>Investigate and respond to legal requirements with relevant data.</a:t>
            </a:r>
          </a:p>
          <a:p>
            <a:pPr marL="132879" indent="-132879" defTabSz="332198">
              <a:spcAft>
                <a:spcPts val="582"/>
              </a:spcAft>
              <a:buFont typeface="Arial" panose="020B0604020202020204" pitchFamily="34" charset="0"/>
              <a:buChar char="•"/>
              <a:defRPr/>
            </a:pPr>
            <a:r>
              <a:rPr lang="en-US" sz="997">
                <a:solidFill>
                  <a:srgbClr val="000000"/>
                </a:solidFill>
                <a:latin typeface="Segoe UI"/>
                <a:ea typeface="+mn-lt"/>
                <a:cs typeface="Segoe UI"/>
              </a:rPr>
              <a:t>Built-in assessments and actions for 350+ regional regulations</a:t>
            </a:r>
            <a:endParaRPr lang="en-US" sz="1594">
              <a:solidFill>
                <a:srgbClr val="000000"/>
              </a:solidFill>
              <a:latin typeface="Segoe UI"/>
            </a:endParaRPr>
          </a:p>
        </p:txBody>
      </p:sp>
      <p:sp>
        <p:nvSpPr>
          <p:cNvPr id="42" name="Left Bracket 41">
            <a:extLst>
              <a:ext uri="{FF2B5EF4-FFF2-40B4-BE49-F238E27FC236}">
                <a16:creationId xmlns:a16="http://schemas.microsoft.com/office/drawing/2014/main" id="{4607B54D-3EC6-3752-105A-D9D2701B8F61}"/>
              </a:ext>
            </a:extLst>
          </p:cNvPr>
          <p:cNvSpPr/>
          <p:nvPr/>
        </p:nvSpPr>
        <p:spPr>
          <a:xfrm rot="16200000" flipH="1">
            <a:off x="2710625" y="2477599"/>
            <a:ext cx="244967" cy="5085222"/>
          </a:xfrm>
          <a:prstGeom prst="leftBracket">
            <a:avLst>
              <a:gd name="adj" fmla="val 0"/>
            </a:avLst>
          </a:prstGeom>
          <a:ln w="9525" cap="rnd">
            <a:solidFill>
              <a:srgbClr val="C03BC4">
                <a:alpha val="25000"/>
              </a:srgbClr>
            </a:solidFill>
            <a:headEnd type="none" w="lg" len="med"/>
            <a:tailEnd type="none" w="lg" len="sm"/>
          </a:ln>
          <a:effectLst/>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ctr" defTabSz="332198">
              <a:defRPr/>
            </a:pPr>
            <a:endParaRPr lang="en-IN" sz="1309">
              <a:solidFill>
                <a:srgbClr val="000000"/>
              </a:solidFill>
              <a:latin typeface="Segoe UI"/>
            </a:endParaRPr>
          </a:p>
        </p:txBody>
      </p:sp>
      <p:sp>
        <p:nvSpPr>
          <p:cNvPr id="43" name="Title 1">
            <a:extLst>
              <a:ext uri="{FF2B5EF4-FFF2-40B4-BE49-F238E27FC236}">
                <a16:creationId xmlns:a16="http://schemas.microsoft.com/office/drawing/2014/main" id="{0229FE75-A857-208B-452D-3AC05899E608}"/>
              </a:ext>
            </a:extLst>
          </p:cNvPr>
          <p:cNvSpPr txBox="1">
            <a:spLocks/>
          </p:cNvSpPr>
          <p:nvPr/>
        </p:nvSpPr>
        <p:spPr>
          <a:xfrm>
            <a:off x="550049" y="4818509"/>
            <a:ext cx="4574680" cy="151092"/>
          </a:xfrm>
          <a:prstGeom prst="rect">
            <a:avLst/>
          </a:prstGeom>
          <a:solidFill>
            <a:srgbClr val="F2F0F0"/>
          </a:solidFill>
          <a:ln w="9525">
            <a:noFill/>
          </a:ln>
        </p:spPr>
        <p:txBody>
          <a:bodyPr vert="horz" wrap="square" lIns="66437" tIns="33220" rIns="66437" bIns="33220" rtlCol="0" anchor="ctr" anchorCtr="0">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ctr" defTabSz="664370">
              <a:spcAft>
                <a:spcPct val="0"/>
              </a:spcAft>
              <a:defRPr/>
            </a:pPr>
            <a:r>
              <a:rPr lang="en-US" sz="1163" spc="0">
                <a:solidFill>
                  <a:srgbClr val="C03BC4"/>
                </a:solidFill>
                <a:latin typeface="Segoe UI Semibold"/>
                <a:ea typeface="+mj-lt"/>
                <a:cs typeface="Segoe UI Semibold"/>
              </a:rPr>
              <a:t>Unified solutions to secure and govern data for the era of AI</a:t>
            </a:r>
            <a:endParaRPr lang="en-US" sz="2616" spc="-36">
              <a:solidFill>
                <a:srgbClr val="C03BC4"/>
              </a:solidFill>
              <a:latin typeface="Segoe UI Semibold"/>
            </a:endParaRPr>
          </a:p>
        </p:txBody>
      </p:sp>
      <p:sp>
        <p:nvSpPr>
          <p:cNvPr id="44" name="TextBox 43">
            <a:extLst>
              <a:ext uri="{FF2B5EF4-FFF2-40B4-BE49-F238E27FC236}">
                <a16:creationId xmlns:a16="http://schemas.microsoft.com/office/drawing/2014/main" id="{A7A559E7-3970-4136-DC54-7BA2820FF8F5}"/>
              </a:ext>
            </a:extLst>
          </p:cNvPr>
          <p:cNvSpPr txBox="1"/>
          <p:nvPr/>
        </p:nvSpPr>
        <p:spPr>
          <a:xfrm>
            <a:off x="358808" y="5920009"/>
            <a:ext cx="1547063" cy="380226"/>
          </a:xfrm>
          <a:prstGeom prst="rect">
            <a:avLst/>
          </a:prstGeom>
          <a:noFill/>
        </p:spPr>
        <p:txBody>
          <a:bodyPr wrap="square" lIns="66437" tIns="33220" rIns="66437" bIns="3322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l" defTabSz="664370">
              <a:defRPr/>
            </a:pPr>
            <a:r>
              <a:rPr lang="en-US" sz="1017">
                <a:solidFill>
                  <a:srgbClr val="000000"/>
                </a:solidFill>
                <a:latin typeface="Segoe Sans Display Semibold"/>
                <a:cs typeface="Segoe Sans Display Semibold"/>
              </a:rPr>
              <a:t>Address oversharing concerns</a:t>
            </a:r>
          </a:p>
        </p:txBody>
      </p:sp>
      <p:sp>
        <p:nvSpPr>
          <p:cNvPr id="45" name="TextBox 44">
            <a:extLst>
              <a:ext uri="{FF2B5EF4-FFF2-40B4-BE49-F238E27FC236}">
                <a16:creationId xmlns:a16="http://schemas.microsoft.com/office/drawing/2014/main" id="{2FBE6B00-7CF5-6B33-E396-66DF2835C682}"/>
              </a:ext>
            </a:extLst>
          </p:cNvPr>
          <p:cNvSpPr txBox="1"/>
          <p:nvPr/>
        </p:nvSpPr>
        <p:spPr>
          <a:xfrm>
            <a:off x="2089467" y="5920009"/>
            <a:ext cx="1537883" cy="380226"/>
          </a:xfrm>
          <a:prstGeom prst="rect">
            <a:avLst/>
          </a:prstGeom>
          <a:noFill/>
        </p:spPr>
        <p:txBody>
          <a:bodyPr wrap="square" lIns="66437" tIns="33220" rIns="66437" bIns="3322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l" defTabSz="664370">
              <a:defRPr/>
            </a:pPr>
            <a:r>
              <a:rPr lang="en-US" sz="1017">
                <a:solidFill>
                  <a:srgbClr val="000000"/>
                </a:solidFill>
                <a:latin typeface="Segoe Sans Display Semibold"/>
                <a:cs typeface="Segoe Sans Display Semibold"/>
              </a:rPr>
              <a:t>Protect against data loss and insider risks</a:t>
            </a:r>
          </a:p>
        </p:txBody>
      </p:sp>
      <p:sp>
        <p:nvSpPr>
          <p:cNvPr id="46" name="TextBox 45">
            <a:extLst>
              <a:ext uri="{FF2B5EF4-FFF2-40B4-BE49-F238E27FC236}">
                <a16:creationId xmlns:a16="http://schemas.microsoft.com/office/drawing/2014/main" id="{CF4731E7-05FF-532F-52AE-93BA33AE7EC1}"/>
              </a:ext>
            </a:extLst>
          </p:cNvPr>
          <p:cNvSpPr txBox="1"/>
          <p:nvPr/>
        </p:nvSpPr>
        <p:spPr>
          <a:xfrm>
            <a:off x="3832720" y="5920008"/>
            <a:ext cx="1507119" cy="380226"/>
          </a:xfrm>
          <a:prstGeom prst="rect">
            <a:avLst/>
          </a:prstGeom>
          <a:noFill/>
        </p:spPr>
        <p:txBody>
          <a:bodyPr wrap="square" lIns="66437" tIns="33220" rIns="66437" bIns="3322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l" defTabSz="664370">
              <a:defRPr/>
            </a:pPr>
            <a:r>
              <a:rPr lang="en-US" sz="1017">
                <a:solidFill>
                  <a:srgbClr val="000000"/>
                </a:solidFill>
                <a:latin typeface="Segoe Sans Display Semibold"/>
                <a:cs typeface="Segoe Sans Display Semibold"/>
              </a:rPr>
              <a:t>Govern AI use to meet regulations &amp; policies</a:t>
            </a:r>
          </a:p>
        </p:txBody>
      </p:sp>
      <p:sp>
        <p:nvSpPr>
          <p:cNvPr id="47" name="TextBox 46">
            <a:extLst>
              <a:ext uri="{FF2B5EF4-FFF2-40B4-BE49-F238E27FC236}">
                <a16:creationId xmlns:a16="http://schemas.microsoft.com/office/drawing/2014/main" id="{DBF849E1-2B38-8110-7D96-69D3AF3E886A}"/>
              </a:ext>
            </a:extLst>
          </p:cNvPr>
          <p:cNvSpPr txBox="1"/>
          <p:nvPr/>
        </p:nvSpPr>
        <p:spPr>
          <a:xfrm>
            <a:off x="361047" y="6328431"/>
            <a:ext cx="1362545" cy="1109538"/>
          </a:xfrm>
          <a:prstGeom prst="rect">
            <a:avLst/>
          </a:prstGeom>
          <a:noFill/>
        </p:spPr>
        <p:txBody>
          <a:bodyPr wrap="square" lIns="66437" tIns="33220" rIns="66437" bIns="3322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Gain visibility into overshared content.</a:t>
            </a:r>
          </a:p>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Remediate excessive permissions.</a:t>
            </a:r>
          </a:p>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Prevent Generative AI from processing sensitive files.</a:t>
            </a:r>
          </a:p>
        </p:txBody>
      </p:sp>
      <p:sp>
        <p:nvSpPr>
          <p:cNvPr id="48" name="TextBox 47">
            <a:extLst>
              <a:ext uri="{FF2B5EF4-FFF2-40B4-BE49-F238E27FC236}">
                <a16:creationId xmlns:a16="http://schemas.microsoft.com/office/drawing/2014/main" id="{3CC0BE90-57FC-7645-EC41-2A5A4441D26E}"/>
              </a:ext>
            </a:extLst>
          </p:cNvPr>
          <p:cNvSpPr txBox="1"/>
          <p:nvPr/>
        </p:nvSpPr>
        <p:spPr>
          <a:xfrm>
            <a:off x="2097858" y="6328431"/>
            <a:ext cx="1510276" cy="1109538"/>
          </a:xfrm>
          <a:prstGeom prst="rect">
            <a:avLst/>
          </a:prstGeom>
          <a:noFill/>
        </p:spPr>
        <p:txBody>
          <a:bodyPr wrap="square" lIns="66437" tIns="33220" rIns="66437" bIns="3322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Get alerts and reports of risky behavior and AI use.</a:t>
            </a:r>
          </a:p>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Protect sensitive files and Copilot interactions.</a:t>
            </a:r>
          </a:p>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Dynamically apply security policies based on risky actions.</a:t>
            </a:r>
          </a:p>
        </p:txBody>
      </p:sp>
      <p:sp>
        <p:nvSpPr>
          <p:cNvPr id="49" name="TextBox 48">
            <a:extLst>
              <a:ext uri="{FF2B5EF4-FFF2-40B4-BE49-F238E27FC236}">
                <a16:creationId xmlns:a16="http://schemas.microsoft.com/office/drawing/2014/main" id="{07FC56BF-390F-68CB-6993-C9226762ED03}"/>
              </a:ext>
            </a:extLst>
          </p:cNvPr>
          <p:cNvSpPr txBox="1"/>
          <p:nvPr/>
        </p:nvSpPr>
        <p:spPr>
          <a:xfrm>
            <a:off x="3850717" y="6328432"/>
            <a:ext cx="1461625" cy="1109538"/>
          </a:xfrm>
          <a:prstGeom prst="rect">
            <a:avLst/>
          </a:prstGeom>
          <a:noFill/>
        </p:spPr>
        <p:txBody>
          <a:bodyPr wrap="square" lIns="66437" tIns="33220" rIns="66437" bIns="3322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Inspect interaction content and audit logs. </a:t>
            </a:r>
          </a:p>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Investigate for compliance and ethical violations.</a:t>
            </a:r>
          </a:p>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Enforce lifecycle policies and legal holds. </a:t>
            </a:r>
          </a:p>
        </p:txBody>
      </p:sp>
      <p:grpSp>
        <p:nvGrpSpPr>
          <p:cNvPr id="50" name="Group 49">
            <a:extLst>
              <a:ext uri="{FF2B5EF4-FFF2-40B4-BE49-F238E27FC236}">
                <a16:creationId xmlns:a16="http://schemas.microsoft.com/office/drawing/2014/main" id="{1DAC263C-DD68-2093-183D-563923E8995E}"/>
              </a:ext>
            </a:extLst>
          </p:cNvPr>
          <p:cNvGrpSpPr/>
          <p:nvPr/>
        </p:nvGrpSpPr>
        <p:grpSpPr>
          <a:xfrm>
            <a:off x="922768" y="5405402"/>
            <a:ext cx="352772" cy="352770"/>
            <a:chOff x="1279011" y="2060416"/>
            <a:chExt cx="441393" cy="441390"/>
          </a:xfrm>
        </p:grpSpPr>
        <p:sp>
          <p:nvSpPr>
            <p:cNvPr id="51" name="Oval 50">
              <a:extLst>
                <a:ext uri="{FF2B5EF4-FFF2-40B4-BE49-F238E27FC236}">
                  <a16:creationId xmlns:a16="http://schemas.microsoft.com/office/drawing/2014/main" id="{E2C8F927-3A6B-5151-5591-7DBD1A7B5937}"/>
                </a:ext>
              </a:extLst>
            </p:cNvPr>
            <p:cNvSpPr/>
            <p:nvPr/>
          </p:nvSpPr>
          <p:spPr bwMode="auto">
            <a:xfrm rot="5400000">
              <a:off x="1279013" y="2060414"/>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sp>
          <p:nvSpPr>
            <p:cNvPr id="53" name="Graphic 81" descr="Icon of an app window with a closed padlock">
              <a:extLst>
                <a:ext uri="{FF2B5EF4-FFF2-40B4-BE49-F238E27FC236}">
                  <a16:creationId xmlns:a16="http://schemas.microsoft.com/office/drawing/2014/main" id="{EA82653D-5D21-5D23-3B69-4F87EAB3F775}"/>
                </a:ext>
              </a:extLst>
            </p:cNvPr>
            <p:cNvSpPr/>
            <p:nvPr/>
          </p:nvSpPr>
          <p:spPr>
            <a:xfrm>
              <a:off x="1407278" y="2184013"/>
              <a:ext cx="184865" cy="194188"/>
            </a:xfrm>
            <a:custGeom>
              <a:avLst/>
              <a:gdLst>
                <a:gd name="connsiteX0" fmla="*/ 228003 w 309156"/>
                <a:gd name="connsiteY0" fmla="*/ 0 h 309156"/>
                <a:gd name="connsiteX1" fmla="*/ 278241 w 309156"/>
                <a:gd name="connsiteY1" fmla="*/ 50238 h 309156"/>
                <a:gd name="connsiteX2" fmla="*/ 278241 w 309156"/>
                <a:gd name="connsiteY2" fmla="*/ 132172 h 309156"/>
                <a:gd name="connsiteX3" fmla="*/ 255054 w 309156"/>
                <a:gd name="connsiteY3" fmla="*/ 118174 h 309156"/>
                <a:gd name="connsiteX4" fmla="*/ 255054 w 309156"/>
                <a:gd name="connsiteY4" fmla="*/ 85018 h 309156"/>
                <a:gd name="connsiteX5" fmla="*/ 23187 w 309156"/>
                <a:gd name="connsiteY5" fmla="*/ 85018 h 309156"/>
                <a:gd name="connsiteX6" fmla="*/ 23187 w 309156"/>
                <a:gd name="connsiteY6" fmla="*/ 228003 h 309156"/>
                <a:gd name="connsiteX7" fmla="*/ 50238 w 309156"/>
                <a:gd name="connsiteY7" fmla="*/ 255054 h 309156"/>
                <a:gd name="connsiteX8" fmla="*/ 154578 w 309156"/>
                <a:gd name="connsiteY8" fmla="*/ 255054 h 309156"/>
                <a:gd name="connsiteX9" fmla="*/ 154578 w 309156"/>
                <a:gd name="connsiteY9" fmla="*/ 278241 h 309156"/>
                <a:gd name="connsiteX10" fmla="*/ 50238 w 309156"/>
                <a:gd name="connsiteY10" fmla="*/ 278241 h 309156"/>
                <a:gd name="connsiteX11" fmla="*/ 0 w 309156"/>
                <a:gd name="connsiteY11" fmla="*/ 228003 h 309156"/>
                <a:gd name="connsiteX12" fmla="*/ 0 w 309156"/>
                <a:gd name="connsiteY12" fmla="*/ 50238 h 309156"/>
                <a:gd name="connsiteX13" fmla="*/ 50238 w 309156"/>
                <a:gd name="connsiteY13" fmla="*/ 0 h 309156"/>
                <a:gd name="connsiteX14" fmla="*/ 228003 w 309156"/>
                <a:gd name="connsiteY14" fmla="*/ 0 h 309156"/>
                <a:gd name="connsiteX15" fmla="*/ 228003 w 309156"/>
                <a:gd name="connsiteY15" fmla="*/ 23187 h 309156"/>
                <a:gd name="connsiteX16" fmla="*/ 50238 w 309156"/>
                <a:gd name="connsiteY16" fmla="*/ 23187 h 309156"/>
                <a:gd name="connsiteX17" fmla="*/ 23187 w 309156"/>
                <a:gd name="connsiteY17" fmla="*/ 50238 h 309156"/>
                <a:gd name="connsiteX18" fmla="*/ 23187 w 309156"/>
                <a:gd name="connsiteY18" fmla="*/ 61831 h 309156"/>
                <a:gd name="connsiteX19" fmla="*/ 255054 w 309156"/>
                <a:gd name="connsiteY19" fmla="*/ 61831 h 309156"/>
                <a:gd name="connsiteX20" fmla="*/ 255054 w 309156"/>
                <a:gd name="connsiteY20" fmla="*/ 50238 h 309156"/>
                <a:gd name="connsiteX21" fmla="*/ 228003 w 309156"/>
                <a:gd name="connsiteY21" fmla="*/ 23187 h 309156"/>
                <a:gd name="connsiteX22" fmla="*/ 200952 w 309156"/>
                <a:gd name="connsiteY22" fmla="*/ 185494 h 309156"/>
                <a:gd name="connsiteX23" fmla="*/ 193223 w 309156"/>
                <a:gd name="connsiteY23" fmla="*/ 185494 h 309156"/>
                <a:gd name="connsiteX24" fmla="*/ 170036 w 309156"/>
                <a:gd name="connsiteY24" fmla="*/ 208681 h 309156"/>
                <a:gd name="connsiteX25" fmla="*/ 170036 w 309156"/>
                <a:gd name="connsiteY25" fmla="*/ 285970 h 309156"/>
                <a:gd name="connsiteX26" fmla="*/ 193223 w 309156"/>
                <a:gd name="connsiteY26" fmla="*/ 309157 h 309156"/>
                <a:gd name="connsiteX27" fmla="*/ 285970 w 309156"/>
                <a:gd name="connsiteY27" fmla="*/ 309157 h 309156"/>
                <a:gd name="connsiteX28" fmla="*/ 309157 w 309156"/>
                <a:gd name="connsiteY28" fmla="*/ 285970 h 309156"/>
                <a:gd name="connsiteX29" fmla="*/ 309157 w 309156"/>
                <a:gd name="connsiteY29" fmla="*/ 208681 h 309156"/>
                <a:gd name="connsiteX30" fmla="*/ 285970 w 309156"/>
                <a:gd name="connsiteY30" fmla="*/ 185494 h 309156"/>
                <a:gd name="connsiteX31" fmla="*/ 278241 w 309156"/>
                <a:gd name="connsiteY31" fmla="*/ 185494 h 309156"/>
                <a:gd name="connsiteX32" fmla="*/ 278241 w 309156"/>
                <a:gd name="connsiteY32" fmla="*/ 170036 h 309156"/>
                <a:gd name="connsiteX33" fmla="*/ 239596 w 309156"/>
                <a:gd name="connsiteY33" fmla="*/ 131392 h 309156"/>
                <a:gd name="connsiteX34" fmla="*/ 200952 w 309156"/>
                <a:gd name="connsiteY34" fmla="*/ 170036 h 309156"/>
                <a:gd name="connsiteX35" fmla="*/ 200952 w 309156"/>
                <a:gd name="connsiteY35" fmla="*/ 185494 h 309156"/>
                <a:gd name="connsiteX36" fmla="*/ 224139 w 309156"/>
                <a:gd name="connsiteY36" fmla="*/ 170036 h 309156"/>
                <a:gd name="connsiteX37" fmla="*/ 239596 w 309156"/>
                <a:gd name="connsiteY37" fmla="*/ 154578 h 309156"/>
                <a:gd name="connsiteX38" fmla="*/ 255054 w 309156"/>
                <a:gd name="connsiteY38" fmla="*/ 170036 h 309156"/>
                <a:gd name="connsiteX39" fmla="*/ 255054 w 309156"/>
                <a:gd name="connsiteY39" fmla="*/ 185494 h 309156"/>
                <a:gd name="connsiteX40" fmla="*/ 224139 w 309156"/>
                <a:gd name="connsiteY40" fmla="*/ 185494 h 309156"/>
                <a:gd name="connsiteX41" fmla="*/ 224139 w 309156"/>
                <a:gd name="connsiteY41" fmla="*/ 170036 h 309156"/>
                <a:gd name="connsiteX42" fmla="*/ 255054 w 309156"/>
                <a:gd name="connsiteY42" fmla="*/ 247325 h 309156"/>
                <a:gd name="connsiteX43" fmla="*/ 239596 w 309156"/>
                <a:gd name="connsiteY43" fmla="*/ 262783 h 309156"/>
                <a:gd name="connsiteX44" fmla="*/ 224139 w 309156"/>
                <a:gd name="connsiteY44" fmla="*/ 247325 h 309156"/>
                <a:gd name="connsiteX45" fmla="*/ 239596 w 309156"/>
                <a:gd name="connsiteY45" fmla="*/ 231868 h 309156"/>
                <a:gd name="connsiteX46" fmla="*/ 255054 w 309156"/>
                <a:gd name="connsiteY46" fmla="*/ 247325 h 30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309156" h="309156">
                  <a:moveTo>
                    <a:pt x="228003" y="0"/>
                  </a:moveTo>
                  <a:cubicBezTo>
                    <a:pt x="255748" y="0"/>
                    <a:pt x="278241" y="22492"/>
                    <a:pt x="278241" y="50238"/>
                  </a:cubicBezTo>
                  <a:lnTo>
                    <a:pt x="278241" y="132172"/>
                  </a:lnTo>
                  <a:cubicBezTo>
                    <a:pt x="271905" y="125708"/>
                    <a:pt x="263961" y="120825"/>
                    <a:pt x="255054" y="118174"/>
                  </a:cubicBezTo>
                  <a:lnTo>
                    <a:pt x="255054" y="85018"/>
                  </a:lnTo>
                  <a:lnTo>
                    <a:pt x="23187" y="85018"/>
                  </a:lnTo>
                  <a:lnTo>
                    <a:pt x="23187" y="228003"/>
                  </a:lnTo>
                  <a:cubicBezTo>
                    <a:pt x="23187" y="242943"/>
                    <a:pt x="35298" y="255054"/>
                    <a:pt x="50238" y="255054"/>
                  </a:cubicBezTo>
                  <a:lnTo>
                    <a:pt x="154578" y="255054"/>
                  </a:lnTo>
                  <a:lnTo>
                    <a:pt x="154578" y="278241"/>
                  </a:lnTo>
                  <a:lnTo>
                    <a:pt x="50238" y="278241"/>
                  </a:lnTo>
                  <a:cubicBezTo>
                    <a:pt x="22492" y="278241"/>
                    <a:pt x="0" y="255748"/>
                    <a:pt x="0" y="228003"/>
                  </a:cubicBezTo>
                  <a:lnTo>
                    <a:pt x="0" y="50238"/>
                  </a:lnTo>
                  <a:cubicBezTo>
                    <a:pt x="0" y="22492"/>
                    <a:pt x="22492" y="0"/>
                    <a:pt x="50238" y="0"/>
                  </a:cubicBezTo>
                  <a:lnTo>
                    <a:pt x="228003" y="0"/>
                  </a:lnTo>
                  <a:close/>
                  <a:moveTo>
                    <a:pt x="228003" y="23187"/>
                  </a:moveTo>
                  <a:lnTo>
                    <a:pt x="50238" y="23187"/>
                  </a:lnTo>
                  <a:cubicBezTo>
                    <a:pt x="35298" y="23187"/>
                    <a:pt x="23187" y="35298"/>
                    <a:pt x="23187" y="50238"/>
                  </a:cubicBezTo>
                  <a:lnTo>
                    <a:pt x="23187" y="61831"/>
                  </a:lnTo>
                  <a:lnTo>
                    <a:pt x="255054" y="61831"/>
                  </a:lnTo>
                  <a:lnTo>
                    <a:pt x="255054" y="50238"/>
                  </a:lnTo>
                  <a:cubicBezTo>
                    <a:pt x="255054" y="35298"/>
                    <a:pt x="242943" y="23187"/>
                    <a:pt x="228003" y="23187"/>
                  </a:cubicBezTo>
                  <a:close/>
                  <a:moveTo>
                    <a:pt x="200952" y="185494"/>
                  </a:moveTo>
                  <a:lnTo>
                    <a:pt x="193223" y="185494"/>
                  </a:lnTo>
                  <a:cubicBezTo>
                    <a:pt x="180418" y="185494"/>
                    <a:pt x="170036" y="195875"/>
                    <a:pt x="170036" y="208681"/>
                  </a:cubicBezTo>
                  <a:lnTo>
                    <a:pt x="170036" y="285970"/>
                  </a:lnTo>
                  <a:cubicBezTo>
                    <a:pt x="170036" y="298775"/>
                    <a:pt x="180418" y="309157"/>
                    <a:pt x="193223" y="309157"/>
                  </a:cubicBezTo>
                  <a:lnTo>
                    <a:pt x="285970" y="309157"/>
                  </a:lnTo>
                  <a:cubicBezTo>
                    <a:pt x="298775" y="309157"/>
                    <a:pt x="309157" y="298775"/>
                    <a:pt x="309157" y="285970"/>
                  </a:cubicBezTo>
                  <a:lnTo>
                    <a:pt x="309157" y="208681"/>
                  </a:lnTo>
                  <a:cubicBezTo>
                    <a:pt x="309157" y="195875"/>
                    <a:pt x="298775" y="185494"/>
                    <a:pt x="285970" y="185494"/>
                  </a:cubicBezTo>
                  <a:lnTo>
                    <a:pt x="278241" y="185494"/>
                  </a:lnTo>
                  <a:lnTo>
                    <a:pt x="278241" y="170036"/>
                  </a:lnTo>
                  <a:cubicBezTo>
                    <a:pt x="278241" y="148694"/>
                    <a:pt x="260939" y="131392"/>
                    <a:pt x="239596" y="131392"/>
                  </a:cubicBezTo>
                  <a:cubicBezTo>
                    <a:pt x="218254" y="131392"/>
                    <a:pt x="200952" y="148694"/>
                    <a:pt x="200952" y="170036"/>
                  </a:cubicBezTo>
                  <a:lnTo>
                    <a:pt x="200952" y="185494"/>
                  </a:lnTo>
                  <a:close/>
                  <a:moveTo>
                    <a:pt x="224139" y="170036"/>
                  </a:moveTo>
                  <a:cubicBezTo>
                    <a:pt x="224139" y="161499"/>
                    <a:pt x="231059" y="154578"/>
                    <a:pt x="239596" y="154578"/>
                  </a:cubicBezTo>
                  <a:cubicBezTo>
                    <a:pt x="248134" y="154578"/>
                    <a:pt x="255054" y="161499"/>
                    <a:pt x="255054" y="170036"/>
                  </a:cubicBezTo>
                  <a:lnTo>
                    <a:pt x="255054" y="185494"/>
                  </a:lnTo>
                  <a:lnTo>
                    <a:pt x="224139" y="185494"/>
                  </a:lnTo>
                  <a:lnTo>
                    <a:pt x="224139" y="170036"/>
                  </a:lnTo>
                  <a:close/>
                  <a:moveTo>
                    <a:pt x="255054" y="247325"/>
                  </a:moveTo>
                  <a:cubicBezTo>
                    <a:pt x="255054" y="255863"/>
                    <a:pt x="248134" y="262783"/>
                    <a:pt x="239596" y="262783"/>
                  </a:cubicBezTo>
                  <a:cubicBezTo>
                    <a:pt x="231059" y="262783"/>
                    <a:pt x="224139" y="255863"/>
                    <a:pt x="224139" y="247325"/>
                  </a:cubicBezTo>
                  <a:cubicBezTo>
                    <a:pt x="224139" y="238788"/>
                    <a:pt x="231059" y="231868"/>
                    <a:pt x="239596" y="231868"/>
                  </a:cubicBezTo>
                  <a:cubicBezTo>
                    <a:pt x="248134" y="231868"/>
                    <a:pt x="255054" y="238788"/>
                    <a:pt x="255054" y="247325"/>
                  </a:cubicBezTo>
                  <a:close/>
                </a:path>
              </a:pathLst>
            </a:custGeom>
            <a:solidFill>
              <a:schemeClr val="bg1"/>
            </a:solidFill>
            <a:ln w="11906" cap="flat">
              <a:noFill/>
              <a:prstDash val="solid"/>
              <a:miter/>
            </a:ln>
          </p:spPr>
          <p:txBody>
            <a:bodyPr wrap="square" lIns="106774" tIns="18687" rIns="106774" bIns="19932" rtlCol="0" anchor="ctr">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ctr" defTabSz="1653613" fontAlgn="base">
                <a:spcBef>
                  <a:spcPts val="1309"/>
                </a:spcBef>
                <a:spcAft>
                  <a:spcPts val="1309"/>
                </a:spcAft>
                <a:tabLst>
                  <a:tab pos="2689286" algn="l"/>
                </a:tabLst>
                <a:defRPr/>
              </a:pPr>
              <a:endParaRPr lang="en-US" sz="1309">
                <a:ln w="3175">
                  <a:noFill/>
                </a:ln>
                <a:gradFill>
                  <a:gsLst>
                    <a:gs pos="53147">
                      <a:srgbClr val="FFFFFF"/>
                    </a:gs>
                    <a:gs pos="28000">
                      <a:srgbClr val="FFFFFF"/>
                    </a:gs>
                  </a:gsLst>
                  <a:path path="circle">
                    <a:fillToRect l="100000" b="100000"/>
                  </a:path>
                </a:gradFill>
                <a:latin typeface="Segoe UI Semibold"/>
                <a:cs typeface="Segoe UI" pitchFamily="34" charset="0"/>
              </a:endParaRPr>
            </a:p>
          </p:txBody>
        </p:sp>
      </p:grpSp>
      <p:grpSp>
        <p:nvGrpSpPr>
          <p:cNvPr id="55" name="Group 54">
            <a:extLst>
              <a:ext uri="{FF2B5EF4-FFF2-40B4-BE49-F238E27FC236}">
                <a16:creationId xmlns:a16="http://schemas.microsoft.com/office/drawing/2014/main" id="{6147BE28-4AEC-895D-F51C-A5F4B37367EA}"/>
              </a:ext>
            </a:extLst>
          </p:cNvPr>
          <p:cNvGrpSpPr/>
          <p:nvPr/>
        </p:nvGrpSpPr>
        <p:grpSpPr>
          <a:xfrm>
            <a:off x="2661765" y="5405400"/>
            <a:ext cx="352772" cy="352770"/>
            <a:chOff x="3672450" y="2060414"/>
            <a:chExt cx="441393" cy="441390"/>
          </a:xfrm>
        </p:grpSpPr>
        <p:sp>
          <p:nvSpPr>
            <p:cNvPr id="56" name="Oval 55">
              <a:extLst>
                <a:ext uri="{FF2B5EF4-FFF2-40B4-BE49-F238E27FC236}">
                  <a16:creationId xmlns:a16="http://schemas.microsoft.com/office/drawing/2014/main" id="{CEEF4C83-13A7-1861-04DA-79288535A308}"/>
                </a:ext>
              </a:extLst>
            </p:cNvPr>
            <p:cNvSpPr/>
            <p:nvPr/>
          </p:nvSpPr>
          <p:spPr bwMode="auto">
            <a:xfrm rot="5400000">
              <a:off x="3672452" y="2060412"/>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sp>
          <p:nvSpPr>
            <p:cNvPr id="57" name="Graphic 80" descr="Icon of a key">
              <a:extLst>
                <a:ext uri="{FF2B5EF4-FFF2-40B4-BE49-F238E27FC236}">
                  <a16:creationId xmlns:a16="http://schemas.microsoft.com/office/drawing/2014/main" id="{5670A3F3-ACD7-3E45-2270-28F32E926B25}"/>
                </a:ext>
              </a:extLst>
            </p:cNvPr>
            <p:cNvSpPr/>
            <p:nvPr/>
          </p:nvSpPr>
          <p:spPr>
            <a:xfrm>
              <a:off x="3810058" y="2194263"/>
              <a:ext cx="166179" cy="173691"/>
            </a:xfrm>
            <a:custGeom>
              <a:avLst/>
              <a:gdLst>
                <a:gd name="connsiteX0" fmla="*/ 251964 w 310702"/>
                <a:gd name="connsiteY0" fmla="*/ 76517 h 309156"/>
                <a:gd name="connsiteX1" fmla="*/ 232642 w 310702"/>
                <a:gd name="connsiteY1" fmla="*/ 95839 h 309156"/>
                <a:gd name="connsiteX2" fmla="*/ 213319 w 310702"/>
                <a:gd name="connsiteY2" fmla="*/ 76517 h 309156"/>
                <a:gd name="connsiteX3" fmla="*/ 232642 w 310702"/>
                <a:gd name="connsiteY3" fmla="*/ 57194 h 309156"/>
                <a:gd name="connsiteX4" fmla="*/ 251964 w 310702"/>
                <a:gd name="connsiteY4" fmla="*/ 76517 h 309156"/>
                <a:gd name="connsiteX5" fmla="*/ 209453 w 310702"/>
                <a:gd name="connsiteY5" fmla="*/ 0 h 309156"/>
                <a:gd name="connsiteX6" fmla="*/ 108205 w 310702"/>
                <a:gd name="connsiteY6" fmla="*/ 101249 h 309156"/>
                <a:gd name="connsiteX7" fmla="*/ 109912 w 310702"/>
                <a:gd name="connsiteY7" fmla="*/ 118315 h 309156"/>
                <a:gd name="connsiteX8" fmla="*/ 108842 w 310702"/>
                <a:gd name="connsiteY8" fmla="*/ 122088 h 309156"/>
                <a:gd name="connsiteX9" fmla="*/ 12451 w 310702"/>
                <a:gd name="connsiteY9" fmla="*/ 218479 h 309156"/>
                <a:gd name="connsiteX10" fmla="*/ 0 w 310702"/>
                <a:gd name="connsiteY10" fmla="*/ 248537 h 309156"/>
                <a:gd name="connsiteX11" fmla="*/ 0 w 310702"/>
                <a:gd name="connsiteY11" fmla="*/ 282105 h 309156"/>
                <a:gd name="connsiteX12" fmla="*/ 27051 w 310702"/>
                <a:gd name="connsiteY12" fmla="*/ 309157 h 309156"/>
                <a:gd name="connsiteX13" fmla="*/ 65696 w 310702"/>
                <a:gd name="connsiteY13" fmla="*/ 309157 h 309156"/>
                <a:gd name="connsiteX14" fmla="*/ 92747 w 310702"/>
                <a:gd name="connsiteY14" fmla="*/ 282105 h 309156"/>
                <a:gd name="connsiteX15" fmla="*/ 92747 w 310702"/>
                <a:gd name="connsiteY15" fmla="*/ 262783 h 309156"/>
                <a:gd name="connsiteX16" fmla="*/ 119798 w 310702"/>
                <a:gd name="connsiteY16" fmla="*/ 262783 h 309156"/>
                <a:gd name="connsiteX17" fmla="*/ 139120 w 310702"/>
                <a:gd name="connsiteY17" fmla="*/ 243461 h 309156"/>
                <a:gd name="connsiteX18" fmla="*/ 139120 w 310702"/>
                <a:gd name="connsiteY18" fmla="*/ 216410 h 309156"/>
                <a:gd name="connsiteX19" fmla="*/ 166171 w 310702"/>
                <a:gd name="connsiteY19" fmla="*/ 216410 h 309156"/>
                <a:gd name="connsiteX20" fmla="*/ 185481 w 310702"/>
                <a:gd name="connsiteY20" fmla="*/ 197802 h 309156"/>
                <a:gd name="connsiteX21" fmla="*/ 209453 w 310702"/>
                <a:gd name="connsiteY21" fmla="*/ 200952 h 309156"/>
                <a:gd name="connsiteX22" fmla="*/ 310702 w 310702"/>
                <a:gd name="connsiteY22" fmla="*/ 99703 h 309156"/>
                <a:gd name="connsiteX23" fmla="*/ 209453 w 310702"/>
                <a:gd name="connsiteY23" fmla="*/ 0 h 309156"/>
                <a:gd name="connsiteX24" fmla="*/ 131391 w 310702"/>
                <a:gd name="connsiteY24" fmla="*/ 101249 h 309156"/>
                <a:gd name="connsiteX25" fmla="*/ 209453 w 310702"/>
                <a:gd name="connsiteY25" fmla="*/ 23187 h 309156"/>
                <a:gd name="connsiteX26" fmla="*/ 287515 w 310702"/>
                <a:gd name="connsiteY26" fmla="*/ 99703 h 309156"/>
                <a:gd name="connsiteX27" fmla="*/ 209453 w 310702"/>
                <a:gd name="connsiteY27" fmla="*/ 177765 h 309156"/>
                <a:gd name="connsiteX28" fmla="*/ 178468 w 310702"/>
                <a:gd name="connsiteY28" fmla="*/ 170973 h 309156"/>
                <a:gd name="connsiteX29" fmla="*/ 167519 w 310702"/>
                <a:gd name="connsiteY29" fmla="*/ 171951 h 309156"/>
                <a:gd name="connsiteX30" fmla="*/ 162307 w 310702"/>
                <a:gd name="connsiteY30" fmla="*/ 181630 h 309156"/>
                <a:gd name="connsiteX31" fmla="*/ 162307 w 310702"/>
                <a:gd name="connsiteY31" fmla="*/ 193223 h 309156"/>
                <a:gd name="connsiteX32" fmla="*/ 135256 w 310702"/>
                <a:gd name="connsiteY32" fmla="*/ 193223 h 309156"/>
                <a:gd name="connsiteX33" fmla="*/ 115934 w 310702"/>
                <a:gd name="connsiteY33" fmla="*/ 212545 h 309156"/>
                <a:gd name="connsiteX34" fmla="*/ 115934 w 310702"/>
                <a:gd name="connsiteY34" fmla="*/ 239596 h 309156"/>
                <a:gd name="connsiteX35" fmla="*/ 88883 w 310702"/>
                <a:gd name="connsiteY35" fmla="*/ 239596 h 309156"/>
                <a:gd name="connsiteX36" fmla="*/ 69560 w 310702"/>
                <a:gd name="connsiteY36" fmla="*/ 258919 h 309156"/>
                <a:gd name="connsiteX37" fmla="*/ 69560 w 310702"/>
                <a:gd name="connsiteY37" fmla="*/ 282105 h 309156"/>
                <a:gd name="connsiteX38" fmla="*/ 65696 w 310702"/>
                <a:gd name="connsiteY38" fmla="*/ 285970 h 309156"/>
                <a:gd name="connsiteX39" fmla="*/ 27051 w 310702"/>
                <a:gd name="connsiteY39" fmla="*/ 285970 h 309156"/>
                <a:gd name="connsiteX40" fmla="*/ 23187 w 310702"/>
                <a:gd name="connsiteY40" fmla="*/ 282105 h 309156"/>
                <a:gd name="connsiteX41" fmla="*/ 23187 w 310702"/>
                <a:gd name="connsiteY41" fmla="*/ 248537 h 309156"/>
                <a:gd name="connsiteX42" fmla="*/ 28846 w 310702"/>
                <a:gd name="connsiteY42" fmla="*/ 234874 h 309156"/>
                <a:gd name="connsiteX43" fmla="*/ 125238 w 310702"/>
                <a:gd name="connsiteY43" fmla="*/ 138484 h 309156"/>
                <a:gd name="connsiteX44" fmla="*/ 132750 w 310702"/>
                <a:gd name="connsiteY44" fmla="*/ 114308 h 309156"/>
                <a:gd name="connsiteX45" fmla="*/ 131391 w 310702"/>
                <a:gd name="connsiteY45" fmla="*/ 101249 h 30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10702" h="309156">
                  <a:moveTo>
                    <a:pt x="251964" y="76517"/>
                  </a:moveTo>
                  <a:cubicBezTo>
                    <a:pt x="251964" y="87188"/>
                    <a:pt x="243312" y="95839"/>
                    <a:pt x="232642" y="95839"/>
                  </a:cubicBezTo>
                  <a:cubicBezTo>
                    <a:pt x="221970" y="95839"/>
                    <a:pt x="213319" y="87188"/>
                    <a:pt x="213319" y="76517"/>
                  </a:cubicBezTo>
                  <a:cubicBezTo>
                    <a:pt x="213319" y="65845"/>
                    <a:pt x="221970" y="57194"/>
                    <a:pt x="232642" y="57194"/>
                  </a:cubicBezTo>
                  <a:cubicBezTo>
                    <a:pt x="243312" y="57194"/>
                    <a:pt x="251964" y="65845"/>
                    <a:pt x="251964" y="76517"/>
                  </a:cubicBezTo>
                  <a:close/>
                  <a:moveTo>
                    <a:pt x="209453" y="0"/>
                  </a:moveTo>
                  <a:cubicBezTo>
                    <a:pt x="153586" y="0"/>
                    <a:pt x="108205" y="45381"/>
                    <a:pt x="108205" y="101249"/>
                  </a:cubicBezTo>
                  <a:cubicBezTo>
                    <a:pt x="108205" y="107234"/>
                    <a:pt x="108980" y="113002"/>
                    <a:pt x="109912" y="118315"/>
                  </a:cubicBezTo>
                  <a:cubicBezTo>
                    <a:pt x="110188" y="119883"/>
                    <a:pt x="109684" y="121246"/>
                    <a:pt x="108842" y="122088"/>
                  </a:cubicBezTo>
                  <a:lnTo>
                    <a:pt x="12451" y="218479"/>
                  </a:lnTo>
                  <a:cubicBezTo>
                    <a:pt x="4479" y="226451"/>
                    <a:pt x="0" y="237264"/>
                    <a:pt x="0" y="248537"/>
                  </a:cubicBezTo>
                  <a:lnTo>
                    <a:pt x="0" y="282105"/>
                  </a:lnTo>
                  <a:cubicBezTo>
                    <a:pt x="0" y="297045"/>
                    <a:pt x="12111" y="309157"/>
                    <a:pt x="27051" y="309157"/>
                  </a:cubicBezTo>
                  <a:lnTo>
                    <a:pt x="65696" y="309157"/>
                  </a:lnTo>
                  <a:cubicBezTo>
                    <a:pt x="80636" y="309157"/>
                    <a:pt x="92747" y="297045"/>
                    <a:pt x="92747" y="282105"/>
                  </a:cubicBezTo>
                  <a:lnTo>
                    <a:pt x="92747" y="262783"/>
                  </a:lnTo>
                  <a:lnTo>
                    <a:pt x="119798" y="262783"/>
                  </a:lnTo>
                  <a:cubicBezTo>
                    <a:pt x="130470" y="262783"/>
                    <a:pt x="139120" y="254133"/>
                    <a:pt x="139120" y="243461"/>
                  </a:cubicBezTo>
                  <a:lnTo>
                    <a:pt x="139120" y="216410"/>
                  </a:lnTo>
                  <a:lnTo>
                    <a:pt x="166171" y="216410"/>
                  </a:lnTo>
                  <a:cubicBezTo>
                    <a:pt x="176604" y="216410"/>
                    <a:pt x="185106" y="208143"/>
                    <a:pt x="185481" y="197802"/>
                  </a:cubicBezTo>
                  <a:cubicBezTo>
                    <a:pt x="193159" y="199777"/>
                    <a:pt x="201256" y="200952"/>
                    <a:pt x="209453" y="200952"/>
                  </a:cubicBezTo>
                  <a:cubicBezTo>
                    <a:pt x="265321" y="200952"/>
                    <a:pt x="310702" y="155571"/>
                    <a:pt x="310702" y="99703"/>
                  </a:cubicBezTo>
                  <a:cubicBezTo>
                    <a:pt x="310702" y="43573"/>
                    <a:pt x="265057" y="0"/>
                    <a:pt x="209453" y="0"/>
                  </a:cubicBezTo>
                  <a:close/>
                  <a:moveTo>
                    <a:pt x="131391" y="101249"/>
                  </a:moveTo>
                  <a:cubicBezTo>
                    <a:pt x="131391" y="58187"/>
                    <a:pt x="166391" y="23187"/>
                    <a:pt x="209453" y="23187"/>
                  </a:cubicBezTo>
                  <a:cubicBezTo>
                    <a:pt x="252780" y="23187"/>
                    <a:pt x="287515" y="56903"/>
                    <a:pt x="287515" y="99703"/>
                  </a:cubicBezTo>
                  <a:cubicBezTo>
                    <a:pt x="287515" y="142765"/>
                    <a:pt x="252516" y="177765"/>
                    <a:pt x="209453" y="177765"/>
                  </a:cubicBezTo>
                  <a:cubicBezTo>
                    <a:pt x="198953" y="177765"/>
                    <a:pt x="188143" y="175120"/>
                    <a:pt x="178468" y="170973"/>
                  </a:cubicBezTo>
                  <a:cubicBezTo>
                    <a:pt x="174885" y="169438"/>
                    <a:pt x="170772" y="169806"/>
                    <a:pt x="167519" y="171951"/>
                  </a:cubicBezTo>
                  <a:cubicBezTo>
                    <a:pt x="164265" y="174097"/>
                    <a:pt x="162307" y="177733"/>
                    <a:pt x="162307" y="181630"/>
                  </a:cubicBezTo>
                  <a:lnTo>
                    <a:pt x="162307" y="193223"/>
                  </a:lnTo>
                  <a:lnTo>
                    <a:pt x="135256" y="193223"/>
                  </a:lnTo>
                  <a:cubicBezTo>
                    <a:pt x="124585" y="193223"/>
                    <a:pt x="115934" y="201873"/>
                    <a:pt x="115934" y="212545"/>
                  </a:cubicBezTo>
                  <a:lnTo>
                    <a:pt x="115934" y="239596"/>
                  </a:lnTo>
                  <a:lnTo>
                    <a:pt x="88883" y="239596"/>
                  </a:lnTo>
                  <a:cubicBezTo>
                    <a:pt x="78211" y="239596"/>
                    <a:pt x="69560" y="248247"/>
                    <a:pt x="69560" y="258919"/>
                  </a:cubicBezTo>
                  <a:lnTo>
                    <a:pt x="69560" y="282105"/>
                  </a:lnTo>
                  <a:cubicBezTo>
                    <a:pt x="69560" y="284240"/>
                    <a:pt x="67830" y="285970"/>
                    <a:pt x="65696" y="285970"/>
                  </a:cubicBezTo>
                  <a:lnTo>
                    <a:pt x="27051" y="285970"/>
                  </a:lnTo>
                  <a:cubicBezTo>
                    <a:pt x="24917" y="285970"/>
                    <a:pt x="23187" y="284240"/>
                    <a:pt x="23187" y="282105"/>
                  </a:cubicBezTo>
                  <a:lnTo>
                    <a:pt x="23187" y="248537"/>
                  </a:lnTo>
                  <a:cubicBezTo>
                    <a:pt x="23187" y="243413"/>
                    <a:pt x="25222" y="238499"/>
                    <a:pt x="28846" y="234874"/>
                  </a:cubicBezTo>
                  <a:lnTo>
                    <a:pt x="125238" y="138484"/>
                  </a:lnTo>
                  <a:cubicBezTo>
                    <a:pt x="131705" y="132016"/>
                    <a:pt x="134262" y="122921"/>
                    <a:pt x="132750" y="114308"/>
                  </a:cubicBezTo>
                  <a:cubicBezTo>
                    <a:pt x="131920" y="109578"/>
                    <a:pt x="131391" y="105305"/>
                    <a:pt x="131391" y="101249"/>
                  </a:cubicBezTo>
                  <a:close/>
                </a:path>
              </a:pathLst>
            </a:custGeom>
            <a:solidFill>
              <a:schemeClr val="bg1"/>
            </a:solidFill>
            <a:ln w="11906" cap="flat">
              <a:noFill/>
              <a:prstDash val="solid"/>
              <a:miter/>
            </a:ln>
          </p:spPr>
          <p:txBody>
            <a:bodyPr wrap="square" lIns="106774" tIns="18687" rIns="106774" bIns="19932" rtlCol="0" anchor="ctr">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ctr" defTabSz="1653613" fontAlgn="base">
                <a:spcBef>
                  <a:spcPts val="1309"/>
                </a:spcBef>
                <a:spcAft>
                  <a:spcPts val="1309"/>
                </a:spcAft>
                <a:tabLst>
                  <a:tab pos="2689286" algn="l"/>
                </a:tabLst>
                <a:defRPr/>
              </a:pPr>
              <a:endParaRPr lang="en-US" sz="1309">
                <a:ln w="3175">
                  <a:noFill/>
                </a:ln>
                <a:gradFill>
                  <a:gsLst>
                    <a:gs pos="53147">
                      <a:srgbClr val="FFFFFF"/>
                    </a:gs>
                    <a:gs pos="28000">
                      <a:srgbClr val="FFFFFF"/>
                    </a:gs>
                  </a:gsLst>
                  <a:path path="circle">
                    <a:fillToRect l="100000" b="100000"/>
                  </a:path>
                </a:gradFill>
                <a:latin typeface="Segoe UI Semibold"/>
                <a:cs typeface="Segoe UI" pitchFamily="34" charset="0"/>
              </a:endParaRPr>
            </a:p>
          </p:txBody>
        </p:sp>
      </p:grpSp>
      <p:grpSp>
        <p:nvGrpSpPr>
          <p:cNvPr id="58" name="Group 57">
            <a:extLst>
              <a:ext uri="{FF2B5EF4-FFF2-40B4-BE49-F238E27FC236}">
                <a16:creationId xmlns:a16="http://schemas.microsoft.com/office/drawing/2014/main" id="{8C7538A5-9030-EA87-C481-53D0C489301C}"/>
              </a:ext>
            </a:extLst>
          </p:cNvPr>
          <p:cNvGrpSpPr/>
          <p:nvPr/>
        </p:nvGrpSpPr>
        <p:grpSpPr>
          <a:xfrm>
            <a:off x="4389758" y="5405400"/>
            <a:ext cx="352772" cy="352770"/>
            <a:chOff x="6050742" y="2060414"/>
            <a:chExt cx="441393" cy="441390"/>
          </a:xfrm>
        </p:grpSpPr>
        <p:sp>
          <p:nvSpPr>
            <p:cNvPr id="59" name="Oval 58">
              <a:extLst>
                <a:ext uri="{FF2B5EF4-FFF2-40B4-BE49-F238E27FC236}">
                  <a16:creationId xmlns:a16="http://schemas.microsoft.com/office/drawing/2014/main" id="{E701CB2E-F682-E7D9-5624-1AE07B8C969B}"/>
                </a:ext>
              </a:extLst>
            </p:cNvPr>
            <p:cNvSpPr/>
            <p:nvPr/>
          </p:nvSpPr>
          <p:spPr bwMode="auto">
            <a:xfrm rot="5400000">
              <a:off x="6050744" y="2060412"/>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sp>
          <p:nvSpPr>
            <p:cNvPr id="60" name="Graphic 3" descr="Magnifying glass with solid fill">
              <a:extLst>
                <a:ext uri="{FF2B5EF4-FFF2-40B4-BE49-F238E27FC236}">
                  <a16:creationId xmlns:a16="http://schemas.microsoft.com/office/drawing/2014/main" id="{43DF6BA3-36A8-7F9E-4827-840F024E2CA7}"/>
                </a:ext>
              </a:extLst>
            </p:cNvPr>
            <p:cNvSpPr/>
            <p:nvPr/>
          </p:nvSpPr>
          <p:spPr>
            <a:xfrm>
              <a:off x="6182914" y="2188045"/>
              <a:ext cx="177051" cy="186127"/>
            </a:xfrm>
            <a:custGeom>
              <a:avLst/>
              <a:gdLst>
                <a:gd name="connsiteX0" fmla="*/ 326805 w 335464"/>
                <a:gd name="connsiteY0" fmla="*/ 284733 h 335729"/>
                <a:gd name="connsiteX1" fmla="*/ 273683 w 335464"/>
                <a:gd name="connsiteY1" fmla="*/ 231611 h 335729"/>
                <a:gd name="connsiteX2" fmla="*/ 247335 w 335464"/>
                <a:gd name="connsiteY2" fmla="*/ 223536 h 335729"/>
                <a:gd name="connsiteX3" fmla="*/ 228636 w 335464"/>
                <a:gd name="connsiteY3" fmla="*/ 204837 h 335729"/>
                <a:gd name="connsiteX4" fmla="*/ 254984 w 335464"/>
                <a:gd name="connsiteY4" fmla="*/ 127492 h 335729"/>
                <a:gd name="connsiteX5" fmla="*/ 127492 w 335464"/>
                <a:gd name="connsiteY5" fmla="*/ 0 h 335729"/>
                <a:gd name="connsiteX6" fmla="*/ 0 w 335464"/>
                <a:gd name="connsiteY6" fmla="*/ 127492 h 335729"/>
                <a:gd name="connsiteX7" fmla="*/ 127492 w 335464"/>
                <a:gd name="connsiteY7" fmla="*/ 254984 h 335729"/>
                <a:gd name="connsiteX8" fmla="*/ 204837 w 335464"/>
                <a:gd name="connsiteY8" fmla="*/ 228636 h 335729"/>
                <a:gd name="connsiteX9" fmla="*/ 223536 w 335464"/>
                <a:gd name="connsiteY9" fmla="*/ 247335 h 335729"/>
                <a:gd name="connsiteX10" fmla="*/ 231611 w 335464"/>
                <a:gd name="connsiteY10" fmla="*/ 273683 h 335729"/>
                <a:gd name="connsiteX11" fmla="*/ 284733 w 335464"/>
                <a:gd name="connsiteY11" fmla="*/ 326805 h 335729"/>
                <a:gd name="connsiteX12" fmla="*/ 305981 w 335464"/>
                <a:gd name="connsiteY12" fmla="*/ 335729 h 335729"/>
                <a:gd name="connsiteX13" fmla="*/ 327230 w 335464"/>
                <a:gd name="connsiteY13" fmla="*/ 326805 h 335729"/>
                <a:gd name="connsiteX14" fmla="*/ 326805 w 335464"/>
                <a:gd name="connsiteY14" fmla="*/ 284733 h 335729"/>
                <a:gd name="connsiteX15" fmla="*/ 127067 w 335464"/>
                <a:gd name="connsiteY15" fmla="*/ 229061 h 335729"/>
                <a:gd name="connsiteX16" fmla="*/ 25073 w 335464"/>
                <a:gd name="connsiteY16" fmla="*/ 127067 h 335729"/>
                <a:gd name="connsiteX17" fmla="*/ 127067 w 335464"/>
                <a:gd name="connsiteY17" fmla="*/ 25073 h 335729"/>
                <a:gd name="connsiteX18" fmla="*/ 229061 w 335464"/>
                <a:gd name="connsiteY18" fmla="*/ 127067 h 335729"/>
                <a:gd name="connsiteX19" fmla="*/ 127067 w 335464"/>
                <a:gd name="connsiteY19" fmla="*/ 229061 h 335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5464" h="335729">
                  <a:moveTo>
                    <a:pt x="326805" y="284733"/>
                  </a:moveTo>
                  <a:lnTo>
                    <a:pt x="273683" y="231611"/>
                  </a:lnTo>
                  <a:cubicBezTo>
                    <a:pt x="266459" y="224386"/>
                    <a:pt x="256684" y="221836"/>
                    <a:pt x="247335" y="223536"/>
                  </a:cubicBezTo>
                  <a:lnTo>
                    <a:pt x="228636" y="204837"/>
                  </a:lnTo>
                  <a:cubicBezTo>
                    <a:pt x="245210" y="183589"/>
                    <a:pt x="254984" y="156390"/>
                    <a:pt x="254984" y="127492"/>
                  </a:cubicBezTo>
                  <a:cubicBezTo>
                    <a:pt x="254984" y="57371"/>
                    <a:pt x="197613" y="0"/>
                    <a:pt x="127492" y="0"/>
                  </a:cubicBezTo>
                  <a:cubicBezTo>
                    <a:pt x="57371" y="0"/>
                    <a:pt x="0" y="57371"/>
                    <a:pt x="0" y="127492"/>
                  </a:cubicBezTo>
                  <a:cubicBezTo>
                    <a:pt x="0" y="197613"/>
                    <a:pt x="57371" y="254984"/>
                    <a:pt x="127492" y="254984"/>
                  </a:cubicBezTo>
                  <a:cubicBezTo>
                    <a:pt x="156390" y="254984"/>
                    <a:pt x="183164" y="245210"/>
                    <a:pt x="204837" y="228636"/>
                  </a:cubicBezTo>
                  <a:lnTo>
                    <a:pt x="223536" y="247335"/>
                  </a:lnTo>
                  <a:cubicBezTo>
                    <a:pt x="221836" y="256684"/>
                    <a:pt x="224386" y="266459"/>
                    <a:pt x="231611" y="273683"/>
                  </a:cubicBezTo>
                  <a:lnTo>
                    <a:pt x="284733" y="326805"/>
                  </a:lnTo>
                  <a:cubicBezTo>
                    <a:pt x="290682" y="332755"/>
                    <a:pt x="298332" y="335729"/>
                    <a:pt x="305981" y="335729"/>
                  </a:cubicBezTo>
                  <a:cubicBezTo>
                    <a:pt x="313631" y="335729"/>
                    <a:pt x="321280" y="332755"/>
                    <a:pt x="327230" y="326805"/>
                  </a:cubicBezTo>
                  <a:cubicBezTo>
                    <a:pt x="338279" y="314906"/>
                    <a:pt x="338279" y="296207"/>
                    <a:pt x="326805" y="284733"/>
                  </a:cubicBezTo>
                  <a:close/>
                  <a:moveTo>
                    <a:pt x="127067" y="229061"/>
                  </a:moveTo>
                  <a:cubicBezTo>
                    <a:pt x="70971" y="229061"/>
                    <a:pt x="25073" y="183164"/>
                    <a:pt x="25073" y="127067"/>
                  </a:cubicBezTo>
                  <a:cubicBezTo>
                    <a:pt x="25073" y="70971"/>
                    <a:pt x="70971" y="25073"/>
                    <a:pt x="127067" y="25073"/>
                  </a:cubicBezTo>
                  <a:cubicBezTo>
                    <a:pt x="183164" y="25073"/>
                    <a:pt x="229061" y="70971"/>
                    <a:pt x="229061" y="127067"/>
                  </a:cubicBezTo>
                  <a:cubicBezTo>
                    <a:pt x="229061" y="183164"/>
                    <a:pt x="183164" y="229061"/>
                    <a:pt x="127067" y="229061"/>
                  </a:cubicBezTo>
                  <a:close/>
                </a:path>
              </a:pathLst>
            </a:custGeom>
            <a:solidFill>
              <a:schemeClr val="bg1"/>
            </a:solidFill>
            <a:ln w="11906" cap="flat">
              <a:noFill/>
              <a:prstDash val="solid"/>
              <a:miter/>
            </a:ln>
          </p:spPr>
          <p:txBody>
            <a:bodyPr wrap="square" lIns="106774" tIns="18687" rIns="106774" bIns="19932" rtlCol="0" anchor="ctr">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ctr" defTabSz="1653613" fontAlgn="base">
                <a:spcBef>
                  <a:spcPts val="1309"/>
                </a:spcBef>
                <a:spcAft>
                  <a:spcPts val="1309"/>
                </a:spcAft>
                <a:tabLst>
                  <a:tab pos="2689286" algn="l"/>
                </a:tabLst>
                <a:defRPr/>
              </a:pPr>
              <a:endParaRPr lang="en-US" sz="1309">
                <a:ln w="3175">
                  <a:noFill/>
                </a:ln>
                <a:gradFill>
                  <a:gsLst>
                    <a:gs pos="53147">
                      <a:srgbClr val="FFFFFF"/>
                    </a:gs>
                    <a:gs pos="28000">
                      <a:srgbClr val="FFFFFF"/>
                    </a:gs>
                  </a:gsLst>
                  <a:path path="circle">
                    <a:fillToRect l="100000" b="100000"/>
                  </a:path>
                </a:gradFill>
                <a:latin typeface="Segoe UI Semibold"/>
                <a:cs typeface="Segoe UI" pitchFamily="34" charset="0"/>
              </a:endParaRPr>
            </a:p>
          </p:txBody>
        </p:sp>
      </p:grpSp>
      <p:cxnSp>
        <p:nvCxnSpPr>
          <p:cNvPr id="72" name="Straight Connector 71">
            <a:extLst>
              <a:ext uri="{FF2B5EF4-FFF2-40B4-BE49-F238E27FC236}">
                <a16:creationId xmlns:a16="http://schemas.microsoft.com/office/drawing/2014/main" id="{A48B8866-B1C4-6A69-B3E4-71B315EBC91E}"/>
              </a:ext>
            </a:extLst>
          </p:cNvPr>
          <p:cNvCxnSpPr>
            <a:cxnSpLocks/>
          </p:cNvCxnSpPr>
          <p:nvPr/>
        </p:nvCxnSpPr>
        <p:spPr>
          <a:xfrm>
            <a:off x="271055" y="1393149"/>
            <a:ext cx="5106225" cy="0"/>
          </a:xfrm>
          <a:prstGeom prst="line">
            <a:avLst/>
          </a:prstGeom>
          <a:ln>
            <a:solidFill>
              <a:srgbClr val="CE9E84">
                <a:alpha val="19000"/>
              </a:srgb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82" name="Rectangle 81">
            <a:extLst>
              <a:ext uri="{FF2B5EF4-FFF2-40B4-BE49-F238E27FC236}">
                <a16:creationId xmlns:a16="http://schemas.microsoft.com/office/drawing/2014/main" id="{B1FA4B85-4927-1ABB-F554-DE4985060010}"/>
              </a:ext>
            </a:extLst>
          </p:cNvPr>
          <p:cNvSpPr/>
          <p:nvPr/>
        </p:nvSpPr>
        <p:spPr bwMode="auto">
          <a:xfrm>
            <a:off x="437212" y="5210603"/>
            <a:ext cx="1277901" cy="33218"/>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US"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83" name="Rectangle 82">
            <a:extLst>
              <a:ext uri="{FF2B5EF4-FFF2-40B4-BE49-F238E27FC236}">
                <a16:creationId xmlns:a16="http://schemas.microsoft.com/office/drawing/2014/main" id="{6A0AC1F0-B7CC-221C-CF2C-A8AB8A5E2099}"/>
              </a:ext>
            </a:extLst>
          </p:cNvPr>
          <p:cNvSpPr/>
          <p:nvPr/>
        </p:nvSpPr>
        <p:spPr bwMode="auto">
          <a:xfrm>
            <a:off x="2187468" y="5210603"/>
            <a:ext cx="1277901" cy="33218"/>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US"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84" name="Rectangle 83">
            <a:extLst>
              <a:ext uri="{FF2B5EF4-FFF2-40B4-BE49-F238E27FC236}">
                <a16:creationId xmlns:a16="http://schemas.microsoft.com/office/drawing/2014/main" id="{BB100D5B-0759-0B55-0C50-3142C9A438E7}"/>
              </a:ext>
            </a:extLst>
          </p:cNvPr>
          <p:cNvSpPr/>
          <p:nvPr/>
        </p:nvSpPr>
        <p:spPr bwMode="auto">
          <a:xfrm>
            <a:off x="3937726" y="5210603"/>
            <a:ext cx="1277901" cy="33218"/>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US"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cxnSp>
        <p:nvCxnSpPr>
          <p:cNvPr id="85" name="Straight Connector 84">
            <a:extLst>
              <a:ext uri="{FF2B5EF4-FFF2-40B4-BE49-F238E27FC236}">
                <a16:creationId xmlns:a16="http://schemas.microsoft.com/office/drawing/2014/main" id="{D53D3556-994F-A25F-DDA0-46DAB9D9C7E2}"/>
              </a:ext>
            </a:extLst>
          </p:cNvPr>
          <p:cNvCxnSpPr>
            <a:cxnSpLocks/>
          </p:cNvCxnSpPr>
          <p:nvPr/>
        </p:nvCxnSpPr>
        <p:spPr>
          <a:xfrm>
            <a:off x="407346" y="5858200"/>
            <a:ext cx="1384747"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AE1EB94C-5A1D-76A4-70FB-CC6D2FD0C410}"/>
              </a:ext>
            </a:extLst>
          </p:cNvPr>
          <p:cNvCxnSpPr>
            <a:cxnSpLocks/>
          </p:cNvCxnSpPr>
          <p:nvPr/>
        </p:nvCxnSpPr>
        <p:spPr>
          <a:xfrm>
            <a:off x="2142101" y="5858200"/>
            <a:ext cx="1384747"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64AE2C17-053F-26EA-40BE-817289A0DC60}"/>
              </a:ext>
            </a:extLst>
          </p:cNvPr>
          <p:cNvCxnSpPr>
            <a:cxnSpLocks/>
          </p:cNvCxnSpPr>
          <p:nvPr/>
        </p:nvCxnSpPr>
        <p:spPr>
          <a:xfrm>
            <a:off x="3876857" y="5858200"/>
            <a:ext cx="1384747"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2" name="Graphic 1" descr="Microsoft Security">
            <a:extLst>
              <a:ext uri="{FF2B5EF4-FFF2-40B4-BE49-F238E27FC236}">
                <a16:creationId xmlns:a16="http://schemas.microsoft.com/office/drawing/2014/main" id="{08D1D08C-9739-150F-4781-21F9F1B6257A}"/>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274770" y="258552"/>
            <a:ext cx="793876" cy="166706"/>
          </a:xfrm>
          <a:prstGeom prst="rect">
            <a:avLst/>
          </a:prstGeom>
        </p:spPr>
      </p:pic>
      <p:grpSp>
        <p:nvGrpSpPr>
          <p:cNvPr id="4" name="Group 3">
            <a:extLst>
              <a:ext uri="{FF2B5EF4-FFF2-40B4-BE49-F238E27FC236}">
                <a16:creationId xmlns:a16="http://schemas.microsoft.com/office/drawing/2014/main" id="{16718F9F-D7F8-8AB5-49E0-F7F004721D21}"/>
              </a:ext>
            </a:extLst>
          </p:cNvPr>
          <p:cNvGrpSpPr/>
          <p:nvPr/>
        </p:nvGrpSpPr>
        <p:grpSpPr>
          <a:xfrm>
            <a:off x="278061" y="1699822"/>
            <a:ext cx="1634954" cy="2790485"/>
            <a:chOff x="271313" y="1691352"/>
            <a:chExt cx="1640799" cy="2800463"/>
          </a:xfrm>
        </p:grpSpPr>
        <p:sp>
          <p:nvSpPr>
            <p:cNvPr id="6" name="Rectangle: Rounded Corners 5">
              <a:extLst>
                <a:ext uri="{FF2B5EF4-FFF2-40B4-BE49-F238E27FC236}">
                  <a16:creationId xmlns:a16="http://schemas.microsoft.com/office/drawing/2014/main" id="{1F261787-A532-6E06-5DBB-DC560E196235}"/>
                </a:ext>
              </a:extLst>
            </p:cNvPr>
            <p:cNvSpPr/>
            <p:nvPr/>
          </p:nvSpPr>
          <p:spPr bwMode="auto">
            <a:xfrm>
              <a:off x="271313" y="1691352"/>
              <a:ext cx="1640799" cy="2800463"/>
            </a:xfrm>
            <a:prstGeom prst="roundRect">
              <a:avLst>
                <a:gd name="adj" fmla="val 5082"/>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IN" sz="1453" err="1">
                <a:solidFill>
                  <a:srgbClr val="C03BC4"/>
                </a:solidFill>
                <a:latin typeface="Segoe UI"/>
                <a:ea typeface="Segoe UI" pitchFamily="34" charset="0"/>
                <a:cs typeface="Segoe UI" pitchFamily="34" charset="0"/>
              </a:endParaRPr>
            </a:p>
          </p:txBody>
        </p:sp>
        <p:sp>
          <p:nvSpPr>
            <p:cNvPr id="7" name="Rectangle: Rounded Corners 6">
              <a:extLst>
                <a:ext uri="{FF2B5EF4-FFF2-40B4-BE49-F238E27FC236}">
                  <a16:creationId xmlns:a16="http://schemas.microsoft.com/office/drawing/2014/main" id="{2D7F975A-EFFC-ED2A-C751-F90289DD4D12}"/>
                </a:ext>
              </a:extLst>
            </p:cNvPr>
            <p:cNvSpPr/>
            <p:nvPr/>
          </p:nvSpPr>
          <p:spPr bwMode="auto">
            <a:xfrm>
              <a:off x="438251" y="3361462"/>
              <a:ext cx="1300096" cy="580775"/>
            </a:xfrm>
            <a:prstGeom prst="roundRect">
              <a:avLst>
                <a:gd name="adj" fmla="val 8964"/>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IN" sz="1163" err="1">
                <a:solidFill>
                  <a:srgbClr val="C03BC4"/>
                </a:solidFill>
                <a:latin typeface="Segoe UI"/>
                <a:ea typeface="Segoe UI" pitchFamily="34" charset="0"/>
                <a:cs typeface="Segoe UI" pitchFamily="34" charset="0"/>
              </a:endParaRPr>
            </a:p>
          </p:txBody>
        </p:sp>
        <p:grpSp>
          <p:nvGrpSpPr>
            <p:cNvPr id="8" name="Group 7">
              <a:extLst>
                <a:ext uri="{FF2B5EF4-FFF2-40B4-BE49-F238E27FC236}">
                  <a16:creationId xmlns:a16="http://schemas.microsoft.com/office/drawing/2014/main" id="{B5803776-5E8B-2132-6273-96CF7F5813DA}"/>
                </a:ext>
              </a:extLst>
            </p:cNvPr>
            <p:cNvGrpSpPr/>
            <p:nvPr/>
          </p:nvGrpSpPr>
          <p:grpSpPr>
            <a:xfrm>
              <a:off x="513820" y="3456630"/>
              <a:ext cx="1177379" cy="390472"/>
              <a:chOff x="45932" y="4239805"/>
              <a:chExt cx="1614691" cy="535504"/>
            </a:xfrm>
          </p:grpSpPr>
          <p:pic>
            <p:nvPicPr>
              <p:cNvPr id="10" name="Picture 9">
                <a:extLst>
                  <a:ext uri="{FF2B5EF4-FFF2-40B4-BE49-F238E27FC236}">
                    <a16:creationId xmlns:a16="http://schemas.microsoft.com/office/drawing/2014/main" id="{A8191316-8909-7296-9E20-E3BDDA33828C}"/>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5932" y="4239805"/>
                <a:ext cx="529765" cy="535504"/>
              </a:xfrm>
              <a:prstGeom prst="rect">
                <a:avLst/>
              </a:prstGeom>
            </p:spPr>
          </p:pic>
          <p:pic>
            <p:nvPicPr>
              <p:cNvPr id="11" name="purview">
                <a:extLst>
                  <a:ext uri="{FF2B5EF4-FFF2-40B4-BE49-F238E27FC236}">
                    <a16:creationId xmlns:a16="http://schemas.microsoft.com/office/drawing/2014/main" id="{F2F20322-882E-286F-3EFE-032ACDB9D9AE}"/>
                  </a:ext>
                  <a:ext uri="{C183D7F6-B498-43B3-948B-1728B52AA6E4}">
                    <adec:decorative xmlns:adec="http://schemas.microsoft.com/office/drawing/2017/decorative" val="1"/>
                  </a:ext>
                </a:extLst>
              </p:cNvPr>
              <p:cNvPicPr>
                <a:picLocks/>
              </p:cNvPicPr>
              <p:nvPr/>
            </p:nvPicPr>
            <p:blipFill rotWithShape="1">
              <a:blip>
                <a:extLst>
                  <a:ext uri="{96DAC541-7B7A-43D3-8B79-37D633B846F1}">
                    <asvg:svgBlip xmlns:asvg="http://schemas.microsoft.com/office/drawing/2016/SVG/main" r:embed="rId7"/>
                  </a:ext>
                </a:extLst>
              </a:blip>
              <a:srcRect l="1020" r="1020"/>
              <a:stretch/>
            </p:blipFill>
            <p:spPr>
              <a:xfrm>
                <a:off x="1155319" y="4270005"/>
                <a:ext cx="505304" cy="505304"/>
              </a:xfrm>
              <a:prstGeom prst="rect">
                <a:avLst/>
              </a:prstGeom>
            </p:spPr>
          </p:pic>
          <p:grpSp>
            <p:nvGrpSpPr>
              <p:cNvPr id="12" name="Group 11">
                <a:extLst>
                  <a:ext uri="{FF2B5EF4-FFF2-40B4-BE49-F238E27FC236}">
                    <a16:creationId xmlns:a16="http://schemas.microsoft.com/office/drawing/2014/main" id="{F1199295-2F99-24A2-64CB-B2F820A1503C}"/>
                  </a:ext>
                </a:extLst>
              </p:cNvPr>
              <p:cNvGrpSpPr/>
              <p:nvPr/>
            </p:nvGrpSpPr>
            <p:grpSpPr>
              <a:xfrm>
                <a:off x="705488" y="4347537"/>
                <a:ext cx="320040" cy="320040"/>
                <a:chOff x="638372" y="546647"/>
                <a:chExt cx="479596" cy="479596"/>
              </a:xfrm>
            </p:grpSpPr>
            <p:sp>
              <p:nvSpPr>
                <p:cNvPr id="16" name="Oval 15">
                  <a:extLst>
                    <a:ext uri="{FF2B5EF4-FFF2-40B4-BE49-F238E27FC236}">
                      <a16:creationId xmlns:a16="http://schemas.microsoft.com/office/drawing/2014/main" id="{489185B8-A5BD-AA7A-49CA-5FE58A59D41F}"/>
                    </a:ext>
                    <a:ext uri="{C183D7F6-B498-43B3-948B-1728B52AA6E4}">
                      <adec:decorative xmlns:adec="http://schemas.microsoft.com/office/drawing/2017/decorative" val="1"/>
                    </a:ext>
                  </a:extLst>
                </p:cNvPr>
                <p:cNvSpPr/>
                <p:nvPr/>
              </p:nvSpPr>
              <p:spPr bwMode="auto">
                <a:xfrm>
                  <a:off x="638372" y="546647"/>
                  <a:ext cx="479596" cy="479596"/>
                </a:xfrm>
                <a:prstGeom prst="ellipse">
                  <a:avLst/>
                </a:prstGeom>
                <a:gradFill flip="none" rotWithShape="1">
                  <a:gsLst>
                    <a:gs pos="32000">
                      <a:srgbClr val="C03BC4"/>
                    </a:gs>
                    <a:gs pos="100000">
                      <a:srgbClr val="399A91"/>
                    </a:gs>
                    <a:gs pos="68000">
                      <a:srgbClr val="0078D4"/>
                    </a:gs>
                    <a:gs pos="0">
                      <a:srgbClr val="FF5C39"/>
                    </a:gs>
                  </a:gsLst>
                  <a:path path="circle">
                    <a:fillToRect l="100000" t="100000"/>
                  </a:path>
                  <a:tileRect r="-100000" b="-100000"/>
                </a:gradFill>
                <a:ln w="63897" cap="flat">
                  <a:noFill/>
                  <a:prstDash val="solid"/>
                  <a:miter/>
                </a:ln>
                <a:effectLst>
                  <a:outerShdw blurRad="63500" dist="63500" dir="2700000" algn="tl" rotWithShape="0">
                    <a:srgbClr val="454142">
                      <a:alpha val="20000"/>
                    </a:srgbClr>
                  </a:outerShdw>
                </a:effectLst>
              </p:spPr>
              <p:txBody>
                <a:bodyPr rot="0" spcFirstLastPara="0" vert="horz" wrap="square" lIns="52313" tIns="26157" rIns="52313" bIns="26157" numCol="1" spcCol="0" rtlCol="0" fromWordArt="0" anchor="ctr"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ctr" defTabSz="664395" fontAlgn="base">
                    <a:spcBef>
                      <a:spcPct val="0"/>
                    </a:spcBef>
                    <a:spcAft>
                      <a:spcPct val="0"/>
                    </a:spcAft>
                    <a:defRPr/>
                  </a:pPr>
                  <a:endParaRPr lang="en-US" sz="1309" b="1">
                    <a:ln w="3175">
                      <a:noFill/>
                    </a:ln>
                    <a:gradFill>
                      <a:gsLst>
                        <a:gs pos="53147">
                          <a:srgbClr val="FFFFFF"/>
                        </a:gs>
                        <a:gs pos="28000">
                          <a:srgbClr val="FFFFFF"/>
                        </a:gs>
                      </a:gsLst>
                      <a:path path="circle">
                        <a:fillToRect l="100000" b="100000"/>
                      </a:path>
                    </a:gradFill>
                    <a:latin typeface="Segoe UI Semibold"/>
                    <a:cs typeface="Segoe UI" pitchFamily="34" charset="0"/>
                  </a:endParaRPr>
                </a:p>
              </p:txBody>
            </p:sp>
            <p:pic>
              <p:nvPicPr>
                <p:cNvPr id="18" name="Graphic 22">
                  <a:extLst>
                    <a:ext uri="{FF2B5EF4-FFF2-40B4-BE49-F238E27FC236}">
                      <a16:creationId xmlns:a16="http://schemas.microsoft.com/office/drawing/2014/main" id="{EDF9CFBC-856B-C824-00D3-A8B41EF04B7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49091" y="657366"/>
                  <a:ext cx="258158" cy="258158"/>
                </a:xfrm>
                <a:prstGeom prst="rect">
                  <a:avLst/>
                </a:prstGeom>
                <a:effectLst>
                  <a:outerShdw blurRad="63500" dist="63500" dir="2700000" algn="ctr" rotWithShape="0">
                    <a:schemeClr val="bg1">
                      <a:alpha val="20000"/>
                    </a:schemeClr>
                  </a:outerShdw>
                </a:effectLst>
              </p:spPr>
            </p:pic>
          </p:grpSp>
        </p:grpSp>
        <p:sp>
          <p:nvSpPr>
            <p:cNvPr id="9" name="TextBox 4">
              <a:extLst>
                <a:ext uri="{FF2B5EF4-FFF2-40B4-BE49-F238E27FC236}">
                  <a16:creationId xmlns:a16="http://schemas.microsoft.com/office/drawing/2014/main" id="{40A7A011-A5B1-B465-6A3F-B4941EFA893C}"/>
                </a:ext>
              </a:extLst>
            </p:cNvPr>
            <p:cNvSpPr txBox="1"/>
            <p:nvPr/>
          </p:nvSpPr>
          <p:spPr>
            <a:xfrm>
              <a:off x="374982" y="2096831"/>
              <a:ext cx="1436982" cy="994732"/>
            </a:xfrm>
            <a:prstGeom prst="rect">
              <a:avLst/>
            </a:prstGeom>
            <a:noFill/>
          </p:spPr>
          <p:txBody>
            <a:bodyPr wrap="square" lIns="0" tIns="0" rIns="0" bIns="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ctr" defTabSz="664370">
                <a:spcBef>
                  <a:spcPts val="872"/>
                </a:spcBef>
                <a:defRPr/>
              </a:pPr>
              <a:r>
                <a:rPr lang="en-US" sz="1309">
                  <a:solidFill>
                    <a:srgbClr val="FFFFFF"/>
                  </a:solidFill>
                  <a:latin typeface="Segoe UI Semibold"/>
                  <a:cs typeface="Segoe Sans Display" pitchFamily="2" charset="0"/>
                </a:rPr>
                <a:t>AI transformation is happening now.</a:t>
              </a:r>
            </a:p>
            <a:p>
              <a:pPr algn="ctr" defTabSz="664370">
                <a:spcBef>
                  <a:spcPts val="437"/>
                </a:spcBef>
                <a:defRPr/>
              </a:pPr>
              <a:r>
                <a:rPr lang="en-US" sz="1163">
                  <a:solidFill>
                    <a:srgbClr val="FFFFFF"/>
                  </a:solidFill>
                  <a:latin typeface="Segoe Sans Display" pitchFamily="2" charset="0"/>
                  <a:cs typeface="Segoe Sans Display" pitchFamily="2" charset="0"/>
                </a:rPr>
                <a:t>Secure and govern your data estate and get ready for AI</a:t>
              </a:r>
              <a:endParaRPr lang="en-US" sz="1743">
                <a:solidFill>
                  <a:srgbClr val="FFFFFF"/>
                </a:solidFill>
                <a:latin typeface="Segoe Sans Display" pitchFamily="2" charset="0"/>
                <a:cs typeface="Segoe Sans Display" pitchFamily="2" charset="0"/>
              </a:endParaRPr>
            </a:p>
          </p:txBody>
        </p:sp>
      </p:grpSp>
    </p:spTree>
    <p:extLst>
      <p:ext uri="{BB962C8B-B14F-4D97-AF65-F5344CB8AC3E}">
        <p14:creationId xmlns:p14="http://schemas.microsoft.com/office/powerpoint/2010/main" val="16303868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E5DE"/>
        </a:solidFill>
        <a:effectLst/>
      </p:bgPr>
    </p:bg>
    <p:spTree>
      <p:nvGrpSpPr>
        <p:cNvPr id="1" name="">
          <a:extLst>
            <a:ext uri="{FF2B5EF4-FFF2-40B4-BE49-F238E27FC236}">
              <a16:creationId xmlns:a16="http://schemas.microsoft.com/office/drawing/2014/main" id="{F1EEB850-FCAB-9257-4020-F54FB14561C0}"/>
            </a:ext>
          </a:extLst>
        </p:cNvPr>
        <p:cNvGrpSpPr/>
        <p:nvPr/>
      </p:nvGrpSpPr>
      <p:grpSpPr>
        <a:xfrm>
          <a:off x="0" y="0"/>
          <a:ext cx="0" cy="0"/>
          <a:chOff x="0" y="0"/>
          <a:chExt cx="0" cy="0"/>
        </a:xfrm>
      </p:grpSpPr>
      <p:sp>
        <p:nvSpPr>
          <p:cNvPr id="4" name="Rounded Rectangle 53">
            <a:extLst>
              <a:ext uri="{FF2B5EF4-FFF2-40B4-BE49-F238E27FC236}">
                <a16:creationId xmlns:a16="http://schemas.microsoft.com/office/drawing/2014/main" id="{02F7D59D-F2ED-A949-6635-F6A6D91631BE}"/>
              </a:ext>
            </a:extLst>
          </p:cNvPr>
          <p:cNvSpPr>
            <a:spLocks/>
          </p:cNvSpPr>
          <p:nvPr/>
        </p:nvSpPr>
        <p:spPr bwMode="auto">
          <a:xfrm>
            <a:off x="377825" y="885948"/>
            <a:ext cx="4895850" cy="6717120"/>
          </a:xfrm>
          <a:prstGeom prst="roundRect">
            <a:avLst>
              <a:gd name="adj" fmla="val 1963"/>
            </a:avLst>
          </a:prstGeom>
          <a:solidFill>
            <a:srgbClr val="FFFFFF">
              <a:alpha val="80000"/>
            </a:srgbClr>
          </a:solidFill>
          <a:effectLst>
            <a:outerShdw blurRad="127000" dist="38100" dir="2700000" algn="tl" rotWithShape="0">
              <a:prstClr val="black">
                <a:alpha val="11000"/>
              </a:prstClr>
            </a:outerShdw>
          </a:effectLst>
        </p:spPr>
        <p:txBody>
          <a:bodyPr rot="0" spcFirstLastPara="0" vert="horz" wrap="square" lIns="132875" tIns="106300" rIns="132875" bIns="106300" numCol="1" spcCol="0" rtlCol="0" fromWordArt="0" anchor="t" anchorCtr="0" forceAA="0" compatLnSpc="1">
            <a:prstTxWarp prst="textNoShape">
              <a:avLst/>
            </a:prstTxWarp>
            <a:noAutofit/>
          </a:bodyPr>
          <a:lstStyle/>
          <a:p>
            <a:pPr marL="0" marR="0" lvl="0" indent="0" algn="l" defTabSz="677511" rtl="0" eaLnBrk="1" fontAlgn="base" latinLnBrk="0" hangingPunct="1">
              <a:lnSpc>
                <a:spcPct val="100000"/>
              </a:lnSpc>
              <a:spcBef>
                <a:spcPct val="0"/>
              </a:spcBef>
              <a:spcAft>
                <a:spcPct val="0"/>
              </a:spcAft>
              <a:buClrTx/>
              <a:buSzTx/>
              <a:buFontTx/>
              <a:buNone/>
              <a:tabLst/>
              <a:defRPr/>
            </a:pPr>
            <a:endParaRPr kumimoji="0" lang="en-US" sz="145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5" name="Rectangle: Top Corners Rounded 4">
            <a:extLst>
              <a:ext uri="{FF2B5EF4-FFF2-40B4-BE49-F238E27FC236}">
                <a16:creationId xmlns:a16="http://schemas.microsoft.com/office/drawing/2014/main" id="{4047058E-B66C-21BA-CCE3-8C5DA97D12BC}"/>
              </a:ext>
            </a:extLst>
          </p:cNvPr>
          <p:cNvSpPr/>
          <p:nvPr/>
        </p:nvSpPr>
        <p:spPr bwMode="auto">
          <a:xfrm flipH="1">
            <a:off x="377810" y="885946"/>
            <a:ext cx="4895851" cy="518674"/>
          </a:xfrm>
          <a:prstGeom prst="round2SameRect">
            <a:avLst>
              <a:gd name="adj1" fmla="val 16174"/>
              <a:gd name="adj2" fmla="val 0"/>
            </a:avLst>
          </a:prstGeom>
          <a:solidFill>
            <a:srgbClr val="8A226F"/>
          </a:solidFill>
          <a:effectLst/>
        </p:spPr>
        <p:txBody>
          <a:bodyPr vert="horz" wrap="square" lIns="0" tIns="0" rIns="0" bIns="0" rtlCol="0" anchor="ctr" anchorCtr="0">
            <a:normAutofit/>
          </a:bodyPr>
          <a:lstStyle/>
          <a:p>
            <a:pPr marL="0" marR="0" lvl="0" indent="0" algn="ctr" defTabSz="929384" rtl="0" eaLnBrk="1" fontAlgn="auto" latinLnBrk="0" hangingPunct="1">
              <a:lnSpc>
                <a:spcPct val="100000"/>
              </a:lnSpc>
              <a:spcBef>
                <a:spcPct val="20000"/>
              </a:spcBef>
              <a:spcAft>
                <a:spcPts val="0"/>
              </a:spcAft>
              <a:buClrTx/>
              <a:buSzPct val="90000"/>
              <a:buFontTx/>
              <a:buNone/>
              <a:tabLst/>
              <a:defRPr/>
            </a:pPr>
            <a:endParaRPr kumimoji="0" lang="en-US" sz="1196" b="1" i="0" u="none" strike="noStrike" kern="1200" cap="none" spc="0" normalizeH="0" baseline="0" noProof="0">
              <a:ln>
                <a:noFill/>
              </a:ln>
              <a:solidFill>
                <a:srgbClr val="FFFFFF"/>
              </a:solidFill>
              <a:effectLst/>
              <a:uLnTx/>
              <a:uFillTx/>
              <a:latin typeface="Segoe UI Semibold" panose="020B0502040204020203" pitchFamily="34" charset="0"/>
              <a:ea typeface="+mn-ea"/>
              <a:cs typeface="Segoe UI Semibold" panose="020B0502040204020203" pitchFamily="34" charset="0"/>
            </a:endParaRPr>
          </a:p>
        </p:txBody>
      </p:sp>
      <p:graphicFrame>
        <p:nvGraphicFramePr>
          <p:cNvPr id="3" name="Table 0">
            <a:extLst>
              <a:ext uri="{FF2B5EF4-FFF2-40B4-BE49-F238E27FC236}">
                <a16:creationId xmlns:a16="http://schemas.microsoft.com/office/drawing/2014/main" id="{F4C1163E-9A3B-3F46-0E0F-20F423921668}"/>
              </a:ext>
            </a:extLst>
          </p:cNvPr>
          <p:cNvGraphicFramePr>
            <a:graphicFrameLocks noGrp="1"/>
          </p:cNvGraphicFramePr>
          <p:nvPr>
            <p:extLst>
              <p:ext uri="{D42A27DB-BD31-4B8C-83A1-F6EECF244321}">
                <p14:modId xmlns:p14="http://schemas.microsoft.com/office/powerpoint/2010/main" val="266653833"/>
              </p:ext>
            </p:extLst>
          </p:nvPr>
        </p:nvGraphicFramePr>
        <p:xfrm>
          <a:off x="380714" y="887941"/>
          <a:ext cx="4904331" cy="6696905"/>
        </p:xfrm>
        <a:graphic>
          <a:graphicData uri="http://schemas.openxmlformats.org/drawingml/2006/table">
            <a:tbl>
              <a:tblPr firstRow="1" bandRow="1">
                <a:effectLst/>
                <a:tableStyleId>{2D5ABB26-0587-4C30-8999-92F81FD0307C}</a:tableStyleId>
              </a:tblPr>
              <a:tblGrid>
                <a:gridCol w="3267581">
                  <a:extLst>
                    <a:ext uri="{9D8B030D-6E8A-4147-A177-3AD203B41FA5}">
                      <a16:colId xmlns:a16="http://schemas.microsoft.com/office/drawing/2014/main" val="20000"/>
                    </a:ext>
                  </a:extLst>
                </a:gridCol>
                <a:gridCol w="603504">
                  <a:extLst>
                    <a:ext uri="{9D8B030D-6E8A-4147-A177-3AD203B41FA5}">
                      <a16:colId xmlns:a16="http://schemas.microsoft.com/office/drawing/2014/main" val="4240858127"/>
                    </a:ext>
                  </a:extLst>
                </a:gridCol>
                <a:gridCol w="1033246">
                  <a:extLst>
                    <a:ext uri="{9D8B030D-6E8A-4147-A177-3AD203B41FA5}">
                      <a16:colId xmlns:a16="http://schemas.microsoft.com/office/drawing/2014/main" val="2771187302"/>
                    </a:ext>
                  </a:extLst>
                </a:gridCol>
              </a:tblGrid>
              <a:tr h="515581">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auto" hangingPunct="1">
                        <a:lnSpc>
                          <a:spcPct val="100000"/>
                        </a:lnSpc>
                        <a:spcBef>
                          <a:spcPts val="0"/>
                        </a:spcBef>
                        <a:spcAft>
                          <a:spcPts val="0"/>
                        </a:spcAft>
                        <a:buFontTx/>
                        <a:buNone/>
                      </a:pPr>
                      <a:r>
                        <a:rPr lang="en-US" sz="750" b="0" i="0" u="none" strike="noStrike" kern="1200" cap="none" spc="0" normalizeH="0" baseline="0">
                          <a:solidFill>
                            <a:schemeClr val="bg1">
                              <a:lumMod val="100000"/>
                            </a:schemeClr>
                          </a:solidFill>
                          <a:latin typeface="Segoe UI Semibold" panose="020B0702040204020203" pitchFamily="34" charset="0"/>
                          <a:cs typeface="Segoe UI Semibold" panose="020B0702040204020203" pitchFamily="34" charset="0"/>
                          <a:sym typeface=""/>
                        </a:rPr>
                        <a:t>Incremental security and compliance capabilities</a:t>
                      </a:r>
                      <a:endParaRPr lang="en-US" sz="750" b="0" i="0" u="none" strike="noStrike" kern="1200" cap="none" spc="0" normalizeH="0" baseline="0">
                        <a:solidFill>
                          <a:schemeClr val="bg1">
                            <a:lumMod val="100000"/>
                          </a:schemeClr>
                        </a:solidFill>
                        <a:latin typeface="Segoe UI Semibold" panose="020B0702040204020203" pitchFamily="34" charset="0"/>
                        <a:ea typeface="Calibri" charset="0"/>
                        <a:cs typeface="Segoe UI Semibold" panose="020B0702040204020203" pitchFamily="34" charset="0"/>
                        <a:sym typeface=""/>
                      </a:endParaRPr>
                    </a:p>
                  </a:txBody>
                  <a:tcPr marL="72000" marR="0" marT="0" marB="0" anchor="ctr">
                    <a:lnL>
                      <a:noFill/>
                    </a:lnL>
                    <a:lnR>
                      <a:noFill/>
                    </a:lnR>
                    <a:lnT>
                      <a:noFill/>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565131" rtl="0" eaLnBrk="1" fontAlgn="auto" hangingPunct="1">
                        <a:lnSpc>
                          <a:spcPct val="100000"/>
                        </a:lnSpc>
                        <a:spcBef>
                          <a:spcPts val="0"/>
                        </a:spcBef>
                        <a:spcAft>
                          <a:spcPts val="0"/>
                        </a:spcAft>
                        <a:buFontTx/>
                        <a:buNone/>
                      </a:pPr>
                      <a:r>
                        <a:rPr lang="en-US" sz="750" b="0" i="0" u="none" strike="noStrike" kern="1200" cap="none" spc="0" normalizeH="0" baseline="0">
                          <a:solidFill>
                            <a:schemeClr val="bg1">
                              <a:lumMod val="100000"/>
                            </a:schemeClr>
                          </a:solidFill>
                          <a:latin typeface="Segoe UI Semibold" panose="020B0702040204020203" pitchFamily="34" charset="0"/>
                          <a:cs typeface="Segoe UI Semibold" panose="020B0702040204020203" pitchFamily="34" charset="0"/>
                          <a:sym typeface=""/>
                        </a:rPr>
                        <a:t>M365 Business Premium</a:t>
                      </a:r>
                      <a:endParaRPr lang="en-US" sz="750" b="0" i="0" u="none" strike="noStrike" kern="1200" cap="none" spc="0" normalizeH="0" baseline="0">
                        <a:solidFill>
                          <a:schemeClr val="bg1">
                            <a:lumMod val="100000"/>
                          </a:schemeClr>
                        </a:solidFill>
                        <a:latin typeface="Segoe UI Semibold" panose="020B0702040204020203" pitchFamily="34" charset="0"/>
                        <a:ea typeface="Calibri" charset="0"/>
                        <a:cs typeface="Segoe UI Semibold" panose="020B0702040204020203" pitchFamily="34" charset="0"/>
                        <a:sym typeface=""/>
                      </a:endParaRPr>
                    </a:p>
                  </a:txBody>
                  <a:tcPr marL="72000" marR="0" marT="0" marB="0" anchor="ctr">
                    <a:lnL>
                      <a:noFill/>
                    </a:lnL>
                    <a:lnR>
                      <a:noFill/>
                    </a:lnR>
                    <a:lnT>
                      <a:noFill/>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565131" rtl="0" eaLnBrk="1" fontAlgn="auto" hangingPunct="1">
                        <a:lnSpc>
                          <a:spcPct val="100000"/>
                        </a:lnSpc>
                        <a:spcBef>
                          <a:spcPts val="0"/>
                        </a:spcBef>
                        <a:spcAft>
                          <a:spcPts val="0"/>
                        </a:spcAft>
                        <a:buFontTx/>
                        <a:buNone/>
                      </a:pPr>
                      <a:r>
                        <a:rPr lang="en-US" sz="750" b="0" i="0" u="none" strike="noStrike" kern="1200" cap="none" spc="0" normalizeH="0" baseline="0">
                          <a:solidFill>
                            <a:schemeClr val="bg1">
                              <a:lumMod val="100000"/>
                            </a:schemeClr>
                          </a:solidFill>
                          <a:latin typeface="Segoe UI Semibold" panose="020B0702040204020203" pitchFamily="34" charset="0"/>
                          <a:cs typeface="Segoe UI Semibold" panose="020B0702040204020203" pitchFamily="34" charset="0"/>
                          <a:sym typeface=""/>
                        </a:rPr>
                        <a:t>Defender + Purview Suite for </a:t>
                      </a:r>
                      <a:r>
                        <a:rPr lang="en-US" sz="750" b="0" i="0" u="none" strike="noStrike" kern="1200" cap="none" spc="0" normalizeH="0" baseline="0">
                          <a:solidFill>
                            <a:schemeClr val="bg1">
                              <a:lumMod val="100000"/>
                            </a:schemeClr>
                          </a:solidFill>
                          <a:latin typeface="Segoe UI Semibold" panose="020B0702040204020203" pitchFamily="34" charset="0"/>
                          <a:ea typeface="Segoe UI Semibold" panose="020B0502040204020203" pitchFamily="34" charset="0"/>
                          <a:cs typeface="Segoe UI Semibold" panose="020B0702040204020203" pitchFamily="34" charset="0"/>
                        </a:rPr>
                        <a:t>Business Premium</a:t>
                      </a:r>
                      <a:endParaRPr lang="en-US" sz="750" b="0" i="0" u="none" strike="noStrike" kern="1200" cap="none" spc="0" normalizeH="0" baseline="0">
                        <a:solidFill>
                          <a:schemeClr val="bg1">
                            <a:lumMod val="100000"/>
                          </a:schemeClr>
                        </a:solidFill>
                        <a:latin typeface="Segoe UI Semibold" panose="020B0702040204020203" pitchFamily="34" charset="0"/>
                        <a:ea typeface="Calibri" charset="0"/>
                        <a:cs typeface="Segoe UI Semibold" panose="020B0702040204020203" pitchFamily="34" charset="0"/>
                        <a:sym typeface=""/>
                      </a:endParaRPr>
                    </a:p>
                  </a:txBody>
                  <a:tcPr marL="72000" marR="0" marT="0" marB="0" anchor="ctr">
                    <a:lnL>
                      <a:noFill/>
                    </a:lnL>
                    <a:lnR>
                      <a:noFill/>
                    </a:lnR>
                    <a:lnT>
                      <a:noFill/>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143254">
                <a:tc gridSpan="3">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Identity and access management</a:t>
                      </a:r>
                    </a:p>
                  </a:txBody>
                  <a:tcPr marL="72000" marR="0" marT="0" marB="0" anchor="ctr">
                    <a:lnL w="3810" cap="flat" cmpd="sng" algn="ctr">
                      <a:noFill/>
                      <a:prstDash val="solid"/>
                      <a:round/>
                      <a:headEnd type="none" w="med" len="med"/>
                      <a:tailEnd type="none" w="med" len="med"/>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B740C5">
                        <a:lumMod val="100000"/>
                        <a:alpha val="21000"/>
                      </a:srgbClr>
                    </a:solidFill>
                  </a:tcPr>
                </a:tc>
                <a:tc hMerge="1">
                  <a:txBody>
                    <a:bodyPr/>
                    <a:lstStyle/>
                    <a:p>
                      <a:endParaRPr lang="en-IN"/>
                    </a:p>
                  </a:txBody>
                  <a:tcPr/>
                </a:tc>
                <a:tc hMerge="1">
                  <a:txBody>
                    <a:bodyPr/>
                    <a:lstStyle/>
                    <a:p>
                      <a:endParaRPr lang="en-IN"/>
                    </a:p>
                  </a:txBody>
                  <a:tcPr>
                    <a:lnL>
                      <a:noFill/>
                    </a:lnL>
                    <a:lnT w="635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10003"/>
                  </a:ext>
                </a:extLst>
              </a:tr>
              <a:tr h="286506">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Entra ID P1: SSO, MFA, self-service password reset, Conditional Access, automated user provisioning</a:t>
                      </a:r>
                    </a:p>
                  </a:txBody>
                  <a:tcPr marL="72000" marR="0" marT="0"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a:t>
                      </a:r>
                    </a:p>
                  </a:txBody>
                  <a:tcPr marL="72000" marR="0" marT="0" marB="0" anchor="ctr">
                    <a:lnL>
                      <a:noFill/>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a:t>
                      </a:r>
                      <a:endParaRPr lang="en-US" sz="70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endParaRPr>
                    </a:p>
                  </a:txBody>
                  <a:tcPr marL="72000" marR="0" marT="0" marB="0" anchor="ctr">
                    <a:lnL w="3810" cap="flat" cmpd="sng" algn="ctr">
                      <a:noFill/>
                      <a:prstDash val="solid"/>
                      <a:round/>
                      <a:headEnd type="none" w="med" len="med"/>
                      <a:tailEnd type="none" w="med" len="med"/>
                    </a:lnL>
                    <a:lnR>
                      <a:noFill/>
                    </a:lnR>
                    <a:lnT w="3810" cap="flat" cmpd="sng" algn="ctr">
                      <a:solidFill>
                        <a:srgbClr val="D5D8DC"/>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286506">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 Entra ID P2: Risk-based Conditional Access with real-time sign-in and user risk detection</a:t>
                      </a:r>
                    </a:p>
                  </a:txBody>
                  <a:tcPr marL="72000" marR="0" marT="0"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65131" rtl="0" eaLnBrk="1" fontAlgn="ctr" hangingPunct="1">
                        <a:lnSpc>
                          <a:spcPct val="100000"/>
                        </a:lnSpc>
                        <a:spcBef>
                          <a:spcPts val="0"/>
                        </a:spcBef>
                        <a:spcAft>
                          <a:spcPts val="0"/>
                        </a:spcAft>
                        <a:buFontTx/>
                        <a:buNone/>
                      </a:pPr>
                      <a:endPar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endParaRPr>
                    </a:p>
                  </a:txBody>
                  <a:tcPr marL="72000" marR="0" marT="0" marB="0" anchor="ctr">
                    <a:lnL>
                      <a:noFill/>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a:t>
                      </a:r>
                      <a:endParaRPr lang="en-US" sz="70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endParaRPr>
                    </a:p>
                  </a:txBody>
                  <a:tcPr marL="72000" marR="0" marT="0" marB="0" anchor="ctr">
                    <a:lnL w="3810" cap="flat" cmpd="sng" algn="ctr">
                      <a:noFill/>
                      <a:prstDash val="solid"/>
                      <a:round/>
                      <a:headEnd type="none" w="med" len="med"/>
                      <a:tailEnd type="none" w="med" len="med"/>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286506">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 Entra ID Protection: ML-driven anomaly detection for compromised credentials and suspicious sign-ins</a:t>
                      </a:r>
                    </a:p>
                  </a:txBody>
                  <a:tcPr marL="72000" marR="0" marT="0"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65131" rtl="0" eaLnBrk="1" fontAlgn="ctr" hangingPunct="1">
                        <a:lnSpc>
                          <a:spcPct val="100000"/>
                        </a:lnSpc>
                        <a:spcBef>
                          <a:spcPts val="0"/>
                        </a:spcBef>
                        <a:spcAft>
                          <a:spcPts val="0"/>
                        </a:spcAft>
                        <a:buFontTx/>
                        <a:buNone/>
                      </a:pPr>
                      <a:endPar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endParaRPr>
                    </a:p>
                  </a:txBody>
                  <a:tcPr marL="72000" marR="0" marT="0" marB="0" anchor="ctr">
                    <a:lnL>
                      <a:noFill/>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a:t>
                      </a:r>
                      <a:endParaRPr lang="en-US" sz="70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endParaRPr>
                    </a:p>
                  </a:txBody>
                  <a:tcPr marL="72000" marR="0" marT="0" marB="0" anchor="ctr">
                    <a:lnL w="3810" cap="flat" cmpd="sng" algn="ctr">
                      <a:noFill/>
                      <a:prstDash val="solid"/>
                      <a:round/>
                      <a:headEnd type="none" w="med" len="med"/>
                      <a:tailEnd type="none" w="med" len="med"/>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86506">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 Entra ID Governance: Access reviews, entitlement management, and Privileged Identity Management (PIM)</a:t>
                      </a:r>
                    </a:p>
                  </a:txBody>
                  <a:tcPr marL="72000" marR="0" marT="0"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65131" rtl="0" eaLnBrk="1" fontAlgn="ctr" hangingPunct="1">
                        <a:lnSpc>
                          <a:spcPct val="100000"/>
                        </a:lnSpc>
                        <a:spcBef>
                          <a:spcPts val="0"/>
                        </a:spcBef>
                        <a:spcAft>
                          <a:spcPts val="0"/>
                        </a:spcAft>
                        <a:buFontTx/>
                        <a:buNone/>
                      </a:pPr>
                      <a:endPar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endParaRPr>
                    </a:p>
                  </a:txBody>
                  <a:tcPr marL="72000" marR="0" marT="0" marB="0" anchor="ctr">
                    <a:lnL>
                      <a:noFill/>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a:t>
                      </a:r>
                      <a:endParaRPr lang="en-US" sz="70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endParaRPr>
                    </a:p>
                  </a:txBody>
                  <a:tcPr marL="72000" marR="0" marT="0" marB="0" anchor="ctr">
                    <a:lnL w="3810" cap="flat" cmpd="sng" algn="ctr">
                      <a:noFill/>
                      <a:prstDash val="solid"/>
                      <a:round/>
                      <a:headEnd type="none" w="med" len="med"/>
                      <a:tailEnd type="none" w="med" len="med"/>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r h="143254">
                <a:tc gridSpan="3">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Identity threat detection and response</a:t>
                      </a:r>
                    </a:p>
                  </a:txBody>
                  <a:tcPr marL="72000" marR="0" marT="0" marB="0" anchor="ctr">
                    <a:lnL w="3810" cap="flat" cmpd="sng" algn="ctr">
                      <a:noFill/>
                      <a:prstDash val="solid"/>
                      <a:round/>
                      <a:headEnd type="none" w="med" len="med"/>
                      <a:tailEnd type="none" w="med" len="med"/>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B740C5">
                        <a:alpha val="21000"/>
                      </a:srgbClr>
                    </a:solidFill>
                  </a:tcPr>
                </a:tc>
                <a:tc hMerge="1">
                  <a:txBody>
                    <a:bodyPr/>
                    <a:lstStyle/>
                    <a:p>
                      <a:endParaRPr lang="en-IN"/>
                    </a:p>
                  </a:txBody>
                  <a:tcPr/>
                </a:tc>
                <a:tc hMerge="1">
                  <a:txBody>
                    <a:bodyPr/>
                    <a:lstStyle/>
                    <a:p>
                      <a:endParaRPr lang="en-IN"/>
                    </a:p>
                  </a:txBody>
                  <a:tcPr>
                    <a:lnL>
                      <a:noFill/>
                    </a:lnL>
                    <a:lnT w="635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10008"/>
                  </a:ext>
                </a:extLst>
              </a:tr>
              <a:tr h="286506">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Defender for Identity: Monitor on-premises AD and hybrid identity infrastructure for compromise</a:t>
                      </a:r>
                    </a:p>
                  </a:txBody>
                  <a:tcPr marL="72000" marR="0" marT="0"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65131" rtl="0" eaLnBrk="1" fontAlgn="ctr" hangingPunct="1">
                        <a:lnSpc>
                          <a:spcPct val="100000"/>
                        </a:lnSpc>
                        <a:spcBef>
                          <a:spcPts val="0"/>
                        </a:spcBef>
                        <a:spcAft>
                          <a:spcPts val="0"/>
                        </a:spcAft>
                        <a:buFontTx/>
                        <a:buNone/>
                      </a:pPr>
                      <a:endPar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endParaRPr>
                    </a:p>
                  </a:txBody>
                  <a:tcPr marL="72000" marR="0" marT="0" marB="0" anchor="ctr">
                    <a:lnL>
                      <a:noFill/>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a:t>
                      </a:r>
                      <a:endParaRPr lang="en-US" sz="70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endParaRPr>
                    </a:p>
                  </a:txBody>
                  <a:tcPr marL="72000" marR="0" marT="0" marB="0" anchor="ctr">
                    <a:lnL w="3810" cap="flat" cmpd="sng" algn="ctr">
                      <a:noFill/>
                      <a:prstDash val="solid"/>
                      <a:round/>
                      <a:headEnd type="none" w="med" len="med"/>
                      <a:tailEnd type="none" w="med" len="med"/>
                    </a:lnL>
                    <a:lnR>
                      <a:noFill/>
                    </a:lnR>
                    <a:lnT w="3810" cap="flat" cmpd="sng" algn="ctr">
                      <a:solidFill>
                        <a:srgbClr val="D5D8DC"/>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9"/>
                  </a:ext>
                </a:extLst>
              </a:tr>
              <a:tr h="286506">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Detect lateral movement (pass-the-hash, pass-the-ticket, golden ticket) and credential theft attacks</a:t>
                      </a:r>
                    </a:p>
                  </a:txBody>
                  <a:tcPr marL="72000" marR="0" marT="0"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65131" rtl="0" eaLnBrk="1" fontAlgn="ctr" hangingPunct="1">
                        <a:lnSpc>
                          <a:spcPct val="100000"/>
                        </a:lnSpc>
                        <a:spcBef>
                          <a:spcPts val="0"/>
                        </a:spcBef>
                        <a:spcAft>
                          <a:spcPts val="0"/>
                        </a:spcAft>
                        <a:buFontTx/>
                        <a:buNone/>
                      </a:pPr>
                      <a:endPar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endParaRPr>
                    </a:p>
                  </a:txBody>
                  <a:tcPr marL="72000" marR="0" marT="0" marB="0" anchor="ctr">
                    <a:lnL>
                      <a:noFill/>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a:t>
                      </a:r>
                      <a:endParaRPr lang="en-US" sz="70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endParaRPr>
                    </a:p>
                  </a:txBody>
                  <a:tcPr marL="72000" marR="0" marT="0" marB="0" anchor="ctr">
                    <a:lnL w="3810" cap="flat" cmpd="sng" algn="ctr">
                      <a:noFill/>
                      <a:prstDash val="solid"/>
                      <a:round/>
                      <a:headEnd type="none" w="med" len="med"/>
                      <a:tailEnd type="none" w="med" len="med"/>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0"/>
                  </a:ext>
                </a:extLst>
              </a:tr>
              <a:tr h="153972">
                <a:tc>
                  <a:txBody>
                    <a:bodyPr/>
                    <a:lstStyle/>
                    <a:p>
                      <a:pPr algn="l" fontAlgn="ctr">
                        <a:buNone/>
                      </a:pPr>
                      <a:r>
                        <a:rPr lang="en-US" sz="650" b="0" i="0" u="none" strike="noStrike">
                          <a:solidFill>
                            <a:srgbClr val="000000"/>
                          </a:solidFill>
                          <a:effectLst/>
                          <a:latin typeface="Segoe UI" panose="020B0502040204020203" pitchFamily="34" charset="0"/>
                          <a:cs typeface="Segoe UI" panose="020B0502040204020203" pitchFamily="34" charset="0"/>
                        </a:rPr>
                        <a:t>Monthly Security Summary Report — posture across identity, devices, info, apps</a:t>
                      </a:r>
                    </a:p>
                  </a:txBody>
                  <a:tcPr marL="73152" marR="73152" marT="0"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65131" rtl="0" eaLnBrk="1" fontAlgn="ctr" latinLnBrk="0" hangingPunct="1">
                        <a:lnSpc>
                          <a:spcPct val="100000"/>
                        </a:lnSpc>
                        <a:spcBef>
                          <a:spcPts val="0"/>
                        </a:spcBef>
                        <a:spcAft>
                          <a:spcPts val="0"/>
                        </a:spcAft>
                        <a:buClrTx/>
                        <a:buSzTx/>
                        <a:buFontTx/>
                        <a:buNone/>
                        <a:tabLst/>
                        <a:defRPr/>
                      </a:pPr>
                      <a:endParaRPr kumimoji="0" lang="en-US" sz="65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2000" marR="72000" marT="0" marB="0" anchor="ctr">
                    <a:lnL>
                      <a:noFill/>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65131" rtl="0" eaLnBrk="1" fontAlgn="ctr" latinLnBrk="0" hangingPunct="1">
                        <a:lnSpc>
                          <a:spcPct val="100000"/>
                        </a:lnSpc>
                        <a:spcBef>
                          <a:spcPts val="0"/>
                        </a:spcBef>
                        <a:spcAft>
                          <a:spcPts val="0"/>
                        </a:spcAft>
                        <a:buClrTx/>
                        <a:buSzTx/>
                        <a:buFontTx/>
                        <a:buNone/>
                        <a:tabLst/>
                        <a:defRPr/>
                      </a:pPr>
                      <a:r>
                        <a:rPr kumimoji="0" lang="en-US" sz="65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a:t>
                      </a:r>
                    </a:p>
                  </a:txBody>
                  <a:tcPr marL="72000" marR="72000" marT="0" marB="0" anchor="ctr">
                    <a:lnL w="3810" cap="flat" cmpd="sng" algn="ctr">
                      <a:noFill/>
                      <a:prstDash val="solid"/>
                      <a:round/>
                      <a:headEnd type="none" w="med" len="med"/>
                      <a:tailEnd type="none" w="med" len="med"/>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59799738"/>
                  </a:ext>
                </a:extLst>
              </a:tr>
              <a:tr h="153972">
                <a:tc>
                  <a:txBody>
                    <a:bodyPr/>
                    <a:lstStyle/>
                    <a:p>
                      <a:pPr algn="l" fontAlgn="ctr">
                        <a:buNone/>
                      </a:pPr>
                      <a:r>
                        <a:rPr lang="en-US" sz="650" b="0" i="0" u="none" strike="noStrike">
                          <a:solidFill>
                            <a:srgbClr val="000000"/>
                          </a:solidFill>
                          <a:effectLst/>
                          <a:latin typeface="Segoe UI" panose="020B0502040204020203" pitchFamily="34" charset="0"/>
                          <a:cs typeface="Segoe UI" panose="020B0502040204020203" pitchFamily="34" charset="0"/>
                        </a:rPr>
                        <a:t>Device Exposure Score in Microsoft 365 Lighthouse — CSP/MSP cross-tenant view</a:t>
                      </a:r>
                    </a:p>
                  </a:txBody>
                  <a:tcPr marL="73152" marR="73152" marT="0"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65131" rtl="0" eaLnBrk="1" fontAlgn="ctr" latinLnBrk="0" hangingPunct="1">
                        <a:lnSpc>
                          <a:spcPct val="100000"/>
                        </a:lnSpc>
                        <a:spcBef>
                          <a:spcPts val="0"/>
                        </a:spcBef>
                        <a:spcAft>
                          <a:spcPts val="0"/>
                        </a:spcAft>
                        <a:buClrTx/>
                        <a:buSzTx/>
                        <a:buFontTx/>
                        <a:buNone/>
                        <a:tabLst/>
                        <a:defRPr/>
                      </a:pPr>
                      <a:endParaRPr kumimoji="0" lang="en-US" sz="65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endParaRPr>
                    </a:p>
                  </a:txBody>
                  <a:tcPr marL="72000" marR="72000" marT="0" marB="0" anchor="ctr">
                    <a:lnL>
                      <a:noFill/>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65131" rtl="0" eaLnBrk="1" fontAlgn="ctr" latinLnBrk="0" hangingPunct="1">
                        <a:lnSpc>
                          <a:spcPct val="100000"/>
                        </a:lnSpc>
                        <a:spcBef>
                          <a:spcPts val="0"/>
                        </a:spcBef>
                        <a:spcAft>
                          <a:spcPts val="0"/>
                        </a:spcAft>
                        <a:buClrTx/>
                        <a:buSzTx/>
                        <a:buFontTx/>
                        <a:buNone/>
                        <a:tabLst/>
                        <a:defRPr/>
                      </a:pPr>
                      <a:r>
                        <a:rPr kumimoji="0" lang="en-US" sz="65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a:t>
                      </a:r>
                    </a:p>
                  </a:txBody>
                  <a:tcPr marL="72000" marR="72000" marT="0" marB="0" anchor="ctr">
                    <a:lnL w="3810" cap="flat" cmpd="sng" algn="ctr">
                      <a:noFill/>
                      <a:prstDash val="solid"/>
                      <a:round/>
                      <a:headEnd type="none" w="med" len="med"/>
                      <a:tailEnd type="none" w="med" len="med"/>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65940498"/>
                  </a:ext>
                </a:extLst>
              </a:tr>
              <a:tr h="143254">
                <a:tc gridSpan="3">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Endpoint security</a:t>
                      </a:r>
                    </a:p>
                  </a:txBody>
                  <a:tcPr marL="72000" marR="0" marT="0" marB="0" anchor="ctr">
                    <a:lnL w="3810" cap="flat" cmpd="sng" algn="ctr">
                      <a:noFill/>
                      <a:prstDash val="solid"/>
                      <a:round/>
                      <a:headEnd type="none" w="med" len="med"/>
                      <a:tailEnd type="none" w="med" len="med"/>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B740C5">
                        <a:alpha val="21000"/>
                      </a:srgbClr>
                    </a:solidFill>
                  </a:tcPr>
                </a:tc>
                <a:tc hMerge="1">
                  <a:txBody>
                    <a:bodyPr/>
                    <a:lstStyle/>
                    <a:p>
                      <a:endParaRPr lang="en-IN"/>
                    </a:p>
                  </a:txBody>
                  <a:tcPr/>
                </a:tc>
                <a:tc hMerge="1">
                  <a:txBody>
                    <a:bodyPr/>
                    <a:lstStyle/>
                    <a:p>
                      <a:endParaRPr lang="en-IN"/>
                    </a:p>
                  </a:txBody>
                  <a:tcPr>
                    <a:lnL>
                      <a:noFill/>
                    </a:lnL>
                    <a:lnT w="635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10011"/>
                  </a:ext>
                </a:extLst>
              </a:tr>
              <a:tr h="286506">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Defender for Business: Next-gen antivirus, EDR, automated remediation, threat and vulnerability management</a:t>
                      </a:r>
                    </a:p>
                  </a:txBody>
                  <a:tcPr marL="72000" marR="0" marT="0"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a:t>
                      </a:r>
                    </a:p>
                  </a:txBody>
                  <a:tcPr marL="72000" marR="0" marT="0" marB="0" anchor="ctr">
                    <a:lnL>
                      <a:noFill/>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a:t>
                      </a:r>
                      <a:endParaRPr lang="en-US" sz="70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endParaRPr>
                    </a:p>
                  </a:txBody>
                  <a:tcPr marL="72000" marR="0" marT="0" marB="0" anchor="ctr">
                    <a:lnL w="3810" cap="flat" cmpd="sng" algn="ctr">
                      <a:noFill/>
                      <a:prstDash val="solid"/>
                      <a:round/>
                      <a:headEnd type="none" w="med" len="med"/>
                      <a:tailEnd type="none" w="med" len="med"/>
                    </a:lnL>
                    <a:lnR>
                      <a:noFill/>
                    </a:lnR>
                    <a:lnT w="3810" cap="flat" cmpd="sng" algn="ctr">
                      <a:solidFill>
                        <a:srgbClr val="D5D8DC"/>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2"/>
                  </a:ext>
                </a:extLst>
              </a:tr>
              <a:tr h="286506">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 Defender for Endpoint P2: Advanced threat hunting with custom detection rules and KQL queries</a:t>
                      </a:r>
                    </a:p>
                  </a:txBody>
                  <a:tcPr marL="72000" marR="0" marT="0"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65131" rtl="0" eaLnBrk="1" fontAlgn="ctr" hangingPunct="1">
                        <a:lnSpc>
                          <a:spcPct val="100000"/>
                        </a:lnSpc>
                        <a:spcBef>
                          <a:spcPts val="0"/>
                        </a:spcBef>
                        <a:spcAft>
                          <a:spcPts val="0"/>
                        </a:spcAft>
                        <a:buFontTx/>
                        <a:buNone/>
                      </a:pPr>
                      <a:endPar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endParaRPr>
                    </a:p>
                  </a:txBody>
                  <a:tcPr marL="72000" marR="0" marT="0" marB="0" anchor="ctr">
                    <a:lnL>
                      <a:noFill/>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a:t>
                      </a:r>
                      <a:endParaRPr lang="en-US" sz="70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endParaRPr>
                    </a:p>
                  </a:txBody>
                  <a:tcPr marL="72000" marR="0" marT="0" marB="0" anchor="ctr">
                    <a:lnL w="3810" cap="flat" cmpd="sng" algn="ctr">
                      <a:noFill/>
                      <a:prstDash val="solid"/>
                      <a:round/>
                      <a:headEnd type="none" w="med" len="med"/>
                      <a:tailEnd type="none" w="med" len="med"/>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3"/>
                  </a:ext>
                </a:extLst>
              </a:tr>
              <a:tr h="286506">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 Live response, 6-month data retention (vs. 30 days), and advanced behavioral analytics for APT detection</a:t>
                      </a:r>
                    </a:p>
                  </a:txBody>
                  <a:tcPr marL="72000" marR="0" marT="0"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65131" rtl="0" eaLnBrk="1" fontAlgn="ctr" hangingPunct="1">
                        <a:lnSpc>
                          <a:spcPct val="100000"/>
                        </a:lnSpc>
                        <a:spcBef>
                          <a:spcPts val="0"/>
                        </a:spcBef>
                        <a:spcAft>
                          <a:spcPts val="0"/>
                        </a:spcAft>
                        <a:buFontTx/>
                        <a:buNone/>
                      </a:pPr>
                      <a:endPar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endParaRPr>
                    </a:p>
                  </a:txBody>
                  <a:tcPr marL="72000" marR="0" marT="0" marB="0" anchor="ctr">
                    <a:lnL>
                      <a:noFill/>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a:t>
                      </a:r>
                      <a:endParaRPr lang="en-US" sz="70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endParaRPr>
                    </a:p>
                  </a:txBody>
                  <a:tcPr marL="72000" marR="0" marT="0" marB="0" anchor="ctr">
                    <a:lnL w="3810" cap="flat" cmpd="sng" algn="ctr">
                      <a:noFill/>
                      <a:prstDash val="solid"/>
                      <a:round/>
                      <a:headEnd type="none" w="med" len="med"/>
                      <a:tailEnd type="none" w="med" len="med"/>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4"/>
                  </a:ext>
                </a:extLst>
              </a:tr>
              <a:tr h="143254">
                <a:tc gridSpan="3">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Email and collaboration security</a:t>
                      </a:r>
                    </a:p>
                  </a:txBody>
                  <a:tcPr marL="72000" marR="0" marT="0" marB="0" anchor="ctr">
                    <a:lnL w="3810" cap="flat" cmpd="sng" algn="ctr">
                      <a:noFill/>
                      <a:prstDash val="solid"/>
                      <a:round/>
                      <a:headEnd type="none" w="med" len="med"/>
                      <a:tailEnd type="none" w="med" len="med"/>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B740C5">
                        <a:alpha val="21000"/>
                      </a:srgbClr>
                    </a:solidFill>
                  </a:tcPr>
                </a:tc>
                <a:tc hMerge="1">
                  <a:txBody>
                    <a:bodyPr/>
                    <a:lstStyle/>
                    <a:p>
                      <a:endParaRPr lang="en-IN"/>
                    </a:p>
                  </a:txBody>
                  <a:tcPr/>
                </a:tc>
                <a:tc hMerge="1">
                  <a:txBody>
                    <a:bodyPr/>
                    <a:lstStyle/>
                    <a:p>
                      <a:endParaRPr lang="en-IN"/>
                    </a:p>
                  </a:txBody>
                  <a:tcPr>
                    <a:lnL>
                      <a:noFill/>
                    </a:lnL>
                    <a:lnT w="635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10015"/>
                  </a:ext>
                </a:extLst>
              </a:tr>
              <a:tr h="14325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Defender for Office 365 P1: Safe links, safe attachments, anti-phishing policies</a:t>
                      </a:r>
                    </a:p>
                  </a:txBody>
                  <a:tcPr marL="72000" marR="0" marT="0"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a:t>
                      </a:r>
                    </a:p>
                  </a:txBody>
                  <a:tcPr marL="72000" marR="0" marT="0" marB="0" anchor="ctr">
                    <a:lnL>
                      <a:noFill/>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a:t>
                      </a:r>
                      <a:endParaRPr lang="en-US" sz="70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endParaRPr>
                    </a:p>
                  </a:txBody>
                  <a:tcPr marL="72000" marR="0" marT="0" marB="0" anchor="ctr">
                    <a:lnL w="3810" cap="flat" cmpd="sng" algn="ctr">
                      <a:noFill/>
                      <a:prstDash val="solid"/>
                      <a:round/>
                      <a:headEnd type="none" w="med" len="med"/>
                      <a:tailEnd type="none" w="med" len="med"/>
                    </a:lnL>
                    <a:lnR>
                      <a:noFill/>
                    </a:lnR>
                    <a:lnT w="3810" cap="flat" cmpd="sng" algn="ctr">
                      <a:solidFill>
                        <a:srgbClr val="D5D8DC"/>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6"/>
                  </a:ext>
                </a:extLst>
              </a:tr>
              <a:tr h="286506">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 Defender for Office 365 P2: AIR for email threats, Attack Simulation Training for employees</a:t>
                      </a:r>
                    </a:p>
                  </a:txBody>
                  <a:tcPr marL="72000" marR="0" marT="0"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65131" rtl="0" eaLnBrk="1" fontAlgn="ctr" hangingPunct="1">
                        <a:lnSpc>
                          <a:spcPct val="100000"/>
                        </a:lnSpc>
                        <a:spcBef>
                          <a:spcPts val="0"/>
                        </a:spcBef>
                        <a:spcAft>
                          <a:spcPts val="0"/>
                        </a:spcAft>
                        <a:buFontTx/>
                        <a:buNone/>
                      </a:pPr>
                      <a:endPar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endParaRPr>
                    </a:p>
                  </a:txBody>
                  <a:tcPr marL="72000" marR="0" marT="0" marB="0" anchor="ctr">
                    <a:lnL>
                      <a:noFill/>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a:t>
                      </a:r>
                      <a:endParaRPr lang="en-US" sz="70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endParaRPr>
                    </a:p>
                  </a:txBody>
                  <a:tcPr marL="72000" marR="0" marT="0" marB="0" anchor="ctr">
                    <a:lnL w="3810" cap="flat" cmpd="sng" algn="ctr">
                      <a:noFill/>
                      <a:prstDash val="solid"/>
                      <a:round/>
                      <a:headEnd type="none" w="med" len="med"/>
                      <a:tailEnd type="none" w="med" len="med"/>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7"/>
                  </a:ext>
                </a:extLst>
              </a:tr>
              <a:tr h="286506">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 Threat explorer, threat trackers, and advanced hunting across email entities with campaign views</a:t>
                      </a:r>
                    </a:p>
                  </a:txBody>
                  <a:tcPr marL="72000" marR="0" marT="0"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65131" rtl="0" eaLnBrk="1" fontAlgn="ctr" hangingPunct="1">
                        <a:lnSpc>
                          <a:spcPct val="100000"/>
                        </a:lnSpc>
                        <a:spcBef>
                          <a:spcPts val="0"/>
                        </a:spcBef>
                        <a:spcAft>
                          <a:spcPts val="0"/>
                        </a:spcAft>
                        <a:buFontTx/>
                        <a:buNone/>
                      </a:pPr>
                      <a:endPar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endParaRPr>
                    </a:p>
                  </a:txBody>
                  <a:tcPr marL="72000" marR="0" marT="0" marB="0" anchor="ctr">
                    <a:lnL>
                      <a:noFill/>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a:t>
                      </a:r>
                      <a:endParaRPr lang="en-US" sz="70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endParaRPr>
                    </a:p>
                  </a:txBody>
                  <a:tcPr marL="72000" marR="0" marT="0" marB="0" anchor="ctr">
                    <a:lnL w="3810" cap="flat" cmpd="sng" algn="ctr">
                      <a:noFill/>
                      <a:prstDash val="solid"/>
                      <a:round/>
                      <a:headEnd type="none" w="med" len="med"/>
                      <a:tailEnd type="none" w="med" len="med"/>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18"/>
                  </a:ext>
                </a:extLst>
              </a:tr>
              <a:tr h="286506">
                <a:tc>
                  <a:txBody>
                    <a:bodyPr/>
                    <a:lstStyle/>
                    <a:p>
                      <a:pPr lvl="0" algn="l">
                        <a:lnSpc>
                          <a:spcPct val="100000"/>
                        </a:lnSpc>
                        <a:spcBef>
                          <a:spcPts val="0"/>
                        </a:spcBef>
                        <a:spcAft>
                          <a:spcPts val="0"/>
                        </a:spcAft>
                        <a:buNone/>
                      </a:pPr>
                      <a:r>
                        <a:rPr lang="en-US" sz="700" b="0" i="0" u="none" strike="noStrike" kern="1200" cap="none" spc="0" normalizeH="0" baseline="0" noProof="0">
                          <a:solidFill>
                            <a:srgbClr val="000000"/>
                          </a:solidFill>
                          <a:latin typeface="Segoe UI"/>
                          <a:ea typeface="+mn-ea"/>
                          <a:cs typeface="Segoe UI"/>
                        </a:rPr>
                        <a:t>URL time-of-click protection (</a:t>
                      </a:r>
                      <a:r>
                        <a:rPr lang="en-US" sz="700" b="0" i="0" u="none" strike="noStrike" kern="1200" cap="none" spc="0" normalizeH="0" baseline="0" noProof="0" err="1">
                          <a:solidFill>
                            <a:srgbClr val="000000"/>
                          </a:solidFill>
                          <a:latin typeface="Segoe UI"/>
                          <a:ea typeface="+mn-ea"/>
                          <a:cs typeface="Segoe UI"/>
                        </a:rPr>
                        <a:t>SafeLinks</a:t>
                      </a:r>
                      <a:r>
                        <a:rPr lang="en-US" sz="700" b="0" i="0" u="none" strike="noStrike" kern="1200" cap="none" spc="0" normalizeH="0" baseline="0" noProof="0">
                          <a:solidFill>
                            <a:srgbClr val="000000"/>
                          </a:solidFill>
                          <a:latin typeface="Segoe UI"/>
                          <a:ea typeface="+mn-ea"/>
                          <a:cs typeface="Segoe UI"/>
                        </a:rPr>
                        <a:t> Lite) — re-checks links at moment of click</a:t>
                      </a:r>
                    </a:p>
                  </a:txBody>
                  <a:tcPr marL="72000" marR="0" marT="0" marB="0" anchor="ctr">
                    <a:lnL w="0">
                      <a:noFill/>
                    </a:lnL>
                    <a:lnR w="0">
                      <a:noFill/>
                    </a:lnR>
                    <a:lnT w="6350">
                      <a:solidFill>
                        <a:schemeClr val="bg1">
                          <a:lumMod val="85000"/>
                        </a:schemeClr>
                      </a:solidFill>
                    </a:lnT>
                    <a:lnB w="6350">
                      <a:solidFill>
                        <a:schemeClr val="bg1">
                          <a:lumMod val="85000"/>
                        </a:schemeClr>
                      </a:solidFill>
                    </a:lnB>
                    <a:lnTlToBr w="0">
                      <a:noFill/>
                    </a:lnTlToBr>
                    <a:lnBlToTr w="0">
                      <a:noFill/>
                    </a:lnBlToTr>
                    <a:noFill/>
                  </a:tcPr>
                </a:tc>
                <a:tc>
                  <a:txBody>
                    <a:bodyPr/>
                    <a:lstStyle/>
                    <a:p>
                      <a:pPr marL="0" lvl="0" indent="0" algn="ctr" defTabSz="565131">
                        <a:lnSpc>
                          <a:spcPct val="100000"/>
                        </a:lnSpc>
                        <a:spcBef>
                          <a:spcPts val="0"/>
                        </a:spcBef>
                        <a:spcAft>
                          <a:spcPts val="0"/>
                        </a:spcAft>
                        <a:buNone/>
                      </a:pPr>
                      <a:r>
                        <a:rPr lang="en-US" sz="700" b="0" i="0" u="none" strike="noStrike" kern="1200" cap="none" spc="0" normalizeH="0" baseline="0" noProof="0">
                          <a:solidFill>
                            <a:srgbClr val="000000"/>
                          </a:solidFill>
                          <a:latin typeface="Segoe UI"/>
                          <a:ea typeface="+mn-ea"/>
                          <a:cs typeface="Segoe UI"/>
                        </a:rPr>
                        <a:t>✓</a:t>
                      </a:r>
                      <a:endParaRPr lang="en-US">
                        <a:sym typeface=""/>
                      </a:endParaRPr>
                    </a:p>
                  </a:txBody>
                  <a:tcPr marL="72000" marR="0" marT="0" marB="0" anchor="ctr">
                    <a:lnL w="0">
                      <a:noFill/>
                    </a:lnL>
                    <a:lnR w="0">
                      <a:noFill/>
                    </a:lnR>
                    <a:lnT w="6350">
                      <a:solidFill>
                        <a:schemeClr val="bg1">
                          <a:lumMod val="85000"/>
                        </a:schemeClr>
                      </a:solidFill>
                    </a:lnT>
                    <a:lnB w="6350">
                      <a:solidFill>
                        <a:schemeClr val="bg1">
                          <a:lumMod val="85000"/>
                        </a:schemeClr>
                      </a:solidFill>
                    </a:lnB>
                    <a:lnTlToBr w="0">
                      <a:noFill/>
                    </a:lnTlToBr>
                    <a:lnBlToTr w="0">
                      <a:noFill/>
                    </a:lnBlToTr>
                    <a:noFill/>
                  </a:tcPr>
                </a:tc>
                <a:tc>
                  <a:txBody>
                    <a:bodyPr/>
                    <a:lstStyle/>
                    <a:p>
                      <a:pPr marL="0" lvl="0" indent="0" algn="ctr" defTabSz="565131">
                        <a:lnSpc>
                          <a:spcPct val="100000"/>
                        </a:lnSpc>
                        <a:spcBef>
                          <a:spcPts val="0"/>
                        </a:spcBef>
                        <a:spcAft>
                          <a:spcPts val="0"/>
                        </a:spcAft>
                        <a:buNone/>
                      </a:pPr>
                      <a:r>
                        <a:rPr lang="en-US" sz="700" b="0" i="0" u="none" strike="noStrike" kern="1200" cap="none" spc="0" normalizeH="0" baseline="0" noProof="0">
                          <a:solidFill>
                            <a:srgbClr val="000000"/>
                          </a:solidFill>
                          <a:latin typeface="Segoe UI"/>
                          <a:ea typeface="+mn-ea"/>
                          <a:cs typeface="Segoe UI"/>
                        </a:rPr>
                        <a:t>✓</a:t>
                      </a:r>
                      <a:endParaRPr lang="en-US">
                        <a:sym typeface=""/>
                      </a:endParaRPr>
                    </a:p>
                  </a:txBody>
                  <a:tcPr marL="72000" marR="0" marT="0" marB="0" anchor="ctr">
                    <a:lnL w="0">
                      <a:noFill/>
                    </a:lnL>
                    <a:lnR w="0">
                      <a:noFill/>
                    </a:lnR>
                    <a:lnT w="6350">
                      <a:solidFill>
                        <a:schemeClr val="bg1">
                          <a:lumMod val="85000"/>
                        </a:schemeClr>
                      </a:solidFill>
                    </a:lnT>
                    <a:lnB w="6350">
                      <a:solidFill>
                        <a:schemeClr val="bg1">
                          <a:lumMod val="85000"/>
                        </a:schemeClr>
                      </a:solidFill>
                    </a:lnB>
                    <a:lnTlToBr w="0">
                      <a:noFill/>
                    </a:lnTlToBr>
                    <a:lnBlToTr w="0">
                      <a:noFill/>
                    </a:lnBlToTr>
                    <a:noFill/>
                  </a:tcPr>
                </a:tc>
                <a:extLst>
                  <a:ext uri="{0D108BD9-81ED-4DB2-BD59-A6C34878D82A}">
                    <a16:rowId xmlns:a16="http://schemas.microsoft.com/office/drawing/2014/main" val="4098327567"/>
                  </a:ext>
                </a:extLst>
              </a:tr>
              <a:tr h="143254">
                <a:tc gridSpan="3">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Cloud application, IoT and unified XDR</a:t>
                      </a:r>
                    </a:p>
                  </a:txBody>
                  <a:tcPr marL="72000" marR="0" marT="0" marB="0" anchor="ctr">
                    <a:lnL w="3810" cap="flat" cmpd="sng" algn="ctr">
                      <a:noFill/>
                      <a:prstDash val="solid"/>
                      <a:round/>
                      <a:headEnd type="none" w="med" len="med"/>
                      <a:tailEnd type="none" w="med" len="med"/>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B740C5">
                        <a:alpha val="21000"/>
                      </a:srgbClr>
                    </a:solidFill>
                  </a:tcPr>
                </a:tc>
                <a:tc hMerge="1">
                  <a:txBody>
                    <a:bodyPr/>
                    <a:lstStyle/>
                    <a:p>
                      <a:endParaRPr lang="en-IN"/>
                    </a:p>
                  </a:txBody>
                  <a:tcPr/>
                </a:tc>
                <a:tc hMerge="1">
                  <a:txBody>
                    <a:bodyPr/>
                    <a:lstStyle/>
                    <a:p>
                      <a:endParaRPr lang="en-IN"/>
                    </a:p>
                  </a:txBody>
                  <a:tcPr>
                    <a:lnL>
                      <a:noFill/>
                    </a:lnL>
                    <a:lnT w="635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10019"/>
                  </a:ext>
                </a:extLst>
              </a:tr>
              <a:tr h="286506">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Defender for Cloud Apps: Discover/control shadow IT across 31,000+ cloud and AI apps with session governance</a:t>
                      </a:r>
                    </a:p>
                  </a:txBody>
                  <a:tcPr marL="72000" marR="0" marT="0"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65131" rtl="0" eaLnBrk="1" fontAlgn="ctr" hangingPunct="1">
                        <a:lnSpc>
                          <a:spcPct val="100000"/>
                        </a:lnSpc>
                        <a:spcBef>
                          <a:spcPts val="0"/>
                        </a:spcBef>
                        <a:spcAft>
                          <a:spcPts val="0"/>
                        </a:spcAft>
                        <a:buFontTx/>
                        <a:buNone/>
                      </a:pPr>
                      <a:endPar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endParaRPr>
                    </a:p>
                  </a:txBody>
                  <a:tcPr marL="72000" marR="0" marT="0" marB="0" anchor="ctr">
                    <a:lnL>
                      <a:noFill/>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a:t>
                      </a:r>
                      <a:endParaRPr lang="en-US" sz="70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endParaRPr>
                    </a:p>
                  </a:txBody>
                  <a:tcPr marL="72000" marR="0" marT="0" marB="0" anchor="ctr">
                    <a:lnL w="3810" cap="flat" cmpd="sng" algn="ctr">
                      <a:noFill/>
                      <a:prstDash val="solid"/>
                      <a:round/>
                      <a:headEnd type="none" w="med" len="med"/>
                      <a:tailEnd type="none" w="med" len="med"/>
                    </a:lnL>
                    <a:lnR>
                      <a:noFill/>
                    </a:lnR>
                    <a:lnT w="3810" cap="flat" cmpd="sng" algn="ctr">
                      <a:solidFill>
                        <a:srgbClr val="D5D8DC"/>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20"/>
                  </a:ext>
                </a:extLst>
              </a:tr>
              <a:tr h="286506">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Defender for IoT (Enterprise IoT): Continuous asset discovery and threat detection for connected devices</a:t>
                      </a:r>
                    </a:p>
                  </a:txBody>
                  <a:tcPr marL="72000" marR="0" marT="0"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65131" rtl="0" eaLnBrk="1" fontAlgn="ctr" hangingPunct="1">
                        <a:lnSpc>
                          <a:spcPct val="100000"/>
                        </a:lnSpc>
                        <a:spcBef>
                          <a:spcPts val="0"/>
                        </a:spcBef>
                        <a:spcAft>
                          <a:spcPts val="0"/>
                        </a:spcAft>
                        <a:buFontTx/>
                        <a:buNone/>
                      </a:pPr>
                      <a:endPar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endParaRPr>
                    </a:p>
                  </a:txBody>
                  <a:tcPr marL="72000" marR="0" marT="0" marB="0" anchor="ctr">
                    <a:lnL>
                      <a:noFill/>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a:t>
                      </a:r>
                      <a:endParaRPr lang="en-US" sz="70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endParaRPr>
                    </a:p>
                  </a:txBody>
                  <a:tcPr marL="72000" marR="0" marT="0" marB="0" anchor="ctr">
                    <a:lnL w="3810" cap="flat" cmpd="sng" algn="ctr">
                      <a:noFill/>
                      <a:prstDash val="solid"/>
                      <a:round/>
                      <a:headEnd type="none" w="med" len="med"/>
                      <a:tailEnd type="none" w="med" len="med"/>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21"/>
                  </a:ext>
                </a:extLst>
              </a:tr>
              <a:tr h="286506">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Defender XDR: Unified incident correlation, automatic attack disruption, and cross-domain advanced hunting</a:t>
                      </a:r>
                    </a:p>
                  </a:txBody>
                  <a:tcPr marL="72000" marR="0" marT="0"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65131" rtl="0" eaLnBrk="1" fontAlgn="ctr" hangingPunct="1">
                        <a:lnSpc>
                          <a:spcPct val="100000"/>
                        </a:lnSpc>
                        <a:spcBef>
                          <a:spcPts val="0"/>
                        </a:spcBef>
                        <a:spcAft>
                          <a:spcPts val="0"/>
                        </a:spcAft>
                        <a:buFontTx/>
                        <a:buNone/>
                      </a:pPr>
                      <a:endPar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endParaRPr>
                    </a:p>
                  </a:txBody>
                  <a:tcPr marL="72000" marR="0" marT="0" marB="0" anchor="ctr">
                    <a:lnL>
                      <a:noFill/>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a:t>
                      </a:r>
                      <a:endParaRPr lang="en-US" sz="70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endParaRPr>
                    </a:p>
                  </a:txBody>
                  <a:tcPr marL="72000" marR="0" marT="0" marB="0" anchor="ctr">
                    <a:lnL w="3810" cap="flat" cmpd="sng" algn="ctr">
                      <a:noFill/>
                      <a:prstDash val="solid"/>
                      <a:round/>
                      <a:headEnd type="none" w="med" len="med"/>
                      <a:tailEnd type="none" w="med" len="med"/>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22"/>
                  </a:ext>
                </a:extLst>
              </a:tr>
              <a:tr h="143254">
                <a:tc gridSpan="3">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Information protection and classification</a:t>
                      </a:r>
                    </a:p>
                  </a:txBody>
                  <a:tcPr marL="72000" marR="0" marT="0" marB="0" anchor="ctr">
                    <a:lnL w="3810" cap="flat" cmpd="sng" algn="ctr">
                      <a:noFill/>
                      <a:prstDash val="solid"/>
                      <a:round/>
                      <a:headEnd type="none" w="med" len="med"/>
                      <a:tailEnd type="none" w="med" len="med"/>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B740C5">
                        <a:alpha val="21000"/>
                      </a:srgbClr>
                    </a:solidFill>
                  </a:tcPr>
                </a:tc>
                <a:tc hMerge="1">
                  <a:txBody>
                    <a:bodyPr/>
                    <a:lstStyle/>
                    <a:p>
                      <a:endParaRPr lang="en-IN"/>
                    </a:p>
                  </a:txBody>
                  <a:tcPr/>
                </a:tc>
                <a:tc hMerge="1">
                  <a:txBody>
                    <a:bodyPr/>
                    <a:lstStyle/>
                    <a:p>
                      <a:endParaRPr lang="en-IN"/>
                    </a:p>
                  </a:txBody>
                  <a:tcPr>
                    <a:lnL>
                      <a:noFill/>
                    </a:lnL>
                    <a:lnT w="6350" cap="flat" cmpd="sng" algn="ctr">
                      <a:solidFill>
                        <a:schemeClr val="bg1">
                          <a:lumMod val="85000"/>
                        </a:schemeClr>
                      </a:solidFill>
                      <a:prstDash val="solid"/>
                      <a:round/>
                      <a:headEnd type="none" w="med" len="med"/>
                      <a:tailEnd type="none" w="med" len="med"/>
                    </a:lnT>
                  </a:tcPr>
                </a:tc>
                <a:extLst>
                  <a:ext uri="{0D108BD9-81ED-4DB2-BD59-A6C34878D82A}">
                    <a16:rowId xmlns:a16="http://schemas.microsoft.com/office/drawing/2014/main" val="10023"/>
                  </a:ext>
                </a:extLst>
              </a:tr>
              <a:tr h="286506">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Purview Information Protection P1: Manual sensitivity labels, default labeling, basic classification</a:t>
                      </a:r>
                    </a:p>
                  </a:txBody>
                  <a:tcPr marL="72000" marR="0" marT="0"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a:t>
                      </a:r>
                    </a:p>
                  </a:txBody>
                  <a:tcPr marL="72000" marR="0" marT="0" marB="0" anchor="ctr">
                    <a:lnL>
                      <a:noFill/>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a:t>
                      </a:r>
                      <a:endParaRPr lang="en-US" sz="70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endParaRPr>
                    </a:p>
                  </a:txBody>
                  <a:tcPr marL="72000" marR="0" marT="0" marB="0" anchor="ctr">
                    <a:lnL w="3810" cap="flat" cmpd="sng" algn="ctr">
                      <a:noFill/>
                      <a:prstDash val="solid"/>
                      <a:round/>
                      <a:headEnd type="none" w="med" len="med"/>
                      <a:tailEnd type="none" w="med" len="med"/>
                    </a:lnL>
                    <a:lnR>
                      <a:noFill/>
                    </a:lnR>
                    <a:lnT w="3810" cap="flat" cmpd="sng" algn="ctr">
                      <a:solidFill>
                        <a:srgbClr val="D5D8DC"/>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24"/>
                  </a:ext>
                </a:extLst>
              </a:tr>
              <a:tr h="286506">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 IP P2: Automatic labeling, trainable classifiers (ML), Exact Data Match (EDM), sensitive data discovery and mapping</a:t>
                      </a:r>
                    </a:p>
                  </a:txBody>
                  <a:tcPr marL="72000" marR="0" marT="0" marB="0" anchor="ctr">
                    <a:lnL>
                      <a:noFill/>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565131" rtl="0" eaLnBrk="1" fontAlgn="ctr" hangingPunct="1">
                        <a:lnSpc>
                          <a:spcPct val="100000"/>
                        </a:lnSpc>
                        <a:spcBef>
                          <a:spcPts val="0"/>
                        </a:spcBef>
                        <a:spcAft>
                          <a:spcPts val="0"/>
                        </a:spcAft>
                        <a:buFontTx/>
                        <a:buNone/>
                      </a:pPr>
                      <a:endPar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endParaRPr>
                    </a:p>
                  </a:txBody>
                  <a:tcPr marL="72000" marR="0" marT="0" marB="0" anchor="ctr">
                    <a:lnL>
                      <a:noFill/>
                    </a:lnL>
                    <a:lnR w="3810" cap="flat" cmpd="sng" algn="ctr">
                      <a:no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a:t>
                      </a:r>
                      <a:endParaRPr lang="en-US" sz="70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endParaRPr>
                    </a:p>
                  </a:txBody>
                  <a:tcPr marL="72000" marR="0" marT="0" marB="0" anchor="ctr">
                    <a:lnL w="3810" cap="flat" cmpd="sng" algn="ctr">
                      <a:noFill/>
                      <a:prstDash val="solid"/>
                      <a:round/>
                      <a:headEnd type="none" w="med" len="med"/>
                      <a:tailEnd type="none" w="med" len="med"/>
                    </a:lnL>
                    <a:lnR>
                      <a:noFill/>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25"/>
                  </a:ext>
                </a:extLst>
              </a:tr>
            </a:tbl>
          </a:graphicData>
        </a:graphic>
      </p:graphicFrame>
      <p:sp>
        <p:nvSpPr>
          <p:cNvPr id="7" name="Incremental capabilities from Current SKU to Target SKU">
            <a:extLst>
              <a:ext uri="{FF2B5EF4-FFF2-40B4-BE49-F238E27FC236}">
                <a16:creationId xmlns:a16="http://schemas.microsoft.com/office/drawing/2014/main" id="{662ABD9E-C4F3-93FF-87F3-E45BF0BF1334}"/>
              </a:ext>
            </a:extLst>
          </p:cNvPr>
          <p:cNvSpPr/>
          <p:nvPr/>
        </p:nvSpPr>
        <p:spPr>
          <a:xfrm>
            <a:off x="377826" y="281945"/>
            <a:ext cx="5060448" cy="470898"/>
          </a:xfrm>
          <a:prstGeom prst="rect">
            <a:avLst/>
          </a:prstGeom>
          <a:noFill/>
          <a:ln/>
        </p:spPr>
        <p:txBody>
          <a:bodyPr wrap="square" lIns="0" tIns="0" rIns="0" bIns="0" rtlCol="0" anchor="t" anchorCtr="0">
            <a:spAutoFit/>
          </a:bodyPr>
          <a:lstStyle/>
          <a:p>
            <a:pPr defTabSz="910968">
              <a:lnSpc>
                <a:spcPct val="85000"/>
              </a:lnSpc>
              <a:defRPr/>
            </a:pPr>
            <a:r>
              <a:rPr lang="en-US">
                <a:solidFill>
                  <a:srgbClr val="B740C5"/>
                </a:solidFill>
                <a:latin typeface="Segoe UI Semibold"/>
                <a:cs typeface="Segoe UI Semibold"/>
              </a:rPr>
              <a:t>Business Premium vs Defender Suite for Business Premium + Purview Suite for Business </a:t>
            </a:r>
          </a:p>
        </p:txBody>
      </p:sp>
      <p:sp>
        <p:nvSpPr>
          <p:cNvPr id="2" name="TextBox 1">
            <a:extLst>
              <a:ext uri="{FF2B5EF4-FFF2-40B4-BE49-F238E27FC236}">
                <a16:creationId xmlns:a16="http://schemas.microsoft.com/office/drawing/2014/main" id="{F0AA1658-6912-D412-4273-837C563503F2}"/>
              </a:ext>
            </a:extLst>
          </p:cNvPr>
          <p:cNvSpPr txBox="1"/>
          <p:nvPr/>
        </p:nvSpPr>
        <p:spPr>
          <a:xfrm>
            <a:off x="5926914" y="1041215"/>
            <a:ext cx="184731" cy="369332"/>
          </a:xfrm>
          <a:prstGeom prst="rect">
            <a:avLst/>
          </a:prstGeom>
          <a:noFill/>
        </p:spPr>
        <p:txBody>
          <a:bodyPr wrap="none" rtlCol="0">
            <a:spAutoFit/>
          </a:bodyPr>
          <a:lstStyle/>
          <a:p>
            <a:endParaRPr lang="en-US"/>
          </a:p>
        </p:txBody>
      </p:sp>
    </p:spTree>
    <p:extLst>
      <p:ext uri="{BB962C8B-B14F-4D97-AF65-F5344CB8AC3E}">
        <p14:creationId xmlns:p14="http://schemas.microsoft.com/office/powerpoint/2010/main" val="17945075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2E5DE"/>
        </a:solidFill>
        <a:effectLst/>
      </p:bgPr>
    </p:bg>
    <p:spTree>
      <p:nvGrpSpPr>
        <p:cNvPr id="1" name="">
          <a:extLst>
            <a:ext uri="{FF2B5EF4-FFF2-40B4-BE49-F238E27FC236}">
              <a16:creationId xmlns:a16="http://schemas.microsoft.com/office/drawing/2014/main" id="{926DF35C-B396-89AB-E43F-EB619B83C1D7}"/>
            </a:ext>
          </a:extLst>
        </p:cNvPr>
        <p:cNvGrpSpPr/>
        <p:nvPr/>
      </p:nvGrpSpPr>
      <p:grpSpPr>
        <a:xfrm>
          <a:off x="0" y="0"/>
          <a:ext cx="0" cy="0"/>
          <a:chOff x="0" y="0"/>
          <a:chExt cx="0" cy="0"/>
        </a:xfrm>
      </p:grpSpPr>
      <p:sp>
        <p:nvSpPr>
          <p:cNvPr id="4" name="Rounded Rectangle 53">
            <a:extLst>
              <a:ext uri="{FF2B5EF4-FFF2-40B4-BE49-F238E27FC236}">
                <a16:creationId xmlns:a16="http://schemas.microsoft.com/office/drawing/2014/main" id="{0294E1AA-431C-1550-1473-C8E8099BAF03}"/>
              </a:ext>
            </a:extLst>
          </p:cNvPr>
          <p:cNvSpPr>
            <a:spLocks/>
          </p:cNvSpPr>
          <p:nvPr/>
        </p:nvSpPr>
        <p:spPr bwMode="auto">
          <a:xfrm>
            <a:off x="377825" y="885947"/>
            <a:ext cx="4895850" cy="4871916"/>
          </a:xfrm>
          <a:prstGeom prst="roundRect">
            <a:avLst>
              <a:gd name="adj" fmla="val 1963"/>
            </a:avLst>
          </a:prstGeom>
          <a:solidFill>
            <a:srgbClr val="FFFFFF">
              <a:alpha val="80000"/>
            </a:srgbClr>
          </a:solidFill>
          <a:effectLst>
            <a:outerShdw blurRad="127000" dist="38100" dir="2700000" algn="tl" rotWithShape="0">
              <a:prstClr val="black">
                <a:alpha val="11000"/>
              </a:prstClr>
            </a:outerShdw>
          </a:effectLst>
        </p:spPr>
        <p:txBody>
          <a:bodyPr rot="0" spcFirstLastPara="0" vert="horz" wrap="square" lIns="132875" tIns="106300" rIns="132875" bIns="106300" numCol="1" spcCol="0" rtlCol="0" fromWordArt="0" anchor="t" anchorCtr="0" forceAA="0" compatLnSpc="1">
            <a:prstTxWarp prst="textNoShape">
              <a:avLst/>
            </a:prstTxWarp>
            <a:noAutofit/>
          </a:bodyPr>
          <a:lstStyle/>
          <a:p>
            <a:pPr marL="0" marR="0" lvl="0" indent="0" algn="l" defTabSz="677511" rtl="0" eaLnBrk="1" fontAlgn="base" latinLnBrk="0" hangingPunct="1">
              <a:lnSpc>
                <a:spcPct val="100000"/>
              </a:lnSpc>
              <a:spcBef>
                <a:spcPct val="0"/>
              </a:spcBef>
              <a:spcAft>
                <a:spcPct val="0"/>
              </a:spcAft>
              <a:buClrTx/>
              <a:buSzTx/>
              <a:buFontTx/>
              <a:buNone/>
              <a:tabLst/>
              <a:defRPr/>
            </a:pPr>
            <a:endParaRPr kumimoji="0" lang="en-US" sz="145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5" name="Rectangle: Top Corners Rounded 4">
            <a:extLst>
              <a:ext uri="{FF2B5EF4-FFF2-40B4-BE49-F238E27FC236}">
                <a16:creationId xmlns:a16="http://schemas.microsoft.com/office/drawing/2014/main" id="{460AB8A6-A920-0BEF-AA48-971F0AFEF0E0}"/>
              </a:ext>
            </a:extLst>
          </p:cNvPr>
          <p:cNvSpPr/>
          <p:nvPr/>
        </p:nvSpPr>
        <p:spPr bwMode="auto">
          <a:xfrm flipH="1">
            <a:off x="377810" y="885946"/>
            <a:ext cx="4895851" cy="518674"/>
          </a:xfrm>
          <a:prstGeom prst="round2SameRect">
            <a:avLst>
              <a:gd name="adj1" fmla="val 16174"/>
              <a:gd name="adj2" fmla="val 0"/>
            </a:avLst>
          </a:prstGeom>
          <a:solidFill>
            <a:srgbClr val="8A226F"/>
          </a:solidFill>
          <a:effectLst/>
        </p:spPr>
        <p:txBody>
          <a:bodyPr vert="horz" wrap="square" lIns="0" tIns="0" rIns="0" bIns="0" rtlCol="0" anchor="ctr" anchorCtr="0">
            <a:normAutofit/>
          </a:bodyPr>
          <a:lstStyle/>
          <a:p>
            <a:pPr marL="0" marR="0" lvl="0" indent="0" algn="ctr" defTabSz="929384" rtl="0" eaLnBrk="1" fontAlgn="auto" latinLnBrk="0" hangingPunct="1">
              <a:lnSpc>
                <a:spcPct val="100000"/>
              </a:lnSpc>
              <a:spcBef>
                <a:spcPct val="20000"/>
              </a:spcBef>
              <a:spcAft>
                <a:spcPts val="0"/>
              </a:spcAft>
              <a:buClrTx/>
              <a:buSzPct val="90000"/>
              <a:buFontTx/>
              <a:buNone/>
              <a:tabLst/>
              <a:defRPr/>
            </a:pPr>
            <a:endParaRPr kumimoji="0" lang="en-US" sz="1196" b="1" i="0" u="none" strike="noStrike" kern="1200" cap="none" spc="0" normalizeH="0" baseline="0" noProof="0">
              <a:ln>
                <a:noFill/>
              </a:ln>
              <a:solidFill>
                <a:srgbClr val="FFFFFF"/>
              </a:solidFill>
              <a:effectLst/>
              <a:uLnTx/>
              <a:uFillTx/>
              <a:latin typeface="Segoe UI Semibold" panose="020B0502040204020203" pitchFamily="34" charset="0"/>
              <a:ea typeface="+mn-ea"/>
              <a:cs typeface="Segoe UI Semibold" panose="020B0502040204020203" pitchFamily="34" charset="0"/>
            </a:endParaRPr>
          </a:p>
        </p:txBody>
      </p:sp>
      <p:graphicFrame>
        <p:nvGraphicFramePr>
          <p:cNvPr id="3" name="Table 0">
            <a:extLst>
              <a:ext uri="{FF2B5EF4-FFF2-40B4-BE49-F238E27FC236}">
                <a16:creationId xmlns:a16="http://schemas.microsoft.com/office/drawing/2014/main" id="{61A4D120-DB1F-0CAD-0368-0CEB850F83F1}"/>
              </a:ext>
            </a:extLst>
          </p:cNvPr>
          <p:cNvGraphicFramePr>
            <a:graphicFrameLocks noGrp="1"/>
          </p:cNvGraphicFramePr>
          <p:nvPr>
            <p:extLst>
              <p:ext uri="{D42A27DB-BD31-4B8C-83A1-F6EECF244321}">
                <p14:modId xmlns:p14="http://schemas.microsoft.com/office/powerpoint/2010/main" val="3354396162"/>
              </p:ext>
            </p:extLst>
          </p:nvPr>
        </p:nvGraphicFramePr>
        <p:xfrm>
          <a:off x="377826" y="889887"/>
          <a:ext cx="4904332" cy="4788700"/>
        </p:xfrm>
        <a:graphic>
          <a:graphicData uri="http://schemas.openxmlformats.org/drawingml/2006/table">
            <a:tbl>
              <a:tblPr firstRow="1" bandRow="1">
                <a:effectLst/>
                <a:tableStyleId>{2D5ABB26-0587-4C30-8999-92F81FD0307C}</a:tableStyleId>
              </a:tblPr>
              <a:tblGrid>
                <a:gridCol w="3267582">
                  <a:extLst>
                    <a:ext uri="{9D8B030D-6E8A-4147-A177-3AD203B41FA5}">
                      <a16:colId xmlns:a16="http://schemas.microsoft.com/office/drawing/2014/main" val="20000"/>
                    </a:ext>
                  </a:extLst>
                </a:gridCol>
                <a:gridCol w="603504">
                  <a:extLst>
                    <a:ext uri="{9D8B030D-6E8A-4147-A177-3AD203B41FA5}">
                      <a16:colId xmlns:a16="http://schemas.microsoft.com/office/drawing/2014/main" val="4240858127"/>
                    </a:ext>
                  </a:extLst>
                </a:gridCol>
                <a:gridCol w="1033246">
                  <a:extLst>
                    <a:ext uri="{9D8B030D-6E8A-4147-A177-3AD203B41FA5}">
                      <a16:colId xmlns:a16="http://schemas.microsoft.com/office/drawing/2014/main" val="2771187302"/>
                    </a:ext>
                  </a:extLst>
                </a:gridCol>
              </a:tblGrid>
              <a:tr h="515580">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auto" hangingPunct="1">
                        <a:lnSpc>
                          <a:spcPct val="100000"/>
                        </a:lnSpc>
                        <a:spcBef>
                          <a:spcPts val="0"/>
                        </a:spcBef>
                        <a:spcAft>
                          <a:spcPts val="0"/>
                        </a:spcAft>
                        <a:buFontTx/>
                        <a:buNone/>
                      </a:pPr>
                      <a:r>
                        <a:rPr lang="en-US" sz="750" b="0" i="0" u="none" strike="noStrike" kern="1200" cap="none" spc="0" normalizeH="0" baseline="0">
                          <a:solidFill>
                            <a:schemeClr val="bg1">
                              <a:lumMod val="100000"/>
                            </a:schemeClr>
                          </a:solidFill>
                          <a:latin typeface="Segoe UI Semibold" panose="020B0702040204020203" pitchFamily="34" charset="0"/>
                          <a:cs typeface="Segoe UI Semibold" panose="020B0702040204020203" pitchFamily="34" charset="0"/>
                          <a:sym typeface=""/>
                        </a:rPr>
                        <a:t>Incremental security and compliance capabilities</a:t>
                      </a:r>
                      <a:endParaRPr lang="en-US" sz="750" b="0" i="0" u="none" strike="noStrike" kern="1200" cap="none" spc="0" normalizeH="0" baseline="0">
                        <a:solidFill>
                          <a:schemeClr val="bg1">
                            <a:lumMod val="100000"/>
                          </a:schemeClr>
                        </a:solidFill>
                        <a:latin typeface="Segoe UI Semibold" panose="020B0702040204020203" pitchFamily="34" charset="0"/>
                        <a:ea typeface="Calibri" charset="0"/>
                        <a:cs typeface="Segoe UI Semibold" panose="020B0702040204020203" pitchFamily="34" charset="0"/>
                        <a:sym typeface=""/>
                      </a:endParaRPr>
                    </a:p>
                  </a:txBody>
                  <a:tcPr marL="72000" marR="0" marT="0" marB="0" anchor="ctr">
                    <a:lnL>
                      <a:noFill/>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565131" rtl="0" eaLnBrk="1" fontAlgn="auto" hangingPunct="1">
                        <a:lnSpc>
                          <a:spcPct val="100000"/>
                        </a:lnSpc>
                        <a:spcBef>
                          <a:spcPts val="0"/>
                        </a:spcBef>
                        <a:spcAft>
                          <a:spcPts val="0"/>
                        </a:spcAft>
                        <a:buFontTx/>
                        <a:buNone/>
                      </a:pPr>
                      <a:r>
                        <a:rPr lang="en-US" sz="750" b="0" i="0" u="none" strike="noStrike" kern="1200" cap="none" spc="0" normalizeH="0" baseline="0">
                          <a:solidFill>
                            <a:schemeClr val="bg1">
                              <a:lumMod val="100000"/>
                            </a:schemeClr>
                          </a:solidFill>
                          <a:latin typeface="Segoe UI Semibold" panose="020B0702040204020203" pitchFamily="34" charset="0"/>
                          <a:cs typeface="Segoe UI Semibold" panose="020B0702040204020203" pitchFamily="34" charset="0"/>
                          <a:sym typeface=""/>
                        </a:rPr>
                        <a:t>M365 Business Premium</a:t>
                      </a:r>
                      <a:endParaRPr lang="en-US" sz="750" b="0" i="0" u="none" strike="noStrike" kern="1200" cap="none" spc="0" normalizeH="0" baseline="0">
                        <a:solidFill>
                          <a:schemeClr val="bg1">
                            <a:lumMod val="100000"/>
                          </a:schemeClr>
                        </a:solidFill>
                        <a:latin typeface="Segoe UI Semibold" panose="020B0702040204020203" pitchFamily="34" charset="0"/>
                        <a:ea typeface="Calibri" charset="0"/>
                        <a:cs typeface="Segoe UI Semibold" panose="020B0702040204020203" pitchFamily="34" charset="0"/>
                        <a:sym typeface=""/>
                      </a:endParaRPr>
                    </a:p>
                  </a:txBody>
                  <a:tcPr marL="7200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565131" rtl="0" eaLnBrk="1" fontAlgn="auto" hangingPunct="1">
                        <a:lnSpc>
                          <a:spcPct val="100000"/>
                        </a:lnSpc>
                        <a:spcBef>
                          <a:spcPts val="0"/>
                        </a:spcBef>
                        <a:spcAft>
                          <a:spcPts val="0"/>
                        </a:spcAft>
                        <a:buFontTx/>
                        <a:buNone/>
                      </a:pPr>
                      <a:r>
                        <a:rPr lang="en-US" sz="750" b="0" i="0" u="none" strike="noStrike" kern="1200" cap="none" spc="0" normalizeH="0" baseline="0">
                          <a:solidFill>
                            <a:schemeClr val="bg1">
                              <a:lumMod val="100000"/>
                            </a:schemeClr>
                          </a:solidFill>
                          <a:latin typeface="Segoe UI Semibold" panose="020B0702040204020203" pitchFamily="34" charset="0"/>
                          <a:cs typeface="Segoe UI Semibold" panose="020B0702040204020203" pitchFamily="34" charset="0"/>
                          <a:sym typeface=""/>
                        </a:rPr>
                        <a:t>Defender + Purview Suite for </a:t>
                      </a:r>
                      <a:r>
                        <a:rPr lang="en-US" sz="750" b="0" i="0" u="none" strike="noStrike" kern="1200" cap="none" spc="0" normalizeH="0" baseline="0">
                          <a:solidFill>
                            <a:schemeClr val="bg1">
                              <a:lumMod val="100000"/>
                            </a:schemeClr>
                          </a:solidFill>
                          <a:latin typeface="Segoe UI Semibold" panose="020B0702040204020203" pitchFamily="34" charset="0"/>
                          <a:ea typeface="Segoe UI Semibold" panose="020B0502040204020203" pitchFamily="34" charset="0"/>
                          <a:cs typeface="Segoe UI Semibold" panose="020B0702040204020203" pitchFamily="34" charset="0"/>
                        </a:rPr>
                        <a:t>Business Premium</a:t>
                      </a:r>
                      <a:endParaRPr lang="en-US" sz="750" b="0" i="0" u="none" strike="noStrike" kern="1200" cap="none" spc="0" normalizeH="0" baseline="0">
                        <a:solidFill>
                          <a:schemeClr val="bg1">
                            <a:lumMod val="100000"/>
                          </a:schemeClr>
                        </a:solidFill>
                        <a:latin typeface="Segoe UI Semibold" panose="020B0702040204020203" pitchFamily="34" charset="0"/>
                        <a:ea typeface="Calibri" charset="0"/>
                        <a:cs typeface="Segoe UI Semibold" panose="020B0702040204020203" pitchFamily="34" charset="0"/>
                        <a:sym typeface=""/>
                      </a:endParaRPr>
                    </a:p>
                  </a:txBody>
                  <a:tcPr marL="72000" marR="0" marT="0" marB="0" anchor="ctr">
                    <a:lnL>
                      <a:noFill/>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204484">
                <a:tc gridSpan="3">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Data loss prevention (DLP)</a:t>
                      </a:r>
                    </a:p>
                  </a:txBody>
                  <a:tcPr marL="72000" marR="0" marT="0" marB="0" anchor="ctr">
                    <a:lnL w="381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B740C5">
                        <a:lumMod val="100000"/>
                        <a:alpha val="21000"/>
                      </a:srgbClr>
                    </a:solidFill>
                  </a:tcPr>
                </a:tc>
                <a:tc hMerge="1">
                  <a:txBody>
                    <a:bodyPr/>
                    <a:lstStyle/>
                    <a:p>
                      <a:endParaRPr lang="en-IN"/>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B740C5">
                        <a:lumMod val="100000"/>
                        <a:alpha val="21000"/>
                      </a:srgbClr>
                    </a:solidFill>
                  </a:tcPr>
                </a:tc>
                <a:tc hMerge="1">
                  <a:txBody>
                    <a:bodyPr/>
                    <a:lstStyle/>
                    <a:p>
                      <a:endParaRPr lang="en-IN"/>
                    </a:p>
                  </a:txBody>
                  <a:tcPr>
                    <a:lnL w="6350" cap="flat" cmpd="sng" algn="ctr">
                      <a:no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B740C5">
                        <a:lumMod val="100000"/>
                        <a:alpha val="21000"/>
                      </a:srgbClr>
                    </a:solidFill>
                  </a:tcPr>
                </a:tc>
                <a:extLst>
                  <a:ext uri="{0D108BD9-81ED-4DB2-BD59-A6C34878D82A}">
                    <a16:rowId xmlns:a16="http://schemas.microsoft.com/office/drawing/2014/main" val="3263364377"/>
                  </a:ext>
                </a:extLst>
              </a:tr>
              <a:tr h="252533">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Purview DLP for email and files: Prevent accidental sharing of sensitive data via Exchange/SharePoint</a:t>
                      </a:r>
                    </a:p>
                  </a:txBody>
                  <a:tcPr marL="72000" marR="0" marT="0" marB="0" anchor="ctr">
                    <a:lnL w="381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a:t>
                      </a:r>
                    </a:p>
                  </a:txBody>
                  <a:tcPr marL="72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a:t>
                      </a:r>
                      <a:endParaRPr lang="en-US" sz="70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endParaRPr>
                    </a:p>
                  </a:txBody>
                  <a:tcPr marL="72000" marR="0" marT="0" marB="0" anchor="ctr">
                    <a:lnL w="6350" cap="flat" cmpd="sng" algn="ctr">
                      <a:no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60899169"/>
                  </a:ext>
                </a:extLst>
              </a:tr>
              <a:tr h="252533">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 Unified DLP across M365 apps, Teams, endpoints + Endpoint DLP (USB/print/upload) + Adaptive DLP via insider risk</a:t>
                      </a:r>
                    </a:p>
                  </a:txBody>
                  <a:tcPr marL="72000" marR="0" marT="0" marB="0" anchor="ctr">
                    <a:lnL w="381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565131" rtl="0" eaLnBrk="1" fontAlgn="ctr" hangingPunct="1">
                        <a:lnSpc>
                          <a:spcPct val="100000"/>
                        </a:lnSpc>
                        <a:spcBef>
                          <a:spcPts val="0"/>
                        </a:spcBef>
                        <a:spcAft>
                          <a:spcPts val="0"/>
                        </a:spcAft>
                        <a:buFontTx/>
                        <a:buNone/>
                      </a:pPr>
                      <a:endPar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endParaRPr>
                    </a:p>
                  </a:txBody>
                  <a:tcPr marL="72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a:t>
                      </a:r>
                      <a:endParaRPr lang="en-US" sz="70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endParaRPr>
                    </a:p>
                  </a:txBody>
                  <a:tcPr marL="72000" marR="0" marT="0" marB="0" anchor="ctr">
                    <a:lnL w="6350" cap="flat" cmpd="sng" algn="ctr">
                      <a:no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36218999"/>
                  </a:ext>
                </a:extLst>
              </a:tr>
              <a:tr h="20448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Purview DLP for Copilot Prompts — blocks Copilot from processing sensitive data</a:t>
                      </a:r>
                    </a:p>
                  </a:txBody>
                  <a:tcPr marL="72000" marR="72000" marT="0" marB="0" anchor="ctr">
                    <a:lnL w="381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565131" rtl="0" eaLnBrk="1" fontAlgn="ctr" hangingPunct="1">
                        <a:lnSpc>
                          <a:spcPct val="100000"/>
                        </a:lnSpc>
                        <a:spcBef>
                          <a:spcPts val="0"/>
                        </a:spcBef>
                        <a:spcAft>
                          <a:spcPts val="0"/>
                        </a:spcAft>
                        <a:buFontTx/>
                        <a:buNone/>
                      </a:pPr>
                      <a:endPar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endParaRPr>
                    </a:p>
                  </a:txBody>
                  <a:tcPr marL="72000" marR="72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a:t>
                      </a:r>
                    </a:p>
                  </a:txBody>
                  <a:tcPr marL="72000" marR="0" marT="0" marB="0" anchor="ctr">
                    <a:lnL w="6350" cap="flat" cmpd="sng" algn="ctr">
                      <a:no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88417714"/>
                  </a:ext>
                </a:extLst>
              </a:tr>
              <a:tr h="20448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Data Security Posture Management for AI (DSPM for AI)</a:t>
                      </a:r>
                    </a:p>
                  </a:txBody>
                  <a:tcPr marL="72000" marR="72000" marT="0" marB="0" anchor="ctr">
                    <a:lnL w="381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565131" rtl="0" eaLnBrk="1" fontAlgn="ctr" hangingPunct="1">
                        <a:lnSpc>
                          <a:spcPct val="100000"/>
                        </a:lnSpc>
                        <a:spcBef>
                          <a:spcPts val="0"/>
                        </a:spcBef>
                        <a:spcAft>
                          <a:spcPts val="0"/>
                        </a:spcAft>
                        <a:buFontTx/>
                        <a:buNone/>
                      </a:pPr>
                      <a:endPar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endParaRPr>
                    </a:p>
                  </a:txBody>
                  <a:tcPr marL="72000" marR="72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a:t>
                      </a:r>
                      <a:endParaRPr lang="en-US" sz="650">
                        <a:solidFill>
                          <a:schemeClr val="tx1"/>
                        </a:solidFill>
                        <a:latin typeface="Segoe UI" panose="020B0502040204020203" pitchFamily="34" charset="0"/>
                        <a:ea typeface="Calibri" charset="0"/>
                        <a:cs typeface="Segoe UI" panose="020B0502040204020203" pitchFamily="34" charset="0"/>
                      </a:endParaRPr>
                    </a:p>
                  </a:txBody>
                  <a:tcPr marL="72000" marR="0" marT="0" marB="0" anchor="ctr">
                    <a:lnL w="6350" cap="flat" cmpd="sng" algn="ctr">
                      <a:no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85779980"/>
                  </a:ext>
                </a:extLst>
              </a:tr>
              <a:tr h="20448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Purview AI data security and compliance (DLP, DSPM, Insider Risk)</a:t>
                      </a:r>
                    </a:p>
                  </a:txBody>
                  <a:tcPr marL="72000" marR="72000" marT="0" marB="0" anchor="ctr">
                    <a:lnL w="381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565131" rtl="0" eaLnBrk="1" fontAlgn="ctr" hangingPunct="1">
                        <a:lnSpc>
                          <a:spcPct val="100000"/>
                        </a:lnSpc>
                        <a:spcBef>
                          <a:spcPts val="0"/>
                        </a:spcBef>
                        <a:spcAft>
                          <a:spcPts val="0"/>
                        </a:spcAft>
                        <a:buFontTx/>
                        <a:buNone/>
                      </a:pPr>
                      <a:endPar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endParaRPr>
                    </a:p>
                  </a:txBody>
                  <a:tcPr marL="72000" marR="72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a:t>
                      </a:r>
                      <a:endParaRPr lang="en-US" sz="650">
                        <a:solidFill>
                          <a:schemeClr val="tx1"/>
                        </a:solidFill>
                        <a:latin typeface="Segoe UI" panose="020B0502040204020203" pitchFamily="34" charset="0"/>
                        <a:ea typeface="Calibri" charset="0"/>
                        <a:cs typeface="Segoe UI" panose="020B0502040204020203" pitchFamily="34" charset="0"/>
                      </a:endParaRPr>
                    </a:p>
                  </a:txBody>
                  <a:tcPr marL="72000" marR="0" marT="0" marB="0" anchor="ctr">
                    <a:lnL w="6350" cap="flat" cmpd="sng" algn="ctr">
                      <a:no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03466425"/>
                  </a:ext>
                </a:extLst>
              </a:tr>
              <a:tr h="204484">
                <a:tc gridSpan="3">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Insider risk management</a:t>
                      </a:r>
                    </a:p>
                  </a:txBody>
                  <a:tcPr marL="72000" marR="0" marT="0" marB="0" anchor="ctr">
                    <a:lnL w="381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B740C5">
                        <a:lumMod val="100000"/>
                        <a:alpha val="21000"/>
                      </a:srgbClr>
                    </a:solidFill>
                  </a:tcPr>
                </a:tc>
                <a:tc hMerge="1">
                  <a:txBody>
                    <a:bodyPr/>
                    <a:lstStyle/>
                    <a:p>
                      <a:endParaRPr lang="en-IN"/>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B740C5">
                        <a:lumMod val="100000"/>
                        <a:alpha val="21000"/>
                      </a:srgbClr>
                    </a:solidFill>
                  </a:tcPr>
                </a:tc>
                <a:tc hMerge="1">
                  <a:txBody>
                    <a:bodyPr/>
                    <a:lstStyle/>
                    <a:p>
                      <a:endParaRPr lang="en-IN"/>
                    </a:p>
                  </a:txBody>
                  <a:tcPr>
                    <a:lnL w="6350" cap="flat" cmpd="sng" algn="ctr">
                      <a:no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B740C5">
                        <a:lumMod val="100000"/>
                        <a:alpha val="21000"/>
                      </a:srgbClr>
                    </a:solidFill>
                  </a:tcPr>
                </a:tc>
                <a:extLst>
                  <a:ext uri="{0D108BD9-81ED-4DB2-BD59-A6C34878D82A}">
                    <a16:rowId xmlns:a16="http://schemas.microsoft.com/office/drawing/2014/main" val="829123767"/>
                  </a:ext>
                </a:extLst>
              </a:tr>
              <a:tr h="252533">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Insider Risk Management: Detect data theft, policy violations with privacy analytics + Adaptive Protection for DLP</a:t>
                      </a:r>
                    </a:p>
                  </a:txBody>
                  <a:tcPr marL="72000" marR="0" marT="0" marB="0" anchor="ctr">
                    <a:lnL w="381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565131" rtl="0" eaLnBrk="1" fontAlgn="ctr" hangingPunct="1">
                        <a:lnSpc>
                          <a:spcPct val="100000"/>
                        </a:lnSpc>
                        <a:spcBef>
                          <a:spcPts val="0"/>
                        </a:spcBef>
                        <a:spcAft>
                          <a:spcPts val="0"/>
                        </a:spcAft>
                        <a:buFontTx/>
                        <a:buNone/>
                      </a:pPr>
                      <a:endPar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endParaRPr>
                    </a:p>
                  </a:txBody>
                  <a:tcPr marL="72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a:t>
                      </a:r>
                      <a:endParaRPr lang="en-US" sz="70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endParaRPr>
                    </a:p>
                  </a:txBody>
                  <a:tcPr marL="72000" marR="0" marT="0" marB="0" anchor="ctr">
                    <a:lnL w="6350" cap="flat" cmpd="sng" algn="ctr">
                      <a:no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43131894"/>
                  </a:ext>
                </a:extLst>
              </a:tr>
              <a:tr h="20448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eDiscovery, audit and data lifecycle</a:t>
                      </a:r>
                    </a:p>
                  </a:txBody>
                  <a:tcPr marL="72000" marR="0" marT="0" marB="0" anchor="ctr">
                    <a:lnL w="381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rgbClr val="B740C5">
                        <a:lumMod val="100000"/>
                        <a:alpha val="21000"/>
                      </a:srgbClr>
                    </a:solidFill>
                  </a:tcPr>
                </a:tc>
                <a:tc>
                  <a:txBody>
                    <a:bodyPr/>
                    <a:lstStyle/>
                    <a:p>
                      <a:pPr marL="0" marR="0" lvl="0" indent="0" algn="l" defTabSz="565131" rtl="0" eaLnBrk="1" fontAlgn="ctr" latinLnBrk="0" hangingPunct="1">
                        <a:lnSpc>
                          <a:spcPct val="100000"/>
                        </a:lnSpc>
                        <a:spcBef>
                          <a:spcPts val="0"/>
                        </a:spcBef>
                        <a:spcAft>
                          <a:spcPts val="0"/>
                        </a:spcAft>
                        <a:buFontTx/>
                        <a:buNone/>
                      </a:pPr>
                      <a:endParaRPr lang="en-US" sz="65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endParaRPr>
                    </a:p>
                  </a:txBody>
                  <a:tcPr marL="72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rgbClr val="B740C5">
                        <a:lumMod val="100000"/>
                        <a:alpha val="21000"/>
                      </a:srgbClr>
                    </a:solidFill>
                  </a:tcPr>
                </a:tc>
                <a:tc>
                  <a:txBody>
                    <a:bodyPr/>
                    <a:lstStyle/>
                    <a:p>
                      <a:pPr marL="0" marR="0" lvl="0" indent="0" algn="l" defTabSz="565131" rtl="0" eaLnBrk="1" fontAlgn="ctr" latinLnBrk="0" hangingPunct="1">
                        <a:lnSpc>
                          <a:spcPct val="100000"/>
                        </a:lnSpc>
                        <a:spcBef>
                          <a:spcPts val="0"/>
                        </a:spcBef>
                        <a:spcAft>
                          <a:spcPts val="0"/>
                        </a:spcAft>
                        <a:buFontTx/>
                        <a:buNone/>
                      </a:pPr>
                      <a:endParaRPr lang="en-US" sz="65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endParaRPr>
                    </a:p>
                  </a:txBody>
                  <a:tcPr marL="72000" marR="0" marT="0" marB="0" anchor="ctr">
                    <a:lnL w="6350" cap="flat" cmpd="sng" algn="ctr">
                      <a:no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rgbClr val="B740C5">
                        <a:lumMod val="100000"/>
                        <a:alpha val="21000"/>
                      </a:srgbClr>
                    </a:solidFill>
                  </a:tcPr>
                </a:tc>
                <a:extLst>
                  <a:ext uri="{0D108BD9-81ED-4DB2-BD59-A6C34878D82A}">
                    <a16:rowId xmlns:a16="http://schemas.microsoft.com/office/drawing/2014/main" val="2427574047"/>
                  </a:ext>
                </a:extLst>
              </a:tr>
              <a:tr h="281671">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Purview Audit (Standard): Log and search audited user/admin activities</a:t>
                      </a:r>
                    </a:p>
                  </a:txBody>
                  <a:tcPr marL="72000" marR="0" marT="0" marB="0" anchor="ctr">
                    <a:lnL w="381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a:t>
                      </a:r>
                    </a:p>
                  </a:txBody>
                  <a:tcPr marL="72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a:t>
                      </a:r>
                      <a:endParaRPr lang="en-US" sz="70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endParaRPr>
                    </a:p>
                  </a:txBody>
                  <a:tcPr marL="72000" marR="0" marT="0" marB="0" anchor="ctr">
                    <a:lnL w="6350" cap="flat" cmpd="sng" algn="ctr">
                      <a:noFill/>
                      <a:prstDash val="solid"/>
                      <a:round/>
                      <a:headEnd type="none" w="med" len="med"/>
                      <a:tailEnd type="none" w="med" len="med"/>
                    </a:lnL>
                    <a:ln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72897920"/>
                  </a:ext>
                </a:extLst>
              </a:tr>
              <a:tr h="38527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 eDiscovery (Premium): Legal hold, review sets, predictive coding; Audit (Premium): 10-year retention, forensic insights</a:t>
                      </a:r>
                    </a:p>
                  </a:txBody>
                  <a:tcPr marL="72000" marR="0" marT="0" marB="0" anchor="ctr">
                    <a:lnL w="381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565131" rtl="0" eaLnBrk="1" fontAlgn="ctr" hangingPunct="1">
                        <a:lnSpc>
                          <a:spcPct val="100000"/>
                        </a:lnSpc>
                        <a:spcBef>
                          <a:spcPts val="0"/>
                        </a:spcBef>
                        <a:spcAft>
                          <a:spcPts val="0"/>
                        </a:spcAft>
                        <a:buFontTx/>
                        <a:buNone/>
                      </a:pPr>
                      <a:endPar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endParaRPr>
                    </a:p>
                  </a:txBody>
                  <a:tcPr marL="72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a:t>
                      </a:r>
                      <a:endParaRPr lang="en-US" sz="70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endParaRPr>
                    </a:p>
                  </a:txBody>
                  <a:tcPr marL="72000" marR="0" marT="0" marB="0" anchor="ctr">
                    <a:lnL w="6350" cap="flat" cmpd="sng" algn="ctr">
                      <a:noFill/>
                      <a:prstDash val="solid"/>
                      <a:round/>
                      <a:headEnd type="none" w="med" len="med"/>
                      <a:tailEnd type="none" w="med" len="med"/>
                    </a:lnL>
                    <a:ln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93663969"/>
                  </a:ext>
                </a:extLst>
              </a:tr>
              <a:tr h="362611">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Data Lifecycle Management: Automated retention/deletion, records management, event-based triggers</a:t>
                      </a:r>
                    </a:p>
                  </a:txBody>
                  <a:tcPr marL="72000" marR="0" marT="0" marB="0" anchor="ctr">
                    <a:lnL w="381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565131" rtl="0" eaLnBrk="1" fontAlgn="ctr" hangingPunct="1">
                        <a:lnSpc>
                          <a:spcPct val="100000"/>
                        </a:lnSpc>
                        <a:spcBef>
                          <a:spcPts val="0"/>
                        </a:spcBef>
                        <a:spcAft>
                          <a:spcPts val="0"/>
                        </a:spcAft>
                        <a:buFontTx/>
                        <a:buNone/>
                      </a:pPr>
                      <a:endPar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endParaRPr>
                    </a:p>
                  </a:txBody>
                  <a:tcPr marL="72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a:t>
                      </a:r>
                      <a:endParaRPr lang="en-US" sz="70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endParaRPr>
                    </a:p>
                  </a:txBody>
                  <a:tcPr marL="72000" marR="0" marT="0" marB="0" anchor="ctr">
                    <a:lnL w="6350" cap="flat" cmpd="sng" algn="ctr">
                      <a:noFill/>
                      <a:prstDash val="solid"/>
                      <a:round/>
                      <a:headEnd type="none" w="med" len="med"/>
                      <a:tailEnd type="none" w="med" len="med"/>
                    </a:lnL>
                    <a:lnR>
                      <a:noFill/>
                    </a:lnR>
                    <a:lnT w="6350" cap="flat" cmpd="sng" algn="ctr">
                      <a:solidFill>
                        <a:srgbClr val="D9D9D9"/>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97496752"/>
                  </a:ext>
                </a:extLst>
              </a:tr>
              <a:tr h="530966">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FontTx/>
                        <a:buNone/>
                      </a:pPr>
                      <a:r>
                        <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rPr>
                        <a:t>Compliance, encryption and AI: Compliance Manager, Communication Compliance, Message Encryption, Customer Lockbox/Key, Information Barriers, PAM, Copilot governance</a:t>
                      </a:r>
                    </a:p>
                  </a:txBody>
                  <a:tcPr marL="72000" marR="0" marT="0" marB="0" anchor="ctr">
                    <a:lnL w="381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rgbClr val="B740C5">
                        <a:lumMod val="100000"/>
                        <a:alpha val="21000"/>
                      </a:srgbClr>
                    </a:solidFill>
                  </a:tcPr>
                </a:tc>
                <a:tc>
                  <a:txBody>
                    <a:bodyPr/>
                    <a:lstStyle/>
                    <a:p>
                      <a:pPr marL="0" marR="0" lvl="0" indent="0" algn="ctr" defTabSz="565131" rtl="0" eaLnBrk="1" fontAlgn="ctr" latinLnBrk="0" hangingPunct="1">
                        <a:lnSpc>
                          <a:spcPct val="100000"/>
                        </a:lnSpc>
                        <a:spcBef>
                          <a:spcPts val="0"/>
                        </a:spcBef>
                        <a:spcAft>
                          <a:spcPts val="0"/>
                        </a:spcAft>
                        <a:buFontTx/>
                        <a:buNone/>
                      </a:pPr>
                      <a:endParaRPr lang="en-US" sz="700" b="0" i="0" u="none" strike="noStrike" kern="1200" cap="none" spc="0" normalizeH="0" baseline="0">
                        <a:solidFill>
                          <a:srgbClr val="8A226F">
                            <a:lumMod val="100000"/>
                          </a:srgbClr>
                        </a:solidFill>
                        <a:latin typeface="Segoe UI Semibold" panose="020B0702040204020203" pitchFamily="34" charset="0"/>
                        <a:ea typeface="+mn-ea"/>
                        <a:cs typeface="Segoe UI Semibold" panose="020B0702040204020203" pitchFamily="34" charset="0"/>
                        <a:sym typeface=""/>
                      </a:endParaRPr>
                    </a:p>
                  </a:txBody>
                  <a:tcPr marL="7200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rgbClr val="B740C5">
                        <a:lumMod val="100000"/>
                        <a:alpha val="21000"/>
                      </a:srgbClr>
                    </a:solidFill>
                  </a:tcPr>
                </a:tc>
                <a:tc>
                  <a:txBody>
                    <a:bodyPr/>
                    <a:lstStyle/>
                    <a:p>
                      <a:pPr marL="0" marR="0" lvl="0" indent="0" algn="ctr" defTabSz="565131" rtl="0" eaLnBrk="1" fontAlgn="auto" hangingPunct="1">
                        <a:lnSpc>
                          <a:spcPct val="100000"/>
                        </a:lnSpc>
                        <a:spcBef>
                          <a:spcPts val="0"/>
                        </a:spcBef>
                        <a:spcAft>
                          <a:spcPts val="0"/>
                        </a:spcAft>
                        <a:buFontTx/>
                        <a:buNone/>
                      </a:pPr>
                      <a:r>
                        <a:rPr lang="en-US" sz="650" b="0" i="0" u="none" strike="noStrike" kern="1200" cap="none" spc="0" normalizeH="0" baseline="0">
                          <a:solidFill>
                            <a:schemeClr val="tx1"/>
                          </a:solidFill>
                          <a:latin typeface="Segoe UI" panose="020B0502040204020203" pitchFamily="34" charset="0"/>
                          <a:ea typeface="+mn-ea"/>
                          <a:cs typeface="Segoe UI" panose="020B0502040204020203" pitchFamily="34" charset="0"/>
                          <a:sym typeface=""/>
                        </a:rPr>
                        <a:t>✓</a:t>
                      </a:r>
                    </a:p>
                  </a:txBody>
                  <a:tcPr marL="72000" marR="0" marT="0" marB="0" anchor="ctr">
                    <a:lnL w="6350" cap="flat" cmpd="sng" algn="ctr">
                      <a:no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solidFill>
                      <a:srgbClr val="B740C5">
                        <a:lumMod val="100000"/>
                        <a:alpha val="21000"/>
                      </a:srgbClr>
                    </a:solidFill>
                  </a:tcPr>
                </a:tc>
                <a:extLst>
                  <a:ext uri="{0D108BD9-81ED-4DB2-BD59-A6C34878D82A}">
                    <a16:rowId xmlns:a16="http://schemas.microsoft.com/office/drawing/2014/main" val="111241296"/>
                  </a:ext>
                </a:extLst>
              </a:tr>
              <a:tr h="200731">
                <a:tc>
                  <a:txBody>
                    <a:bodyPr/>
                    <a:lstStyle/>
                    <a:p>
                      <a:pPr marL="0" marR="0" lvl="0" indent="0" algn="l" defTabSz="565131" rtl="0" eaLnBrk="1" fontAlgn="ctr"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8A226F">
                              <a:lumMod val="100000"/>
                            </a:srgbClr>
                          </a:solidFill>
                          <a:effectLst/>
                          <a:uLnTx/>
                          <a:uFillTx/>
                          <a:latin typeface="Segoe UI Semibold" panose="020B0702040204020203" pitchFamily="34" charset="0"/>
                          <a:ea typeface="+mn-ea"/>
                          <a:cs typeface="Segoe UI Semibold" panose="020B0702040204020203" pitchFamily="34" charset="0"/>
                          <a:sym typeface=""/>
                        </a:rPr>
                        <a:t>Copilot Chat</a:t>
                      </a:r>
                    </a:p>
                  </a:txBody>
                  <a:tcPr marL="73152" marR="73152" marT="0" marB="0" anchor="ctr">
                    <a:lnL>
                      <a:noFill/>
                    </a:lnL>
                    <a:lnR w="6350" cap="flat" cmpd="sng" algn="ctr">
                      <a:no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B740C5">
                        <a:lumMod val="100000"/>
                        <a:alpha val="21000"/>
                      </a:srgbClr>
                    </a:solidFill>
                  </a:tcPr>
                </a:tc>
                <a:tc>
                  <a:txBody>
                    <a:bodyPr/>
                    <a:lstStyle/>
                    <a:p>
                      <a:pPr marL="0" marR="0" lvl="0" indent="0" algn="l" defTabSz="565131" rtl="0" eaLnBrk="1" fontAlgn="ctr"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8A226F">
                            <a:lumMod val="100000"/>
                          </a:srgbClr>
                        </a:solidFill>
                        <a:effectLst/>
                        <a:uLnTx/>
                        <a:uFillTx/>
                        <a:latin typeface="Segoe UI Semibold" panose="020B0702040204020203" pitchFamily="34" charset="0"/>
                        <a:ea typeface="+mn-ea"/>
                        <a:cs typeface="Segoe UI Semibold" panose="020B0702040204020203" pitchFamily="34" charset="0"/>
                        <a:sym typeface=""/>
                      </a:endParaRPr>
                    </a:p>
                  </a:txBody>
                  <a:tcPr marL="72000" marR="72000" marT="0" marB="0" anchor="ctr">
                    <a:lnL w="635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B740C5">
                        <a:lumMod val="100000"/>
                        <a:alpha val="21000"/>
                      </a:srgbClr>
                    </a:solidFill>
                  </a:tcPr>
                </a:tc>
                <a:tc>
                  <a:txBody>
                    <a:bodyPr/>
                    <a:lstStyle/>
                    <a:p>
                      <a:pPr marL="0" marR="0" lvl="0" indent="0" algn="l" defTabSz="565131" rtl="0" eaLnBrk="1" fontAlgn="ctr"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srgbClr val="8A226F">
                            <a:lumMod val="100000"/>
                          </a:srgbClr>
                        </a:solidFill>
                        <a:effectLst/>
                        <a:uLnTx/>
                        <a:uFillTx/>
                        <a:latin typeface="Segoe UI Semibold" panose="020B0702040204020203" pitchFamily="34" charset="0"/>
                        <a:ea typeface="+mn-ea"/>
                        <a:cs typeface="Segoe UI Semibold" panose="020B0702040204020203" pitchFamily="34" charset="0"/>
                        <a:sym typeface=""/>
                      </a:endParaRPr>
                    </a:p>
                  </a:txBody>
                  <a:tcPr marL="72000" marR="72000" marT="0" marB="0" anchor="ctr">
                    <a:lnL w="3810" cap="flat" cmpd="sng" algn="ctr">
                      <a:noFill/>
                      <a:prstDash val="solid"/>
                      <a:round/>
                      <a:headEnd type="none" w="med" len="med"/>
                      <a:tailEnd type="none" w="med" len="med"/>
                    </a:lnL>
                    <a:lnR>
                      <a:noFill/>
                    </a:lnR>
                    <a:lnT w="6350" cap="flat" cmpd="sng" algn="ctr">
                      <a:solidFill>
                        <a:srgbClr val="D9D9D9"/>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B740C5">
                        <a:lumMod val="100000"/>
                        <a:alpha val="21000"/>
                      </a:srgbClr>
                    </a:solidFill>
                  </a:tcPr>
                </a:tc>
                <a:extLst>
                  <a:ext uri="{0D108BD9-81ED-4DB2-BD59-A6C34878D82A}">
                    <a16:rowId xmlns:a16="http://schemas.microsoft.com/office/drawing/2014/main" val="575167171"/>
                  </a:ext>
                </a:extLst>
              </a:tr>
              <a:tr h="286892">
                <a:tc>
                  <a:txBody>
                    <a:bodyPr/>
                    <a:lstStyle/>
                    <a:p>
                      <a:pPr algn="l" fontAlgn="ctr">
                        <a:buNone/>
                      </a:pPr>
                      <a:r>
                        <a:rPr lang="en-US" sz="650" b="0" i="0" u="none" strike="noStrike">
                          <a:solidFill>
                            <a:srgbClr val="000000"/>
                          </a:solidFill>
                          <a:effectLst/>
                          <a:latin typeface="Segoe UI" panose="020B0502040204020203" pitchFamily="34" charset="0"/>
                          <a:cs typeface="Segoe UI" panose="020B0502040204020203" pitchFamily="34" charset="0"/>
                        </a:rPr>
                        <a:t>Copilot Chat enhancements — inbox &amp; calendar awareness + Word/Excel/PowerPoint agents</a:t>
                      </a:r>
                    </a:p>
                  </a:txBody>
                  <a:tcPr marL="73152" marR="73152" marT="0" marB="0" anchor="ctr">
                    <a:lnL>
                      <a:noFill/>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65131" rtl="0" eaLnBrk="1" fontAlgn="ctr" latinLnBrk="0" hangingPunct="1">
                        <a:lnSpc>
                          <a:spcPct val="100000"/>
                        </a:lnSpc>
                        <a:spcBef>
                          <a:spcPts val="0"/>
                        </a:spcBef>
                        <a:spcAft>
                          <a:spcPts val="0"/>
                        </a:spcAft>
                        <a:buClrTx/>
                        <a:buSzTx/>
                        <a:buFontTx/>
                        <a:buNone/>
                        <a:tabLst/>
                        <a:defRPr/>
                      </a:pPr>
                      <a:r>
                        <a:rPr kumimoji="0" lang="en-US" sz="65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a:t>
                      </a:r>
                    </a:p>
                  </a:txBody>
                  <a:tcPr marL="72000" marR="72000" marT="0" marB="0" anchor="ctr">
                    <a:lnL w="635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65131" rtl="0" eaLnBrk="1" fontAlgn="ctr" latinLnBrk="0" hangingPunct="1">
                        <a:lnSpc>
                          <a:spcPct val="100000"/>
                        </a:lnSpc>
                        <a:spcBef>
                          <a:spcPts val="0"/>
                        </a:spcBef>
                        <a:spcAft>
                          <a:spcPts val="0"/>
                        </a:spcAft>
                        <a:buClrTx/>
                        <a:buSzTx/>
                        <a:buFontTx/>
                        <a:buNone/>
                        <a:tabLst/>
                        <a:defRPr/>
                      </a:pPr>
                      <a:r>
                        <a:rPr kumimoji="0" lang="en-US" sz="65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a:t>
                      </a:r>
                    </a:p>
                  </a:txBody>
                  <a:tcPr marL="72000" marR="72000" marT="0" marB="0" anchor="ctr">
                    <a:lnL w="3810" cap="flat" cmpd="sng" algn="ctr">
                      <a:no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240472">
                <a:tc>
                  <a:txBody>
                    <a:bodyPr/>
                    <a:lstStyle/>
                    <a:p>
                      <a:pPr algn="l" fontAlgn="ctr">
                        <a:buNone/>
                      </a:pPr>
                      <a:r>
                        <a:rPr lang="en-US" sz="650" b="0" i="0" u="none" strike="noStrike">
                          <a:solidFill>
                            <a:srgbClr val="000000"/>
                          </a:solidFill>
                          <a:effectLst/>
                          <a:latin typeface="Segoe UI" panose="020B0502040204020203" pitchFamily="34" charset="0"/>
                          <a:cs typeface="Segoe UI" panose="020B0502040204020203" pitchFamily="34" charset="0"/>
                        </a:rPr>
                        <a:t>Copilot Chat Analytics — admin reporting on adoption and usage</a:t>
                      </a:r>
                    </a:p>
                  </a:txBody>
                  <a:tcPr marL="73152" marR="73152" marT="0" marB="0" anchor="ctr">
                    <a:lnL>
                      <a:noFill/>
                    </a:lnL>
                    <a:lnR w="6350" cap="flat" cmpd="sng" algn="ctr">
                      <a:no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65131" rtl="0" eaLnBrk="1" fontAlgn="ctr" latinLnBrk="0" hangingPunct="1">
                        <a:lnSpc>
                          <a:spcPct val="100000"/>
                        </a:lnSpc>
                        <a:spcBef>
                          <a:spcPts val="0"/>
                        </a:spcBef>
                        <a:spcAft>
                          <a:spcPts val="0"/>
                        </a:spcAft>
                        <a:buClrTx/>
                        <a:buSzTx/>
                        <a:buFontTx/>
                        <a:buNone/>
                        <a:tabLst/>
                        <a:defRPr/>
                      </a:pPr>
                      <a:r>
                        <a:rPr kumimoji="0" lang="en-US" sz="65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a:t>
                      </a:r>
                    </a:p>
                  </a:txBody>
                  <a:tcPr marL="72000" marR="72000" marT="0" marB="0" anchor="ctr">
                    <a:lnL w="6350" cap="flat" cmpd="sng" algn="ctr">
                      <a:noFill/>
                      <a:prstDash val="solid"/>
                      <a:round/>
                      <a:headEnd type="none" w="med" len="med"/>
                      <a:tailEnd type="none" w="med" len="med"/>
                    </a:lnL>
                    <a:lnR w="3810" cap="flat" cmpd="sng" algn="ctr">
                      <a:no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565131" rtl="0" eaLnBrk="1" fontAlgn="ctr" latinLnBrk="0" hangingPunct="1">
                        <a:lnSpc>
                          <a:spcPct val="100000"/>
                        </a:lnSpc>
                        <a:spcBef>
                          <a:spcPts val="0"/>
                        </a:spcBef>
                        <a:spcAft>
                          <a:spcPts val="0"/>
                        </a:spcAft>
                        <a:buClrTx/>
                        <a:buSzTx/>
                        <a:buFontTx/>
                        <a:buNone/>
                        <a:tabLst/>
                        <a:defRPr/>
                      </a:pPr>
                      <a:r>
                        <a:rPr kumimoji="0" lang="en-US" sz="650" b="0" i="0" u="none" strike="noStrike" kern="1200" cap="none" spc="0" normalizeH="0" baseline="0" noProof="0">
                          <a:ln>
                            <a:noFill/>
                          </a:ln>
                          <a:solidFill>
                            <a:prstClr val="black"/>
                          </a:solidFill>
                          <a:effectLst/>
                          <a:uLnTx/>
                          <a:uFillTx/>
                          <a:latin typeface="Segoe UI" panose="020B0502040204020203" pitchFamily="34" charset="0"/>
                          <a:ea typeface="+mn-ea"/>
                          <a:cs typeface="Segoe UI" panose="020B0502040204020203" pitchFamily="34" charset="0"/>
                        </a:rPr>
                        <a:t>✓</a:t>
                      </a:r>
                    </a:p>
                  </a:txBody>
                  <a:tcPr marL="72000" marR="72000" marT="0" marB="0" anchor="ctr">
                    <a:lnL w="3810" cap="flat" cmpd="sng" algn="ctr">
                      <a:noFill/>
                      <a:prstDash val="solid"/>
                      <a:round/>
                      <a:headEnd type="none" w="med" len="med"/>
                      <a:tailEnd type="none" w="med" len="med"/>
                    </a:lnL>
                    <a:lnR>
                      <a:noFill/>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7"/>
                  </a:ext>
                </a:extLst>
              </a:tr>
            </a:tbl>
          </a:graphicData>
        </a:graphic>
      </p:graphicFrame>
      <p:sp>
        <p:nvSpPr>
          <p:cNvPr id="7" name="Incremental capabilities from Current SKU to Target SKU">
            <a:extLst>
              <a:ext uri="{FF2B5EF4-FFF2-40B4-BE49-F238E27FC236}">
                <a16:creationId xmlns:a16="http://schemas.microsoft.com/office/drawing/2014/main" id="{F25987B9-F769-95B0-BECD-E70D8929F842}"/>
              </a:ext>
            </a:extLst>
          </p:cNvPr>
          <p:cNvSpPr/>
          <p:nvPr/>
        </p:nvSpPr>
        <p:spPr>
          <a:xfrm>
            <a:off x="377826" y="281945"/>
            <a:ext cx="5060448" cy="470898"/>
          </a:xfrm>
          <a:prstGeom prst="rect">
            <a:avLst/>
          </a:prstGeom>
          <a:noFill/>
          <a:ln/>
        </p:spPr>
        <p:txBody>
          <a:bodyPr wrap="square" lIns="0" tIns="0" rIns="0" bIns="0" rtlCol="0" anchor="t" anchorCtr="0">
            <a:spAutoFit/>
          </a:bodyPr>
          <a:lstStyle/>
          <a:p>
            <a:pPr defTabSz="910968">
              <a:lnSpc>
                <a:spcPct val="85000"/>
              </a:lnSpc>
              <a:defRPr/>
            </a:pPr>
            <a:r>
              <a:rPr lang="en-US">
                <a:solidFill>
                  <a:srgbClr val="B740C5"/>
                </a:solidFill>
                <a:latin typeface="Segoe UI Semibold"/>
                <a:cs typeface="Segoe UI Semibold"/>
              </a:rPr>
              <a:t>Business Premium vs Defender Suite for Business Premium + Purview Suite for Business </a:t>
            </a:r>
          </a:p>
        </p:txBody>
      </p:sp>
      <p:sp>
        <p:nvSpPr>
          <p:cNvPr id="2" name="TextBox 1">
            <a:extLst>
              <a:ext uri="{FF2B5EF4-FFF2-40B4-BE49-F238E27FC236}">
                <a16:creationId xmlns:a16="http://schemas.microsoft.com/office/drawing/2014/main" id="{4099D688-0EA1-9A9E-C85D-5C28156573F7}"/>
              </a:ext>
            </a:extLst>
          </p:cNvPr>
          <p:cNvSpPr txBox="1"/>
          <p:nvPr/>
        </p:nvSpPr>
        <p:spPr>
          <a:xfrm>
            <a:off x="5926914" y="1041215"/>
            <a:ext cx="184731" cy="369332"/>
          </a:xfrm>
          <a:prstGeom prst="rect">
            <a:avLst/>
          </a:prstGeom>
          <a:noFill/>
        </p:spPr>
        <p:txBody>
          <a:bodyPr wrap="none" rtlCol="0">
            <a:spAutoFit/>
          </a:bodyPr>
          <a:lstStyle/>
          <a:p>
            <a:endParaRPr lang="en-US"/>
          </a:p>
        </p:txBody>
      </p:sp>
    </p:spTree>
    <p:extLst>
      <p:ext uri="{BB962C8B-B14F-4D97-AF65-F5344CB8AC3E}">
        <p14:creationId xmlns:p14="http://schemas.microsoft.com/office/powerpoint/2010/main" val="8350699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728AB9D-FEDE-D386-BB51-295FA38B47E4}"/>
            </a:ext>
          </a:extLst>
        </p:cNvPr>
        <p:cNvGrpSpPr/>
        <p:nvPr/>
      </p:nvGrpSpPr>
      <p:grpSpPr>
        <a:xfrm>
          <a:off x="0" y="0"/>
          <a:ext cx="0" cy="0"/>
          <a:chOff x="0" y="0"/>
          <a:chExt cx="0" cy="0"/>
        </a:xfrm>
      </p:grpSpPr>
      <p:sp>
        <p:nvSpPr>
          <p:cNvPr id="5" name="Rectangle 3468742">
            <a:extLst>
              <a:ext uri="{FF2B5EF4-FFF2-40B4-BE49-F238E27FC236}">
                <a16:creationId xmlns:a16="http://schemas.microsoft.com/office/drawing/2014/main" id="{96E1F46C-D455-58D3-9835-4CD28114CA4F}"/>
              </a:ext>
            </a:extLst>
          </p:cNvPr>
          <p:cNvSpPr/>
          <p:nvPr/>
        </p:nvSpPr>
        <p:spPr>
          <a:xfrm>
            <a:off x="0" y="-233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8" name="Picture 47">
            <a:extLst>
              <a:ext uri="{FF2B5EF4-FFF2-40B4-BE49-F238E27FC236}">
                <a16:creationId xmlns:a16="http://schemas.microsoft.com/office/drawing/2014/main" id="{61776EAF-999C-1D56-04BA-7C3A78A3842D}"/>
              </a:ext>
            </a:extLst>
          </p:cNvPr>
          <p:cNvPicPr>
            <a:picLocks noChangeAspect="1"/>
          </p:cNvPicPr>
          <p:nvPr/>
        </p:nvPicPr>
        <p:blipFill>
          <a:blip r:embed="rId3">
            <a:alphaModFix amt="23000"/>
          </a:blip>
          <a:srcRect l="14306" t="29128" r="12293" b="-1677"/>
          <a:stretch>
            <a:fillRect/>
          </a:stretch>
        </p:blipFill>
        <p:spPr>
          <a:xfrm rot="10800000">
            <a:off x="-1" y="5465343"/>
            <a:ext cx="5667375" cy="2563698"/>
          </a:xfrm>
          <a:prstGeom prst="rect">
            <a:avLst/>
          </a:prstGeom>
          <a:effectLst/>
        </p:spPr>
      </p:pic>
      <p:sp>
        <p:nvSpPr>
          <p:cNvPr id="9" name="Upgrade investment snapshot">
            <a:extLst>
              <a:ext uri="{FF2B5EF4-FFF2-40B4-BE49-F238E27FC236}">
                <a16:creationId xmlns:a16="http://schemas.microsoft.com/office/drawing/2014/main" id="{643D2643-67D1-25D6-8EA7-E80B45469A37}"/>
              </a:ext>
            </a:extLst>
          </p:cNvPr>
          <p:cNvSpPr/>
          <p:nvPr/>
        </p:nvSpPr>
        <p:spPr>
          <a:xfrm>
            <a:off x="409575" y="284891"/>
            <a:ext cx="4935928" cy="292989"/>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a:solidFill>
                  <a:prstClr val="black">
                    <a:lumMod val="95000"/>
                    <a:lumOff val="5000"/>
                  </a:prstClr>
                </a:solidFill>
                <a:latin typeface="Segoe UI Semibold"/>
                <a:ea typeface="Segoe UI Semibold" pitchFamily="34" charset="-122"/>
                <a:cs typeface="Segoe UI Semibold"/>
              </a:rPr>
              <a:t>Investment</a:t>
            </a:r>
            <a:r>
              <a:rPr kumimoji="0" lang="en-US" sz="2400" b="0" i="0" u="none" strike="noStrike" kern="1200" cap="none" spc="0" normalizeH="0" baseline="0" noProof="0">
                <a:ln>
                  <a:noFill/>
                </a:ln>
                <a:solidFill>
                  <a:prstClr val="black">
                    <a:lumMod val="95000"/>
                    <a:lumOff val="5000"/>
                  </a:prstClr>
                </a:solidFill>
                <a:effectLst/>
                <a:uLnTx/>
                <a:uFillTx/>
                <a:latin typeface="Segoe UI Semibold"/>
                <a:ea typeface="Segoe UI Semibold" pitchFamily="34" charset="-122"/>
                <a:cs typeface="Segoe UI Semibold"/>
              </a:rPr>
              <a:t> snapshot</a:t>
            </a:r>
            <a:endParaRPr lang="en-US" sz="2400" b="0" i="0" u="none" strike="noStrike" kern="1200" cap="none" spc="0" normalizeH="0" baseline="0" noProof="0">
              <a:ln>
                <a:noFill/>
              </a:ln>
              <a:solidFill>
                <a:prstClr val="black">
                  <a:lumMod val="95000"/>
                  <a:lumOff val="5000"/>
                </a:prstClr>
              </a:solidFill>
              <a:effectLst/>
              <a:uLnTx/>
              <a:uFillTx/>
              <a:latin typeface="Segoe UI Semibold"/>
              <a:ea typeface="Segoe UI Semibold" pitchFamily="34" charset="-122"/>
              <a:cs typeface="Segoe UI Semibold"/>
            </a:endParaRPr>
          </a:p>
        </p:txBody>
      </p:sp>
      <p:sp>
        <p:nvSpPr>
          <p:cNvPr id="49" name="Text 8">
            <a:extLst>
              <a:ext uri="{FF2B5EF4-FFF2-40B4-BE49-F238E27FC236}">
                <a16:creationId xmlns:a16="http://schemas.microsoft.com/office/drawing/2014/main" id="{546271A4-906E-AC24-0E52-EFA81992B9B7}"/>
              </a:ext>
            </a:extLst>
          </p:cNvPr>
          <p:cNvSpPr/>
          <p:nvPr/>
        </p:nvSpPr>
        <p:spPr>
          <a:xfrm>
            <a:off x="409575" y="7369396"/>
            <a:ext cx="4848225" cy="365763"/>
          </a:xfrm>
          <a:prstGeom prst="rect">
            <a:avLst/>
          </a:prstGeom>
          <a:noFill/>
          <a:ln/>
        </p:spPr>
        <p:txBody>
          <a:bodyPr wrap="square" lIns="0" tIns="0" rIns="0" bIns="0" rtlCol="0" anchor="t"/>
          <a:lstStyle/>
          <a:p>
            <a:r>
              <a:rPr lang="en-US" sz="500">
                <a:highlight>
                  <a:srgbClr val="FFFF00"/>
                </a:highlight>
                <a:latin typeface="Segoe UI Semibold" panose="020B0702040204020203" pitchFamily="34" charset="0"/>
                <a:cs typeface="Segoe UI Semibold" panose="020B0702040204020203" pitchFamily="34" charset="0"/>
              </a:rPr>
              <a:t>[NOTE - PLEASE DELETE BEFORE SENDING TO THE CUSTOMER]</a:t>
            </a:r>
          </a:p>
          <a:p>
            <a:r>
              <a:rPr lang="en-US" sz="500">
                <a:highlight>
                  <a:srgbClr val="FFFF00"/>
                </a:highlight>
                <a:latin typeface="Segoe UI" panose="020B0502040204020203" pitchFamily="34" charset="0"/>
                <a:cs typeface="Segoe UI" panose="020B0502040204020203" pitchFamily="34" charset="0"/>
              </a:rPr>
              <a:t>The calculation above is based on active promos, partner MAICPP status, Microsoft Commercial Incentives, and Microsoft list price, and assumes additional information on margins. This is for reference only and subject to change. Please review the calculation and adjust before sending it to the customer. Microsoft would not be responsible for the content or accuracy of any information/claim made in this document, or for any decisions made based on such information. </a:t>
            </a:r>
          </a:p>
        </p:txBody>
      </p:sp>
      <p:graphicFrame>
        <p:nvGraphicFramePr>
          <p:cNvPr id="31" name="Table 30">
            <a:extLst>
              <a:ext uri="{FF2B5EF4-FFF2-40B4-BE49-F238E27FC236}">
                <a16:creationId xmlns:a16="http://schemas.microsoft.com/office/drawing/2014/main" id="{9F629912-4053-C17D-E323-DAC8653DDB6B}"/>
              </a:ext>
            </a:extLst>
          </p:cNvPr>
          <p:cNvGraphicFramePr>
            <a:graphicFrameLocks noGrp="1"/>
          </p:cNvGraphicFramePr>
          <p:nvPr>
            <p:extLst>
              <p:ext uri="{D42A27DB-BD31-4B8C-83A1-F6EECF244321}">
                <p14:modId xmlns:p14="http://schemas.microsoft.com/office/powerpoint/2010/main" val="2491053364"/>
              </p:ext>
            </p:extLst>
          </p:nvPr>
        </p:nvGraphicFramePr>
        <p:xfrm>
          <a:off x="409574" y="1133905"/>
          <a:ext cx="4848226" cy="1648320"/>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875771108"/>
                    </a:ext>
                  </a:extLst>
                </a:gridCol>
                <a:gridCol w="2424113">
                  <a:extLst>
                    <a:ext uri="{9D8B030D-6E8A-4147-A177-3AD203B41FA5}">
                      <a16:colId xmlns:a16="http://schemas.microsoft.com/office/drawing/2014/main" val="1328544361"/>
                    </a:ext>
                  </a:extLst>
                </a:gridCol>
              </a:tblGrid>
              <a:tr h="4120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Current SKU</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rgbClr val="8A226F"/>
                          </a:solidFill>
                          <a:effectLst/>
                          <a:uLnTx/>
                          <a:uFillTx/>
                          <a:latin typeface="Segoe UI Semibold"/>
                          <a:ea typeface="Segoe UI Regular"/>
                          <a:cs typeface="Segoe UI Semibold"/>
                        </a:rPr>
                        <a:t>{</a:t>
                      </a:r>
                      <a:r>
                        <a:rPr kumimoji="0" lang="en-US" sz="1200" b="0" i="0" u="none" strike="noStrike" kern="1200" cap="none" spc="0" normalizeH="0" baseline="0" err="1">
                          <a:ln>
                            <a:noFill/>
                          </a:ln>
                          <a:solidFill>
                            <a:srgbClr val="8A226F"/>
                          </a:solidFill>
                          <a:effectLst/>
                          <a:uLnTx/>
                          <a:uFillTx/>
                          <a:latin typeface="Segoe UI Semibold"/>
                          <a:ea typeface="Segoe UI Regular"/>
                          <a:cs typeface="Segoe UI Semibold"/>
                        </a:rPr>
                        <a:t>start_sku</a:t>
                      </a:r>
                      <a:r>
                        <a:rPr kumimoji="0" lang="en-US" sz="1200" b="0" i="0" u="none" strike="noStrike" kern="1200" cap="none" spc="0" normalizeH="0" baseline="0">
                          <a:ln>
                            <a:noFill/>
                          </a:ln>
                          <a:solidFill>
                            <a:srgbClr val="8A226F"/>
                          </a:solidFill>
                          <a:effectLst/>
                          <a:uLnTx/>
                          <a:uFillTx/>
                          <a:latin typeface="Segoe UI Semibold"/>
                          <a:ea typeface="Segoe UI Regular"/>
                          <a:cs typeface="Segoe UI Semibold"/>
                        </a:rPr>
                        <a:t>}​</a:t>
                      </a:r>
                      <a:endParaRPr kumimoji="0" lang="en-US" sz="1200" b="0" i="0" u="none" strike="noStrike" kern="1200" cap="none" spc="0" normalizeH="0" baseline="0" noProof="0">
                        <a:ln>
                          <a:noFill/>
                        </a:ln>
                        <a:solidFill>
                          <a:srgbClr val="8A226F"/>
                        </a:solidFill>
                        <a:effectLst/>
                        <a:uLnTx/>
                        <a:uFillTx/>
                        <a:latin typeface="Segoe UI Semibold"/>
                        <a:ea typeface="Segoe UI Regular"/>
                        <a:cs typeface="Segoe UI Semibold"/>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00387039"/>
                  </a:ext>
                </a:extLst>
              </a:tr>
              <a:tr h="4120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a:latin typeface="Segoe UI" panose="020B0502040204020203" pitchFamily="34" charset="0"/>
                          <a:cs typeface="Segoe UI" panose="020B0502040204020203" pitchFamily="34" charset="0"/>
                        </a:rPr>
                        <a:t>Number of seats proposed for upgrade</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a:lnSpc>
                          <a:spcPct val="100000"/>
                        </a:lnSpc>
                        <a:spcBef>
                          <a:spcPts val="0"/>
                        </a:spcBef>
                        <a:spcAft>
                          <a:spcPts val="0"/>
                        </a:spcAft>
                        <a:buNone/>
                      </a:pPr>
                      <a:r>
                        <a:rPr lang="en-US" sz="1200" b="0" i="0" u="none" strike="noStrike" kern="1200" cap="none" spc="0" normalizeH="0" baseline="0" noProof="0" dirty="0">
                          <a:ln>
                            <a:noFill/>
                          </a:ln>
                          <a:solidFill>
                            <a:schemeClr val="tx1"/>
                          </a:solidFill>
                          <a:effectLst/>
                          <a:uLnTx/>
                          <a:uFillTx/>
                          <a:latin typeface="Segoe UI"/>
                          <a:ea typeface="Segoe UI Regular" pitchFamily="34" charset="-122"/>
                          <a:cs typeface="Segoe UI"/>
                        </a:rPr>
                        <a:t>{seats} </a:t>
                      </a:r>
                      <a:endParaRPr kumimoji="0" lang="en-US" dirty="0"/>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54720974"/>
                  </a:ext>
                </a:extLst>
              </a:tr>
              <a:tr h="4120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Current annual cost per user</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rgbClr val="000000"/>
                          </a:solidFill>
                          <a:latin typeface="Segoe UI"/>
                          <a:ea typeface="Segoe UI Regular"/>
                          <a:cs typeface="Segoe UI"/>
                        </a:rPr>
                        <a:t>{</a:t>
                      </a:r>
                      <a:r>
                        <a:rPr lang="en-IN" sz="1200" kern="1200" dirty="0" err="1">
                          <a:solidFill>
                            <a:srgbClr val="000000"/>
                          </a:solidFill>
                          <a:latin typeface="Segoe UI"/>
                          <a:ea typeface="Segoe UI Regular"/>
                          <a:cs typeface="Segoe UI"/>
                        </a:rPr>
                        <a:t>current_annual_cost_per_user</a:t>
                      </a:r>
                      <a:r>
                        <a:rPr lang="en-IN" sz="1200" kern="1200" dirty="0">
                          <a:solidFill>
                            <a:srgbClr val="000000"/>
                          </a:solidFill>
                          <a:latin typeface="Segoe UI"/>
                          <a:ea typeface="Segoe UI Regular"/>
                          <a:cs typeface="Segoe UI"/>
                        </a:rPr>
                        <a:t>}</a:t>
                      </a:r>
                      <a:endParaRPr lang="en-US" sz="1200" kern="1200" noProof="0" dirty="0">
                        <a:solidFill>
                          <a:srgbClr val="000000"/>
                        </a:solidFill>
                        <a:latin typeface="Segoe UI"/>
                        <a:ea typeface="Segoe UI Regular"/>
                        <a:cs typeface="Segoe UI"/>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11699862"/>
                  </a:ext>
                </a:extLst>
              </a:tr>
              <a:tr h="4120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rPr>
                        <a:t>Total current investment</a:t>
                      </a: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a:lnSpc>
                          <a:spcPct val="100000"/>
                        </a:lnSpc>
                        <a:spcBef>
                          <a:spcPts val="0"/>
                        </a:spcBef>
                        <a:spcAft>
                          <a:spcPts val="0"/>
                        </a:spcAft>
                        <a:buNone/>
                        <a:tabLst/>
                        <a:defRPr/>
                      </a:pPr>
                      <a:r>
                        <a:rPr lang="en-US" sz="1200" b="0" i="0" u="none" strike="noStrike" kern="1200" cap="none" spc="0" normalizeH="0" baseline="0" noProof="0" dirty="0">
                          <a:ln>
                            <a:noFill/>
                          </a:ln>
                          <a:solidFill>
                            <a:schemeClr val="tx1"/>
                          </a:solidFill>
                          <a:effectLst/>
                          <a:uLnTx/>
                          <a:uFillTx/>
                          <a:latin typeface="Segoe UI"/>
                          <a:ea typeface="Segoe UI Regular"/>
                          <a:cs typeface="Segoe UI"/>
                        </a:rPr>
                        <a:t>{</a:t>
                      </a:r>
                      <a:r>
                        <a:rPr lang="en-US" sz="1200" b="0" i="0" u="none" strike="noStrike" kern="1200" cap="none" spc="0" normalizeH="0" baseline="0" noProof="0" dirty="0" err="1">
                          <a:ln>
                            <a:noFill/>
                          </a:ln>
                          <a:solidFill>
                            <a:schemeClr val="tx1"/>
                          </a:solidFill>
                          <a:effectLst/>
                          <a:uLnTx/>
                          <a:uFillTx/>
                          <a:latin typeface="Segoe UI"/>
                          <a:ea typeface="Segoe UI Regular"/>
                          <a:cs typeface="Segoe UI"/>
                        </a:rPr>
                        <a:t>expiring_arr</a:t>
                      </a:r>
                      <a:r>
                        <a:rPr lang="en-US" sz="1200" b="0" i="0" u="none" strike="noStrike" kern="1200" cap="none" spc="0" normalizeH="0" baseline="0" noProof="0" dirty="0">
                          <a:ln>
                            <a:noFill/>
                          </a:ln>
                          <a:solidFill>
                            <a:schemeClr val="tx1"/>
                          </a:solidFill>
                          <a:effectLst/>
                          <a:uLnTx/>
                          <a:uFillTx/>
                          <a:latin typeface="Segoe UI"/>
                          <a:ea typeface="Segoe UI Regular"/>
                          <a:cs typeface="Segoe UI"/>
                        </a:rPr>
                        <a:t>}</a:t>
                      </a:r>
                      <a:endParaRPr kumimoji="0" lang="en-US" dirty="0">
                        <a:ea typeface="Segoe UI Regular"/>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29020969"/>
                  </a:ext>
                </a:extLst>
              </a:tr>
            </a:tbl>
          </a:graphicData>
        </a:graphic>
      </p:graphicFrame>
      <p:sp>
        <p:nvSpPr>
          <p:cNvPr id="33" name="Rectangle: Top Corners Rounded 32">
            <a:extLst>
              <a:ext uri="{FF2B5EF4-FFF2-40B4-BE49-F238E27FC236}">
                <a16:creationId xmlns:a16="http://schemas.microsoft.com/office/drawing/2014/main" id="{85A445E1-A52D-33E5-8A47-654A75AF92D3}"/>
              </a:ext>
            </a:extLst>
          </p:cNvPr>
          <p:cNvSpPr/>
          <p:nvPr/>
        </p:nvSpPr>
        <p:spPr>
          <a:xfrm>
            <a:off x="409574" y="820495"/>
            <a:ext cx="4848226" cy="313408"/>
          </a:xfrm>
          <a:prstGeom prst="round2Same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tIns="0" bIns="0" rtlCol="0" anchor="ctr"/>
          <a:lstStyle/>
          <a:p>
            <a:pPr algn="ctr"/>
            <a:r>
              <a:rPr lang="en-IN" sz="1400">
                <a:latin typeface="Segoe UI Semibold" panose="020B0702040204020203" pitchFamily="34" charset="0"/>
                <a:cs typeface="Segoe UI Semibold" panose="020B0702040204020203" pitchFamily="34" charset="0"/>
              </a:rPr>
              <a:t>Current SKU</a:t>
            </a:r>
          </a:p>
        </p:txBody>
      </p:sp>
      <p:graphicFrame>
        <p:nvGraphicFramePr>
          <p:cNvPr id="34" name="Table 33">
            <a:extLst>
              <a:ext uri="{FF2B5EF4-FFF2-40B4-BE49-F238E27FC236}">
                <a16:creationId xmlns:a16="http://schemas.microsoft.com/office/drawing/2014/main" id="{F751E058-0465-554B-EC83-ECA3B1CDE861}"/>
              </a:ext>
            </a:extLst>
          </p:cNvPr>
          <p:cNvGraphicFramePr>
            <a:graphicFrameLocks noGrp="1"/>
          </p:cNvGraphicFramePr>
          <p:nvPr>
            <p:extLst>
              <p:ext uri="{D42A27DB-BD31-4B8C-83A1-F6EECF244321}">
                <p14:modId xmlns:p14="http://schemas.microsoft.com/office/powerpoint/2010/main" val="115145397"/>
              </p:ext>
            </p:extLst>
          </p:nvPr>
        </p:nvGraphicFramePr>
        <p:xfrm>
          <a:off x="409574" y="3331405"/>
          <a:ext cx="4848226" cy="2385029"/>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875771108"/>
                    </a:ext>
                  </a:extLst>
                </a:gridCol>
                <a:gridCol w="2424113">
                  <a:extLst>
                    <a:ext uri="{9D8B030D-6E8A-4147-A177-3AD203B41FA5}">
                      <a16:colId xmlns:a16="http://schemas.microsoft.com/office/drawing/2014/main" val="1328544361"/>
                    </a:ext>
                  </a:extLst>
                </a:gridCol>
              </a:tblGrid>
              <a:tr h="47700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Upgrade solution​</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8A226F"/>
                          </a:solidFill>
                          <a:effectLst/>
                          <a:uLnTx/>
                          <a:uFillTx/>
                          <a:latin typeface="Segoe UI Semibold"/>
                          <a:ea typeface="Segoe UI Regular"/>
                          <a:cs typeface="Segoe UI Semibold"/>
                        </a:rPr>
                        <a:t>{</a:t>
                      </a:r>
                      <a:r>
                        <a:rPr kumimoji="0" lang="en-US" sz="1200" b="0" i="0" u="none" strike="noStrike" kern="1200" cap="none" spc="0" normalizeH="0" baseline="0" dirty="0" err="1">
                          <a:ln>
                            <a:noFill/>
                          </a:ln>
                          <a:solidFill>
                            <a:srgbClr val="8A226F"/>
                          </a:solidFill>
                          <a:effectLst/>
                          <a:uLnTx/>
                          <a:uFillTx/>
                          <a:latin typeface="Segoe UI Semibold"/>
                          <a:ea typeface="Segoe UI Regular"/>
                          <a:cs typeface="Segoe UI Semibold"/>
                        </a:rPr>
                        <a:t>target_sku</a:t>
                      </a:r>
                      <a:r>
                        <a:rPr kumimoji="0" lang="en-US" sz="1200" b="0" i="0" u="none" strike="noStrike" kern="1200" cap="none" spc="0" normalizeH="0" baseline="0" dirty="0">
                          <a:ln>
                            <a:noFill/>
                          </a:ln>
                          <a:solidFill>
                            <a:srgbClr val="8A226F"/>
                          </a:solidFill>
                          <a:effectLst/>
                          <a:uLnTx/>
                          <a:uFillTx/>
                          <a:latin typeface="Segoe UI Semibold"/>
                          <a:ea typeface="Segoe UI Regular"/>
                          <a:cs typeface="Segoe UI Semibold"/>
                        </a:rPr>
                        <a:t>}</a:t>
                      </a:r>
                      <a:endParaRPr kumimoji="0" lang="en-US" sz="1200" b="0" i="0" u="none" strike="noStrike" kern="1200" cap="none" spc="0" normalizeH="0" baseline="0" noProof="0" dirty="0">
                        <a:ln>
                          <a:noFill/>
                        </a:ln>
                        <a:solidFill>
                          <a:srgbClr val="8A226F"/>
                        </a:solidFill>
                        <a:effectLst/>
                        <a:uLnTx/>
                        <a:uFillTx/>
                        <a:latin typeface="Segoe UI Semibold"/>
                        <a:ea typeface="Segoe UI Regular"/>
                        <a:cs typeface="Segoe UI Semibold"/>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00387039"/>
                  </a:ext>
                </a:extLst>
              </a:tr>
              <a:tr h="47700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Annual cost per user for the upgraded solution</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a:lnSpc>
                          <a:spcPct val="100000"/>
                        </a:lnSpc>
                        <a:spcBef>
                          <a:spcPts val="0"/>
                        </a:spcBef>
                        <a:spcAft>
                          <a:spcPts val="0"/>
                        </a:spcAft>
                        <a:buNone/>
                        <a:tabLst/>
                        <a:defRPr/>
                      </a:pPr>
                      <a:r>
                        <a:rPr lang="en-US" sz="1200" b="0" i="0" u="none" strike="noStrike" kern="1200" cap="none" spc="0" normalizeH="0" baseline="0" noProof="0" dirty="0">
                          <a:ln>
                            <a:noFill/>
                          </a:ln>
                          <a:solidFill>
                            <a:schemeClr val="tx1"/>
                          </a:solidFill>
                          <a:effectLst/>
                          <a:uLnTx/>
                          <a:uFillTx/>
                          <a:latin typeface="Segoe UI"/>
                          <a:ea typeface="Segoe UI Regular"/>
                          <a:cs typeface="Segoe UI"/>
                        </a:rPr>
                        <a:t>{</a:t>
                      </a:r>
                      <a:r>
                        <a:rPr lang="en-US" sz="1200" b="0" i="0" u="none" strike="noStrike" kern="1200" cap="none" spc="0" normalizeH="0" baseline="0" noProof="0" dirty="0" err="1">
                          <a:ln>
                            <a:noFill/>
                          </a:ln>
                          <a:solidFill>
                            <a:schemeClr val="tx1"/>
                          </a:solidFill>
                          <a:effectLst/>
                          <a:uLnTx/>
                          <a:uFillTx/>
                          <a:latin typeface="Segoe UI"/>
                          <a:ea typeface="Segoe UI Regular"/>
                          <a:cs typeface="Segoe UI"/>
                        </a:rPr>
                        <a:t>actual_price_per_user</a:t>
                      </a:r>
                      <a:r>
                        <a:rPr lang="en-US" sz="1200" b="0" i="0" u="none" strike="noStrike" kern="1200" cap="none" spc="0" normalizeH="0" baseline="0" noProof="0" dirty="0">
                          <a:ln>
                            <a:noFill/>
                          </a:ln>
                          <a:solidFill>
                            <a:schemeClr val="tx1"/>
                          </a:solidFill>
                          <a:effectLst/>
                          <a:uLnTx/>
                          <a:uFillTx/>
                          <a:latin typeface="Segoe UI"/>
                          <a:ea typeface="Segoe UI Regular"/>
                          <a:cs typeface="Segoe UI"/>
                        </a:rPr>
                        <a:t>}</a:t>
                      </a:r>
                      <a:endParaRPr kumimoji="0" lang="en-US" dirty="0">
                        <a:ea typeface="Segoe UI Regular"/>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54720974"/>
                  </a:ext>
                </a:extLst>
              </a:tr>
              <a:tr h="477006">
                <a:tc>
                  <a:txBody>
                    <a:bodyPr/>
                    <a:lstStyle/>
                    <a:p>
                      <a:pPr>
                        <a:buNone/>
                      </a:pPr>
                      <a:r>
                        <a:rPr lang="en-IN" sz="1200">
                          <a:solidFill>
                            <a:srgbClr val="8A226F"/>
                          </a:solidFill>
                          <a:latin typeface="Segoe UI Semibold" panose="020B0702040204020203" pitchFamily="34" charset="0"/>
                          <a:ea typeface="Segoe UI Regular" pitchFamily="34" charset="-122"/>
                          <a:cs typeface="Segoe UI Semibold" panose="020B0702040204020203" pitchFamily="34" charset="0"/>
                        </a:rPr>
                        <a:t>Savings from promo price</a:t>
                      </a: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ts val="1050"/>
                        </a:lnSpc>
                      </a:pPr>
                      <a:r>
                        <a:rPr lang="en-US" sz="1200">
                          <a:solidFill>
                            <a:srgbClr val="8A226F"/>
                          </a:solidFill>
                          <a:latin typeface="Segoe UI Semibold"/>
                          <a:ea typeface="Segoe UI Regular"/>
                          <a:cs typeface="Segoe UI Semibold"/>
                        </a:rPr>
                        <a:t>{</a:t>
                      </a:r>
                      <a:r>
                        <a:rPr lang="en-US" sz="1200" err="1">
                          <a:solidFill>
                            <a:srgbClr val="8A226F"/>
                          </a:solidFill>
                          <a:latin typeface="Segoe UI Semibold"/>
                          <a:ea typeface="Segoe UI Regular"/>
                          <a:cs typeface="Segoe UI Semibold"/>
                        </a:rPr>
                        <a:t>promo_savings_per_user</a:t>
                      </a:r>
                      <a:r>
                        <a:rPr lang="en-US" sz="1200">
                          <a:solidFill>
                            <a:srgbClr val="8A226F"/>
                          </a:solidFill>
                          <a:latin typeface="Segoe UI Semibold"/>
                          <a:ea typeface="Segoe UI Regular"/>
                          <a:cs typeface="Segoe UI Semibold"/>
                        </a:rPr>
                        <a:t>}</a:t>
                      </a:r>
                      <a:endParaRPr lang="en-US" sz="1200">
                        <a:solidFill>
                          <a:srgbClr val="8A226F"/>
                        </a:solidFill>
                        <a:latin typeface="Segoe UI Semibold" panose="020B0702040204020203" pitchFamily="34" charset="0"/>
                        <a:cs typeface="Segoe UI Semibold" panose="020B0702040204020203" pitchFamily="34" charset="0"/>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28086285"/>
                  </a:ext>
                </a:extLst>
              </a:tr>
              <a:tr h="477006">
                <a:tc>
                  <a:txBody>
                    <a:bodyPr/>
                    <a:lstStyle/>
                    <a:p>
                      <a:r>
                        <a:rPr lang="en-IN" sz="1200">
                          <a:solidFill>
                            <a:srgbClr val="242424"/>
                          </a:solidFill>
                          <a:latin typeface="Segoe UI" panose="020B0502040204020203" pitchFamily="34" charset="0"/>
                          <a:ea typeface="Segoe UI Regular" pitchFamily="34" charset="-122"/>
                          <a:cs typeface="Segoe UI" panose="020B0502040204020203" pitchFamily="34" charset="0"/>
                        </a:rPr>
                        <a:t>Cost per user after adjusting promo price</a:t>
                      </a: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l">
                        <a:lnSpc>
                          <a:spcPts val="1050"/>
                        </a:lnSpc>
                        <a:buNone/>
                      </a:pPr>
                      <a:r>
                        <a:rPr lang="en-US" sz="1200" dirty="0">
                          <a:solidFill>
                            <a:srgbClr val="000000"/>
                          </a:solidFill>
                          <a:latin typeface="Segoe UI"/>
                          <a:ea typeface="Segoe UI Regular"/>
                          <a:cs typeface="Segoe UI"/>
                        </a:rPr>
                        <a:t>{</a:t>
                      </a:r>
                      <a:r>
                        <a:rPr lang="en-US" sz="1200" dirty="0" err="1">
                          <a:solidFill>
                            <a:srgbClr val="000000"/>
                          </a:solidFill>
                          <a:latin typeface="Segoe UI"/>
                          <a:ea typeface="Segoe UI Regular"/>
                          <a:cs typeface="Segoe UI"/>
                        </a:rPr>
                        <a:t>per_user_</a:t>
                      </a:r>
                      <a:r>
                        <a:rPr lang="en-US" sz="1200" kern="1200" dirty="0" err="1">
                          <a:solidFill>
                            <a:srgbClr val="000000"/>
                          </a:solidFill>
                          <a:latin typeface="Segoe UI"/>
                          <a:ea typeface="Segoe UI Regular"/>
                          <a:cs typeface="Segoe UI"/>
                        </a:rPr>
                        <a:t>after_promo_price</a:t>
                      </a:r>
                      <a:r>
                        <a:rPr lang="en-US" sz="1200" kern="1200" dirty="0">
                          <a:solidFill>
                            <a:srgbClr val="000000"/>
                          </a:solidFill>
                          <a:latin typeface="Segoe UI"/>
                          <a:ea typeface="Segoe UI Regular"/>
                          <a:cs typeface="Segoe UI"/>
                        </a:rPr>
                        <a:t>}</a:t>
                      </a: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16996238"/>
                  </a:ext>
                </a:extLst>
              </a:tr>
              <a:tr h="477005">
                <a:tc>
                  <a:txBody>
                    <a:bodyPr/>
                    <a:lstStyle/>
                    <a:p>
                      <a:pPr marL="0" marR="0" lvl="0" indent="0" algn="l" rtl="0">
                        <a:lnSpc>
                          <a:spcPct val="100000"/>
                        </a:lnSpc>
                        <a:spcBef>
                          <a:spcPts val="0"/>
                        </a:spcBef>
                        <a:spcAft>
                          <a:spcPts val="0"/>
                        </a:spcAft>
                        <a:buClrTx/>
                        <a:buSzTx/>
                        <a:buFontTx/>
                        <a:buNone/>
                      </a:pPr>
                      <a:r>
                        <a:rPr lang="en-US" sz="1200" b="0" i="0" u="none" strike="noStrike" kern="1200" cap="none" spc="0" normalizeH="0" baseline="0" noProof="0">
                          <a:ln>
                            <a:noFill/>
                          </a:ln>
                          <a:solidFill>
                            <a:schemeClr val="tx1"/>
                          </a:solidFill>
                          <a:effectLst/>
                          <a:uLnTx/>
                          <a:uFillTx/>
                          <a:latin typeface="Segoe UI"/>
                          <a:ea typeface="Segoe UI Regular"/>
                          <a:cs typeface="Segoe UI"/>
                        </a:rPr>
                        <a:t>Total investment in the upgraded solution</a:t>
                      </a:r>
                      <a:endParaRPr lang="en-US" sz="1200" b="0" i="0" u="none" strike="noStrike" kern="1200" cap="none" spc="0" normalizeH="0" baseline="0" noProof="0">
                        <a:ln>
                          <a:noFill/>
                        </a:ln>
                        <a:solidFill>
                          <a:schemeClr val="tx1"/>
                        </a:solidFill>
                        <a:effectLst/>
                        <a:uLnTx/>
                        <a:uFillTx/>
                        <a:latin typeface="Segoe UI"/>
                        <a:ea typeface="+mn-ea"/>
                        <a:cs typeface="Segoe UI"/>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rtl="0">
                        <a:lnSpc>
                          <a:spcPct val="100000"/>
                        </a:lnSpc>
                        <a:spcBef>
                          <a:spcPts val="0"/>
                        </a:spcBef>
                        <a:spcAft>
                          <a:spcPts val="0"/>
                        </a:spcAft>
                        <a:buClrTx/>
                        <a:buSzTx/>
                        <a:buFontTx/>
                        <a:buNone/>
                      </a:pPr>
                      <a:r>
                        <a:rPr lang="en-IN" sz="1200" kern="1200" dirty="0">
                          <a:solidFill>
                            <a:srgbClr val="000000"/>
                          </a:solidFill>
                          <a:latin typeface="Segoe UI"/>
                          <a:ea typeface="Segoe UI Regular"/>
                          <a:cs typeface="Segoe UI"/>
                        </a:rPr>
                        <a:t>{</a:t>
                      </a:r>
                      <a:r>
                        <a:rPr lang="en-IN" sz="1200" kern="1200" dirty="0" err="1">
                          <a:solidFill>
                            <a:srgbClr val="000000"/>
                          </a:solidFill>
                          <a:latin typeface="Segoe UI"/>
                          <a:ea typeface="Segoe UI Regular"/>
                          <a:cs typeface="Segoe UI"/>
                        </a:rPr>
                        <a:t>total_upgraded_solution_investment</a:t>
                      </a:r>
                      <a:r>
                        <a:rPr lang="en-IN" sz="1200" kern="1200" dirty="0">
                          <a:solidFill>
                            <a:srgbClr val="000000"/>
                          </a:solidFill>
                          <a:latin typeface="Segoe UI"/>
                          <a:ea typeface="Segoe UI Regular"/>
                          <a:cs typeface="Segoe UI"/>
                        </a:rPr>
                        <a:t>}</a:t>
                      </a:r>
                      <a:endParaRPr lang="en-US" sz="1200" kern="1200" noProof="0" dirty="0">
                        <a:solidFill>
                          <a:srgbClr val="000000"/>
                        </a:solidFill>
                        <a:latin typeface="Segoe UI"/>
                        <a:ea typeface="Segoe UI Regular"/>
                        <a:cs typeface="Segoe UI"/>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14437397"/>
                  </a:ext>
                </a:extLst>
              </a:tr>
            </a:tbl>
          </a:graphicData>
        </a:graphic>
      </p:graphicFrame>
      <p:sp>
        <p:nvSpPr>
          <p:cNvPr id="35" name="Rectangle: Top Corners Rounded 34">
            <a:extLst>
              <a:ext uri="{FF2B5EF4-FFF2-40B4-BE49-F238E27FC236}">
                <a16:creationId xmlns:a16="http://schemas.microsoft.com/office/drawing/2014/main" id="{AF8D6392-6243-F044-47FA-FB10457D0581}"/>
              </a:ext>
            </a:extLst>
          </p:cNvPr>
          <p:cNvSpPr/>
          <p:nvPr/>
        </p:nvSpPr>
        <p:spPr>
          <a:xfrm>
            <a:off x="409574" y="3017996"/>
            <a:ext cx="4848226" cy="313408"/>
          </a:xfrm>
          <a:prstGeom prst="round2Same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tIns="0" bIns="0" rtlCol="0" anchor="ctr"/>
          <a:lstStyle/>
          <a:p>
            <a:pPr algn="ctr"/>
            <a:r>
              <a:rPr lang="en-IN" sz="1400">
                <a:latin typeface="Segoe UI Semibold" panose="020B0702040204020203" pitchFamily="34" charset="0"/>
                <a:cs typeface="Segoe UI Semibold" panose="020B0702040204020203" pitchFamily="34" charset="0"/>
              </a:rPr>
              <a:t>Target SKU</a:t>
            </a:r>
          </a:p>
        </p:txBody>
      </p:sp>
      <p:graphicFrame>
        <p:nvGraphicFramePr>
          <p:cNvPr id="36" name="Table 35">
            <a:extLst>
              <a:ext uri="{FF2B5EF4-FFF2-40B4-BE49-F238E27FC236}">
                <a16:creationId xmlns:a16="http://schemas.microsoft.com/office/drawing/2014/main" id="{1AEFAC14-680B-DFAE-9478-BCE9F04FD796}"/>
              </a:ext>
            </a:extLst>
          </p:cNvPr>
          <p:cNvGraphicFramePr>
            <a:graphicFrameLocks noGrp="1"/>
          </p:cNvGraphicFramePr>
          <p:nvPr>
            <p:extLst>
              <p:ext uri="{D42A27DB-BD31-4B8C-83A1-F6EECF244321}">
                <p14:modId xmlns:p14="http://schemas.microsoft.com/office/powerpoint/2010/main" val="4175877311"/>
              </p:ext>
            </p:extLst>
          </p:nvPr>
        </p:nvGraphicFramePr>
        <p:xfrm>
          <a:off x="409574" y="6178070"/>
          <a:ext cx="4848226" cy="955553"/>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875771108"/>
                    </a:ext>
                  </a:extLst>
                </a:gridCol>
                <a:gridCol w="2424113">
                  <a:extLst>
                    <a:ext uri="{9D8B030D-6E8A-4147-A177-3AD203B41FA5}">
                      <a16:colId xmlns:a16="http://schemas.microsoft.com/office/drawing/2014/main" val="1328544361"/>
                    </a:ext>
                  </a:extLst>
                </a:gridCol>
              </a:tblGrid>
              <a:tr h="4540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 annual cost per user</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0" i="0" u="none" strike="noStrike" kern="1200" cap="none" spc="0" normalizeH="0" baseline="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incremental_cost_per_user</a:t>
                      </a: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00387039"/>
                  </a:ext>
                </a:extLst>
              </a:tr>
              <a:tr h="5014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Total incremental investment</a:t>
                      </a: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0" i="0" u="none" strike="noStrike" kern="1200" cap="none" spc="0" normalizeH="0" baseline="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overall_incremental_cost</a:t>
                      </a: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54720974"/>
                  </a:ext>
                </a:extLst>
              </a:tr>
            </a:tbl>
          </a:graphicData>
        </a:graphic>
      </p:graphicFrame>
      <p:sp>
        <p:nvSpPr>
          <p:cNvPr id="37" name="Rectangle: Top Corners Rounded 36">
            <a:extLst>
              <a:ext uri="{FF2B5EF4-FFF2-40B4-BE49-F238E27FC236}">
                <a16:creationId xmlns:a16="http://schemas.microsoft.com/office/drawing/2014/main" id="{AE315751-4126-2AEF-77CC-4EF7F2D3DFF8}"/>
              </a:ext>
            </a:extLst>
          </p:cNvPr>
          <p:cNvSpPr/>
          <p:nvPr/>
        </p:nvSpPr>
        <p:spPr>
          <a:xfrm>
            <a:off x="409574" y="5864662"/>
            <a:ext cx="4848226" cy="313408"/>
          </a:xfrm>
          <a:prstGeom prst="round2Same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tIns="0" bIns="0" rtlCol="0" anchor="ctr"/>
          <a:lstStyle/>
          <a:p>
            <a:pPr algn="ctr"/>
            <a:r>
              <a:rPr lang="en-IN" sz="1400">
                <a:latin typeface="Segoe UI Semibold" panose="020B0702040204020203" pitchFamily="34" charset="0"/>
                <a:cs typeface="Segoe UI Semibold" panose="020B0702040204020203" pitchFamily="34" charset="0"/>
              </a:rPr>
              <a:t>Incremental Cost</a:t>
            </a:r>
          </a:p>
        </p:txBody>
      </p:sp>
    </p:spTree>
    <p:extLst>
      <p:ext uri="{BB962C8B-B14F-4D97-AF65-F5344CB8AC3E}">
        <p14:creationId xmlns:p14="http://schemas.microsoft.com/office/powerpoint/2010/main" val="6837988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B2D122C-F48B-BE64-40E6-9266BE0BF650}"/>
            </a:ext>
          </a:extLst>
        </p:cNvPr>
        <p:cNvGrpSpPr/>
        <p:nvPr/>
      </p:nvGrpSpPr>
      <p:grpSpPr>
        <a:xfrm>
          <a:off x="0" y="0"/>
          <a:ext cx="0" cy="0"/>
          <a:chOff x="0" y="0"/>
          <a:chExt cx="0" cy="0"/>
        </a:xfrm>
      </p:grpSpPr>
      <p:sp>
        <p:nvSpPr>
          <p:cNvPr id="11" name="Rectangle 3468742">
            <a:extLst>
              <a:ext uri="{FF2B5EF4-FFF2-40B4-BE49-F238E27FC236}">
                <a16:creationId xmlns:a16="http://schemas.microsoft.com/office/drawing/2014/main" id="{89BB0273-2E61-5B6D-739B-280F588F0C9C}"/>
              </a:ext>
            </a:extLst>
          </p:cNvPr>
          <p:cNvSpPr/>
          <p:nvPr/>
        </p:nvSpPr>
        <p:spPr>
          <a:xfrm>
            <a:off x="0" y="0"/>
            <a:ext cx="5648325" cy="7991475"/>
          </a:xfrm>
          <a:prstGeom prst="rect">
            <a:avLst/>
          </a:prstGeom>
          <a:solidFill>
            <a:srgbClr val="FCF2ED"/>
          </a:solidFill>
          <a:ln/>
        </p:spPr>
        <p:txBody>
          <a:bodyPr/>
          <a:lstStyle/>
          <a:p>
            <a:pPr defTabSz="1146840">
              <a:defRPr/>
            </a:pPr>
            <a:endParaRPr lang="en-IN" sz="2258">
              <a:solidFill>
                <a:prstClr val="black"/>
              </a:solidFill>
              <a:latin typeface="Calibri" panose="020F0502020204030204"/>
            </a:endParaRPr>
          </a:p>
        </p:txBody>
      </p:sp>
      <p:sp>
        <p:nvSpPr>
          <p:cNvPr id="13" name="Text 8">
            <a:extLst>
              <a:ext uri="{FF2B5EF4-FFF2-40B4-BE49-F238E27FC236}">
                <a16:creationId xmlns:a16="http://schemas.microsoft.com/office/drawing/2014/main" id="{EA74A45B-BEB0-DF57-4249-FBCA0633DBB2}"/>
              </a:ext>
            </a:extLst>
          </p:cNvPr>
          <p:cNvSpPr/>
          <p:nvPr/>
        </p:nvSpPr>
        <p:spPr>
          <a:xfrm>
            <a:off x="454024" y="1681161"/>
            <a:ext cx="4744277" cy="1544012"/>
          </a:xfrm>
          <a:prstGeom prst="rect">
            <a:avLst/>
          </a:prstGeom>
          <a:noFill/>
          <a:ln/>
        </p:spPr>
        <p:txBody>
          <a:bodyPr wrap="square" lIns="0" tIns="0" rIns="0" bIns="0" rtlCol="0" anchor="t">
            <a:spAutoFit/>
          </a:bodyPr>
          <a:lstStyle/>
          <a:p>
            <a:pPr defTabSz="1146840">
              <a:defRPr/>
            </a:pPr>
            <a:r>
              <a:rPr lang="en-US" sz="1254" b="1" dirty="0">
                <a:solidFill>
                  <a:srgbClr val="FF0000"/>
                </a:solidFill>
                <a:highlight>
                  <a:srgbClr val="FFFF00"/>
                </a:highlight>
                <a:latin typeface="Segoe UI Regular" pitchFamily="34" charset="0"/>
                <a:ea typeface="Segoe UI Regular" pitchFamily="34" charset="-122"/>
                <a:cs typeface="Segoe UI Regular" pitchFamily="34" charset="-120"/>
              </a:rPr>
              <a:t>[INSTRUCTION FOR THE PARTNER]</a:t>
            </a:r>
            <a:r>
              <a:rPr lang="en-US" sz="1254" dirty="0">
                <a:solidFill>
                  <a:srgbClr val="FF0000"/>
                </a:solidFill>
                <a:latin typeface="Segoe UI Regular" pitchFamily="34" charset="0"/>
                <a:ea typeface="Segoe UI Regular" pitchFamily="34" charset="-122"/>
                <a:cs typeface="Segoe UI Regular" pitchFamily="34" charset="-120"/>
              </a:rPr>
              <a:t> Partner to insert their personalized information on: Value proposition and methodology, experience, Microsoft services, advanced specializations, and past awards.</a:t>
            </a:r>
          </a:p>
          <a:p>
            <a:pPr defTabSz="1146840">
              <a:defRPr/>
            </a:pPr>
            <a:endParaRPr lang="en-US" sz="1254" dirty="0">
              <a:solidFill>
                <a:srgbClr val="FF0000"/>
              </a:solidFill>
              <a:latin typeface="Segoe UI Regular" pitchFamily="34" charset="0"/>
              <a:ea typeface="Segoe UI Regular" pitchFamily="34" charset="-122"/>
            </a:endParaRPr>
          </a:p>
          <a:p>
            <a:pPr defTabSz="1146840">
              <a:defRPr/>
            </a:pPr>
            <a:r>
              <a:rPr lang="en-US" sz="1254" dirty="0">
                <a:solidFill>
                  <a:srgbClr val="FF0000"/>
                </a:solidFill>
                <a:latin typeface="Segoe UI Regular" pitchFamily="34" charset="0"/>
                <a:ea typeface="Segoe UI Regular" pitchFamily="34" charset="-122"/>
              </a:rPr>
              <a:t>You can leverage Copilot Chat to customize this section! Add your website URL, upload this flyer on Copilot Chat, and prompt it to write a draft for this section.</a:t>
            </a:r>
            <a:endParaRPr lang="en-US" sz="1254" dirty="0">
              <a:solidFill>
                <a:srgbClr val="FF0000"/>
              </a:solidFill>
              <a:latin typeface="Calibri" panose="020F0502020204030204"/>
            </a:endParaRPr>
          </a:p>
        </p:txBody>
      </p:sp>
      <p:sp>
        <p:nvSpPr>
          <p:cNvPr id="15" name="TextBox 14">
            <a:extLst>
              <a:ext uri="{FF2B5EF4-FFF2-40B4-BE49-F238E27FC236}">
                <a16:creationId xmlns:a16="http://schemas.microsoft.com/office/drawing/2014/main" id="{7986F30F-1007-E586-FF6C-08ACDF69D8C6}"/>
              </a:ext>
            </a:extLst>
          </p:cNvPr>
          <p:cNvSpPr txBox="1"/>
          <p:nvPr/>
        </p:nvSpPr>
        <p:spPr>
          <a:xfrm>
            <a:off x="455602" y="360792"/>
            <a:ext cx="4559390" cy="1077218"/>
          </a:xfrm>
          <a:prstGeom prst="rect">
            <a:avLst/>
          </a:prstGeom>
          <a:noFill/>
        </p:spPr>
        <p:txBody>
          <a:bodyPr wrap="square" lIns="0">
            <a:spAutoFit/>
          </a:bodyPr>
          <a:lstStyle/>
          <a:p>
            <a:pPr defTabSz="1146840">
              <a:defRPr/>
            </a:pPr>
            <a:r>
              <a:rPr lang="en-US" sz="3200" dirty="0">
                <a:solidFill>
                  <a:srgbClr val="000000"/>
                </a:solidFill>
                <a:latin typeface="Segoe UI Semibold" panose="020B0702040204020203" pitchFamily="34" charset="0"/>
                <a:ea typeface="Inter Semi Bold" pitchFamily="34" charset="-122"/>
                <a:cs typeface="Segoe UI Semibold" panose="020B0702040204020203" pitchFamily="34" charset="0"/>
              </a:rPr>
              <a:t>Drive transformation with [PARTNER NAME]</a:t>
            </a:r>
            <a:endParaRPr lang="en-US" sz="3200" dirty="0">
              <a:solidFill>
                <a:prstClr val="black"/>
              </a:solidFill>
              <a:latin typeface="Segoe UI Semibold" panose="020B0702040204020203" pitchFamily="34" charset="0"/>
              <a:cs typeface="Segoe UI Semibold" panose="020B0702040204020203" pitchFamily="34" charset="0"/>
            </a:endParaRPr>
          </a:p>
        </p:txBody>
      </p:sp>
      <p:pic>
        <p:nvPicPr>
          <p:cNvPr id="17" name="Picture 16">
            <a:extLst>
              <a:ext uri="{FF2B5EF4-FFF2-40B4-BE49-F238E27FC236}">
                <a16:creationId xmlns:a16="http://schemas.microsoft.com/office/drawing/2014/main" id="{127932AE-2B42-F6CB-E26F-8BF261C6E581}"/>
              </a:ext>
            </a:extLst>
          </p:cNvPr>
          <p:cNvPicPr>
            <a:picLocks noChangeAspect="1"/>
          </p:cNvPicPr>
          <p:nvPr/>
        </p:nvPicPr>
        <p:blipFill>
          <a:blip r:embed="rId3">
            <a:alphaModFix amt="45000"/>
          </a:blip>
          <a:srcRect l="-1" t="38794" r="10102" b="-27649"/>
          <a:stretch>
            <a:fillRect/>
          </a:stretch>
        </p:blipFill>
        <p:spPr>
          <a:xfrm rot="10800000">
            <a:off x="-1" y="5436394"/>
            <a:ext cx="5648325" cy="2555080"/>
          </a:xfrm>
          <a:prstGeom prst="rect">
            <a:avLst/>
          </a:prstGeom>
          <a:effectLst/>
        </p:spPr>
      </p:pic>
    </p:spTree>
    <p:extLst>
      <p:ext uri="{BB962C8B-B14F-4D97-AF65-F5344CB8AC3E}">
        <p14:creationId xmlns:p14="http://schemas.microsoft.com/office/powerpoint/2010/main" val="11320796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02BCC39-C69A-FF84-F0AC-620BFA9579EC}"/>
            </a:ext>
          </a:extLst>
        </p:cNvPr>
        <p:cNvGrpSpPr/>
        <p:nvPr/>
      </p:nvGrpSpPr>
      <p:grpSpPr>
        <a:xfrm>
          <a:off x="0" y="0"/>
          <a:ext cx="0" cy="0"/>
          <a:chOff x="0" y="0"/>
          <a:chExt cx="0" cy="0"/>
        </a:xfrm>
      </p:grpSpPr>
      <p:sp>
        <p:nvSpPr>
          <p:cNvPr id="11" name="Rectangle 3468742">
            <a:extLst>
              <a:ext uri="{FF2B5EF4-FFF2-40B4-BE49-F238E27FC236}">
                <a16:creationId xmlns:a16="http://schemas.microsoft.com/office/drawing/2014/main" id="{011B241C-B3E7-2FA1-1905-B20ED41C9738}"/>
              </a:ext>
            </a:extLst>
          </p:cNvPr>
          <p:cNvSpPr/>
          <p:nvPr/>
        </p:nvSpPr>
        <p:spPr>
          <a:xfrm>
            <a:off x="0" y="0"/>
            <a:ext cx="5648325" cy="7991475"/>
          </a:xfrm>
          <a:prstGeom prst="rect">
            <a:avLst/>
          </a:prstGeom>
          <a:solidFill>
            <a:srgbClr val="FCF2ED"/>
          </a:solidFill>
          <a:ln/>
        </p:spPr>
        <p:txBody>
          <a:bodyPr/>
          <a:lstStyle/>
          <a:p>
            <a:pPr defTabSz="1146840">
              <a:defRPr/>
            </a:pPr>
            <a:endParaRPr lang="en-IN" sz="2258">
              <a:solidFill>
                <a:prstClr val="black"/>
              </a:solidFill>
              <a:latin typeface="Calibri" panose="020F0502020204030204"/>
            </a:endParaRPr>
          </a:p>
        </p:txBody>
      </p:sp>
      <p:pic>
        <p:nvPicPr>
          <p:cNvPr id="17" name="Picture 16">
            <a:extLst>
              <a:ext uri="{FF2B5EF4-FFF2-40B4-BE49-F238E27FC236}">
                <a16:creationId xmlns:a16="http://schemas.microsoft.com/office/drawing/2014/main" id="{53E49194-183C-5729-5E48-0A7C5D74FDCA}"/>
              </a:ext>
            </a:extLst>
          </p:cNvPr>
          <p:cNvPicPr>
            <a:picLocks noChangeAspect="1"/>
          </p:cNvPicPr>
          <p:nvPr/>
        </p:nvPicPr>
        <p:blipFill>
          <a:blip r:embed="rId3">
            <a:alphaModFix amt="45000"/>
          </a:blip>
          <a:srcRect l="-1" t="38794" r="10102" b="-27649"/>
          <a:stretch>
            <a:fillRect/>
          </a:stretch>
        </p:blipFill>
        <p:spPr>
          <a:xfrm rot="10800000">
            <a:off x="-1" y="5436394"/>
            <a:ext cx="5648325" cy="2555080"/>
          </a:xfrm>
          <a:prstGeom prst="rect">
            <a:avLst/>
          </a:prstGeom>
          <a:effectLst/>
        </p:spPr>
      </p:pic>
      <p:pic>
        <p:nvPicPr>
          <p:cNvPr id="3" name="Graphic 2">
            <a:extLst>
              <a:ext uri="{FF2B5EF4-FFF2-40B4-BE49-F238E27FC236}">
                <a16:creationId xmlns:a16="http://schemas.microsoft.com/office/drawing/2014/main" id="{62CE097A-D403-FB00-FEEF-4993DF3168B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4024" y="3797543"/>
            <a:ext cx="1872293" cy="396388"/>
          </a:xfrm>
          <a:prstGeom prst="rect">
            <a:avLst/>
          </a:prstGeom>
        </p:spPr>
      </p:pic>
      <p:pic>
        <p:nvPicPr>
          <p:cNvPr id="5" name="Picture 4">
            <a:extLst>
              <a:ext uri="{FF2B5EF4-FFF2-40B4-BE49-F238E27FC236}">
                <a16:creationId xmlns:a16="http://schemas.microsoft.com/office/drawing/2014/main" id="{D8877156-5DEF-E8A8-0C25-92E91614AFF3}"/>
              </a:ext>
            </a:extLst>
          </p:cNvPr>
          <p:cNvPicPr>
            <a:picLocks noChangeAspect="1"/>
          </p:cNvPicPr>
          <p:nvPr/>
        </p:nvPicPr>
        <p:blipFill>
          <a:blip r:embed="rId3">
            <a:alphaModFix amt="23000"/>
          </a:blip>
          <a:srcRect l="44438" t="63885" b="3556"/>
          <a:stretch>
            <a:fillRect/>
          </a:stretch>
        </p:blipFill>
        <p:spPr>
          <a:xfrm>
            <a:off x="-1" y="1"/>
            <a:ext cx="7772399" cy="1907658"/>
          </a:xfrm>
          <a:prstGeom prst="rect">
            <a:avLst/>
          </a:prstGeom>
          <a:effectLst/>
        </p:spPr>
      </p:pic>
      <p:sp>
        <p:nvSpPr>
          <p:cNvPr id="7" name="Text 8">
            <a:extLst>
              <a:ext uri="{FF2B5EF4-FFF2-40B4-BE49-F238E27FC236}">
                <a16:creationId xmlns:a16="http://schemas.microsoft.com/office/drawing/2014/main" id="{312369D5-56E3-EAE4-E2D1-9A38D4F58157}"/>
              </a:ext>
            </a:extLst>
          </p:cNvPr>
          <p:cNvSpPr/>
          <p:nvPr/>
        </p:nvSpPr>
        <p:spPr>
          <a:xfrm>
            <a:off x="454024" y="6543115"/>
            <a:ext cx="4747896" cy="929870"/>
          </a:xfrm>
          <a:prstGeom prst="rect">
            <a:avLst/>
          </a:prstGeom>
          <a:noFill/>
          <a:ln/>
        </p:spPr>
        <p:txBody>
          <a:bodyPr wrap="square" lIns="0" tIns="0" rIns="0" bIns="0" rtlCol="0" anchor="t">
            <a:spAutoFit/>
          </a:bodyPr>
          <a:lstStyle/>
          <a:p>
            <a:pPr defTabSz="1049505">
              <a:defRPr/>
            </a:pPr>
            <a:r>
              <a:rPr lang="en-US" sz="1007" dirty="0">
                <a:solidFill>
                  <a:srgbClr val="8A226F"/>
                </a:solidFill>
                <a:latin typeface="Segoe UI Semibold" panose="020B0702040204020203" pitchFamily="34" charset="0"/>
                <a:ea typeface="Segoe UI Regular" pitchFamily="34" charset="-122"/>
                <a:cs typeface="Segoe UI Semibold" panose="020B0702040204020203" pitchFamily="34" charset="0"/>
              </a:rPr>
              <a:t>Please Note: </a:t>
            </a:r>
            <a:r>
              <a:rPr lang="en-US" sz="1007" i="1" dirty="0">
                <a:latin typeface="Segoe UI" panose="020B0502040204020203" pitchFamily="34" charset="0"/>
                <a:ea typeface="Segoe UI Regular" pitchFamily="34" charset="-122"/>
                <a:cs typeface="Segoe UI" panose="020B0502040204020203" pitchFamily="34" charset="0"/>
              </a:rPr>
              <a:t>This material is provided on an automated, as‑is and non‑binding basis and may contain errors or inaccuracies. Any disclosure, distribution, or reliance on this material is solely at your discretion and responsibility and must be strictly limited to parties who are duly authorized and legally entitled to receive it. Nothing herein shall be construed as creating any binding obligation, representation, or commitment on the part of Microsoft.</a:t>
            </a:r>
            <a:endParaRPr lang="en-US" sz="1007" i="1"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402587349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2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19</TotalTime>
  <Words>293</Words>
  <Application>Microsoft Office PowerPoint</Application>
  <PresentationFormat>Custom</PresentationFormat>
  <Paragraphs>34</Paragraphs>
  <Slides>1</Slides>
  <Notes>1</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Microsoft Defender Suite for Microsoft 365 Business Premium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Seema Kapari</dc:creator>
  <cp:lastModifiedBy>Seema Kapari</cp:lastModifiedBy>
  <cp:revision>4</cp:revision>
  <dcterms:created xsi:type="dcterms:W3CDTF">2026-04-04T15:01:26Z</dcterms:created>
  <dcterms:modified xsi:type="dcterms:W3CDTF">2026-04-11T11:24:51Z</dcterms:modified>
</cp:coreProperties>
</file>