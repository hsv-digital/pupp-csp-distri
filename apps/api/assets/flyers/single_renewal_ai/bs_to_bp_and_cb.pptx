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theme/theme3.xml" ContentType="application/vnd.openxmlformats-officedocument.theme+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1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14.xml" ContentType="application/vnd.openxmlformats-officedocument.presentationml.slideLayout+xml"/>
  <Override PartName="/ppt/slideMasters/slideMaster4.xml" ContentType="application/vnd.openxmlformats-officedocument.presentationml.slideMaster+xml"/>
  <Override PartName="/ppt/theme/theme5.xml" ContentType="application/vnd.openxmlformats-officedocument.theme+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15.xml" ContentType="application/vnd.openxmlformats-officedocument.presentationml.slideLayout+xml"/>
  <Override PartName="/ppt/slideMasters/slideMaster5.xml" ContentType="application/vnd.openxmlformats-officedocument.presentationml.slideMaster+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6.xml" ContentType="application/vnd.openxmlformats-officedocument.theme+xml"/>
  <Override PartName="/ppt/slideLayouts/slideLayout18.xml" ContentType="application/vnd.openxmlformats-officedocument.presentationml.slideLayout+xml"/>
  <Override PartName="/ppt/slides/slide6.xml" ContentType="application/vnd.openxmlformats-officedocument.presentationml.slide+xml"/>
  <Override PartName="/ppt/notesSlides/notesSlide6.xml" ContentType="application/vnd.openxmlformats-officedocument.presentationml.notesSlide+xml"/>
  <Override PartName="/ppt/slideLayouts/slideLayout19.xml" ContentType="application/vnd.openxmlformats-officedocument.presentationml.slideLayout+xml"/>
  <Override PartName="/ppt/slideMasters/slideMaster6.xml" ContentType="application/vnd.openxmlformats-officedocument.presentationml.slideMaster+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7.xml" ContentType="application/vnd.openxmlformats-officedocument.theme+xml"/>
  <Override PartName="/ppt/slideLayouts/slideLayout2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55" r:id="rId16"/>
    <p:sldMasterId id="2147483756" r:id="rId17"/>
    <p:sldMasterId id="2147483757" r:id="rId18"/>
    <p:sldMasterId id="2147483758" r:id="rId19"/>
    <p:sldMasterId id="2147483759" r:id="rId20"/>
  </p:sldMasterIdLst>
  <p:notesMasterIdLst>
    <p:notesMasterId r:id="rId3"/>
  </p:notesMasterIdLst>
  <p:sldIdLst>
    <p:sldId id="256" r:id="rId10"/>
    <p:sldId id="257" r:id="rId11"/>
    <p:sldId id="258" r:id="rId12"/>
    <p:sldId id="259" r:id="rId13"/>
    <p:sldId id="260" r:id="rId14"/>
    <p:sldId id="261" r:id="rId15"/>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A6721E-6B04-FA5C-EBE6-CCBD6B554CA0}" v="1" dt="2026-04-11T11:17:47.7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Master" Target="slideMasters/slideMaster2.xml"/><Relationship Id="rId17" Type="http://schemas.openxmlformats.org/officeDocument/2006/relationships/slideMaster" Target="slideMasters/slideMaster3.xml"/><Relationship Id="rId18" Type="http://schemas.openxmlformats.org/officeDocument/2006/relationships/slideMaster" Target="slideMasters/slideMaster4.xml"/><Relationship Id="rId19" Type="http://schemas.openxmlformats.org/officeDocument/2006/relationships/slideMaster" Target="slideMasters/slideMaster5.xml"/><Relationship Id="rId20"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DDA6721E-6B04-FA5C-EBE6-CCBD6B554CA0}"/>
    <pc:docChg chg="mod modSld modMainMaster setSldSz">
      <pc:chgData name="Seema Kapri" userId="S::seema.kapri@hsv.digital::3468d2f6-a5eb-4e01-882c-f62721c4c7bf" providerId="AD" clId="Web-{DDA6721E-6B04-FA5C-EBE6-CCBD6B554CA0}" dt="2026-04-11T11:17:47.706" v="0"/>
      <pc:docMkLst>
        <pc:docMk/>
      </pc:docMkLst>
      <pc:sldChg chg="modSp">
        <pc:chgData name="Seema Kapri" userId="S::seema.kapri@hsv.digital::3468d2f6-a5eb-4e01-882c-f62721c4c7bf" providerId="AD" clId="Web-{DDA6721E-6B04-FA5C-EBE6-CCBD6B554CA0}" dt="2026-04-11T11:17:47.706" v="0"/>
        <pc:sldMkLst>
          <pc:docMk/>
          <pc:sldMk cId="3298069851" sldId="2147470023"/>
        </pc:sldMkLst>
        <pc:spChg chg="mod">
          <ac:chgData name="Seema Kapri" userId="S::seema.kapri@hsv.digital::3468d2f6-a5eb-4e01-882c-f62721c4c7bf" providerId="AD" clId="Web-{DDA6721E-6B04-FA5C-EBE6-CCBD6B554CA0}" dt="2026-04-11T11:17:47.706" v="0"/>
          <ac:spMkLst>
            <pc:docMk/>
            <pc:sldMk cId="3298069851" sldId="2147470023"/>
            <ac:spMk id="7" creationId="{E5468804-248C-0CEE-E8C6-94ABA50D108A}"/>
          </ac:spMkLst>
        </pc:spChg>
        <pc:spChg chg="mod">
          <ac:chgData name="Seema Kapri" userId="S::seema.kapri@hsv.digital::3468d2f6-a5eb-4e01-882c-f62721c4c7bf" providerId="AD" clId="Web-{DDA6721E-6B04-FA5C-EBE6-CCBD6B554CA0}" dt="2026-04-11T11:17:47.706" v="0"/>
          <ac:spMkLst>
            <pc:docMk/>
            <pc:sldMk cId="3298069851" sldId="2147470023"/>
            <ac:spMk id="13" creationId="{C84F39E5-C9BA-7B18-B2B0-559D4E7E46F1}"/>
          </ac:spMkLst>
        </pc:spChg>
        <pc:spChg chg="mod">
          <ac:chgData name="Seema Kapri" userId="S::seema.kapri@hsv.digital::3468d2f6-a5eb-4e01-882c-f62721c4c7bf" providerId="AD" clId="Web-{DDA6721E-6B04-FA5C-EBE6-CCBD6B554CA0}" dt="2026-04-11T11:17:47.706" v="0"/>
          <ac:spMkLst>
            <pc:docMk/>
            <pc:sldMk cId="3298069851" sldId="2147470023"/>
            <ac:spMk id="28" creationId="{57D7657B-FB49-71AB-DBC9-E23C00C4DC9F}"/>
          </ac:spMkLst>
        </pc:spChg>
        <pc:spChg chg="mod">
          <ac:chgData name="Seema Kapri" userId="S::seema.kapri@hsv.digital::3468d2f6-a5eb-4e01-882c-f62721c4c7bf" providerId="AD" clId="Web-{DDA6721E-6B04-FA5C-EBE6-CCBD6B554CA0}" dt="2026-04-11T11:17:47.706" v="0"/>
          <ac:spMkLst>
            <pc:docMk/>
            <pc:sldMk cId="3298069851" sldId="2147470023"/>
            <ac:spMk id="32" creationId="{838B9FE7-7E34-BC5E-4C6A-AC21450FEE7D}"/>
          </ac:spMkLst>
        </pc:spChg>
        <pc:spChg chg="mod">
          <ac:chgData name="Seema Kapri" userId="S::seema.kapri@hsv.digital::3468d2f6-a5eb-4e01-882c-f62721c4c7bf" providerId="AD" clId="Web-{DDA6721E-6B04-FA5C-EBE6-CCBD6B554CA0}" dt="2026-04-11T11:17:47.706" v="0"/>
          <ac:spMkLst>
            <pc:docMk/>
            <pc:sldMk cId="3298069851" sldId="2147470023"/>
            <ac:spMk id="52" creationId="{E27CCE3A-4CA9-6725-47FE-1DA975F68CAC}"/>
          </ac:spMkLst>
        </pc:spChg>
        <pc:spChg chg="mod">
          <ac:chgData name="Seema Kapri" userId="S::seema.kapri@hsv.digital::3468d2f6-a5eb-4e01-882c-f62721c4c7bf" providerId="AD" clId="Web-{DDA6721E-6B04-FA5C-EBE6-CCBD6B554CA0}" dt="2026-04-11T11:17:47.706" v="0"/>
          <ac:spMkLst>
            <pc:docMk/>
            <pc:sldMk cId="3298069851" sldId="2147470023"/>
            <ac:spMk id="53" creationId="{46FA38A9-5B56-060E-8BF7-9A1ED5ABAEA6}"/>
          </ac:spMkLst>
        </pc:spChg>
        <pc:spChg chg="mod">
          <ac:chgData name="Seema Kapri" userId="S::seema.kapri@hsv.digital::3468d2f6-a5eb-4e01-882c-f62721c4c7bf" providerId="AD" clId="Web-{DDA6721E-6B04-FA5C-EBE6-CCBD6B554CA0}" dt="2026-04-11T11:17:47.706" v="0"/>
          <ac:spMkLst>
            <pc:docMk/>
            <pc:sldMk cId="3298069851" sldId="2147470023"/>
            <ac:spMk id="1075" creationId="{557D5DDB-7AB9-C555-3BCD-45D9AFDE0D56}"/>
          </ac:spMkLst>
        </pc:spChg>
        <pc:spChg chg="mod">
          <ac:chgData name="Seema Kapri" userId="S::seema.kapri@hsv.digital::3468d2f6-a5eb-4e01-882c-f62721c4c7bf" providerId="AD" clId="Web-{DDA6721E-6B04-FA5C-EBE6-CCBD6B554CA0}" dt="2026-04-11T11:17:47.706" v="0"/>
          <ac:spMkLst>
            <pc:docMk/>
            <pc:sldMk cId="3298069851" sldId="2147470023"/>
            <ac:spMk id="1078" creationId="{55880586-128A-F276-4E99-8451604752EA}"/>
          </ac:spMkLst>
        </pc:spChg>
        <pc:spChg chg="mod">
          <ac:chgData name="Seema Kapri" userId="S::seema.kapri@hsv.digital::3468d2f6-a5eb-4e01-882c-f62721c4c7bf" providerId="AD" clId="Web-{DDA6721E-6B04-FA5C-EBE6-CCBD6B554CA0}" dt="2026-04-11T11:17:47.706" v="0"/>
          <ac:spMkLst>
            <pc:docMk/>
            <pc:sldMk cId="3298069851" sldId="2147470023"/>
            <ac:spMk id="1094" creationId="{13DBC4B1-0373-CC23-CEB6-CC0278DC30AE}"/>
          </ac:spMkLst>
        </pc:spChg>
        <pc:spChg chg="mod">
          <ac:chgData name="Seema Kapri" userId="S::seema.kapri@hsv.digital::3468d2f6-a5eb-4e01-882c-f62721c4c7bf" providerId="AD" clId="Web-{DDA6721E-6B04-FA5C-EBE6-CCBD6B554CA0}" dt="2026-04-11T11:17:47.706" v="0"/>
          <ac:spMkLst>
            <pc:docMk/>
            <pc:sldMk cId="3298069851" sldId="2147470023"/>
            <ac:spMk id="1101" creationId="{3A5D7665-C133-9D6E-24E3-839953966045}"/>
          </ac:spMkLst>
        </pc:spChg>
      </pc:sldChg>
      <pc:sldMasterChg chg="modSp modSldLayout">
        <pc:chgData name="Seema Kapri" userId="S::seema.kapri@hsv.digital::3468d2f6-a5eb-4e01-882c-f62721c4c7bf" providerId="AD" clId="Web-{DDA6721E-6B04-FA5C-EBE6-CCBD6B554CA0}" dt="2026-04-11T11:17:47.706" v="0"/>
        <pc:sldMasterMkLst>
          <pc:docMk/>
          <pc:sldMasterMk cId="1122647173" sldId="2147483732"/>
        </pc:sldMasterMkLst>
        <pc:spChg chg="mod">
          <ac:chgData name="Seema Kapri" userId="S::seema.kapri@hsv.digital::3468d2f6-a5eb-4e01-882c-f62721c4c7bf" providerId="AD" clId="Web-{DDA6721E-6B04-FA5C-EBE6-CCBD6B554CA0}" dt="2026-04-11T11:17:47.706" v="0"/>
          <ac:spMkLst>
            <pc:docMk/>
            <pc:sldMasterMk cId="1122647173" sldId="2147483732"/>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6" creationId="{00000000-0000-0000-0000-000000000000}"/>
          </ac:spMkLst>
        </pc:spChg>
        <pc:sldLayoutChg chg="modSp">
          <pc:chgData name="Seema Kapri" userId="S::seema.kapri@hsv.digital::3468d2f6-a5eb-4e01-882c-f62721c4c7bf" providerId="AD" clId="Web-{DDA6721E-6B04-FA5C-EBE6-CCBD6B554CA0}" dt="2026-04-11T11:17:47.706" v="0"/>
          <pc:sldLayoutMkLst>
            <pc:docMk/>
            <pc:sldMasterMk cId="1122647173" sldId="2147483732"/>
            <pc:sldLayoutMk cId="17524809" sldId="2147483733"/>
          </pc:sldLayoutMkLst>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092314792" sldId="2147483735"/>
          </pc:sldLayoutMkLst>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4580187" sldId="2147483736"/>
          </pc:sldLayoutMkLst>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880376873" sldId="2147483737"/>
          </pc:sldLayoutMkLst>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2752899885" sldId="2147483740"/>
          </pc:sldLayoutMkLst>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1722206160" sldId="2147483741"/>
          </pc:sldLayoutMkLst>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785386807" sldId="2147483743"/>
          </pc:sldLayoutMkLst>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034A72A-6E2F-4343-B7FF-0EAC6B5BD073}" type="slidenum">
              <a:rPr lang="en-IN" smtClean="0"/>
              <a:t>1</a:t>
            </a:fld>
            <a:endParaRPr lang="en-IN"/>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FD700-29C8-E943-EE34-4A3666C867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6905A-E61B-A075-8B81-DD992B598C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B989EF-3A8C-73D0-F9C1-6DAEC69EEE5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5B39C7-8702-C977-A9AA-FC6B3BE2D68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32463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863" y="1307866"/>
            <a:ext cx="4803775" cy="2782217"/>
          </a:xfrm>
        </p:spPr>
        <p:txBody>
          <a:bodyPr anchor="b"/>
          <a:lstStyle>
            <a:lvl1pPr algn="ctr">
              <a:defRPr sz="3708"/>
            </a:lvl1pPr>
          </a:lstStyle>
          <a:p>
            <a:r>
              <a:rPr lang="en-US"/>
              <a:t>Click to edit Master title style</a:t>
            </a:r>
          </a:p>
        </p:txBody>
      </p:sp>
      <p:sp>
        <p:nvSpPr>
          <p:cNvPr id="3" name="Subtitle 2"/>
          <p:cNvSpPr>
            <a:spLocks noGrp="1"/>
          </p:cNvSpPr>
          <p:nvPr>
            <p:ph type="subTitle" idx="1"/>
          </p:nvPr>
        </p:nvSpPr>
        <p:spPr>
          <a:xfrm>
            <a:off x="706438" y="4197375"/>
            <a:ext cx="4238625" cy="1929423"/>
          </a:xfrm>
        </p:spPr>
        <p:txBody>
          <a:bodyPr/>
          <a:lstStyle>
            <a:lvl1pPr marL="0" indent="0" algn="ctr">
              <a:buNone/>
              <a:defRPr sz="1483"/>
            </a:lvl1pPr>
            <a:lvl2pPr marL="282566" indent="0" algn="ctr">
              <a:buNone/>
              <a:defRPr sz="1236"/>
            </a:lvl2pPr>
            <a:lvl3pPr marL="565131" indent="0" algn="ctr">
              <a:buNone/>
              <a:defRPr sz="1112"/>
            </a:lvl3pPr>
            <a:lvl4pPr marL="847697" indent="0" algn="ctr">
              <a:buNone/>
              <a:defRPr sz="989"/>
            </a:lvl4pPr>
            <a:lvl5pPr marL="1130262" indent="0" algn="ctr">
              <a:buNone/>
              <a:defRPr sz="989"/>
            </a:lvl5pPr>
            <a:lvl6pPr marL="1412828" indent="0" algn="ctr">
              <a:buNone/>
              <a:defRPr sz="989"/>
            </a:lvl6pPr>
            <a:lvl7pPr marL="1695394" indent="0" algn="ctr">
              <a:buNone/>
              <a:defRPr sz="989"/>
            </a:lvl7pPr>
            <a:lvl8pPr marL="1977959" indent="0" algn="ctr">
              <a:buNone/>
              <a:defRPr sz="989"/>
            </a:lvl8pPr>
            <a:lvl9pPr marL="2260525" indent="0" algn="ctr">
              <a:buNone/>
              <a:defRPr sz="989"/>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69684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846957030"/>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7.xml"/><Relationship Id="rId1" Type="http://schemas.openxmlformats.org/officeDocument/2006/relationships/slideLayout" Target="../slideLayouts/slideLayout15.xml"/><Relationship Id="rId5" Type="http://schemas.openxmlformats.org/officeDocument/2006/relationships/theme" Target="../theme/theme6.xml"/><Relationship Id="rId4" Type="http://schemas.openxmlformats.org/officeDocument/2006/relationships/slideLayout" Target="../slideLayouts/slideLayout18.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21.xml"/><Relationship Id="rId1" Type="http://schemas.openxmlformats.org/officeDocument/2006/relationships/slideLayout" Target="../slideLayouts/slideLayout19.xml"/><Relationship Id="rId5" Type="http://schemas.openxmlformats.org/officeDocument/2006/relationships/theme" Target="../theme/theme7.xml"/><Relationship Id="rId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541" y="425474"/>
            <a:ext cx="4874419" cy="154464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8541" y="2127361"/>
            <a:ext cx="4874419"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541" y="7406916"/>
            <a:ext cx="1271588" cy="425472"/>
          </a:xfrm>
          <a:prstGeom prst="rect">
            <a:avLst/>
          </a:prstGeom>
        </p:spPr>
        <p:txBody>
          <a:bodyPr vert="horz" lIns="91440" tIns="45720" rIns="91440" bIns="45720" rtlCol="0" anchor="ctr"/>
          <a:lstStyle>
            <a:lvl1pPr algn="l">
              <a:defRPr sz="742">
                <a:solidFill>
                  <a:schemeClr val="tx1">
                    <a:tint val="82000"/>
                  </a:schemeClr>
                </a:solidFill>
              </a:defRPr>
            </a:lvl1pPr>
          </a:lstStyle>
          <a:p>
            <a:fld id="{27475733-6F7F-4117-9D24-6C952A0F31DE}" type="datetimeFigureOut">
              <a:rPr lang="en-US" smtClean="0"/>
              <a:t>7/1/2026</a:t>
            </a:fld>
            <a:endParaRPr lang="en-US"/>
          </a:p>
        </p:txBody>
      </p:sp>
      <p:sp>
        <p:nvSpPr>
          <p:cNvPr id="5" name="Footer Placeholder 4"/>
          <p:cNvSpPr>
            <a:spLocks noGrp="1"/>
          </p:cNvSpPr>
          <p:nvPr>
            <p:ph type="ftr" sz="quarter" idx="3"/>
          </p:nvPr>
        </p:nvSpPr>
        <p:spPr>
          <a:xfrm>
            <a:off x="1872060" y="7406916"/>
            <a:ext cx="1907381" cy="425472"/>
          </a:xfrm>
          <a:prstGeom prst="rect">
            <a:avLst/>
          </a:prstGeom>
        </p:spPr>
        <p:txBody>
          <a:bodyPr vert="horz" lIns="91440" tIns="45720" rIns="91440" bIns="45720" rtlCol="0" anchor="ctr"/>
          <a:lstStyle>
            <a:lvl1pPr algn="ctr">
              <a:defRPr sz="74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991372" y="7406916"/>
            <a:ext cx="1271588" cy="425472"/>
          </a:xfrm>
          <a:prstGeom prst="rect">
            <a:avLst/>
          </a:prstGeom>
        </p:spPr>
        <p:txBody>
          <a:bodyPr vert="horz" lIns="91440" tIns="45720" rIns="91440" bIns="45720" rtlCol="0" anchor="ctr"/>
          <a:lstStyle>
            <a:lvl1pPr algn="r">
              <a:defRPr sz="742">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056430370"/>
      </p:ext>
    </p:extLst>
  </p:cSld>
  <p:clrMap bg1="lt1" tx1="dk1" bg2="lt2" tx2="dk2" accent1="accent1" accent2="accent2" accent3="accent3" accent4="accent4" accent5="accent5" accent6="accent6" hlink="hlink" folHlink="folHlink"/>
  <p:sldLayoutIdLst>
    <p:sldLayoutId id="2147483744" r:id="rId1"/>
  </p:sldLayoutIdLst>
  <p:txStyles>
    <p:titleStyle>
      <a:lvl1pPr algn="l" defTabSz="565131" rtl="0" eaLnBrk="1" latinLnBrk="0" hangingPunct="1">
        <a:lnSpc>
          <a:spcPct val="90000"/>
        </a:lnSpc>
        <a:spcBef>
          <a:spcPct val="0"/>
        </a:spcBef>
        <a:buNone/>
        <a:defRPr sz="2719" kern="1200">
          <a:solidFill>
            <a:schemeClr val="tx1"/>
          </a:solidFill>
          <a:latin typeface="+mj-lt"/>
          <a:ea typeface="+mj-ea"/>
          <a:cs typeface="+mj-cs"/>
        </a:defRPr>
      </a:lvl1pPr>
    </p:titleStyle>
    <p:bodyStyle>
      <a:lvl1pPr marL="141283" indent="-141283" algn="l" defTabSz="565131" rtl="0" eaLnBrk="1" latinLnBrk="0" hangingPunct="1">
        <a:lnSpc>
          <a:spcPct val="90000"/>
        </a:lnSpc>
        <a:spcBef>
          <a:spcPts val="618"/>
        </a:spcBef>
        <a:buFont typeface="Arial" panose="020B0604020202020204" pitchFamily="34" charset="0"/>
        <a:buChar char="•"/>
        <a:defRPr sz="1730" kern="1200">
          <a:solidFill>
            <a:schemeClr val="tx1"/>
          </a:solidFill>
          <a:latin typeface="+mn-lt"/>
          <a:ea typeface="+mn-ea"/>
          <a:cs typeface="+mn-cs"/>
        </a:defRPr>
      </a:lvl1pPr>
      <a:lvl2pPr marL="423848" indent="-141283" algn="l" defTabSz="565131" rtl="0" eaLnBrk="1" latinLnBrk="0" hangingPunct="1">
        <a:lnSpc>
          <a:spcPct val="90000"/>
        </a:lnSpc>
        <a:spcBef>
          <a:spcPts val="309"/>
        </a:spcBef>
        <a:buFont typeface="Arial" panose="020B0604020202020204" pitchFamily="34" charset="0"/>
        <a:buChar char="•"/>
        <a:defRPr sz="1483" kern="1200">
          <a:solidFill>
            <a:schemeClr val="tx1"/>
          </a:solidFill>
          <a:latin typeface="+mn-lt"/>
          <a:ea typeface="+mn-ea"/>
          <a:cs typeface="+mn-cs"/>
        </a:defRPr>
      </a:lvl2pPr>
      <a:lvl3pPr marL="706414" indent="-141283" algn="l" defTabSz="565131" rtl="0" eaLnBrk="1" latinLnBrk="0" hangingPunct="1">
        <a:lnSpc>
          <a:spcPct val="90000"/>
        </a:lnSpc>
        <a:spcBef>
          <a:spcPts val="309"/>
        </a:spcBef>
        <a:buFont typeface="Arial" panose="020B0604020202020204" pitchFamily="34" charset="0"/>
        <a:buChar char="•"/>
        <a:defRPr sz="1236" kern="1200">
          <a:solidFill>
            <a:schemeClr val="tx1"/>
          </a:solidFill>
          <a:latin typeface="+mn-lt"/>
          <a:ea typeface="+mn-ea"/>
          <a:cs typeface="+mn-cs"/>
        </a:defRPr>
      </a:lvl3pPr>
      <a:lvl4pPr marL="988980"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4pPr>
      <a:lvl5pPr marL="1271545"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5pPr>
      <a:lvl6pPr marL="1554111"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6pPr>
      <a:lvl7pPr marL="1836676"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7pPr>
      <a:lvl8pPr marL="2119242"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8pPr>
      <a:lvl9pPr marL="2401808"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9pPr>
    </p:bodyStyle>
    <p:otherStyle>
      <a:defPPr>
        <a:defRPr lang="en-US"/>
      </a:defPPr>
      <a:lvl1pPr marL="0" algn="l" defTabSz="565131" rtl="0" eaLnBrk="1" latinLnBrk="0" hangingPunct="1">
        <a:defRPr sz="1112" kern="1200">
          <a:solidFill>
            <a:schemeClr val="tx1"/>
          </a:solidFill>
          <a:latin typeface="+mn-lt"/>
          <a:ea typeface="+mn-ea"/>
          <a:cs typeface="+mn-cs"/>
        </a:defRPr>
      </a:lvl1pPr>
      <a:lvl2pPr marL="282566" algn="l" defTabSz="565131" rtl="0" eaLnBrk="1" latinLnBrk="0" hangingPunct="1">
        <a:defRPr sz="1112" kern="1200">
          <a:solidFill>
            <a:schemeClr val="tx1"/>
          </a:solidFill>
          <a:latin typeface="+mn-lt"/>
          <a:ea typeface="+mn-ea"/>
          <a:cs typeface="+mn-cs"/>
        </a:defRPr>
      </a:lvl2pPr>
      <a:lvl3pPr marL="565131" algn="l" defTabSz="565131" rtl="0" eaLnBrk="1" latinLnBrk="0" hangingPunct="1">
        <a:defRPr sz="1112" kern="1200">
          <a:solidFill>
            <a:schemeClr val="tx1"/>
          </a:solidFill>
          <a:latin typeface="+mn-lt"/>
          <a:ea typeface="+mn-ea"/>
          <a:cs typeface="+mn-cs"/>
        </a:defRPr>
      </a:lvl3pPr>
      <a:lvl4pPr marL="847697" algn="l" defTabSz="565131" rtl="0" eaLnBrk="1" latinLnBrk="0" hangingPunct="1">
        <a:defRPr sz="1112" kern="1200">
          <a:solidFill>
            <a:schemeClr val="tx1"/>
          </a:solidFill>
          <a:latin typeface="+mn-lt"/>
          <a:ea typeface="+mn-ea"/>
          <a:cs typeface="+mn-cs"/>
        </a:defRPr>
      </a:lvl4pPr>
      <a:lvl5pPr marL="1130262" algn="l" defTabSz="565131" rtl="0" eaLnBrk="1" latinLnBrk="0" hangingPunct="1">
        <a:defRPr sz="1112" kern="1200">
          <a:solidFill>
            <a:schemeClr val="tx1"/>
          </a:solidFill>
          <a:latin typeface="+mn-lt"/>
          <a:ea typeface="+mn-ea"/>
          <a:cs typeface="+mn-cs"/>
        </a:defRPr>
      </a:lvl5pPr>
      <a:lvl6pPr marL="1412828" algn="l" defTabSz="565131" rtl="0" eaLnBrk="1" latinLnBrk="0" hangingPunct="1">
        <a:defRPr sz="1112" kern="1200">
          <a:solidFill>
            <a:schemeClr val="tx1"/>
          </a:solidFill>
          <a:latin typeface="+mn-lt"/>
          <a:ea typeface="+mn-ea"/>
          <a:cs typeface="+mn-cs"/>
        </a:defRPr>
      </a:lvl6pPr>
      <a:lvl7pPr marL="1695394" algn="l" defTabSz="565131" rtl="0" eaLnBrk="1" latinLnBrk="0" hangingPunct="1">
        <a:defRPr sz="1112" kern="1200">
          <a:solidFill>
            <a:schemeClr val="tx1"/>
          </a:solidFill>
          <a:latin typeface="+mn-lt"/>
          <a:ea typeface="+mn-ea"/>
          <a:cs typeface="+mn-cs"/>
        </a:defRPr>
      </a:lvl7pPr>
      <a:lvl8pPr marL="1977959" algn="l" defTabSz="565131" rtl="0" eaLnBrk="1" latinLnBrk="0" hangingPunct="1">
        <a:defRPr sz="1112" kern="1200">
          <a:solidFill>
            <a:schemeClr val="tx1"/>
          </a:solidFill>
          <a:latin typeface="+mn-lt"/>
          <a:ea typeface="+mn-ea"/>
          <a:cs typeface="+mn-cs"/>
        </a:defRPr>
      </a:lvl8pPr>
      <a:lvl9pPr marL="2260525" algn="l" defTabSz="565131" rtl="0" eaLnBrk="1" latinLnBrk="0" hangingPunct="1">
        <a:defRPr sz="111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userDrawn="1">
          <p15:clr>
            <a:srgbClr val="F26B43"/>
          </p15:clr>
        </p15:guide>
        <p15:guide id="2" pos="238" userDrawn="1">
          <p15:clr>
            <a:srgbClr val="F26B43"/>
          </p15:clr>
        </p15:guide>
        <p15:guide id="3" pos="3322" userDrawn="1">
          <p15:clr>
            <a:srgbClr val="F26B43"/>
          </p15:clr>
        </p15:guide>
        <p15:guide id="4" orient="horz" pos="249" userDrawn="1">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7/15/2026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788318513"/>
      </p:ext>
    </p:extLst>
  </p:cSld>
  <p:clrMap bg1="lt1" tx1="dk1" bg2="lt2" tx2="dk2" accent1="accent1" accent2="accent2" accent3="accent3" accent4="accent4" accent5="accent5" accent6="accent6" hlink="hlink" folHlink="folHlink"/>
  <p:sldLayoutIdLst>
    <p:sldLayoutId id="2147483745"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6"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hyperlink" Target="https://adoption.microsoft.com/en-us/copilot/frontier-program/"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9.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805"/>
            <a:ext cx="5648324" cy="7309597"/>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84" y="4323012"/>
            <a:ext cx="5656891" cy="3668089"/>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890400"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2656"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895463"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7720"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890400"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15391"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2656"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7649"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807"/>
            <a:ext cx="5648325" cy="1386114"/>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5943" y="-11814"/>
            <a:ext cx="4776665" cy="1478631"/>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69579" y="596380"/>
            <a:ext cx="3933796" cy="62651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5517">
              <a:spcBef>
                <a:spcPts val="0"/>
              </a:spcBef>
              <a:defRPr/>
            </a:pPr>
            <a:r>
              <a:rPr lang="en-US" sz="2036" spc="-23">
                <a:latin typeface="Segoe Sans Display Semibold" pitchFamily="2" charset="0"/>
                <a:cs typeface="Segoe Sans Display Semibold" pitchFamily="2" charset="0"/>
              </a:rPr>
              <a:t>Transform your business with   one AI solution – </a:t>
            </a:r>
            <a:r>
              <a:rPr lang="en-US" sz="2036" spc="-23">
                <a:solidFill>
                  <a:srgbClr val="C03BC4"/>
                </a:solidFill>
                <a:latin typeface="Segoe Sans Display Semibold" pitchFamily="2" charset="0"/>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254" y="257792"/>
            <a:ext cx="794036" cy="166740"/>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3814" y="1285455"/>
            <a:ext cx="4394794" cy="70609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997">
                <a:solidFill>
                  <a:srgbClr val="000000">
                    <a:lumMod val="85000"/>
                    <a:lumOff val="15000"/>
                  </a:srgbClr>
                </a:solidFill>
                <a:latin typeface="Segoe UI" panose="020B0502040204020203" pitchFamily="34" charset="0"/>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lang="en-US" sz="997">
              <a:solidFill>
                <a:srgbClr val="000000">
                  <a:lumMod val="85000"/>
                  <a:lumOff val="15000"/>
                </a:srgbClr>
              </a:solidFill>
              <a:latin typeface="Segoe UI"/>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3127" y="2237431"/>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All-in-1 AI productivity app</a:t>
            </a:r>
            <a:endParaRPr lang="en-US" sz="1018">
              <a:solidFill>
                <a:srgbClr val="FFFFFF"/>
              </a:solidFill>
              <a:latin typeface="Segoe UI"/>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47624" y="2237430"/>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Integrated into existing apps</a:t>
            </a:r>
            <a:endParaRPr lang="en-US" sz="1018">
              <a:solidFill>
                <a:srgbClr val="FFFFFF"/>
              </a:solidFill>
              <a:latin typeface="Segoe UI"/>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5330" y="6177568"/>
            <a:ext cx="2464423" cy="775707"/>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399968" y="7022452"/>
            <a:ext cx="2229979"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88454" y="7004451"/>
            <a:ext cx="2124435"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6520" y="5158285"/>
            <a:ext cx="2336878" cy="36074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82231" y="4950916"/>
            <a:ext cx="2336878"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2179" y="2479469"/>
            <a:ext cx="2223613" cy="127534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124608" indent="-124608" defTabSz="332288">
              <a:lnSpc>
                <a:spcPct val="150000"/>
              </a:lnSpc>
              <a:buFont typeface="Arial" panose="020B0604020202020204" pitchFamily="34" charset="0"/>
              <a:buChar char="•"/>
              <a:defRPr/>
            </a:pPr>
            <a:r>
              <a:rPr lang="en-US" sz="872">
                <a:solidFill>
                  <a:srgbClr val="000000"/>
                </a:solidFill>
                <a:latin typeface="Segoe UI"/>
              </a:rPr>
              <a:t>Secure AI chat </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 search enhanced by Work IQ</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Ecosystem of pre-built agents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AI-generated multi-media</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Centralize content of various types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03376" y="2601159"/>
            <a:ext cx="1081126" cy="116596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872">
                <a:solidFill>
                  <a:srgbClr val="000000"/>
                </a:solidFill>
                <a:latin typeface="Segoe UI"/>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26753" y="4330800"/>
            <a:ext cx="2459844" cy="603898"/>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13364" y="6096141"/>
            <a:ext cx="2461526" cy="824848"/>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55416" y="2444111"/>
            <a:ext cx="1275647" cy="1427764"/>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20454"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53846"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Agent platform</a:t>
            </a:r>
            <a:endParaRPr lang="en-US" sz="1018">
              <a:solidFill>
                <a:srgbClr val="FFFFFF"/>
              </a:solidFill>
              <a:latin typeface="Segoe UI"/>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7649"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3127" y="5827865"/>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Model choice</a:t>
            </a:r>
            <a:endParaRPr lang="en-US" sz="1018">
              <a:solidFill>
                <a:srgbClr val="FFFFFF"/>
              </a:solidFill>
              <a:latin typeface="Segoe UI"/>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15391"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47624" y="5827865"/>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Copilot </a:t>
            </a:r>
            <a:r>
              <a:rPr lang="en-US" sz="1018" b="1" err="1">
                <a:solidFill>
                  <a:srgbClr val="FFFFFF"/>
                </a:solidFill>
                <a:latin typeface="Segoe Sans Display" pitchFamily="2" charset="0"/>
                <a:cs typeface="Segoe Sans Display" pitchFamily="2" charset="0"/>
              </a:rPr>
              <a:t>Contro</a:t>
            </a:r>
            <a:r>
              <a:rPr lang="en-US" sz="1018" b="1">
                <a:solidFill>
                  <a:srgbClr val="FFFFFF"/>
                </a:solidFill>
                <a:latin typeface="Segoe Sans Display" pitchFamily="2" charset="0"/>
                <a:cs typeface="Segoe Sans Display" pitchFamily="2" charset="0"/>
              </a:rPr>
              <a:t>l system</a:t>
            </a:r>
            <a:endParaRPr lang="en-US" sz="1018">
              <a:solidFill>
                <a:srgbClr val="FFFFFF"/>
              </a:solidFill>
              <a:latin typeface="Segoe UI"/>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2178" y="2554686"/>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2178" y="2751774"/>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2178" y="295194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2178" y="3156909"/>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2178" y="3353770"/>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2178" y="355069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5610" y="4416600"/>
            <a:ext cx="1678975" cy="692963"/>
            <a:chOff x="740180" y="5452436"/>
            <a:chExt cx="2310360" cy="953554"/>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6"/>
              <a:ext cx="864342" cy="953554"/>
              <a:chOff x="939058" y="4083045"/>
              <a:chExt cx="2354831" cy="2597881"/>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9860" tIns="151888" rIns="189860" bIns="151888"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968183" fontAlgn="base">
                  <a:spcBef>
                    <a:spcPct val="0"/>
                  </a:spcBef>
                  <a:spcAft>
                    <a:spcPct val="0"/>
                  </a:spcAft>
                  <a:defRPr/>
                </a:pPr>
                <a:endParaRPr lang="en-US" sz="2076">
                  <a:noFill/>
                  <a:latin typeface="Segoe UI Variable Display Semib" pitchFamily="2" charset="0"/>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4" y="5979427"/>
                <a:ext cx="1487690" cy="70149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364" b="1">
                    <a:solidFill>
                      <a:srgbClr val="000000"/>
                    </a:solidFill>
                    <a:latin typeface="Segoe UI"/>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244409"/>
              <a:chOff x="2229303" y="5458784"/>
              <a:chExt cx="704397" cy="244409"/>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70" y="5481151"/>
                <a:ext cx="509544"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244409"/>
              <a:chOff x="1713430" y="5767854"/>
              <a:chExt cx="741894" cy="244409"/>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195733"/>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244409"/>
              <a:chOff x="2303516" y="6076925"/>
              <a:chExt cx="629238" cy="244409"/>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2711"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3127"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Powered by Work IQ</a:t>
            </a:r>
            <a:endParaRPr lang="en-US" sz="1018">
              <a:solidFill>
                <a:srgbClr val="FFFFFF"/>
              </a:solidFill>
              <a:latin typeface="Segoe UI"/>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13411" y="3958217"/>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4057" y="3266719"/>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3673" y="3397416"/>
            <a:ext cx="68214" cy="64966"/>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3471" y="2987292"/>
            <a:ext cx="84954" cy="76478"/>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1617" y="2600105"/>
            <a:ext cx="71424" cy="64094"/>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7743" y="3199135"/>
            <a:ext cx="81836" cy="7130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2008" y="2790862"/>
            <a:ext cx="70767" cy="74394"/>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6796" tIns="18690" rIns="106796" bIns="19936"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54068" fontAlgn="base">
              <a:spcBef>
                <a:spcPts val="1309"/>
              </a:spcBef>
              <a:spcAft>
                <a:spcPts val="1309"/>
              </a:spcAft>
              <a:tabLst>
                <a:tab pos="2690028" algn="l"/>
              </a:tabLst>
              <a:defRPr/>
            </a:pPr>
            <a:endParaRPr lang="en-US" sz="100">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3672" y="3589692"/>
            <a:ext cx="64462" cy="64462"/>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64577">
              <a:defRPr/>
            </a:pPr>
            <a:endParaRPr lang="en-GB" sz="1453" b="1">
              <a:solidFill>
                <a:srgbClr val="FFFFFF"/>
              </a:solidFill>
              <a:latin typeface="Segoe Sans Display Semibold"/>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79016" y="2799048"/>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3509" y="3192925"/>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7825" y="684377"/>
            <a:ext cx="4895850" cy="7034683"/>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2875" tIns="106300" rIns="132875" bIns="106300" numCol="1" spcCol="0" rtlCol="0" fromWordArt="0" anchor="t" anchorCtr="0" forceAA="0" compatLnSpc="1">
            <a:prstTxWarp prst="textNoShape">
              <a:avLst/>
            </a:prstTxWarp>
            <a:noAutofit/>
          </a:bodyPr>
          <a:lstStyle/>
          <a:p>
            <a:pPr marL="0" marR="0" lvl="0" indent="0" algn="l" defTabSz="677511" rtl="0" eaLnBrk="1" fontAlgn="base" latinLnBrk="0" hangingPunct="1">
              <a:lnSpc>
                <a:spcPct val="100000"/>
              </a:lnSpc>
              <a:spcBef>
                <a:spcPct val="0"/>
              </a:spcBef>
              <a:spcAft>
                <a:spcPct val="0"/>
              </a:spcAft>
              <a:buClrTx/>
              <a:buSzTx/>
              <a:buFontTx/>
              <a:buNone/>
              <a:tabLst/>
              <a:defRPr/>
            </a:pPr>
            <a:endParaRPr kumimoji="0" lang="en-US" sz="14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7821" y="684375"/>
            <a:ext cx="4895851" cy="364645"/>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929384" rtl="0" eaLnBrk="1" fontAlgn="auto" latinLnBrk="0" hangingPunct="1">
              <a:lnSpc>
                <a:spcPct val="100000"/>
              </a:lnSpc>
              <a:spcBef>
                <a:spcPct val="20000"/>
              </a:spcBef>
              <a:spcAft>
                <a:spcPts val="0"/>
              </a:spcAft>
              <a:buClrTx/>
              <a:buSzPct val="90000"/>
              <a:buFontTx/>
              <a:buNone/>
              <a:tabLst/>
              <a:defRPr/>
            </a:pPr>
            <a:endParaRPr kumimoji="0" lang="en-US" sz="1196"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extLst>
              <p:ext uri="{D42A27DB-BD31-4B8C-83A1-F6EECF244321}">
                <p14:modId xmlns:p14="http://schemas.microsoft.com/office/powerpoint/2010/main" val="893716328"/>
              </p:ext>
            </p:extLst>
          </p:nvPr>
        </p:nvGraphicFramePr>
        <p:xfrm>
          <a:off x="377826" y="684381"/>
          <a:ext cx="4895850" cy="6936212"/>
        </p:xfrm>
        <a:graphic>
          <a:graphicData uri="http://schemas.openxmlformats.org/drawingml/2006/table">
            <a:tbl>
              <a:tblPr firstRow="1" bandRow="1">
                <a:effectLst/>
                <a:tableStyleId>{2D5ABB26-0587-4C30-8999-92F81FD0307C}</a:tableStyleId>
              </a:tblPr>
              <a:tblGrid>
                <a:gridCol w="3690718">
                  <a:extLst>
                    <a:ext uri="{9D8B030D-6E8A-4147-A177-3AD203B41FA5}">
                      <a16:colId xmlns:a16="http://schemas.microsoft.com/office/drawing/2014/main" val="20000"/>
                    </a:ext>
                  </a:extLst>
                </a:gridCol>
                <a:gridCol w="602566">
                  <a:extLst>
                    <a:ext uri="{9D8B030D-6E8A-4147-A177-3AD203B41FA5}">
                      <a16:colId xmlns:a16="http://schemas.microsoft.com/office/drawing/2014/main" val="20001"/>
                    </a:ext>
                  </a:extLst>
                </a:gridCol>
                <a:gridCol w="602566">
                  <a:extLst>
                    <a:ext uri="{9D8B030D-6E8A-4147-A177-3AD203B41FA5}">
                      <a16:colId xmlns:a16="http://schemas.microsoft.com/office/drawing/2014/main" val="20002"/>
                    </a:ext>
                  </a:extLst>
                </a:gridCol>
              </a:tblGrid>
              <a:tr h="36717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800" b="1" i="0" u="none" strike="noStrike" kern="1200" cap="none" spc="0" normalizeH="0" baseline="0" dirty="0">
                          <a:solidFill>
                            <a:schemeClr val="bg1">
                              <a:lumMod val="100000"/>
                            </a:schemeClr>
                          </a:solidFill>
                          <a:latin typeface="Segoe UI Semibold" panose="020B0702040204020203" pitchFamily="34" charset="0"/>
                          <a:ea typeface="+mn-ea"/>
                          <a:cs typeface="Segoe UI Semibold" panose="020B0702040204020203" pitchFamily="34" charset="0"/>
                          <a:sym typeface=""/>
                        </a:rPr>
                        <a:t>Incremental capabilities: Business Standard → Business Premium</a:t>
                      </a:r>
                    </a:p>
                  </a:txBody>
                  <a:tcPr marL="89679" marR="35872" marT="7593"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dirty="0">
                          <a:solidFill>
                            <a:schemeClr val="bg1">
                              <a:lumMod val="100000"/>
                            </a:schemeClr>
                          </a:solidFill>
                          <a:latin typeface="Segoe UI Semibold" panose="020B0702040204020203" pitchFamily="34" charset="0"/>
                          <a:ea typeface="+mn-ea"/>
                          <a:cs typeface="Segoe UI Semibold" panose="020B0702040204020203" pitchFamily="34" charset="0"/>
                          <a:sym typeface=""/>
                        </a:rPr>
                        <a:t>Business</a:t>
                      </a:r>
                    </a:p>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dirty="0">
                          <a:solidFill>
                            <a:schemeClr val="bg1">
                              <a:lumMod val="100000"/>
                            </a:schemeClr>
                          </a:solidFill>
                          <a:latin typeface="Segoe UI Semibold" panose="020B0702040204020203" pitchFamily="34" charset="0"/>
                          <a:ea typeface="+mn-ea"/>
                          <a:cs typeface="Segoe UI Semibold" panose="020B0702040204020203" pitchFamily="34" charset="0"/>
                          <a:sym typeface=""/>
                        </a:rPr>
                        <a:t>Standard</a:t>
                      </a:r>
                    </a:p>
                  </a:txBody>
                  <a:tcPr marL="7593" marR="7593" marT="7593"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dirty="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Business</a:t>
                      </a:r>
                    </a:p>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dirty="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Premium</a:t>
                      </a:r>
                    </a:p>
                  </a:txBody>
                  <a:tcPr marL="7593" marR="7593" marT="7593"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49903">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Productivity, collaboration, e-mail, storage, and employee engagement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dirty="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dirty="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28984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Web, mobile, and desktop versions of Word, Excel, PowerPoint, Outlook, OneNote, and Access, which can be installed into </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4990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Chat, call, meet, and host webinars with Microsoft Teams​</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28984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10+ additional apps for your business needs (including Microsoft Loop, Clipchamp, Bookings, Planner, and Forms)​</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28984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Ad-free email and calendar with Outlook; custom business email with Exchange Online Plan 1 (50 GB mailbox)</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0"/>
                  </a:ext>
                </a:extLst>
              </a:tr>
              <a:tr h="238200">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OneDrive: 1 TB cloud storage per user; SharePoint Plan 1; Microsoft Search; Microsoft Visio for the web</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1"/>
                  </a:ext>
                </a:extLst>
              </a:tr>
              <a:tr h="20355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Viva Connections, Viva Insights (personal), Viva Engage, Viva Learning (select courses)</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0982563"/>
                  </a:ext>
                </a:extLst>
              </a:tr>
              <a:tr h="18988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Automation &amp; business platform</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900" dirty="0">
                        <a:solidFill>
                          <a:schemeClr val="tx1"/>
                        </a:solidFill>
                        <a:latin typeface="Segoe UI" panose="020B0502040204020203" pitchFamily="34" charset="0"/>
                        <a:cs typeface="Segoe UI" panose="020B0502040204020203" pitchFamily="34" charset="0"/>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900" dirty="0">
                        <a:solidFill>
                          <a:schemeClr val="tx1"/>
                        </a:solidFill>
                        <a:latin typeface="Segoe UI" panose="020B0502040204020203" pitchFamily="34" charset="0"/>
                        <a:cs typeface="Segoe UI" panose="020B0502040204020203" pitchFamily="34" charset="0"/>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28984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Power Apps, Power Automate (cloud flows), Dataverse for Teams, Microsoft Graph API, Power Virtual Agents for Teams</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7423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Power Automate: Full cloud and desktop flows for enhanced workflow automation</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4990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Secure Score, Microsoft Purview Audit (Standard)</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6"/>
                  </a:ext>
                </a:extLst>
              </a:tr>
              <a:tr h="18988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Device management &amp; Windows</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900" dirty="0">
                        <a:solidFill>
                          <a:schemeClr val="tx1"/>
                        </a:solidFill>
                        <a:latin typeface="Segoe UI" panose="020B0502040204020203" pitchFamily="34" charset="0"/>
                        <a:cs typeface="Segoe UI" panose="020B0502040204020203" pitchFamily="34" charset="0"/>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900" dirty="0">
                        <a:solidFill>
                          <a:schemeClr val="tx1"/>
                        </a:solidFill>
                        <a:latin typeface="Segoe UI" panose="020B0502040204020203" pitchFamily="34" charset="0"/>
                        <a:cs typeface="Segoe UI" panose="020B0502040204020203" pitchFamily="34" charset="0"/>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28984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Intuitive, intelligent operating system designed to enhance your PC experience and productivity with Windows 11</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988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Secure remote desktop and application experiences with Azure Virtual Desktop</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988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Endpoint management across devices with Intune</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8988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Identity &amp; access management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900" dirty="0">
                        <a:solidFill>
                          <a:schemeClr val="tx1"/>
                        </a:solidFill>
                        <a:latin typeface="Segoe UI" panose="020B0502040204020203" pitchFamily="34" charset="0"/>
                        <a:cs typeface="Segoe UI" panose="020B0502040204020203" pitchFamily="34" charset="0"/>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900" dirty="0">
                        <a:solidFill>
                          <a:schemeClr val="tx1"/>
                        </a:solidFill>
                        <a:latin typeface="Segoe UI" panose="020B0502040204020203" pitchFamily="34" charset="0"/>
                        <a:cs typeface="Segoe UI" panose="020B0502040204020203" pitchFamily="34" charset="0"/>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9692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Entra ID (Free): Basic single sign-on and multifactor authentication</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28984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Entra ID Plan 1: Conditional Access policies, automated user provisioning, group-based access management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988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Personal and secure way to sign in to devices with Windows Hello for Business</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8988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Threat protection</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900" dirty="0">
                        <a:solidFill>
                          <a:schemeClr val="tx1"/>
                        </a:solidFill>
                        <a:latin typeface="Segoe UI" panose="020B0502040204020203" pitchFamily="34" charset="0"/>
                        <a:cs typeface="Segoe UI" panose="020B0502040204020203" pitchFamily="34" charset="0"/>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900" dirty="0">
                        <a:solidFill>
                          <a:schemeClr val="tx1"/>
                        </a:solidFill>
                        <a:latin typeface="Segoe UI" panose="020B0502040204020203" pitchFamily="34" charset="0"/>
                        <a:cs typeface="Segoe UI" panose="020B0502040204020203" pitchFamily="34" charset="0"/>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7281">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Exchange Online Protection: Basic anti-spam and anti-malware filtering</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27612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Integrated cyberthreat protection for email and collaboration tools with Microsoft Defender for Office 365</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988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Cyberthreat protection against viruses and phishing with Microsoft Defender for Business</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89887">
                <a:tc>
                  <a:txBody>
                    <a:bodyPr/>
                    <a:lstStyle/>
                    <a:p>
                      <a:pPr algn="l" fontAlgn="ctr">
                        <a:buNone/>
                      </a:pPr>
                      <a:r>
                        <a:rPr lang="en-US" sz="700" b="0" i="0" u="none" strike="noStrike" dirty="0">
                          <a:solidFill>
                            <a:srgbClr val="000000"/>
                          </a:solidFill>
                          <a:effectLst/>
                          <a:latin typeface="Segoe UI" panose="020B0502040204020203" pitchFamily="34" charset="0"/>
                          <a:cs typeface="Segoe UI" panose="020B0502040204020203" pitchFamily="34" charset="0"/>
                        </a:rPr>
                        <a:t>URL time-of-click protection (</a:t>
                      </a:r>
                      <a:r>
                        <a:rPr lang="en-US" sz="700" b="0" i="0" u="none" strike="noStrike" dirty="0" err="1">
                          <a:solidFill>
                            <a:srgbClr val="000000"/>
                          </a:solidFill>
                          <a:effectLst/>
                          <a:latin typeface="Segoe UI" panose="020B0502040204020203" pitchFamily="34" charset="0"/>
                          <a:cs typeface="Segoe UI" panose="020B0502040204020203" pitchFamily="34" charset="0"/>
                        </a:rPr>
                        <a:t>SafeLinks</a:t>
                      </a:r>
                      <a:r>
                        <a:rPr lang="en-US" sz="700" b="0" i="0" u="none" strike="noStrike" dirty="0">
                          <a:solidFill>
                            <a:srgbClr val="000000"/>
                          </a:solidFill>
                          <a:effectLst/>
                          <a:latin typeface="Segoe UI" panose="020B0502040204020203" pitchFamily="34" charset="0"/>
                          <a:cs typeface="Segoe UI" panose="020B0502040204020203" pitchFamily="34" charset="0"/>
                        </a:rPr>
                        <a:t> Lite) — re-checks links at moment of click</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74173378"/>
                  </a:ext>
                </a:extLst>
              </a:tr>
              <a:tr h="149903">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Data compliance, security and governance</a:t>
                      </a:r>
                      <a:endPar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dirty="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dirty="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952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Ability to log and search for audited activities with Microsoft Purview Audit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26757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Intelligent detection and control of sensitive information with Microsoft Purview Data Loss Protection</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988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Discovery and protection of sensitive data with Microsoft Purview Information Protection</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81175670"/>
                  </a:ext>
                </a:extLst>
              </a:tr>
              <a:tr h="189887">
                <a:tc>
                  <a:txBody>
                    <a:body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rPr>
                        <a:t>Copilot Chat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2491150723"/>
                  </a:ext>
                </a:extLst>
              </a:tr>
              <a:tr h="218278">
                <a:tc>
                  <a:txBody>
                    <a:bodyPr/>
                    <a:lstStyle/>
                    <a:p>
                      <a:pPr algn="l" fontAlgn="ctr">
                        <a:buNone/>
                      </a:pPr>
                      <a:r>
                        <a:rPr lang="en-US" sz="700" b="0" i="0" u="none" strike="noStrike" dirty="0">
                          <a:solidFill>
                            <a:srgbClr val="000000"/>
                          </a:solidFill>
                          <a:effectLst/>
                          <a:latin typeface="Segoe UI" panose="020B0502040204020203" pitchFamily="34" charset="0"/>
                          <a:cs typeface="Segoe UI" panose="020B0502040204020203" pitchFamily="34" charset="0"/>
                        </a:rPr>
                        <a:t>Copilot Chat enhancements — inbox &amp; calendar awareness + Word/Excel/PowerPoint agents</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402995712"/>
                  </a:ext>
                </a:extLst>
              </a:tr>
              <a:tr h="189887">
                <a:tc>
                  <a:txBody>
                    <a:bodyPr/>
                    <a:lstStyle/>
                    <a:p>
                      <a:pPr algn="l" fontAlgn="ctr">
                        <a:buNone/>
                      </a:pPr>
                      <a:r>
                        <a:rPr lang="en-US" sz="700" b="0" i="0" u="none" strike="noStrike" dirty="0">
                          <a:solidFill>
                            <a:srgbClr val="000000"/>
                          </a:solidFill>
                          <a:effectLst/>
                          <a:latin typeface="Segoe UI" panose="020B0502040204020203" pitchFamily="34" charset="0"/>
                          <a:cs typeface="Segoe UI" panose="020B0502040204020203" pitchFamily="34" charset="0"/>
                        </a:rPr>
                        <a:t>Copilot Chat Analytics — admin reporting on adoption and usage</a:t>
                      </a:r>
                    </a:p>
                  </a:txBody>
                  <a:tcPr marL="73152" marR="73152" marT="0" marB="0"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791992247"/>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7826" y="262810"/>
            <a:ext cx="4895850" cy="275909"/>
          </a:xfrm>
          <a:prstGeom prst="rect">
            <a:avLst/>
          </a:prstGeom>
          <a:noFill/>
          <a:ln/>
        </p:spPr>
        <p:txBody>
          <a:bodyPr wrap="square" lIns="0" tIns="0" rIns="0" bIns="0" rtlCol="0" anchor="t" anchorCtr="0">
            <a:spAutoFit/>
          </a:bodyPr>
          <a:lstStyle/>
          <a:p>
            <a:pPr lvl="0" defTabSz="910968">
              <a:defRPr/>
            </a:pPr>
            <a:r>
              <a:rPr kumimoji="0" lang="en-US" sz="1793" b="0" i="0" u="none" strike="noStrike" kern="1200" cap="none" spc="0" normalizeH="0" baseline="0" noProof="0" dirty="0">
                <a:ln>
                  <a:noFill/>
                </a:ln>
                <a:solidFill>
                  <a:srgbClr val="B740C5"/>
                </a:solidFill>
                <a:effectLst/>
                <a:uLnTx/>
                <a:uFillTx/>
                <a:latin typeface="Segoe UI Semibold"/>
                <a:ea typeface="+mn-ea"/>
                <a:cs typeface="Segoe UI Semibold"/>
              </a:rPr>
              <a:t>Business </a:t>
            </a:r>
            <a:r>
              <a:rPr lang="en-US" sz="1793" dirty="0">
                <a:solidFill>
                  <a:srgbClr val="B740C5"/>
                </a:solidFill>
                <a:latin typeface="Segoe UI Semibold"/>
                <a:cs typeface="Segoe UI Semibold"/>
              </a:rPr>
              <a:t>Standard</a:t>
            </a:r>
            <a:r>
              <a:rPr kumimoji="0" lang="en-US" sz="1793" b="0" i="0" u="none" strike="noStrike" kern="1200" cap="none" spc="0" normalizeH="0" baseline="0" noProof="0" dirty="0">
                <a:ln>
                  <a:noFill/>
                </a:ln>
                <a:solidFill>
                  <a:srgbClr val="B740C5"/>
                </a:solidFill>
                <a:effectLst/>
                <a:uLnTx/>
                <a:uFillTx/>
                <a:latin typeface="Segoe UI Semibold"/>
                <a:ea typeface="+mn-ea"/>
                <a:cs typeface="Segoe UI Semibold"/>
              </a:rPr>
              <a:t> vs Business Premium</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defTabSz="679815" fontAlgn="base">
              <a:spcBef>
                <a:spcPct val="0"/>
              </a:spcBef>
              <a:spcAft>
                <a:spcPct val="0"/>
              </a:spcAft>
              <a:defRPr/>
            </a:pPr>
            <a:endParaRPr lang="en-US" sz="1458" kern="0">
              <a:gradFill>
                <a:gsLst>
                  <a:gs pos="0">
                    <a:srgbClr val="FFFFFF"/>
                  </a:gs>
                  <a:gs pos="100000">
                    <a:srgbClr val="FFFFFF"/>
                  </a:gs>
                </a:gsLst>
                <a:lin ang="5400000" scaled="0"/>
              </a:gradFill>
              <a:latin typeface="Segoe UI"/>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algn="ctr" defTabSz="932544">
              <a:spcBef>
                <a:spcPct val="20000"/>
              </a:spcBef>
              <a:buSzPct val="90000"/>
              <a:defRPr/>
            </a:pPr>
            <a:endParaRPr lang="en-US" sz="1200" b="1">
              <a:solidFill>
                <a:srgbClr val="FFFFFF"/>
              </a:solidFill>
              <a:latin typeface="Segoe UI Semibold" panose="020B0502040204020203" pitchFamily="34" charset="0"/>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extLst>
              <p:ext uri="{D42A27DB-BD31-4B8C-83A1-F6EECF244321}">
                <p14:modId xmlns:p14="http://schemas.microsoft.com/office/powerpoint/2010/main" val="3417645498"/>
              </p:ext>
            </p:extLst>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a:ea typeface="Calibri"/>
                          <a:cs typeface="Segoe UI Semibold"/>
                          <a:sym typeface=""/>
                        </a:rPr>
                        <a:t>$</a:t>
                      </a:r>
                      <a:r>
                        <a:rPr lang="en-US" sz="800" b="0" i="0" u="none" strike="noStrike" kern="1200" cap="none" spc="0" normalizeH="0" baseline="0">
                          <a:solidFill>
                            <a:schemeClr val="bg1">
                              <a:lumMod val="100000"/>
                            </a:schemeClr>
                          </a:solidFill>
                          <a:latin typeface="Segoe UI Semibold"/>
                          <a:ea typeface="Calibri"/>
                          <a:cs typeface="Segoe UI Semibold"/>
                        </a:rPr>
                        <a:t>18</a:t>
                      </a:r>
                      <a:r>
                        <a:rPr lang="en-US" sz="800" b="0" i="0" u="none" strike="noStrike" kern="1200" cap="none" spc="0" normalizeH="0" baseline="0">
                          <a:solidFill>
                            <a:schemeClr val="bg1">
                              <a:lumMod val="100000"/>
                            </a:schemeClr>
                          </a:solidFill>
                          <a:latin typeface="Segoe UI Semibold"/>
                          <a:ea typeface="Calibri"/>
                          <a:cs typeface="Segoe UI Semibold"/>
                          <a:sym typeface=""/>
                        </a:rPr>
                        <a:t> </a:t>
                      </a:r>
                      <a:br>
                        <a:rPr lang="en-US" sz="800" b="0" i="0" u="none" strike="noStrike" kern="1200" cap="none" spc="0" normalizeH="0" baseline="0">
                          <a:solidFill>
                            <a:srgbClr val="FFFFFF"/>
                          </a:solidFill>
                          <a:latin typeface="Segoe UI Semibold"/>
                          <a:ea typeface="Calibri"/>
                          <a:cs typeface="Segoe UI Semibold"/>
                          <a:sym typeface=""/>
                        </a:rPr>
                      </a:br>
                      <a:r>
                        <a:rPr lang="en-US" sz="800" b="0" i="0" u="none" strike="noStrike" kern="1200" cap="none" spc="0" normalizeH="0" baseline="0" err="1">
                          <a:solidFill>
                            <a:schemeClr val="bg1">
                              <a:lumMod val="100000"/>
                            </a:schemeClr>
                          </a:solidFill>
                          <a:latin typeface="Segoe UI Semibold"/>
                          <a:ea typeface="Calibri"/>
                          <a:cs typeface="Segoe UI Semibold"/>
                          <a:sym typeface=""/>
                        </a:rPr>
                        <a:t>pu</a:t>
                      </a:r>
                      <a:r>
                        <a:rPr lang="en-US" sz="800" b="0" i="0" u="none" strike="noStrike" kern="1200" cap="none" spc="0" normalizeH="0" baseline="0">
                          <a:solidFill>
                            <a:schemeClr val="bg1">
                              <a:lumMod val="100000"/>
                            </a:schemeClr>
                          </a:solidFill>
                          <a:latin typeface="Segoe UI Semibold"/>
                          <a:ea typeface="Calibri"/>
                          <a:cs typeface="Segoe UI Semibold"/>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a:ea typeface="+mn-ea"/>
                          <a:cs typeface="Segoe UI Semibold"/>
                        </a:rPr>
                        <a:t>ο</a:t>
                      </a:r>
                      <a:r>
                        <a:rPr kumimoji="0" lang="en-US" sz="700" b="0" i="0" u="none" strike="noStrike" kern="1200" cap="none" spc="0" normalizeH="0" baseline="0">
                          <a:ln>
                            <a:noFill/>
                          </a:ln>
                          <a:solidFill>
                            <a:srgbClr val="C03BC4"/>
                          </a:solidFill>
                          <a:effectLst/>
                          <a:uLnTx/>
                          <a:uFillTx/>
                          <a:latin typeface="Segoe UI Semibold"/>
                          <a:ea typeface="+mn-ea"/>
                          <a:cs typeface="Segoe UI Semibold"/>
                        </a:rPr>
                        <a:t> </a:t>
                      </a:r>
                      <a:endParaRPr kumimoji="0" lang="en-US" sz="700" b="0" i="0" u="none" strike="noStrike" kern="1200" cap="none" spc="0" normalizeH="0" baseline="0" noProof="0">
                        <a:ln>
                          <a:noFill/>
                        </a:ln>
                        <a:solidFill>
                          <a:srgbClr val="C03BC4"/>
                        </a:solidFill>
                        <a:effectLst/>
                        <a:uLnTx/>
                        <a:uFillTx/>
                        <a:latin typeface="Segoe UI Semibold"/>
                        <a:ea typeface="+mn-ea"/>
                        <a:cs typeface="Segoe UI Semibold"/>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a:ea typeface="+mn-ea"/>
                          <a:cs typeface="Segoe UI"/>
                        </a:rPr>
                        <a:t>Agent creation</a:t>
                      </a:r>
                      <a:r>
                        <a:rPr lang="en-US" sz="700" b="0">
                          <a:solidFill>
                            <a:schemeClr val="tx2"/>
                          </a:solidFill>
                          <a:latin typeface="Segoe UI"/>
                          <a:ea typeface="+mn-ea"/>
                          <a:cs typeface="Segoe UI"/>
                        </a:rPr>
                        <a:t> </a:t>
                      </a:r>
                      <a:r>
                        <a:rPr lang="en-US" sz="700" b="0" kern="1200" noProof="0">
                          <a:solidFill>
                            <a:schemeClr val="tx2"/>
                          </a:solidFill>
                          <a:latin typeface="Segoe UI"/>
                          <a:ea typeface="+mn-ea"/>
                          <a:cs typeface="Segoe UI"/>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0616" y="217919"/>
            <a:ext cx="4912362" cy="538609"/>
          </a:xfrm>
          <a:prstGeom prst="rect">
            <a:avLst/>
          </a:prstGeom>
          <a:noFill/>
          <a:ln/>
        </p:spPr>
        <p:txBody>
          <a:bodyPr wrap="square" lIns="0" tIns="0" rIns="0" bIns="0" rtlCol="0" anchor="t" anchorCtr="0">
            <a:spAutoFit/>
          </a:bodyPr>
          <a:lstStyle/>
          <a:p>
            <a:pPr defTabSz="914065">
              <a:defRPr/>
            </a:pPr>
            <a:r>
              <a:rPr lang="en-US" sz="1750">
                <a:solidFill>
                  <a:srgbClr val="B740C5"/>
                </a:solidFill>
                <a:latin typeface="Segoe UI Semibold"/>
                <a:cs typeface="Segoe UI Semibold"/>
              </a:rPr>
              <a:t>Copilot Chat vs Copilot Business detailed comparison</a:t>
            </a:r>
            <a:endParaRPr lang="en-US" sz="1799">
              <a:solidFill>
                <a:srgbClr val="B740C5"/>
              </a:solidFill>
              <a:latin typeface="Segoe UI Semibold"/>
              <a:cs typeface="Segoe UI Semibold"/>
            </a:endParaRP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algn="r" defTabSz="935913">
              <a:defRPr/>
            </a:pPr>
            <a:r>
              <a:rPr lang="en-US" sz="702">
                <a:solidFill>
                  <a:srgbClr val="8A226F"/>
                </a:solidFill>
                <a:latin typeface="Segoe UI Semibold" panose="020B0702040204020203" pitchFamily="34" charset="0"/>
                <a:cs typeface="Segoe UI Semibold" panose="020B0702040204020203" pitchFamily="34" charset="0"/>
                <a:sym typeface="Wingdings" panose="05000000000000000000" pitchFamily="2" charset="2"/>
              </a:rPr>
              <a:t></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Included </a:t>
            </a:r>
            <a:r>
              <a:rPr lang="en-US" sz="903">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l-GR" sz="903">
                <a:solidFill>
                  <a:srgbClr val="C03BC4"/>
                </a:solidFill>
                <a:latin typeface="Segoe UI Semibold" panose="020B0702040204020203" pitchFamily="34" charset="0"/>
                <a:cs typeface="Segoe UI Semibold" panose="020B0702040204020203" pitchFamily="34" charset="0"/>
              </a:rPr>
              <a:t>ο</a:t>
            </a:r>
            <a:r>
              <a:rPr lang="en-US" sz="903">
                <a:solidFill>
                  <a:srgbClr val="8661C5"/>
                </a:solidFill>
                <a:latin typeface="Segoe UI Semibold" panose="020B0702040204020203" pitchFamily="34" charset="0"/>
                <a:cs typeface="Segoe UI Semibold" panose="020B0702040204020203" pitchFamily="34" charset="0"/>
              </a:rPr>
              <a:t> </a:t>
            </a:r>
            <a:r>
              <a:rPr lang="en-US" sz="702">
                <a:solidFill>
                  <a:srgbClr val="000000"/>
                </a:solidFill>
                <a:latin typeface="Segoe UI Semibold" panose="020B0702040204020203" pitchFamily="34" charset="0"/>
                <a:cs typeface="Segoe UI Semibold" panose="020B0702040204020203" pitchFamily="34" charset="0"/>
              </a:rPr>
              <a:t>Limited</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702">
                <a:solidFill>
                  <a:srgbClr val="0078D4"/>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803">
                <a:solidFill>
                  <a:srgbClr val="C03BC4"/>
                </a:solidFill>
                <a:latin typeface="Segoe UI Semibold" panose="020B0702040204020203" pitchFamily="34" charset="0"/>
                <a:cs typeface="Segoe UI Semibold" panose="020B0702040204020203" pitchFamily="34" charset="0"/>
                <a:sym typeface="Wingdings" panose="05000000000000000000" pitchFamily="2" charset="2"/>
              </a:rPr>
              <a:t>▲</a:t>
            </a:r>
            <a:r>
              <a:rPr lang="en-US" sz="803" baseline="58000">
                <a:solidFill>
                  <a:srgbClr val="C03BC4">
                    <a:lumMod val="75000"/>
                  </a:srgbClr>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algn="ctr" defTabSz="917509">
              <a:defRPr/>
            </a:pPr>
            <a:r>
              <a:rPr lang="en-US" sz="702">
                <a:ln w="3175">
                  <a:noFill/>
                </a:ln>
                <a:solidFill>
                  <a:prstClr val="black"/>
                </a:solidFill>
                <a:latin typeface="Segoe UI Semibold" panose="020B0702040204020203" pitchFamily="34" charset="0"/>
                <a:cs typeface="Segoe UI Semibold" panose="020B0702040204020203" pitchFamily="34" charset="0"/>
              </a:rPr>
              <a:t>Copilot Chat</a:t>
            </a:r>
            <a:r>
              <a:rPr lang="en-US" sz="702" baseline="30000">
                <a:ln w="3175">
                  <a:noFill/>
                </a:ln>
                <a:solidFill>
                  <a:prstClr val="black"/>
                </a:solidFill>
                <a:latin typeface="Segoe UI Semibold" panose="020B0702040204020203" pitchFamily="34" charset="0"/>
                <a:cs typeface="Segoe UI Semibold" panose="020B0702040204020203" pitchFamily="34" charset="0"/>
              </a:rPr>
              <a:t>1</a:t>
            </a:r>
            <a:endParaRPr lang="en-US" sz="702">
              <a:ln w="3175">
                <a:noFill/>
              </a:ln>
              <a:solidFill>
                <a:prstClr val="black"/>
              </a:solidFill>
              <a:latin typeface="Segoe UI Semibold" panose="020B0702040204020203" pitchFamily="34" charset="0"/>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01737" y="747756"/>
            <a:ext cx="554010" cy="215444"/>
          </a:xfrm>
          <a:prstGeom prst="rect">
            <a:avLst/>
          </a:prstGeom>
          <a:noFill/>
        </p:spPr>
        <p:txBody>
          <a:bodyPr wrap="square" lIns="0" tIns="0" rIns="0" bIns="0" rtlCol="0" anchor="t">
            <a:spAutoFit/>
          </a:bodyPr>
          <a:lstStyle/>
          <a:p>
            <a:pPr algn="ctr" defTabSz="917509">
              <a:defRPr/>
            </a:pPr>
            <a:r>
              <a:rPr lang="en-US" sz="700">
                <a:ln w="3175">
                  <a:noFill/>
                </a:ln>
                <a:solidFill>
                  <a:prstClr val="black"/>
                </a:solidFill>
                <a:latin typeface="Segoe UI Semibold"/>
                <a:cs typeface="Segoe UI Semibold"/>
              </a:rPr>
              <a:t>Copilot Business</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Applies to  customers with 2K or more M365 seats</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Lexical search included for Copilot Chat users</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Access to brand kits and surveys requires M365 Copilot license </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Available via </a:t>
            </a:r>
            <a:r>
              <a:rPr lang="en-US" sz="552">
                <a:solidFill>
                  <a:srgbClr val="091F2C"/>
                </a:solidFill>
                <a:latin typeface="Segoe UI" panose="020B0502040204020203" pitchFamily="34" charset="0"/>
                <a:cs typeface="Segoe UI" panose="020B0502040204020203" pitchFamily="34" charset="0"/>
                <a:hlinkClick r:id="rId4"/>
              </a:rPr>
              <a:t>Frontier </a:t>
            </a:r>
            <a:r>
              <a:rPr lang="en-US" sz="552">
                <a:solidFill>
                  <a:srgbClr val="091F2C"/>
                </a:solidFill>
                <a:latin typeface="Segoe UI" panose="020B0502040204020203" pitchFamily="34" charset="0"/>
                <a:cs typeface="Segoe UI" panose="020B0502040204020203" pitchFamily="34" charset="0"/>
              </a:rPr>
              <a:t>program, pricing final upon GA</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Copilot Chat users access Copilot Mode w/web data and open documents only</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For unlicensed users, Copilot Chat in Outlook reasons over organizational data in Outlook, Teams, OneDrive, and SharePoint (limited). </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Researcher and Analyst, have combined limit of 25 interactions </a:t>
            </a:r>
            <a:r>
              <a:rPr lang="en-US" sz="552" err="1">
                <a:solidFill>
                  <a:srgbClr val="091F2C"/>
                </a:solidFill>
                <a:latin typeface="Segoe UI" panose="020B0502040204020203" pitchFamily="34" charset="0"/>
                <a:cs typeface="Segoe UI" panose="020B0502040204020203" pitchFamily="34" charset="0"/>
              </a:rPr>
              <a:t>pu</a:t>
            </a:r>
            <a:r>
              <a:rPr lang="en-US" sz="552">
                <a:solidFill>
                  <a:srgbClr val="091F2C"/>
                </a:solidFill>
                <a:latin typeface="Segoe UI" panose="020B0502040204020203" pitchFamily="34" charset="0"/>
                <a:cs typeface="Segoe UI" panose="020B0502040204020203" pitchFamily="34" charset="0"/>
              </a:rPr>
              <a:t>/pm</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92BF04F-F5E6-9BBC-0F31-00450DFD3265}"/>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5E1E200E-1D71-771B-1D7E-1C697D28A464}"/>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AB35AEB-AE5F-DF15-E60C-7692A080DB63}"/>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1E46EDD8-8E9E-7001-ADF6-C049C2C6070C}"/>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A81E1DC8-3F83-579E-0D76-C0042C45DA34}"/>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CD86A790-6B1E-5978-DD67-58EDAF178703}"/>
              </a:ext>
            </a:extLst>
          </p:cNvPr>
          <p:cNvGraphicFramePr>
            <a:graphicFrameLocks noGrp="1"/>
          </p:cNvGraphicFramePr>
          <p:nvPr>
            <p:extLst>
              <p:ext uri="{D42A27DB-BD31-4B8C-83A1-F6EECF244321}">
                <p14:modId xmlns:p14="http://schemas.microsoft.com/office/powerpoint/2010/main" val="2542290266"/>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start_sku</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IN" sz="1200" b="0" i="0" u="none" strike="noStrike" kern="1200" cap="none" spc="0" normalizeH="0" baseline="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current_annual_cost_per_user</a:t>
                      </a:r>
                      <a:r>
                        <a:rPr kumimoji="0" lang="en-IN"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6B20BA4E-F00B-2A24-6728-C2663BCB118E}"/>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7E65FF40-2739-DA62-0B72-DE2D764DAE71}"/>
              </a:ext>
            </a:extLst>
          </p:cNvPr>
          <p:cNvGraphicFramePr>
            <a:graphicFrameLocks noGrp="1"/>
          </p:cNvGraphicFramePr>
          <p:nvPr>
            <p:extLst>
              <p:ext uri="{D42A27DB-BD31-4B8C-83A1-F6EECF244321}">
                <p14:modId xmlns:p14="http://schemas.microsoft.com/office/powerpoint/2010/main" val="2331006988"/>
              </p:ext>
            </p:extLst>
          </p:nvPr>
        </p:nvGraphicFramePr>
        <p:xfrm>
          <a:off x="409574" y="3331405"/>
          <a:ext cx="4848226" cy="1417576"/>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sz="1200"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635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Total investment in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cap="none" spc="0" normalizeH="0" baseline="0" dirty="0">
                          <a:ln>
                            <a:noFill/>
                          </a:ln>
                          <a:solidFill>
                            <a:schemeClr val="tx1"/>
                          </a:solidFill>
                          <a:effectLst/>
                          <a:uLnTx/>
                          <a:uFillTx/>
                          <a:latin typeface="Segoe UI"/>
                          <a:ea typeface="Segoe UI Regular"/>
                          <a:cs typeface="Segoe UI"/>
                        </a:rPr>
                        <a:t>{</a:t>
                      </a:r>
                      <a:r>
                        <a:rPr lang="en-IN" sz="1200" b="0" i="0" u="none" strike="noStrike" kern="1200" cap="none" spc="0" normalizeH="0" baseline="0" dirty="0" err="1">
                          <a:ln>
                            <a:noFill/>
                          </a:ln>
                          <a:solidFill>
                            <a:schemeClr val="tx1"/>
                          </a:solidFill>
                          <a:effectLst/>
                          <a:uLnTx/>
                          <a:uFillTx/>
                          <a:latin typeface="Segoe UI"/>
                          <a:ea typeface="Segoe UI Regular"/>
                          <a:cs typeface="Segoe UI"/>
                        </a:rPr>
                        <a:t>total_upgraded_solution_investment</a:t>
                      </a:r>
                      <a:r>
                        <a:rPr lang="en-IN" sz="1200" b="0" i="0" u="none" strike="noStrike" kern="1200" cap="none" spc="0" normalizeH="0" baseline="0" dirty="0">
                          <a:ln>
                            <a:noFill/>
                          </a:ln>
                          <a:solidFill>
                            <a:schemeClr val="tx1"/>
                          </a:solidFill>
                          <a:effectLst/>
                          <a:uLnTx/>
                          <a:uFillTx/>
                          <a:latin typeface="Segoe UI"/>
                          <a:ea typeface="Segoe UI Regular"/>
                          <a:cs typeface="Segoe UI"/>
                        </a:rPr>
                        <a:t>}</a:t>
                      </a:r>
                      <a:endParaRPr lang="en-US" sz="1200" b="0" i="0" u="none" strike="noStrike" kern="1200" cap="none" spc="0" normalizeH="0" baseline="0" noProof="0" dirty="0">
                        <a:ln>
                          <a:noFill/>
                        </a:ln>
                        <a:solidFill>
                          <a:schemeClr val="tx1"/>
                        </a:solidFill>
                        <a:effectLst/>
                        <a:uLnTx/>
                        <a:uFillTx/>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bl>
          </a:graphicData>
        </a:graphic>
      </p:graphicFrame>
      <p:sp>
        <p:nvSpPr>
          <p:cNvPr id="35" name="Rectangle: Top Corners Rounded 34">
            <a:extLst>
              <a:ext uri="{FF2B5EF4-FFF2-40B4-BE49-F238E27FC236}">
                <a16:creationId xmlns:a16="http://schemas.microsoft.com/office/drawing/2014/main" id="{E9E92B9C-BA84-6DEC-1423-CE1E3BC888A3}"/>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0ECB62EE-D44D-A2BF-516D-BBC7F474799A}"/>
              </a:ext>
            </a:extLst>
          </p:cNvPr>
          <p:cNvGraphicFramePr>
            <a:graphicFrameLocks noGrp="1"/>
          </p:cNvGraphicFramePr>
          <p:nvPr>
            <p:extLst>
              <p:ext uri="{D42A27DB-BD31-4B8C-83A1-F6EECF244321}">
                <p14:modId xmlns:p14="http://schemas.microsoft.com/office/powerpoint/2010/main" val="2160284069"/>
              </p:ext>
            </p:extLst>
          </p:nvPr>
        </p:nvGraphicFramePr>
        <p:xfrm>
          <a:off x="409574" y="530939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B16C30A7-E5F7-B090-2E6A-A865E7D2CB50}"/>
              </a:ext>
            </a:extLst>
          </p:cNvPr>
          <p:cNvSpPr/>
          <p:nvPr/>
        </p:nvSpPr>
        <p:spPr>
          <a:xfrm>
            <a:off x="409574" y="499598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1419858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TotalTime>
  <Words>198</Words>
  <Application>Microsoft Office PowerPoint</Application>
  <PresentationFormat>Custom</PresentationFormat>
  <Paragraphs>24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3</cp:revision>
  <dcterms:created xsi:type="dcterms:W3CDTF">2026-04-04T15:01:26Z</dcterms:created>
  <dcterms:modified xsi:type="dcterms:W3CDTF">2026-04-11T11:17:48Z</dcterms:modified>
</cp:coreProperties>
</file>