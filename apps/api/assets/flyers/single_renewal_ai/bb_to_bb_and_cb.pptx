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8.xml" ContentType="application/vnd.openxmlformats-officedocument.presentationml.slideLayout+xml"/>
  <Override PartName="/ppt/slideMasters/slideMaster5.xml" ContentType="application/vnd.openxmlformats-officedocument.presentationml.slideMaster+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4" r:id="rId15"/>
    <p:sldMasterId id="2147483755" r:id="rId16"/>
    <p:sldMasterId id="2147483756" r:id="rId17"/>
    <p:sldMasterId id="2147483757"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6.xml"/><Relationship Id="rId1" Type="http://schemas.openxmlformats.org/officeDocument/2006/relationships/slideLayout" Target="../slideLayouts/slideLayout14.xml"/><Relationship Id="rId5" Type="http://schemas.openxmlformats.org/officeDocument/2006/relationships/theme" Target="../theme/theme5.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20.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7/15/2026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3417645498"/>
              </p:ext>
            </p:extLst>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a:ea typeface="Calibri"/>
                          <a:cs typeface="Segoe UI Semibold"/>
                          <a:sym typeface=""/>
                        </a:rPr>
                        <a:t>$</a:t>
                      </a:r>
                      <a:r>
                        <a:rPr lang="en-US" sz="800" b="0" i="0" u="none" strike="noStrike" kern="1200" cap="none" spc="0" normalizeH="0" baseline="0">
                          <a:solidFill>
                            <a:schemeClr val="bg1">
                              <a:lumMod val="100000"/>
                            </a:schemeClr>
                          </a:solidFill>
                          <a:latin typeface="Segoe UI Semibold"/>
                          <a:ea typeface="Calibri"/>
                          <a:cs typeface="Segoe UI Semibold"/>
                        </a:rPr>
                        <a:t>18</a:t>
                      </a:r>
                      <a:r>
                        <a:rPr lang="en-US" sz="800" b="0" i="0" u="none" strike="noStrike" kern="1200" cap="none" spc="0" normalizeH="0" baseline="0">
                          <a:solidFill>
                            <a:schemeClr val="bg1">
                              <a:lumMod val="100000"/>
                            </a:schemeClr>
                          </a:solidFill>
                          <a:latin typeface="Segoe UI Semibold"/>
                          <a:ea typeface="Calibri"/>
                          <a:cs typeface="Segoe UI Semibold"/>
                          <a:sym typeface=""/>
                        </a:rPr>
                        <a:t> </a:t>
                      </a:r>
                      <a:br>
                        <a:rPr lang="en-US" sz="800" b="0" i="0" u="none" strike="noStrike" kern="1200" cap="none" spc="0" normalizeH="0" baseline="0">
                          <a:solidFill>
                            <a:srgbClr val="FFFFFF"/>
                          </a:solidFill>
                          <a:latin typeface="Segoe UI Semibold"/>
                          <a:ea typeface="Calibri"/>
                          <a:cs typeface="Segoe UI Semibold"/>
                          <a:sym typeface=""/>
                        </a:rPr>
                      </a:br>
                      <a:r>
                        <a:rPr lang="en-US" sz="800" b="0" i="0" u="none" strike="noStrike" kern="1200" cap="none" spc="0" normalizeH="0" baseline="0" err="1">
                          <a:solidFill>
                            <a:schemeClr val="bg1">
                              <a:lumMod val="100000"/>
                            </a:schemeClr>
                          </a:solidFill>
                          <a:latin typeface="Segoe UI Semibold"/>
                          <a:ea typeface="Calibri"/>
                          <a:cs typeface="Segoe UI Semibold"/>
                          <a:sym typeface=""/>
                        </a:rPr>
                        <a:t>pu</a:t>
                      </a:r>
                      <a:r>
                        <a:rPr lang="en-US" sz="800" b="0" i="0" u="none" strike="noStrike" kern="1200" cap="none" spc="0" normalizeH="0" baseline="0">
                          <a:solidFill>
                            <a:schemeClr val="bg1">
                              <a:lumMod val="100000"/>
                            </a:schemeClr>
                          </a:solidFill>
                          <a:latin typeface="Segoe UI Semibold"/>
                          <a:ea typeface="Calibri"/>
                          <a:cs typeface="Segoe UI Semibold"/>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a:ea typeface="+mn-ea"/>
                          <a:cs typeface="Segoe UI Semibold"/>
                        </a:rPr>
                        <a:t>ο</a:t>
                      </a:r>
                      <a:r>
                        <a:rPr kumimoji="0" lang="en-US" sz="700" b="0" i="0" u="none" strike="noStrike" kern="1200" cap="none" spc="0" normalizeH="0" baseline="0">
                          <a:ln>
                            <a:noFill/>
                          </a:ln>
                          <a:solidFill>
                            <a:srgbClr val="C03BC4"/>
                          </a:solidFill>
                          <a:effectLst/>
                          <a:uLnTx/>
                          <a:uFillTx/>
                          <a:latin typeface="Segoe UI Semibold"/>
                          <a:ea typeface="+mn-ea"/>
                          <a:cs typeface="Segoe UI Semibold"/>
                        </a:rPr>
                        <a:t> </a:t>
                      </a:r>
                      <a:endParaRPr kumimoji="0" lang="en-US" sz="700" b="0" i="0" u="none" strike="noStrike" kern="1200" cap="none" spc="0" normalizeH="0" baseline="0" noProof="0">
                        <a:ln>
                          <a:noFill/>
                        </a:ln>
                        <a:solidFill>
                          <a:srgbClr val="C03BC4"/>
                        </a:solidFill>
                        <a:effectLst/>
                        <a:uLnTx/>
                        <a:uFillTx/>
                        <a:latin typeface="Segoe UI Semibold"/>
                        <a:ea typeface="+mn-ea"/>
                        <a:cs typeface="Segoe UI Semibold"/>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a:ea typeface="+mn-ea"/>
                          <a:cs typeface="Segoe UI"/>
                        </a:rPr>
                        <a:t>Agent creation</a:t>
                      </a:r>
                      <a:r>
                        <a:rPr lang="en-US" sz="700" b="0">
                          <a:solidFill>
                            <a:schemeClr val="tx2"/>
                          </a:solidFill>
                          <a:latin typeface="Segoe UI"/>
                          <a:ea typeface="+mn-ea"/>
                          <a:cs typeface="Segoe UI"/>
                        </a:rPr>
                        <a:t> </a:t>
                      </a:r>
                      <a:r>
                        <a:rPr lang="en-US" sz="700" b="0" kern="1200" noProof="0">
                          <a:solidFill>
                            <a:schemeClr val="tx2"/>
                          </a:solidFill>
                          <a:latin typeface="Segoe UI"/>
                          <a:ea typeface="+mn-ea"/>
                          <a:cs typeface="Segoe UI"/>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0616" y="217919"/>
            <a:ext cx="4912362" cy="538609"/>
          </a:xfrm>
          <a:prstGeom prst="rect">
            <a:avLst/>
          </a:prstGeom>
          <a:noFill/>
          <a:ln/>
        </p:spPr>
        <p:txBody>
          <a:bodyPr wrap="square" lIns="0" tIns="0" rIns="0" bIns="0" rtlCol="0" anchor="t" anchorCtr="0">
            <a:spAutoFit/>
          </a:bodyPr>
          <a:lstStyle/>
          <a:p>
            <a:pPr defTabSz="914065">
              <a:defRPr/>
            </a:pPr>
            <a:r>
              <a:rPr lang="en-US" sz="1750">
                <a:solidFill>
                  <a:srgbClr val="B740C5"/>
                </a:solidFill>
                <a:latin typeface="Segoe UI Semibold"/>
                <a:cs typeface="Segoe UI Semibold"/>
              </a:rPr>
              <a:t>Copilot Chat vs Copilot Business detailed comparison</a:t>
            </a:r>
            <a:endParaRPr lang="en-US" sz="1799">
              <a:solidFill>
                <a:srgbClr val="B740C5"/>
              </a:solidFill>
              <a:latin typeface="Segoe UI Semibold"/>
              <a:cs typeface="Segoe UI Semibold"/>
            </a:endParaRP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01737" y="747756"/>
            <a:ext cx="554010" cy="215444"/>
          </a:xfrm>
          <a:prstGeom prst="rect">
            <a:avLst/>
          </a:prstGeom>
          <a:noFill/>
        </p:spPr>
        <p:txBody>
          <a:bodyPr wrap="square" lIns="0" tIns="0" rIns="0" bIns="0" rtlCol="0" anchor="t">
            <a:spAutoFit/>
          </a:bodyPr>
          <a:lstStyle/>
          <a:p>
            <a:pPr algn="ctr" defTabSz="917509">
              <a:defRPr/>
            </a:pPr>
            <a:r>
              <a:rPr lang="en-US" sz="700">
                <a:ln w="3175">
                  <a:noFill/>
                </a:ln>
                <a:solidFill>
                  <a:prstClr val="black"/>
                </a:solidFill>
                <a:latin typeface="Segoe UI Semibold"/>
                <a:cs typeface="Segoe UI Semibold"/>
              </a:rPr>
              <a:t>Copilot Business</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