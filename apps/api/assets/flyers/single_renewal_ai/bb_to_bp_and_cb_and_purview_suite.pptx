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2.xml" ContentType="application/vnd.openxmlformats-officedocument.presentationml.notesSlide+xml"/>
  <Override PartName="/ppt/slideLayouts/slideLayout12.xml" ContentType="application/vnd.openxmlformats-officedocument.presentationml.slideLayout+xml"/>
  <Override PartName="/ppt/slideMasters/slideMaster2.xml" ContentType="application/vnd.openxmlformats-officedocument.presentationml.slideMaster+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s/slide3.xml" ContentType="application/vnd.openxmlformats-officedocument.presentationml.slide+xml"/>
  <Override PartName="/ppt/notesSlides/notesSlide3.xml" ContentType="application/vnd.openxmlformats-officedocument.presentationml.notesSlide+xml"/>
  <Override PartName="/ppt/slideLayouts/slideLayout23.xml" ContentType="application/vnd.openxmlformats-officedocument.presentationml.slideLayout+xml"/>
  <Override PartName="/ppt/slideMasters/slideMaster3.xml" ContentType="application/vnd.openxmlformats-officedocument.presentationml.slideMaster+xml"/>
  <Override PartName="/ppt/theme/theme4.xml" ContentType="application/vnd.openxmlformats-officedocument.theme+xml"/>
  <Override PartName="/ppt/slides/slide4.xml" ContentType="application/vnd.openxmlformats-officedocument.presentationml.slide+xml"/>
  <Override PartName="/ppt/notesSlides/notesSlide4.xml" ContentType="application/vnd.openxmlformats-officedocument.presentationml.notesSlide+xml"/>
  <Override PartName="/ppt/slideLayouts/slideLayout24.xml" ContentType="application/vnd.openxmlformats-officedocument.presentationml.slideLayout+xml"/>
  <Override PartName="/ppt/slideMasters/slideMaster4.xml" ContentType="application/vnd.openxmlformats-officedocument.presentationml.slideMaster+xml"/>
  <Override PartName="/ppt/theme/theme5.xml" ContentType="application/vnd.openxmlformats-officedocument.theme+xml"/>
  <Override PartName="/ppt/slides/slide5.xml" ContentType="application/vnd.openxmlformats-officedocument.presentationml.slide+xml"/>
  <Override PartName="/ppt/notesSlides/notesSlide5.xml" ContentType="application/vnd.openxmlformats-officedocument.presentationml.notesSlide+xml"/>
  <Override PartName="/ppt/slideLayouts/slideLayout25.xml" ContentType="application/vnd.openxmlformats-officedocument.presentationml.slideLayout+xml"/>
  <Override PartName="/ppt/slideMasters/slideMaster5.xml" ContentType="application/vnd.openxmlformats-officedocument.presentationml.slideMaster+xml"/>
  <Override PartName="/ppt/theme/theme6.xml" ContentType="application/vnd.openxmlformats-officedocument.theme+xml"/>
  <Override PartName="/ppt/slides/slide6.xml" ContentType="application/vnd.openxmlformats-officedocument.presentationml.slide+xml"/>
  <Override PartName="/ppt/notesSlides/notesSlide6.xml" ContentType="application/vnd.openxmlformats-officedocument.presentationml.notesSlide+xml"/>
  <Override PartName="/ppt/slideLayouts/slideLayout26.xml" ContentType="application/vnd.openxmlformats-officedocument.presentationml.slideLayout+xml"/>
  <Override PartName="/ppt/slideMasters/slideMaster6.xml" ContentType="application/vnd.openxmlformats-officedocument.presentationml.slideMaster+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7.xml" ContentType="application/vnd.openxmlformats-officedocument.theme+xml"/>
  <Override PartName="/ppt/slideLayouts/slideLayout29.xml" ContentType="application/vnd.openxmlformats-officedocument.presentationml.slideLayout+xml"/>
  <Override PartName="/ppt/slides/slide7.xml" ContentType="application/vnd.openxmlformats-officedocument.presentationml.slide+xml"/>
  <Override PartName="/ppt/notesSlides/notesSlide7.xml" ContentType="application/vnd.openxmlformats-officedocument.presentationml.notesSlide+xml"/>
  <Override PartName="/ppt/slideLayouts/slideLayout30.xml" ContentType="application/vnd.openxmlformats-officedocument.presentationml.slideLayout+xml"/>
  <Override PartName="/ppt/slideMasters/slideMaster7.xml" ContentType="application/vnd.openxmlformats-officedocument.presentationml.slideMaster+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8.xml" ContentType="application/vnd.openxmlformats-officedocument.theme+xml"/>
  <Override PartName="/ppt/slideLayouts/slideLayout3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 id="2147483766" r:id="rId17"/>
    <p:sldMasterId id="2147483767" r:id="rId18"/>
    <p:sldMasterId id="2147483768" r:id="rId19"/>
    <p:sldMasterId id="2147483769" r:id="rId20"/>
    <p:sldMasterId id="2147483770" r:id="rId21"/>
    <p:sldMasterId id="2147483771" r:id="rId22"/>
  </p:sldMasterIdLst>
  <p:notesMasterIdLst>
    <p:notesMasterId r:id="rId3"/>
  </p:notesMasterIdLst>
  <p:sldIdLst>
    <p:sldId id="256" r:id="rId10"/>
    <p:sldId id="257" r:id="rId11"/>
    <p:sldId id="258" r:id="rId12"/>
    <p:sldId id="259" r:id="rId13"/>
    <p:sldId id="260" r:id="rId14"/>
    <p:sldId id="261" r:id="rId15"/>
    <p:sldId id="262" r:id="rId16"/>
  </p:sldIdLst>
  <p:sldSz cx="5648325" cy="79914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A6721E-6B04-FA5C-EBE6-CCBD6B554CA0}" v="1" dt="2026-04-11T11:17:47.7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5" d="100"/>
          <a:sy n="55" d="100"/>
        </p:scale>
        <p:origin x="26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Master" Target="slideMasters/slideMaster2.xml"/><Relationship Id="rId18" Type="http://schemas.openxmlformats.org/officeDocument/2006/relationships/slideMaster" Target="slideMasters/slideMaster3.xml"/><Relationship Id="rId19" Type="http://schemas.openxmlformats.org/officeDocument/2006/relationships/slideMaster" Target="slideMasters/slideMaster4.xml"/><Relationship Id="rId20" Type="http://schemas.openxmlformats.org/officeDocument/2006/relationships/slideMaster" Target="slideMasters/slideMaster5.xml"/><Relationship Id="rId21" Type="http://schemas.openxmlformats.org/officeDocument/2006/relationships/slideMaster" Target="slideMasters/slideMaster6.xml"/><Relationship Id="rId22" Type="http://schemas.openxmlformats.org/officeDocument/2006/relationships/slideMaster" Target="slideMasters/slideMaster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ma Kapri" userId="S::seema.kapri@hsv.digital::3468d2f6-a5eb-4e01-882c-f62721c4c7bf" providerId="AD" clId="Web-{DDA6721E-6B04-FA5C-EBE6-CCBD6B554CA0}"/>
    <pc:docChg chg="mod modSld modMainMaster setSldSz">
      <pc:chgData name="Seema Kapri" userId="S::seema.kapri@hsv.digital::3468d2f6-a5eb-4e01-882c-f62721c4c7bf" providerId="AD" clId="Web-{DDA6721E-6B04-FA5C-EBE6-CCBD6B554CA0}" dt="2026-04-11T11:17:47.706" v="0"/>
      <pc:docMkLst>
        <pc:docMk/>
      </pc:docMkLst>
      <pc:sldChg chg="modSp">
        <pc:chgData name="Seema Kapri" userId="S::seema.kapri@hsv.digital::3468d2f6-a5eb-4e01-882c-f62721c4c7bf" providerId="AD" clId="Web-{DDA6721E-6B04-FA5C-EBE6-CCBD6B554CA0}" dt="2026-04-11T11:17:47.706" v="0"/>
        <pc:sldMkLst>
          <pc:docMk/>
          <pc:sldMk cId="3298069851" sldId="2147470023"/>
        </pc:sldMkLst>
        <pc:spChg chg="mod">
          <ac:chgData name="Seema Kapri" userId="S::seema.kapri@hsv.digital::3468d2f6-a5eb-4e01-882c-f62721c4c7bf" providerId="AD" clId="Web-{DDA6721E-6B04-FA5C-EBE6-CCBD6B554CA0}" dt="2026-04-11T11:17:47.706" v="0"/>
          <ac:spMkLst>
            <pc:docMk/>
            <pc:sldMk cId="3298069851" sldId="2147470023"/>
            <ac:spMk id="7" creationId="{E5468804-248C-0CEE-E8C6-94ABA50D108A}"/>
          </ac:spMkLst>
        </pc:spChg>
        <pc:spChg chg="mod">
          <ac:chgData name="Seema Kapri" userId="S::seema.kapri@hsv.digital::3468d2f6-a5eb-4e01-882c-f62721c4c7bf" providerId="AD" clId="Web-{DDA6721E-6B04-FA5C-EBE6-CCBD6B554CA0}" dt="2026-04-11T11:17:47.706" v="0"/>
          <ac:spMkLst>
            <pc:docMk/>
            <pc:sldMk cId="3298069851" sldId="2147470023"/>
            <ac:spMk id="13" creationId="{C84F39E5-C9BA-7B18-B2B0-559D4E7E46F1}"/>
          </ac:spMkLst>
        </pc:spChg>
        <pc:spChg chg="mod">
          <ac:chgData name="Seema Kapri" userId="S::seema.kapri@hsv.digital::3468d2f6-a5eb-4e01-882c-f62721c4c7bf" providerId="AD" clId="Web-{DDA6721E-6B04-FA5C-EBE6-CCBD6B554CA0}" dt="2026-04-11T11:17:47.706" v="0"/>
          <ac:spMkLst>
            <pc:docMk/>
            <pc:sldMk cId="3298069851" sldId="2147470023"/>
            <ac:spMk id="28" creationId="{57D7657B-FB49-71AB-DBC9-E23C00C4DC9F}"/>
          </ac:spMkLst>
        </pc:spChg>
        <pc:spChg chg="mod">
          <ac:chgData name="Seema Kapri" userId="S::seema.kapri@hsv.digital::3468d2f6-a5eb-4e01-882c-f62721c4c7bf" providerId="AD" clId="Web-{DDA6721E-6B04-FA5C-EBE6-CCBD6B554CA0}" dt="2026-04-11T11:17:47.706" v="0"/>
          <ac:spMkLst>
            <pc:docMk/>
            <pc:sldMk cId="3298069851" sldId="2147470023"/>
            <ac:spMk id="32" creationId="{838B9FE7-7E34-BC5E-4C6A-AC21450FEE7D}"/>
          </ac:spMkLst>
        </pc:spChg>
        <pc:spChg chg="mod">
          <ac:chgData name="Seema Kapri" userId="S::seema.kapri@hsv.digital::3468d2f6-a5eb-4e01-882c-f62721c4c7bf" providerId="AD" clId="Web-{DDA6721E-6B04-FA5C-EBE6-CCBD6B554CA0}" dt="2026-04-11T11:17:47.706" v="0"/>
          <ac:spMkLst>
            <pc:docMk/>
            <pc:sldMk cId="3298069851" sldId="2147470023"/>
            <ac:spMk id="52" creationId="{E27CCE3A-4CA9-6725-47FE-1DA975F68CAC}"/>
          </ac:spMkLst>
        </pc:spChg>
        <pc:spChg chg="mod">
          <ac:chgData name="Seema Kapri" userId="S::seema.kapri@hsv.digital::3468d2f6-a5eb-4e01-882c-f62721c4c7bf" providerId="AD" clId="Web-{DDA6721E-6B04-FA5C-EBE6-CCBD6B554CA0}" dt="2026-04-11T11:17:47.706" v="0"/>
          <ac:spMkLst>
            <pc:docMk/>
            <pc:sldMk cId="3298069851" sldId="2147470023"/>
            <ac:spMk id="53" creationId="{46FA38A9-5B56-060E-8BF7-9A1ED5ABAEA6}"/>
          </ac:spMkLst>
        </pc:spChg>
        <pc:spChg chg="mod">
          <ac:chgData name="Seema Kapri" userId="S::seema.kapri@hsv.digital::3468d2f6-a5eb-4e01-882c-f62721c4c7bf" providerId="AD" clId="Web-{DDA6721E-6B04-FA5C-EBE6-CCBD6B554CA0}" dt="2026-04-11T11:17:47.706" v="0"/>
          <ac:spMkLst>
            <pc:docMk/>
            <pc:sldMk cId="3298069851" sldId="2147470023"/>
            <ac:spMk id="1075" creationId="{557D5DDB-7AB9-C555-3BCD-45D9AFDE0D56}"/>
          </ac:spMkLst>
        </pc:spChg>
        <pc:spChg chg="mod">
          <ac:chgData name="Seema Kapri" userId="S::seema.kapri@hsv.digital::3468d2f6-a5eb-4e01-882c-f62721c4c7bf" providerId="AD" clId="Web-{DDA6721E-6B04-FA5C-EBE6-CCBD6B554CA0}" dt="2026-04-11T11:17:47.706" v="0"/>
          <ac:spMkLst>
            <pc:docMk/>
            <pc:sldMk cId="3298069851" sldId="2147470023"/>
            <ac:spMk id="1078" creationId="{55880586-128A-F276-4E99-8451604752EA}"/>
          </ac:spMkLst>
        </pc:spChg>
        <pc:spChg chg="mod">
          <ac:chgData name="Seema Kapri" userId="S::seema.kapri@hsv.digital::3468d2f6-a5eb-4e01-882c-f62721c4c7bf" providerId="AD" clId="Web-{DDA6721E-6B04-FA5C-EBE6-CCBD6B554CA0}" dt="2026-04-11T11:17:47.706" v="0"/>
          <ac:spMkLst>
            <pc:docMk/>
            <pc:sldMk cId="3298069851" sldId="2147470023"/>
            <ac:spMk id="1094" creationId="{13DBC4B1-0373-CC23-CEB6-CC0278DC30AE}"/>
          </ac:spMkLst>
        </pc:spChg>
        <pc:spChg chg="mod">
          <ac:chgData name="Seema Kapri" userId="S::seema.kapri@hsv.digital::3468d2f6-a5eb-4e01-882c-f62721c4c7bf" providerId="AD" clId="Web-{DDA6721E-6B04-FA5C-EBE6-CCBD6B554CA0}" dt="2026-04-11T11:17:47.706" v="0"/>
          <ac:spMkLst>
            <pc:docMk/>
            <pc:sldMk cId="3298069851" sldId="2147470023"/>
            <ac:spMk id="1101" creationId="{3A5D7665-C133-9D6E-24E3-839953966045}"/>
          </ac:spMkLst>
        </pc:spChg>
      </pc:sldChg>
      <pc:sldMasterChg chg="modSp modSldLayout">
        <pc:chgData name="Seema Kapri" userId="S::seema.kapri@hsv.digital::3468d2f6-a5eb-4e01-882c-f62721c4c7bf" providerId="AD" clId="Web-{DDA6721E-6B04-FA5C-EBE6-CCBD6B554CA0}" dt="2026-04-11T11:17:47.706" v="0"/>
        <pc:sldMasterMkLst>
          <pc:docMk/>
          <pc:sldMasterMk cId="1122647173" sldId="2147483732"/>
        </pc:sldMasterMkLst>
        <pc:spChg chg="mod">
          <ac:chgData name="Seema Kapri" userId="S::seema.kapri@hsv.digital::3468d2f6-a5eb-4e01-882c-f62721c4c7bf" providerId="AD" clId="Web-{DDA6721E-6B04-FA5C-EBE6-CCBD6B554CA0}" dt="2026-04-11T11:17:47.706" v="0"/>
          <ac:spMkLst>
            <pc:docMk/>
            <pc:sldMasterMk cId="1122647173" sldId="2147483732"/>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4"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5"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6" creationId="{00000000-0000-0000-0000-000000000000}"/>
          </ac:spMkLst>
        </pc:spChg>
        <pc:sldLayoutChg chg="modSp">
          <pc:chgData name="Seema Kapri" userId="S::seema.kapri@hsv.digital::3468d2f6-a5eb-4e01-882c-f62721c4c7bf" providerId="AD" clId="Web-{DDA6721E-6B04-FA5C-EBE6-CCBD6B554CA0}" dt="2026-04-11T11:17:47.706" v="0"/>
          <pc:sldLayoutMkLst>
            <pc:docMk/>
            <pc:sldMasterMk cId="1122647173" sldId="2147483732"/>
            <pc:sldLayoutMk cId="17524809" sldId="2147483733"/>
          </pc:sldLayoutMkLst>
          <pc:spChg chg="mod">
            <ac:chgData name="Seema Kapri" userId="S::seema.kapri@hsv.digital::3468d2f6-a5eb-4e01-882c-f62721c4c7bf" providerId="AD" clId="Web-{DDA6721E-6B04-FA5C-EBE6-CCBD6B554CA0}" dt="2026-04-11T11:17:47.706" v="0"/>
            <ac:spMkLst>
              <pc:docMk/>
              <pc:sldMasterMk cId="1122647173" sldId="2147483732"/>
              <pc:sldLayoutMk cId="17524809" sldId="2147483733"/>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524809" sldId="2147483733"/>
              <ac:spMk id="3"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092314792" sldId="2147483735"/>
          </pc:sldLayoutMkLst>
          <pc:spChg chg="mod">
            <ac:chgData name="Seema Kapri" userId="S::seema.kapri@hsv.digital::3468d2f6-a5eb-4e01-882c-f62721c4c7bf" providerId="AD" clId="Web-{DDA6721E-6B04-FA5C-EBE6-CCBD6B554CA0}" dt="2026-04-11T11:17:47.706" v="0"/>
            <ac:spMkLst>
              <pc:docMk/>
              <pc:sldMasterMk cId="1122647173" sldId="2147483732"/>
              <pc:sldLayoutMk cId="3092314792" sldId="2147483735"/>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092314792" sldId="2147483735"/>
              <ac:spMk id="3"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4580187" sldId="2147483736"/>
          </pc:sldLayoutMkLst>
          <pc:spChg chg="mod">
            <ac:chgData name="Seema Kapri" userId="S::seema.kapri@hsv.digital::3468d2f6-a5eb-4e01-882c-f62721c4c7bf" providerId="AD" clId="Web-{DDA6721E-6B04-FA5C-EBE6-CCBD6B554CA0}" dt="2026-04-11T11:17:47.706" v="0"/>
            <ac:spMkLst>
              <pc:docMk/>
              <pc:sldMasterMk cId="1122647173" sldId="2147483732"/>
              <pc:sldLayoutMk cId="34580187" sldId="2147483736"/>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4580187" sldId="2147483736"/>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880376873" sldId="2147483737"/>
          </pc:sldLayoutMkLst>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4"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5"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6"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2752899885" sldId="2147483740"/>
          </pc:sldLayoutMkLst>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1722206160" sldId="2147483741"/>
          </pc:sldLayoutMkLst>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785386807" sldId="2147483743"/>
          </pc:sldLayoutMkLst>
          <pc:spChg chg="mod">
            <ac:chgData name="Seema Kapri" userId="S::seema.kapri@hsv.digital::3468d2f6-a5eb-4e01-882c-f62721c4c7bf" providerId="AD" clId="Web-{DDA6721E-6B04-FA5C-EBE6-CCBD6B554CA0}" dt="2026-04-11T11:17:47.706" v="0"/>
            <ac:spMkLst>
              <pc:docMk/>
              <pc:sldMasterMk cId="1122647173" sldId="2147483732"/>
              <pc:sldLayoutMk cId="3785386807" sldId="2147483743"/>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785386807" sldId="2147483743"/>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DCA55-7141-46E2-8F0D-ED4FF406EC63}" type="datetimeFigureOut">
              <a:rPr lang="en-IN" smtClean="0"/>
              <a:t>11-04-2026</a:t>
            </a:fld>
            <a:endParaRPr lang="en-IN"/>
          </a:p>
        </p:txBody>
      </p:sp>
      <p:sp>
        <p:nvSpPr>
          <p:cNvPr id="4" name="Slide Image Placeholder 3"/>
          <p:cNvSpPr>
            <a:spLocks noGrp="1" noRot="1" noChangeAspect="1"/>
          </p:cNvSpPr>
          <p:nvPr>
            <p:ph type="sldImg" idx="2"/>
          </p:nvPr>
        </p:nvSpPr>
        <p:spPr>
          <a:xfrm>
            <a:off x="2327275" y="1143000"/>
            <a:ext cx="220345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451864-BC2F-463F-854C-C6DDAAC13160}" type="slidenum">
              <a:rPr lang="en-IN" smtClean="0"/>
              <a:t>‹#›</a:t>
            </a:fld>
            <a:endParaRPr lang="en-IN"/>
          </a:p>
        </p:txBody>
      </p:sp>
    </p:spTree>
    <p:extLst>
      <p:ext uri="{BB962C8B-B14F-4D97-AF65-F5344CB8AC3E}">
        <p14:creationId xmlns:p14="http://schemas.microsoft.com/office/powerpoint/2010/main" val="14935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3F253-7E29-6CC6-5FC2-F2DA4E531E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2F6C20-1536-79B7-5FCA-248F9AB893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F02EFC-73B3-69AD-18B9-AED7CFEE907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B5B11C0-B95F-A9D4-3C51-7F79EFE45644}"/>
              </a:ext>
            </a:extLst>
          </p:cNvPr>
          <p:cNvSpPr>
            <a:spLocks noGrp="1"/>
          </p:cNvSpPr>
          <p:nvPr>
            <p:ph type="sldNum" sz="quarter" idx="5"/>
          </p:nvPr>
        </p:nvSpPr>
        <p:spPr/>
        <p:txBody>
          <a:bodyPr/>
          <a:lstStyle/>
          <a:p>
            <a:fld id="{7034A72A-6E2F-4343-B7FF-0EAC6B5BD073}" type="slidenum">
              <a:rPr lang="en-IN" smtClean="0"/>
              <a:t>1</a:t>
            </a:fld>
            <a:endParaRPr lang="en-IN"/>
          </a:p>
        </p:txBody>
      </p:sp>
    </p:spTree>
    <p:extLst>
      <p:ext uri="{BB962C8B-B14F-4D97-AF65-F5344CB8AC3E}">
        <p14:creationId xmlns:p14="http://schemas.microsoft.com/office/powerpoint/2010/main" val="24738145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34A72A-6E2F-4343-B7FF-0EAC6B5BD073}"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114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12ED6-43E9-5765-8E82-B6CFEF0B5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A8D3DA-6B21-9625-DFE9-B620DEF35E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A1E5A7-84E4-E14D-AFAF-517F073E2B2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A55E2A-8602-DDCC-5A2F-5DC686A0D4E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9893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2545E-6835-5668-39BA-A18BF02F9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01BA7-868A-1CA3-59BC-FAD3B3B03625}"/>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A6690EBE-ECA8-7984-8791-18B3053B36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6A81DE-9151-09F0-D5DE-091B02FA88C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7685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91AE-C334-8F6A-CA80-DA02A20F4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3C6A8-C666-4D3A-47ED-C379830759D1}"/>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BF59318F-B662-D6D7-ED4F-AB9B940109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D4F38-1B6A-3FB3-4815-EEE8DCF1949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6412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8"/>
          </a:xfrm>
        </p:spPr>
        <p:txBody>
          <a:bodyPr anchor="b"/>
          <a:lstStyle>
            <a:lvl1pPr algn="ctr">
              <a:defRPr sz="3706"/>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83"/>
            </a:lvl1pPr>
            <a:lvl2pPr marL="282423" indent="0" algn="ctr">
              <a:buNone/>
              <a:defRPr sz="1236"/>
            </a:lvl2pPr>
            <a:lvl3pPr marL="564846" indent="0" algn="ctr">
              <a:buNone/>
              <a:defRPr sz="1112"/>
            </a:lvl3pPr>
            <a:lvl4pPr marL="847269" indent="0" algn="ctr">
              <a:buNone/>
              <a:defRPr sz="988"/>
            </a:lvl4pPr>
            <a:lvl5pPr marL="1129691" indent="0" algn="ctr">
              <a:buNone/>
              <a:defRPr sz="988"/>
            </a:lvl5pPr>
            <a:lvl6pPr marL="1412114" indent="0" algn="ctr">
              <a:buNone/>
              <a:defRPr sz="988"/>
            </a:lvl6pPr>
            <a:lvl7pPr marL="1694537" indent="0" algn="ctr">
              <a:buNone/>
              <a:defRPr sz="988"/>
            </a:lvl7pPr>
            <a:lvl8pPr marL="1976960" indent="0" algn="ctr">
              <a:buNone/>
              <a:defRPr sz="988"/>
            </a:lvl8pPr>
            <a:lvl9pPr marL="2259382" indent="0" algn="ctr">
              <a:buNone/>
              <a:defRPr sz="98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524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3725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706"/>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83">
                <a:solidFill>
                  <a:schemeClr val="tx1">
                    <a:tint val="82000"/>
                  </a:schemeClr>
                </a:solidFill>
              </a:defRPr>
            </a:lvl1pPr>
            <a:lvl2pPr marL="282423" indent="0">
              <a:buNone/>
              <a:defRPr sz="1236">
                <a:solidFill>
                  <a:schemeClr val="tx1">
                    <a:tint val="82000"/>
                  </a:schemeClr>
                </a:solidFill>
              </a:defRPr>
            </a:lvl2pPr>
            <a:lvl3pPr marL="564846" indent="0">
              <a:buNone/>
              <a:defRPr sz="1112">
                <a:solidFill>
                  <a:schemeClr val="tx1">
                    <a:tint val="82000"/>
                  </a:schemeClr>
                </a:solidFill>
              </a:defRPr>
            </a:lvl3pPr>
            <a:lvl4pPr marL="847269" indent="0">
              <a:buNone/>
              <a:defRPr sz="988">
                <a:solidFill>
                  <a:schemeClr val="tx1">
                    <a:tint val="82000"/>
                  </a:schemeClr>
                </a:solidFill>
              </a:defRPr>
            </a:lvl4pPr>
            <a:lvl5pPr marL="1129691" indent="0">
              <a:buNone/>
              <a:defRPr sz="988">
                <a:solidFill>
                  <a:schemeClr val="tx1">
                    <a:tint val="82000"/>
                  </a:schemeClr>
                </a:solidFill>
              </a:defRPr>
            </a:lvl5pPr>
            <a:lvl6pPr marL="1412114" indent="0">
              <a:buNone/>
              <a:defRPr sz="988">
                <a:solidFill>
                  <a:schemeClr val="tx1">
                    <a:tint val="82000"/>
                  </a:schemeClr>
                </a:solidFill>
              </a:defRPr>
            </a:lvl6pPr>
            <a:lvl7pPr marL="1694537" indent="0">
              <a:buNone/>
              <a:defRPr sz="988">
                <a:solidFill>
                  <a:schemeClr val="tx1">
                    <a:tint val="82000"/>
                  </a:schemeClr>
                </a:solidFill>
              </a:defRPr>
            </a:lvl7pPr>
            <a:lvl8pPr marL="1976960" indent="0">
              <a:buNone/>
              <a:defRPr sz="988">
                <a:solidFill>
                  <a:schemeClr val="tx1">
                    <a:tint val="82000"/>
                  </a:schemeClr>
                </a:solidFill>
              </a:defRPr>
            </a:lvl8pPr>
            <a:lvl9pPr marL="2259382" indent="0">
              <a:buNone/>
              <a:defRPr sz="98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092314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4580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2"/>
            <a:ext cx="2389506"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4" name="Content Placeholder 3"/>
          <p:cNvSpPr>
            <a:spLocks noGrp="1"/>
          </p:cNvSpPr>
          <p:nvPr>
            <p:ph sz="half" idx="2"/>
          </p:nvPr>
        </p:nvSpPr>
        <p:spPr>
          <a:xfrm>
            <a:off x="389058" y="2919108"/>
            <a:ext cx="2389506"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2"/>
            <a:ext cx="2401273"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6" name="Content Placeholder 5"/>
          <p:cNvSpPr>
            <a:spLocks noGrp="1"/>
          </p:cNvSpPr>
          <p:nvPr>
            <p:ph sz="quarter" idx="4"/>
          </p:nvPr>
        </p:nvSpPr>
        <p:spPr>
          <a:xfrm>
            <a:off x="2859466" y="2919108"/>
            <a:ext cx="2401273"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0376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35960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08909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Content Placeholder 2"/>
          <p:cNvSpPr>
            <a:spLocks noGrp="1"/>
          </p:cNvSpPr>
          <p:nvPr>
            <p:ph idx="1"/>
          </p:nvPr>
        </p:nvSpPr>
        <p:spPr>
          <a:xfrm>
            <a:off x="2401274" y="1150627"/>
            <a:ext cx="2859464" cy="5679127"/>
          </a:xfrm>
        </p:spPr>
        <p:txBody>
          <a:bodyPr/>
          <a:lstStyle>
            <a:lvl1pPr>
              <a:defRPr sz="1977"/>
            </a:lvl1pPr>
            <a:lvl2pPr>
              <a:defRPr sz="1730"/>
            </a:lvl2pPr>
            <a:lvl3pPr>
              <a:defRPr sz="1483"/>
            </a:lvl3pPr>
            <a:lvl4pPr>
              <a:defRPr sz="1236"/>
            </a:lvl4pPr>
            <a:lvl5pPr>
              <a:defRPr sz="1236"/>
            </a:lvl5pPr>
            <a:lvl6pPr>
              <a:defRPr sz="1236"/>
            </a:lvl6pPr>
            <a:lvl7pPr>
              <a:defRPr sz="1236"/>
            </a:lvl7pPr>
            <a:lvl8pPr>
              <a:defRPr sz="1236"/>
            </a:lvl8pPr>
            <a:lvl9pPr>
              <a:defRPr sz="12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752899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7"/>
            <a:ext cx="2859464" cy="5679127"/>
          </a:xfrm>
        </p:spPr>
        <p:txBody>
          <a:bodyPr anchor="t"/>
          <a:lstStyle>
            <a:lvl1pPr marL="0" indent="0">
              <a:buNone/>
              <a:defRPr sz="1977"/>
            </a:lvl1pPr>
            <a:lvl2pPr marL="282423" indent="0">
              <a:buNone/>
              <a:defRPr sz="1730"/>
            </a:lvl2pPr>
            <a:lvl3pPr marL="564846" indent="0">
              <a:buNone/>
              <a:defRPr sz="1483"/>
            </a:lvl3pPr>
            <a:lvl4pPr marL="847269" indent="0">
              <a:buNone/>
              <a:defRPr sz="1236"/>
            </a:lvl4pPr>
            <a:lvl5pPr marL="1129691" indent="0">
              <a:buNone/>
              <a:defRPr sz="1236"/>
            </a:lvl5pPr>
            <a:lvl6pPr marL="1412114" indent="0">
              <a:buNone/>
              <a:defRPr sz="1236"/>
            </a:lvl6pPr>
            <a:lvl7pPr marL="1694537" indent="0">
              <a:buNone/>
              <a:defRPr sz="1236"/>
            </a:lvl7pPr>
            <a:lvl8pPr marL="1976960" indent="0">
              <a:buNone/>
              <a:defRPr sz="1236"/>
            </a:lvl8pPr>
            <a:lvl9pPr marL="2259382" indent="0">
              <a:buNone/>
              <a:defRPr sz="1236"/>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22206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5042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2"/>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2"/>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85386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7"/>
          </a:xfrm>
        </p:spPr>
        <p:txBody>
          <a:bodyPr anchor="b"/>
          <a:lstStyle>
            <a:lvl1pPr algn="ctr">
              <a:defRPr sz="3667"/>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67"/>
            </a:lvl1pPr>
            <a:lvl2pPr marL="279435" indent="0" algn="ctr">
              <a:buNone/>
              <a:defRPr sz="1223"/>
            </a:lvl2pPr>
            <a:lvl3pPr marL="558870" indent="0" algn="ctr">
              <a:buNone/>
              <a:defRPr sz="1100"/>
            </a:lvl3pPr>
            <a:lvl4pPr marL="838305" indent="0" algn="ctr">
              <a:buNone/>
              <a:defRPr sz="978"/>
            </a:lvl4pPr>
            <a:lvl5pPr marL="1117740" indent="0" algn="ctr">
              <a:buNone/>
              <a:defRPr sz="978"/>
            </a:lvl5pPr>
            <a:lvl6pPr marL="1397174" indent="0" algn="ctr">
              <a:buNone/>
              <a:defRPr sz="978"/>
            </a:lvl6pPr>
            <a:lvl7pPr marL="1676610" indent="0" algn="ctr">
              <a:buNone/>
              <a:defRPr sz="978"/>
            </a:lvl7pPr>
            <a:lvl8pPr marL="1956045" indent="0" algn="ctr">
              <a:buNone/>
              <a:defRPr sz="978"/>
            </a:lvl8pPr>
            <a:lvl9pPr marL="2235479" indent="0" algn="ctr">
              <a:buNone/>
              <a:defRPr sz="97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47799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5"/>
            <a:ext cx="1821732" cy="1864677"/>
          </a:xfrm>
        </p:spPr>
        <p:txBody>
          <a:bodyPr anchor="b"/>
          <a:lstStyle>
            <a:lvl1pPr>
              <a:defRPr sz="1956"/>
            </a:lvl1pPr>
          </a:lstStyle>
          <a:p>
            <a:r>
              <a:rPr lang="en-US"/>
              <a:t>Click to edit Master title style</a:t>
            </a:r>
            <a:endParaRPr lang="en-US" dirty="0"/>
          </a:p>
        </p:txBody>
      </p:sp>
      <p:sp>
        <p:nvSpPr>
          <p:cNvPr id="3" name="Content Placeholder 2"/>
          <p:cNvSpPr>
            <a:spLocks noGrp="1"/>
          </p:cNvSpPr>
          <p:nvPr>
            <p:ph idx="1"/>
          </p:nvPr>
        </p:nvSpPr>
        <p:spPr>
          <a:xfrm>
            <a:off x="2401274" y="1150626"/>
            <a:ext cx="2859464" cy="5679127"/>
          </a:xfrm>
        </p:spPr>
        <p:txBody>
          <a:bodyPr/>
          <a:lstStyle>
            <a:lvl1pPr>
              <a:defRPr sz="1956"/>
            </a:lvl1pPr>
            <a:lvl2pPr>
              <a:defRPr sz="1712"/>
            </a:lvl2pPr>
            <a:lvl3pPr>
              <a:defRPr sz="1467"/>
            </a:lvl3pPr>
            <a:lvl4pPr>
              <a:defRPr sz="1223"/>
            </a:lvl4pPr>
            <a:lvl5pPr>
              <a:defRPr sz="1223"/>
            </a:lvl5pPr>
            <a:lvl6pPr>
              <a:defRPr sz="1223"/>
            </a:lvl6pPr>
            <a:lvl7pPr>
              <a:defRPr sz="1223"/>
            </a:lvl7pPr>
            <a:lvl8pPr>
              <a:defRPr sz="1223"/>
            </a:lvl8pPr>
            <a:lvl9pPr>
              <a:defRPr sz="12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78"/>
            </a:lvl1pPr>
            <a:lvl2pPr marL="279435" indent="0">
              <a:buNone/>
              <a:defRPr sz="856"/>
            </a:lvl2pPr>
            <a:lvl3pPr marL="558870" indent="0">
              <a:buNone/>
              <a:defRPr sz="734"/>
            </a:lvl3pPr>
            <a:lvl4pPr marL="838305" indent="0">
              <a:buNone/>
              <a:defRPr sz="611"/>
            </a:lvl4pPr>
            <a:lvl5pPr marL="1117740" indent="0">
              <a:buNone/>
              <a:defRPr sz="611"/>
            </a:lvl5pPr>
            <a:lvl6pPr marL="1397174" indent="0">
              <a:buNone/>
              <a:defRPr sz="611"/>
            </a:lvl6pPr>
            <a:lvl7pPr marL="1676610" indent="0">
              <a:buNone/>
              <a:defRPr sz="611"/>
            </a:lvl7pPr>
            <a:lvl8pPr marL="1956045" indent="0">
              <a:buNone/>
              <a:defRPr sz="611"/>
            </a:lvl8pPr>
            <a:lvl9pPr marL="2235479" indent="0">
              <a:buNone/>
              <a:defRPr sz="611"/>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8451133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667"/>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67">
                <a:solidFill>
                  <a:schemeClr val="tx1">
                    <a:tint val="82000"/>
                  </a:schemeClr>
                </a:solidFill>
              </a:defRPr>
            </a:lvl1pPr>
            <a:lvl2pPr marL="279435" indent="0">
              <a:buNone/>
              <a:defRPr sz="1223">
                <a:solidFill>
                  <a:schemeClr val="tx1">
                    <a:tint val="82000"/>
                  </a:schemeClr>
                </a:solidFill>
              </a:defRPr>
            </a:lvl2pPr>
            <a:lvl3pPr marL="558870" indent="0">
              <a:buNone/>
              <a:defRPr sz="1100">
                <a:solidFill>
                  <a:schemeClr val="tx1">
                    <a:tint val="82000"/>
                  </a:schemeClr>
                </a:solidFill>
              </a:defRPr>
            </a:lvl3pPr>
            <a:lvl4pPr marL="838305" indent="0">
              <a:buNone/>
              <a:defRPr sz="978">
                <a:solidFill>
                  <a:schemeClr val="tx1">
                    <a:tint val="82000"/>
                  </a:schemeClr>
                </a:solidFill>
              </a:defRPr>
            </a:lvl4pPr>
            <a:lvl5pPr marL="1117740" indent="0">
              <a:buNone/>
              <a:defRPr sz="978">
                <a:solidFill>
                  <a:schemeClr val="tx1">
                    <a:tint val="82000"/>
                  </a:schemeClr>
                </a:solidFill>
              </a:defRPr>
            </a:lvl5pPr>
            <a:lvl6pPr marL="1397174" indent="0">
              <a:buNone/>
              <a:defRPr sz="978">
                <a:solidFill>
                  <a:schemeClr val="tx1">
                    <a:tint val="82000"/>
                  </a:schemeClr>
                </a:solidFill>
              </a:defRPr>
            </a:lvl6pPr>
            <a:lvl7pPr marL="1676610" indent="0">
              <a:buNone/>
              <a:defRPr sz="978">
                <a:solidFill>
                  <a:schemeClr val="tx1">
                    <a:tint val="82000"/>
                  </a:schemeClr>
                </a:solidFill>
              </a:defRPr>
            </a:lvl7pPr>
            <a:lvl8pPr marL="1956045" indent="0">
              <a:buNone/>
              <a:defRPr sz="978">
                <a:solidFill>
                  <a:schemeClr val="tx1">
                    <a:tint val="82000"/>
                  </a:schemeClr>
                </a:solidFill>
              </a:defRPr>
            </a:lvl8pPr>
            <a:lvl9pPr marL="2235479" indent="0">
              <a:buNone/>
              <a:defRPr sz="97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5112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1536002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932589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9063567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3"/>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3"/>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630778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3"/>
            <a:ext cx="2389506" cy="960086"/>
          </a:xfrm>
        </p:spPr>
        <p:txBody>
          <a:bodyPr anchor="b"/>
          <a:lstStyle>
            <a:lvl1pPr marL="0" indent="0">
              <a:buNone/>
              <a:defRPr sz="1467" b="1"/>
            </a:lvl1pPr>
            <a:lvl2pPr marL="279435" indent="0">
              <a:buNone/>
              <a:defRPr sz="1223" b="1"/>
            </a:lvl2pPr>
            <a:lvl3pPr marL="558870" indent="0">
              <a:buNone/>
              <a:defRPr sz="1100" b="1"/>
            </a:lvl3pPr>
            <a:lvl4pPr marL="838305" indent="0">
              <a:buNone/>
              <a:defRPr sz="978" b="1"/>
            </a:lvl4pPr>
            <a:lvl5pPr marL="1117740" indent="0">
              <a:buNone/>
              <a:defRPr sz="978" b="1"/>
            </a:lvl5pPr>
            <a:lvl6pPr marL="1397174" indent="0">
              <a:buNone/>
              <a:defRPr sz="978" b="1"/>
            </a:lvl6pPr>
            <a:lvl7pPr marL="1676610" indent="0">
              <a:buNone/>
              <a:defRPr sz="978" b="1"/>
            </a:lvl7pPr>
            <a:lvl8pPr marL="1956045" indent="0">
              <a:buNone/>
              <a:defRPr sz="978" b="1"/>
            </a:lvl8pPr>
            <a:lvl9pPr marL="2235479" indent="0">
              <a:buNone/>
              <a:defRPr sz="978" b="1"/>
            </a:lvl9pPr>
          </a:lstStyle>
          <a:p>
            <a:pPr lvl="0"/>
            <a:r>
              <a:rPr lang="en-US"/>
              <a:t>Click to edit Master text styles</a:t>
            </a:r>
          </a:p>
        </p:txBody>
      </p:sp>
      <p:sp>
        <p:nvSpPr>
          <p:cNvPr id="4" name="Content Placeholder 3"/>
          <p:cNvSpPr>
            <a:spLocks noGrp="1"/>
          </p:cNvSpPr>
          <p:nvPr>
            <p:ph sz="half" idx="2"/>
          </p:nvPr>
        </p:nvSpPr>
        <p:spPr>
          <a:xfrm>
            <a:off x="389058" y="2919109"/>
            <a:ext cx="2389506" cy="429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3"/>
            <a:ext cx="2401273" cy="960086"/>
          </a:xfrm>
        </p:spPr>
        <p:txBody>
          <a:bodyPr anchor="b"/>
          <a:lstStyle>
            <a:lvl1pPr marL="0" indent="0">
              <a:buNone/>
              <a:defRPr sz="1467" b="1"/>
            </a:lvl1pPr>
            <a:lvl2pPr marL="279435" indent="0">
              <a:buNone/>
              <a:defRPr sz="1223" b="1"/>
            </a:lvl2pPr>
            <a:lvl3pPr marL="558870" indent="0">
              <a:buNone/>
              <a:defRPr sz="1100" b="1"/>
            </a:lvl3pPr>
            <a:lvl4pPr marL="838305" indent="0">
              <a:buNone/>
              <a:defRPr sz="978" b="1"/>
            </a:lvl4pPr>
            <a:lvl5pPr marL="1117740" indent="0">
              <a:buNone/>
              <a:defRPr sz="978" b="1"/>
            </a:lvl5pPr>
            <a:lvl6pPr marL="1397174" indent="0">
              <a:buNone/>
              <a:defRPr sz="978" b="1"/>
            </a:lvl6pPr>
            <a:lvl7pPr marL="1676610" indent="0">
              <a:buNone/>
              <a:defRPr sz="978" b="1"/>
            </a:lvl7pPr>
            <a:lvl8pPr marL="1956045" indent="0">
              <a:buNone/>
              <a:defRPr sz="978" b="1"/>
            </a:lvl8pPr>
            <a:lvl9pPr marL="2235479" indent="0">
              <a:buNone/>
              <a:defRPr sz="978" b="1"/>
            </a:lvl9pPr>
          </a:lstStyle>
          <a:p>
            <a:pPr lvl="0"/>
            <a:r>
              <a:rPr lang="en-US"/>
              <a:t>Click to edit Master text styles</a:t>
            </a:r>
          </a:p>
        </p:txBody>
      </p:sp>
      <p:sp>
        <p:nvSpPr>
          <p:cNvPr id="6" name="Content Placeholder 5"/>
          <p:cNvSpPr>
            <a:spLocks noGrp="1"/>
          </p:cNvSpPr>
          <p:nvPr>
            <p:ph sz="quarter" idx="4"/>
          </p:nvPr>
        </p:nvSpPr>
        <p:spPr>
          <a:xfrm>
            <a:off x="2859466" y="2919109"/>
            <a:ext cx="2401273" cy="429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569259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6505868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0688394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5"/>
            <a:ext cx="1821732" cy="1864677"/>
          </a:xfrm>
        </p:spPr>
        <p:txBody>
          <a:bodyPr anchor="b"/>
          <a:lstStyle>
            <a:lvl1pPr>
              <a:defRPr sz="1956"/>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6"/>
            <a:ext cx="2859464" cy="5679127"/>
          </a:xfrm>
        </p:spPr>
        <p:txBody>
          <a:bodyPr anchor="t"/>
          <a:lstStyle>
            <a:lvl1pPr marL="0" indent="0">
              <a:buNone/>
              <a:defRPr sz="1956"/>
            </a:lvl1pPr>
            <a:lvl2pPr marL="279435" indent="0">
              <a:buNone/>
              <a:defRPr sz="1712"/>
            </a:lvl2pPr>
            <a:lvl3pPr marL="558870" indent="0">
              <a:buNone/>
              <a:defRPr sz="1467"/>
            </a:lvl3pPr>
            <a:lvl4pPr marL="838305" indent="0">
              <a:buNone/>
              <a:defRPr sz="1223"/>
            </a:lvl4pPr>
            <a:lvl5pPr marL="1117740" indent="0">
              <a:buNone/>
              <a:defRPr sz="1223"/>
            </a:lvl5pPr>
            <a:lvl6pPr marL="1397174" indent="0">
              <a:buNone/>
              <a:defRPr sz="1223"/>
            </a:lvl6pPr>
            <a:lvl7pPr marL="1676610" indent="0">
              <a:buNone/>
              <a:defRPr sz="1223"/>
            </a:lvl7pPr>
            <a:lvl8pPr marL="1956045" indent="0">
              <a:buNone/>
              <a:defRPr sz="1223"/>
            </a:lvl8pPr>
            <a:lvl9pPr marL="2235479" indent="0">
              <a:buNone/>
              <a:defRPr sz="1223"/>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78"/>
            </a:lvl1pPr>
            <a:lvl2pPr marL="279435" indent="0">
              <a:buNone/>
              <a:defRPr sz="856"/>
            </a:lvl2pPr>
            <a:lvl3pPr marL="558870" indent="0">
              <a:buNone/>
              <a:defRPr sz="734"/>
            </a:lvl3pPr>
            <a:lvl4pPr marL="838305" indent="0">
              <a:buNone/>
              <a:defRPr sz="611"/>
            </a:lvl4pPr>
            <a:lvl5pPr marL="1117740" indent="0">
              <a:buNone/>
              <a:defRPr sz="611"/>
            </a:lvl5pPr>
            <a:lvl6pPr marL="1397174" indent="0">
              <a:buNone/>
              <a:defRPr sz="611"/>
            </a:lvl6pPr>
            <a:lvl7pPr marL="1676610" indent="0">
              <a:buNone/>
              <a:defRPr sz="611"/>
            </a:lvl7pPr>
            <a:lvl8pPr marL="1956045" indent="0">
              <a:buNone/>
              <a:defRPr sz="611"/>
            </a:lvl8pPr>
            <a:lvl9pPr marL="2235479" indent="0">
              <a:buNone/>
              <a:defRPr sz="611"/>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1831546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863" y="1307866"/>
            <a:ext cx="4803775" cy="2782217"/>
          </a:xfrm>
        </p:spPr>
        <p:txBody>
          <a:bodyPr anchor="b"/>
          <a:lstStyle>
            <a:lvl1pPr algn="ctr">
              <a:defRPr sz="3708"/>
            </a:lvl1pPr>
          </a:lstStyle>
          <a:p>
            <a:r>
              <a:rPr lang="en-US"/>
              <a:t>Click to edit Master title style</a:t>
            </a:r>
          </a:p>
        </p:txBody>
      </p:sp>
      <p:sp>
        <p:nvSpPr>
          <p:cNvPr id="3" name="Subtitle 2"/>
          <p:cNvSpPr>
            <a:spLocks noGrp="1"/>
          </p:cNvSpPr>
          <p:nvPr>
            <p:ph type="subTitle" idx="1"/>
          </p:nvPr>
        </p:nvSpPr>
        <p:spPr>
          <a:xfrm>
            <a:off x="706438" y="4197375"/>
            <a:ext cx="4238625" cy="1929423"/>
          </a:xfrm>
        </p:spPr>
        <p:txBody>
          <a:bodyPr/>
          <a:lstStyle>
            <a:lvl1pPr marL="0" indent="0" algn="ctr">
              <a:buNone/>
              <a:defRPr sz="1483"/>
            </a:lvl1pPr>
            <a:lvl2pPr marL="282566" indent="0" algn="ctr">
              <a:buNone/>
              <a:defRPr sz="1236"/>
            </a:lvl2pPr>
            <a:lvl3pPr marL="565131" indent="0" algn="ctr">
              <a:buNone/>
              <a:defRPr sz="1112"/>
            </a:lvl3pPr>
            <a:lvl4pPr marL="847697" indent="0" algn="ctr">
              <a:buNone/>
              <a:defRPr sz="989"/>
            </a:lvl4pPr>
            <a:lvl5pPr marL="1130262" indent="0" algn="ctr">
              <a:buNone/>
              <a:defRPr sz="989"/>
            </a:lvl5pPr>
            <a:lvl6pPr marL="1412828" indent="0" algn="ctr">
              <a:buNone/>
              <a:defRPr sz="989"/>
            </a:lvl6pPr>
            <a:lvl7pPr marL="1695394" indent="0" algn="ctr">
              <a:buNone/>
              <a:defRPr sz="989"/>
            </a:lvl7pPr>
            <a:lvl8pPr marL="1977959" indent="0" algn="ctr">
              <a:buNone/>
              <a:defRPr sz="989"/>
            </a:lvl8pPr>
            <a:lvl9pPr marL="2260525" indent="0" algn="ctr">
              <a:buNone/>
              <a:defRPr sz="989"/>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9696842"/>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293" y="1312543"/>
            <a:ext cx="4819977" cy="2792165"/>
          </a:xfrm>
        </p:spPr>
        <p:txBody>
          <a:bodyPr anchor="b"/>
          <a:lstStyle>
            <a:lvl1pPr algn="ctr">
              <a:defRPr sz="3721"/>
            </a:lvl1pPr>
          </a:lstStyle>
          <a:p>
            <a:r>
              <a:rPr lang="en-US"/>
              <a:t>Click to edit Master title style</a:t>
            </a:r>
          </a:p>
        </p:txBody>
      </p:sp>
      <p:sp>
        <p:nvSpPr>
          <p:cNvPr id="3" name="Subtitle 2"/>
          <p:cNvSpPr>
            <a:spLocks noGrp="1"/>
          </p:cNvSpPr>
          <p:nvPr>
            <p:ph type="subTitle" idx="1"/>
          </p:nvPr>
        </p:nvSpPr>
        <p:spPr>
          <a:xfrm>
            <a:off x="708821" y="4212384"/>
            <a:ext cx="4252921" cy="1936322"/>
          </a:xfrm>
        </p:spPr>
        <p:txBody>
          <a:bodyPr/>
          <a:lstStyle>
            <a:lvl1pPr marL="0" indent="0" algn="ctr">
              <a:buNone/>
              <a:defRPr sz="1488"/>
            </a:lvl1pPr>
            <a:lvl2pPr marL="283527" indent="0" algn="ctr">
              <a:buNone/>
              <a:defRPr sz="1240"/>
            </a:lvl2pPr>
            <a:lvl3pPr marL="567052" indent="0" algn="ctr">
              <a:buNone/>
              <a:defRPr sz="1116"/>
            </a:lvl3pPr>
            <a:lvl4pPr marL="850579" indent="0" algn="ctr">
              <a:buNone/>
              <a:defRPr sz="992"/>
            </a:lvl4pPr>
            <a:lvl5pPr marL="1134105" indent="0" algn="ctr">
              <a:buNone/>
              <a:defRPr sz="992"/>
            </a:lvl5pPr>
            <a:lvl6pPr marL="1417632" indent="0" algn="ctr">
              <a:buNone/>
              <a:defRPr sz="992"/>
            </a:lvl6pPr>
            <a:lvl7pPr marL="1701158" indent="0" algn="ctr">
              <a:buNone/>
              <a:defRPr sz="992"/>
            </a:lvl7pPr>
            <a:lvl8pPr marL="1984684" indent="0" algn="ctr">
              <a:buNone/>
              <a:defRPr sz="992"/>
            </a:lvl8pPr>
            <a:lvl9pPr marL="2268211"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846957030"/>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14.xml"/><Relationship Id="rId7" Type="http://schemas.openxmlformats.org/officeDocument/2006/relationships/slideLayout" Target="../slideLayouts/slideLayout15.xml"/><Relationship Id="rId12"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18.xml"/><Relationship Id="rId5" Type="http://schemas.openxmlformats.org/officeDocument/2006/relationships/slideLayout" Target="../slideLayouts/slideLayout19.xml"/><Relationship Id="rId10" Type="http://schemas.openxmlformats.org/officeDocument/2006/relationships/slideLayout" Target="../slideLayouts/slideLayout20.xml"/><Relationship Id="rId4" Type="http://schemas.openxmlformats.org/officeDocument/2006/relationships/slideLayout" Target="../slideLayouts/slideLayout21.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2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2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8.xml"/><Relationship Id="rId1" Type="http://schemas.openxmlformats.org/officeDocument/2006/relationships/slideLayout" Target="../slideLayouts/slideLayout26.xml"/><Relationship Id="rId5" Type="http://schemas.openxmlformats.org/officeDocument/2006/relationships/theme" Target="../theme/theme7.xml"/><Relationship Id="rId4" Type="http://schemas.openxmlformats.org/officeDocument/2006/relationships/slideLayout" Target="../slideLayouts/slideLayout29.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slideLayout" Target="../slideLayouts/slideLayout32.xml"/><Relationship Id="rId1" Type="http://schemas.openxmlformats.org/officeDocument/2006/relationships/slideLayout" Target="../slideLayouts/slideLayout30.xml"/><Relationship Id="rId5" Type="http://schemas.openxmlformats.org/officeDocument/2006/relationships/theme" Target="../theme/theme8.xml"/><Relationship Id="rId4"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5"/>
            <a:ext cx="1270873" cy="425472"/>
          </a:xfrm>
          <a:prstGeom prst="rect">
            <a:avLst/>
          </a:prstGeom>
        </p:spPr>
        <p:txBody>
          <a:bodyPr vert="horz" lIns="91440" tIns="45720" rIns="91440" bIns="45720" rtlCol="0" anchor="ctr"/>
          <a:lstStyle>
            <a:lvl1pPr algn="l">
              <a:defRPr sz="741">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5"/>
            <a:ext cx="1906310" cy="425472"/>
          </a:xfrm>
          <a:prstGeom prst="rect">
            <a:avLst/>
          </a:prstGeom>
        </p:spPr>
        <p:txBody>
          <a:bodyPr vert="horz" lIns="91440" tIns="45720" rIns="91440" bIns="45720" rtlCol="0" anchor="ctr"/>
          <a:lstStyle>
            <a:lvl1pPr algn="ctr">
              <a:defRPr sz="741">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5"/>
            <a:ext cx="1270873" cy="425472"/>
          </a:xfrm>
          <a:prstGeom prst="rect">
            <a:avLst/>
          </a:prstGeom>
        </p:spPr>
        <p:txBody>
          <a:bodyPr vert="horz" lIns="91440" tIns="45720" rIns="91440" bIns="45720" rtlCol="0" anchor="ctr"/>
          <a:lstStyle>
            <a:lvl1pPr algn="r">
              <a:defRPr sz="741">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112264717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6"/>
            <a:ext cx="1270873" cy="425472"/>
          </a:xfrm>
          <a:prstGeom prst="rect">
            <a:avLst/>
          </a:prstGeom>
        </p:spPr>
        <p:txBody>
          <a:bodyPr vert="horz" lIns="91440" tIns="45720" rIns="91440" bIns="45720" rtlCol="0" anchor="ctr"/>
          <a:lstStyle>
            <a:lvl1pPr algn="l">
              <a:defRPr sz="734">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6"/>
            <a:ext cx="1906310" cy="425472"/>
          </a:xfrm>
          <a:prstGeom prst="rect">
            <a:avLst/>
          </a:prstGeom>
        </p:spPr>
        <p:txBody>
          <a:bodyPr vert="horz" lIns="91440" tIns="45720" rIns="91440" bIns="45720" rtlCol="0" anchor="ctr"/>
          <a:lstStyle>
            <a:lvl1pPr algn="ctr">
              <a:defRPr sz="73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6"/>
            <a:ext cx="1270873" cy="425472"/>
          </a:xfrm>
          <a:prstGeom prst="rect">
            <a:avLst/>
          </a:prstGeom>
        </p:spPr>
        <p:txBody>
          <a:bodyPr vert="horz" lIns="91440" tIns="45720" rIns="91440" bIns="45720" rtlCol="0" anchor="ctr"/>
          <a:lstStyle>
            <a:lvl1pPr algn="r">
              <a:defRPr sz="73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4225429862"/>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541" y="425474"/>
            <a:ext cx="4874419" cy="154464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8541" y="2127361"/>
            <a:ext cx="4874419"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8541" y="7406916"/>
            <a:ext cx="1271588" cy="425472"/>
          </a:xfrm>
          <a:prstGeom prst="rect">
            <a:avLst/>
          </a:prstGeom>
        </p:spPr>
        <p:txBody>
          <a:bodyPr vert="horz" lIns="91440" tIns="45720" rIns="91440" bIns="45720" rtlCol="0" anchor="ctr"/>
          <a:lstStyle>
            <a:lvl1pPr algn="l">
              <a:defRPr sz="742">
                <a:solidFill>
                  <a:schemeClr val="tx1">
                    <a:tint val="82000"/>
                  </a:schemeClr>
                </a:solidFill>
              </a:defRPr>
            </a:lvl1pPr>
          </a:lstStyle>
          <a:p>
            <a:fld id="{27475733-6F7F-4117-9D24-6C952A0F31DE}" type="datetimeFigureOut">
              <a:rPr lang="en-US" smtClean="0"/>
              <a:t>7/6/2026</a:t>
            </a:fld>
            <a:endParaRPr lang="en-US"/>
          </a:p>
        </p:txBody>
      </p:sp>
      <p:sp>
        <p:nvSpPr>
          <p:cNvPr id="5" name="Footer Placeholder 4"/>
          <p:cNvSpPr>
            <a:spLocks noGrp="1"/>
          </p:cNvSpPr>
          <p:nvPr>
            <p:ph type="ftr" sz="quarter" idx="3"/>
          </p:nvPr>
        </p:nvSpPr>
        <p:spPr>
          <a:xfrm>
            <a:off x="1872060" y="7406916"/>
            <a:ext cx="1907381" cy="425472"/>
          </a:xfrm>
          <a:prstGeom prst="rect">
            <a:avLst/>
          </a:prstGeom>
        </p:spPr>
        <p:txBody>
          <a:bodyPr vert="horz" lIns="91440" tIns="45720" rIns="91440" bIns="45720" rtlCol="0" anchor="ctr"/>
          <a:lstStyle>
            <a:lvl1pPr algn="ctr">
              <a:defRPr sz="742">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991372" y="7406916"/>
            <a:ext cx="1271588" cy="425472"/>
          </a:xfrm>
          <a:prstGeom prst="rect">
            <a:avLst/>
          </a:prstGeom>
        </p:spPr>
        <p:txBody>
          <a:bodyPr vert="horz" lIns="91440" tIns="45720" rIns="91440" bIns="45720" rtlCol="0" anchor="ctr"/>
          <a:lstStyle>
            <a:lvl1pPr algn="r">
              <a:defRPr sz="742">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3056430370"/>
      </p:ext>
    </p:extLst>
  </p:cSld>
  <p:clrMap bg1="lt1" tx1="dk1" bg2="lt2" tx2="dk2" accent1="accent1" accent2="accent2" accent3="accent3" accent4="accent4" accent5="accent5" accent6="accent6" hlink="hlink" folHlink="folHlink"/>
  <p:sldLayoutIdLst>
    <p:sldLayoutId id="2147483755" r:id="rId1"/>
  </p:sldLayoutIdLst>
  <p:txStyles>
    <p:titleStyle>
      <a:lvl1pPr algn="l" defTabSz="565131" rtl="0" eaLnBrk="1" latinLnBrk="0" hangingPunct="1">
        <a:lnSpc>
          <a:spcPct val="90000"/>
        </a:lnSpc>
        <a:spcBef>
          <a:spcPct val="0"/>
        </a:spcBef>
        <a:buNone/>
        <a:defRPr sz="2719" kern="1200">
          <a:solidFill>
            <a:schemeClr val="tx1"/>
          </a:solidFill>
          <a:latin typeface="+mj-lt"/>
          <a:ea typeface="+mj-ea"/>
          <a:cs typeface="+mj-cs"/>
        </a:defRPr>
      </a:lvl1pPr>
    </p:titleStyle>
    <p:bodyStyle>
      <a:lvl1pPr marL="141283" indent="-141283" algn="l" defTabSz="565131" rtl="0" eaLnBrk="1" latinLnBrk="0" hangingPunct="1">
        <a:lnSpc>
          <a:spcPct val="90000"/>
        </a:lnSpc>
        <a:spcBef>
          <a:spcPts val="618"/>
        </a:spcBef>
        <a:buFont typeface="Arial" panose="020B0604020202020204" pitchFamily="34" charset="0"/>
        <a:buChar char="•"/>
        <a:defRPr sz="1730" kern="1200">
          <a:solidFill>
            <a:schemeClr val="tx1"/>
          </a:solidFill>
          <a:latin typeface="+mn-lt"/>
          <a:ea typeface="+mn-ea"/>
          <a:cs typeface="+mn-cs"/>
        </a:defRPr>
      </a:lvl1pPr>
      <a:lvl2pPr marL="423848" indent="-141283" algn="l" defTabSz="565131" rtl="0" eaLnBrk="1" latinLnBrk="0" hangingPunct="1">
        <a:lnSpc>
          <a:spcPct val="90000"/>
        </a:lnSpc>
        <a:spcBef>
          <a:spcPts val="309"/>
        </a:spcBef>
        <a:buFont typeface="Arial" panose="020B0604020202020204" pitchFamily="34" charset="0"/>
        <a:buChar char="•"/>
        <a:defRPr sz="1483" kern="1200">
          <a:solidFill>
            <a:schemeClr val="tx1"/>
          </a:solidFill>
          <a:latin typeface="+mn-lt"/>
          <a:ea typeface="+mn-ea"/>
          <a:cs typeface="+mn-cs"/>
        </a:defRPr>
      </a:lvl2pPr>
      <a:lvl3pPr marL="706414" indent="-141283" algn="l" defTabSz="565131" rtl="0" eaLnBrk="1" latinLnBrk="0" hangingPunct="1">
        <a:lnSpc>
          <a:spcPct val="90000"/>
        </a:lnSpc>
        <a:spcBef>
          <a:spcPts val="309"/>
        </a:spcBef>
        <a:buFont typeface="Arial" panose="020B0604020202020204" pitchFamily="34" charset="0"/>
        <a:buChar char="•"/>
        <a:defRPr sz="1236" kern="1200">
          <a:solidFill>
            <a:schemeClr val="tx1"/>
          </a:solidFill>
          <a:latin typeface="+mn-lt"/>
          <a:ea typeface="+mn-ea"/>
          <a:cs typeface="+mn-cs"/>
        </a:defRPr>
      </a:lvl3pPr>
      <a:lvl4pPr marL="988980"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4pPr>
      <a:lvl5pPr marL="1271545"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5pPr>
      <a:lvl6pPr marL="1554111"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6pPr>
      <a:lvl7pPr marL="1836676"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7pPr>
      <a:lvl8pPr marL="2119242"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8pPr>
      <a:lvl9pPr marL="2401808"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9pPr>
    </p:bodyStyle>
    <p:otherStyle>
      <a:defPPr>
        <a:defRPr lang="en-US"/>
      </a:defPPr>
      <a:lvl1pPr marL="0" algn="l" defTabSz="565131" rtl="0" eaLnBrk="1" latinLnBrk="0" hangingPunct="1">
        <a:defRPr sz="1112" kern="1200">
          <a:solidFill>
            <a:schemeClr val="tx1"/>
          </a:solidFill>
          <a:latin typeface="+mn-lt"/>
          <a:ea typeface="+mn-ea"/>
          <a:cs typeface="+mn-cs"/>
        </a:defRPr>
      </a:lvl1pPr>
      <a:lvl2pPr marL="282566" algn="l" defTabSz="565131" rtl="0" eaLnBrk="1" latinLnBrk="0" hangingPunct="1">
        <a:defRPr sz="1112" kern="1200">
          <a:solidFill>
            <a:schemeClr val="tx1"/>
          </a:solidFill>
          <a:latin typeface="+mn-lt"/>
          <a:ea typeface="+mn-ea"/>
          <a:cs typeface="+mn-cs"/>
        </a:defRPr>
      </a:lvl2pPr>
      <a:lvl3pPr marL="565131" algn="l" defTabSz="565131" rtl="0" eaLnBrk="1" latinLnBrk="0" hangingPunct="1">
        <a:defRPr sz="1112" kern="1200">
          <a:solidFill>
            <a:schemeClr val="tx1"/>
          </a:solidFill>
          <a:latin typeface="+mn-lt"/>
          <a:ea typeface="+mn-ea"/>
          <a:cs typeface="+mn-cs"/>
        </a:defRPr>
      </a:lvl3pPr>
      <a:lvl4pPr marL="847697" algn="l" defTabSz="565131" rtl="0" eaLnBrk="1" latinLnBrk="0" hangingPunct="1">
        <a:defRPr sz="1112" kern="1200">
          <a:solidFill>
            <a:schemeClr val="tx1"/>
          </a:solidFill>
          <a:latin typeface="+mn-lt"/>
          <a:ea typeface="+mn-ea"/>
          <a:cs typeface="+mn-cs"/>
        </a:defRPr>
      </a:lvl4pPr>
      <a:lvl5pPr marL="1130262" algn="l" defTabSz="565131" rtl="0" eaLnBrk="1" latinLnBrk="0" hangingPunct="1">
        <a:defRPr sz="1112" kern="1200">
          <a:solidFill>
            <a:schemeClr val="tx1"/>
          </a:solidFill>
          <a:latin typeface="+mn-lt"/>
          <a:ea typeface="+mn-ea"/>
          <a:cs typeface="+mn-cs"/>
        </a:defRPr>
      </a:lvl5pPr>
      <a:lvl6pPr marL="1412828" algn="l" defTabSz="565131" rtl="0" eaLnBrk="1" latinLnBrk="0" hangingPunct="1">
        <a:defRPr sz="1112" kern="1200">
          <a:solidFill>
            <a:schemeClr val="tx1"/>
          </a:solidFill>
          <a:latin typeface="+mn-lt"/>
          <a:ea typeface="+mn-ea"/>
          <a:cs typeface="+mn-cs"/>
        </a:defRPr>
      </a:lvl6pPr>
      <a:lvl7pPr marL="1695394" algn="l" defTabSz="565131" rtl="0" eaLnBrk="1" latinLnBrk="0" hangingPunct="1">
        <a:defRPr sz="1112" kern="1200">
          <a:solidFill>
            <a:schemeClr val="tx1"/>
          </a:solidFill>
          <a:latin typeface="+mn-lt"/>
          <a:ea typeface="+mn-ea"/>
          <a:cs typeface="+mn-cs"/>
        </a:defRPr>
      </a:lvl7pPr>
      <a:lvl8pPr marL="1977959" algn="l" defTabSz="565131" rtl="0" eaLnBrk="1" latinLnBrk="0" hangingPunct="1">
        <a:defRPr sz="1112" kern="1200">
          <a:solidFill>
            <a:schemeClr val="tx1"/>
          </a:solidFill>
          <a:latin typeface="+mn-lt"/>
          <a:ea typeface="+mn-ea"/>
          <a:cs typeface="+mn-cs"/>
        </a:defRPr>
      </a:lvl8pPr>
      <a:lvl9pPr marL="2260525" algn="l" defTabSz="565131" rtl="0" eaLnBrk="1" latinLnBrk="0" hangingPunct="1">
        <a:defRPr sz="111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userDrawn="1">
          <p15:clr>
            <a:srgbClr val="F26B43"/>
          </p15:clr>
        </p15:guide>
        <p15:guide id="2" pos="238" userDrawn="1">
          <p15:clr>
            <a:srgbClr val="F26B43"/>
          </p15:clr>
        </p15:guide>
        <p15:guide id="3" pos="3322" userDrawn="1">
          <p15:clr>
            <a:srgbClr val="F26B43"/>
          </p15:clr>
        </p15:guide>
        <p15:guide id="4" orient="horz" pos="249" userDrawn="1">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852" y="426996"/>
            <a:ext cx="4890859"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852" y="2134968"/>
            <a:ext cx="4890859"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851" y="7433401"/>
            <a:ext cx="1275877" cy="426993"/>
          </a:xfrm>
          <a:prstGeom prst="rect">
            <a:avLst/>
          </a:prstGeom>
        </p:spPr>
        <p:txBody>
          <a:bodyPr vert="horz" lIns="91440" tIns="45720" rIns="91440" bIns="45720" rtlCol="0" anchor="ctr"/>
          <a:lstStyle>
            <a:lvl1pPr algn="l">
              <a:defRPr sz="745">
                <a:solidFill>
                  <a:schemeClr val="tx1">
                    <a:tint val="82000"/>
                  </a:schemeClr>
                </a:solidFill>
              </a:defRPr>
            </a:lvl1pPr>
          </a:lstStyle>
          <a:p>
            <a:fld id="{27475733-6F7F-4117-9D24-6C952A0F31DE}" type="datetimeFigureOut">
              <a:rPr lang="en-US" smtClean="0"/>
              <a:t>7/15/2026</a:t>
            </a:fld>
            <a:endParaRPr lang="en-US"/>
          </a:p>
        </p:txBody>
      </p:sp>
      <p:sp>
        <p:nvSpPr>
          <p:cNvPr id="5" name="Footer Placeholder 4"/>
          <p:cNvSpPr>
            <a:spLocks noGrp="1"/>
          </p:cNvSpPr>
          <p:nvPr>
            <p:ph type="ftr" sz="quarter" idx="3"/>
          </p:nvPr>
        </p:nvSpPr>
        <p:spPr>
          <a:xfrm>
            <a:off x="1878374" y="7433401"/>
            <a:ext cx="1913814" cy="426993"/>
          </a:xfrm>
          <a:prstGeom prst="rect">
            <a:avLst/>
          </a:prstGeom>
        </p:spPr>
        <p:txBody>
          <a:bodyPr vert="horz" lIns="91440" tIns="45720" rIns="91440" bIns="45720" rtlCol="0" anchor="ctr"/>
          <a:lstStyle>
            <a:lvl1pPr algn="ctr">
              <a:defRPr sz="745">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4833" y="7433401"/>
            <a:ext cx="1275877" cy="426993"/>
          </a:xfrm>
          <a:prstGeom prst="rect">
            <a:avLst/>
          </a:prstGeom>
        </p:spPr>
        <p:txBody>
          <a:bodyPr vert="horz" lIns="91440" tIns="45720" rIns="91440" bIns="45720" rtlCol="0" anchor="ctr"/>
          <a:lstStyle>
            <a:lvl1pPr algn="r">
              <a:defRPr sz="745">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1788318513"/>
      </p:ext>
    </p:extLst>
  </p:cSld>
  <p:clrMap bg1="lt1" tx1="dk1" bg2="lt2" tx2="dk2" accent1="accent1" accent2="accent2" accent3="accent3" accent4="accent4" accent5="accent5" accent6="accent6" hlink="hlink" folHlink="folHlink"/>
  <p:sldLayoutIdLst>
    <p:sldLayoutId id="2147483756" r:id="rId1"/>
  </p:sldLayoutIdLst>
  <p:txStyles>
    <p:titleStyle>
      <a:lvl1pPr algn="l" defTabSz="567052" rtl="0" eaLnBrk="1" latinLnBrk="0" hangingPunct="1">
        <a:lnSpc>
          <a:spcPct val="90000"/>
        </a:lnSpc>
        <a:spcBef>
          <a:spcPct val="0"/>
        </a:spcBef>
        <a:buNone/>
        <a:defRPr sz="2728" kern="1200">
          <a:solidFill>
            <a:schemeClr val="tx1"/>
          </a:solidFill>
          <a:latin typeface="+mj-lt"/>
          <a:ea typeface="+mj-ea"/>
          <a:cs typeface="+mj-cs"/>
        </a:defRPr>
      </a:lvl1pPr>
    </p:titleStyle>
    <p:bodyStyle>
      <a:lvl1pPr marL="141763" indent="-141763" algn="l" defTabSz="567052" rtl="0" eaLnBrk="1" latinLnBrk="0" hangingPunct="1">
        <a:lnSpc>
          <a:spcPct val="90000"/>
        </a:lnSpc>
        <a:spcBef>
          <a:spcPts val="620"/>
        </a:spcBef>
        <a:buFont typeface="Arial" panose="020B0604020202020204" pitchFamily="34" charset="0"/>
        <a:buChar char="•"/>
        <a:defRPr sz="1736" kern="1200">
          <a:solidFill>
            <a:schemeClr val="tx1"/>
          </a:solidFill>
          <a:latin typeface="+mn-lt"/>
          <a:ea typeface="+mn-ea"/>
          <a:cs typeface="+mn-cs"/>
        </a:defRPr>
      </a:lvl1pPr>
      <a:lvl2pPr marL="425289" indent="-141763" algn="l" defTabSz="567052"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816" indent="-141763" algn="l" defTabSz="567052"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2343"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868"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9395"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2921"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6447"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9974"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7052" rtl="0" eaLnBrk="1" latinLnBrk="0" hangingPunct="1">
        <a:defRPr sz="1116" kern="1200">
          <a:solidFill>
            <a:schemeClr val="tx1"/>
          </a:solidFill>
          <a:latin typeface="+mn-lt"/>
          <a:ea typeface="+mn-ea"/>
          <a:cs typeface="+mn-cs"/>
        </a:defRPr>
      </a:lvl1pPr>
      <a:lvl2pPr marL="283527" algn="l" defTabSz="567052" rtl="0" eaLnBrk="1" latinLnBrk="0" hangingPunct="1">
        <a:defRPr sz="1116" kern="1200">
          <a:solidFill>
            <a:schemeClr val="tx1"/>
          </a:solidFill>
          <a:latin typeface="+mn-lt"/>
          <a:ea typeface="+mn-ea"/>
          <a:cs typeface="+mn-cs"/>
        </a:defRPr>
      </a:lvl2pPr>
      <a:lvl3pPr marL="567052" algn="l" defTabSz="567052" rtl="0" eaLnBrk="1" latinLnBrk="0" hangingPunct="1">
        <a:defRPr sz="1116" kern="1200">
          <a:solidFill>
            <a:schemeClr val="tx1"/>
          </a:solidFill>
          <a:latin typeface="+mn-lt"/>
          <a:ea typeface="+mn-ea"/>
          <a:cs typeface="+mn-cs"/>
        </a:defRPr>
      </a:lvl3pPr>
      <a:lvl4pPr marL="850579" algn="l" defTabSz="567052" rtl="0" eaLnBrk="1" latinLnBrk="0" hangingPunct="1">
        <a:defRPr sz="1116" kern="1200">
          <a:solidFill>
            <a:schemeClr val="tx1"/>
          </a:solidFill>
          <a:latin typeface="+mn-lt"/>
          <a:ea typeface="+mn-ea"/>
          <a:cs typeface="+mn-cs"/>
        </a:defRPr>
      </a:lvl4pPr>
      <a:lvl5pPr marL="1134105" algn="l" defTabSz="567052" rtl="0" eaLnBrk="1" latinLnBrk="0" hangingPunct="1">
        <a:defRPr sz="1116" kern="1200">
          <a:solidFill>
            <a:schemeClr val="tx1"/>
          </a:solidFill>
          <a:latin typeface="+mn-lt"/>
          <a:ea typeface="+mn-ea"/>
          <a:cs typeface="+mn-cs"/>
        </a:defRPr>
      </a:lvl5pPr>
      <a:lvl6pPr marL="1417632" algn="l" defTabSz="567052" rtl="0" eaLnBrk="1" latinLnBrk="0" hangingPunct="1">
        <a:defRPr sz="1116" kern="1200">
          <a:solidFill>
            <a:schemeClr val="tx1"/>
          </a:solidFill>
          <a:latin typeface="+mn-lt"/>
          <a:ea typeface="+mn-ea"/>
          <a:cs typeface="+mn-cs"/>
        </a:defRPr>
      </a:lvl6pPr>
      <a:lvl7pPr marL="1701158" algn="l" defTabSz="567052" rtl="0" eaLnBrk="1" latinLnBrk="0" hangingPunct="1">
        <a:defRPr sz="1116" kern="1200">
          <a:solidFill>
            <a:schemeClr val="tx1"/>
          </a:solidFill>
          <a:latin typeface="+mn-lt"/>
          <a:ea typeface="+mn-ea"/>
          <a:cs typeface="+mn-cs"/>
        </a:defRPr>
      </a:lvl7pPr>
      <a:lvl8pPr marL="1984684" algn="l" defTabSz="567052" rtl="0" eaLnBrk="1" latinLnBrk="0" hangingPunct="1">
        <a:defRPr sz="1116" kern="1200">
          <a:solidFill>
            <a:schemeClr val="tx1"/>
          </a:solidFill>
          <a:latin typeface="+mn-lt"/>
          <a:ea typeface="+mn-ea"/>
          <a:cs typeface="+mn-cs"/>
        </a:defRPr>
      </a:lvl8pPr>
      <a:lvl9pPr marL="2268211" algn="l" defTabSz="567052" rtl="0" eaLnBrk="1" latinLnBrk="0" hangingPunct="1">
        <a:defRPr sz="111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1.png"/><Relationship Id="rId7" Type="http://schemas.openxmlformats.org/officeDocument/2006/relationships/image" Target="../media/image14.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3.sv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hyperlink" Target="https://support.microsoft.com/en-us/topic/standard-versus-priority-access-to-features-in-microsoft-365-copilot-chat-12c8d9f8-db32-4f99-8ebe-d8d85879137f" TargetMode="External"/><Relationship Id="rId2" Type="http://schemas.openxmlformats.org/officeDocument/2006/relationships/notesSlide" Target="../notesSlides/notesSlide4.xml"/><Relationship Id="rId1" Type="http://schemas.openxmlformats.org/officeDocument/2006/relationships/slideLayout" Target="../slideLayouts/slideLayout24.xml"/><Relationship Id="rId4" Type="http://schemas.openxmlformats.org/officeDocument/2006/relationships/hyperlink" Target="https://adoption.microsoft.com/en-us/copilot/frontier-program/"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0.xml"/><Relationship Id="rId4"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805"/>
            <a:ext cx="5648324" cy="7309597"/>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84" y="4323012"/>
            <a:ext cx="5656891" cy="3668089"/>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890400" y="5781853"/>
            <a:ext cx="2511529" cy="1901586"/>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2656" y="5781853"/>
            <a:ext cx="2511529" cy="1901586"/>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895463" y="3980827"/>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7720" y="3980827"/>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890400" y="2192159"/>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15391" y="2216582"/>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2656" y="2192159"/>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7649" y="2216582"/>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807"/>
            <a:ext cx="5648325" cy="1386114"/>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5943" y="-11814"/>
            <a:ext cx="4776665" cy="1478631"/>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69579" y="596380"/>
            <a:ext cx="3933796" cy="62651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65517">
              <a:spcBef>
                <a:spcPts val="0"/>
              </a:spcBef>
              <a:defRPr/>
            </a:pPr>
            <a:r>
              <a:rPr lang="en-US" sz="2036" spc="-23">
                <a:latin typeface="Segoe Sans Display Semibold" pitchFamily="2" charset="0"/>
                <a:cs typeface="Segoe Sans Display Semibold" pitchFamily="2" charset="0"/>
              </a:rPr>
              <a:t>Transform your business with   one AI solution – </a:t>
            </a:r>
            <a:r>
              <a:rPr lang="en-US" sz="2036" spc="-23">
                <a:solidFill>
                  <a:srgbClr val="C03BC4"/>
                </a:solidFill>
                <a:latin typeface="Segoe Sans Display Semibold" pitchFamily="2" charset="0"/>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4254" y="257792"/>
            <a:ext cx="794036" cy="166740"/>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3814" y="1285455"/>
            <a:ext cx="4394794" cy="70609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997">
                <a:solidFill>
                  <a:srgbClr val="000000">
                    <a:lumMod val="85000"/>
                    <a:lumOff val="15000"/>
                  </a:srgbClr>
                </a:solidFill>
                <a:latin typeface="Segoe UI" panose="020B0502040204020203" pitchFamily="34" charset="0"/>
                <a:cs typeface="Segoe UI" panose="020B0502040204020203" pitchFamily="34" charset="0"/>
              </a:rPr>
              <a:t>Move beyond the basics. Unlock even more power of AI at work with Copilot Business. Work with Work IQ to surface insights, power market research, and strengthen strategic planning—reasoning across your meetings, emails, and documents.</a:t>
            </a:r>
            <a:endParaRPr lang="en-US" sz="997">
              <a:solidFill>
                <a:srgbClr val="000000">
                  <a:lumMod val="85000"/>
                  <a:lumOff val="15000"/>
                </a:srgbClr>
              </a:solidFill>
              <a:latin typeface="Segoe UI"/>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3127" y="2237431"/>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All-in-1 AI productivity app</a:t>
            </a:r>
            <a:endParaRPr lang="en-US" sz="1018">
              <a:solidFill>
                <a:srgbClr val="FFFFFF"/>
              </a:solidFill>
              <a:latin typeface="Segoe UI"/>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47624" y="2237430"/>
            <a:ext cx="2336878"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Integrated into existing apps</a:t>
            </a:r>
            <a:endParaRPr lang="en-US" sz="1018">
              <a:solidFill>
                <a:srgbClr val="FFFFFF"/>
              </a:solidFill>
              <a:latin typeface="Segoe UI"/>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5330" y="6177568"/>
            <a:ext cx="2464423" cy="775707"/>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399968" y="7022452"/>
            <a:ext cx="2229979"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88454" y="7004451"/>
            <a:ext cx="2124435"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6520" y="5158285"/>
            <a:ext cx="2336878" cy="360740"/>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82231" y="4950916"/>
            <a:ext cx="2336878"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2179" y="2479469"/>
            <a:ext cx="2223613" cy="127534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124608" indent="-124608" defTabSz="332288">
              <a:lnSpc>
                <a:spcPct val="150000"/>
              </a:lnSpc>
              <a:buFont typeface="Arial" panose="020B0604020202020204" pitchFamily="34" charset="0"/>
              <a:buChar char="•"/>
              <a:defRPr/>
            </a:pPr>
            <a:r>
              <a:rPr lang="en-US" sz="872">
                <a:solidFill>
                  <a:srgbClr val="000000"/>
                </a:solidFill>
                <a:latin typeface="Segoe UI"/>
              </a:rPr>
              <a:t>Secure AI chat </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AI search enhanced by Work IQ</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Ecosystem of pre-built agents</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AI-generated multi-media</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Centralize content of various types</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03376" y="2601159"/>
            <a:ext cx="1081126" cy="1165960"/>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872">
                <a:solidFill>
                  <a:srgbClr val="000000"/>
                </a:solidFill>
                <a:latin typeface="Segoe UI"/>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26753" y="4330800"/>
            <a:ext cx="2459844" cy="603898"/>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13364" y="6096141"/>
            <a:ext cx="2461526" cy="824848"/>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55416" y="2444111"/>
            <a:ext cx="1275647" cy="1427764"/>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20454" y="4005988"/>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53846" y="4026837"/>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Agent platform</a:t>
            </a:r>
            <a:endParaRPr lang="en-US" sz="1018">
              <a:solidFill>
                <a:srgbClr val="FFFFFF"/>
              </a:solidFill>
              <a:latin typeface="Segoe UI"/>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7649" y="5807015"/>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3127" y="5827865"/>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Model choice</a:t>
            </a:r>
            <a:endParaRPr lang="en-US" sz="1018">
              <a:solidFill>
                <a:srgbClr val="FFFFFF"/>
              </a:solidFill>
              <a:latin typeface="Segoe UI"/>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15391" y="5807015"/>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47624" y="5827865"/>
            <a:ext cx="2336878"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Copilot </a:t>
            </a:r>
            <a:r>
              <a:rPr lang="en-US" sz="1018" b="1" err="1">
                <a:solidFill>
                  <a:srgbClr val="FFFFFF"/>
                </a:solidFill>
                <a:latin typeface="Segoe Sans Display" pitchFamily="2" charset="0"/>
                <a:cs typeface="Segoe Sans Display" pitchFamily="2" charset="0"/>
              </a:rPr>
              <a:t>Contro</a:t>
            </a:r>
            <a:r>
              <a:rPr lang="en-US" sz="1018" b="1">
                <a:solidFill>
                  <a:srgbClr val="FFFFFF"/>
                </a:solidFill>
                <a:latin typeface="Segoe Sans Display" pitchFamily="2" charset="0"/>
                <a:cs typeface="Segoe Sans Display" pitchFamily="2" charset="0"/>
              </a:rPr>
              <a:t>l system</a:t>
            </a:r>
            <a:endParaRPr lang="en-US" sz="1018">
              <a:solidFill>
                <a:srgbClr val="FFFFFF"/>
              </a:solidFill>
              <a:latin typeface="Segoe UI"/>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2178" y="2554686"/>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2178" y="2751774"/>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2178" y="2951941"/>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2178" y="3156909"/>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2178" y="3353770"/>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2178" y="3550691"/>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5610" y="4416600"/>
            <a:ext cx="1678975" cy="692963"/>
            <a:chOff x="740180" y="5452436"/>
            <a:chExt cx="2310360" cy="953554"/>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6"/>
              <a:ext cx="864342" cy="953554"/>
              <a:chOff x="939058" y="4083045"/>
              <a:chExt cx="2354831" cy="2597881"/>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9860" tIns="151888" rIns="189860" bIns="151888"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968183" fontAlgn="base">
                  <a:spcBef>
                    <a:spcPct val="0"/>
                  </a:spcBef>
                  <a:spcAft>
                    <a:spcPct val="0"/>
                  </a:spcAft>
                  <a:defRPr/>
                </a:pPr>
                <a:endParaRPr lang="en-US" sz="2076">
                  <a:noFill/>
                  <a:latin typeface="Segoe UI Variable Display Semib" pitchFamily="2" charset="0"/>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4" y="5979427"/>
                <a:ext cx="1487690" cy="70149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364" b="1">
                    <a:solidFill>
                      <a:srgbClr val="000000"/>
                    </a:solidFill>
                    <a:latin typeface="Segoe UI"/>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244409"/>
              <a:chOff x="2229303" y="5458784"/>
              <a:chExt cx="704397" cy="244409"/>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70" y="5481151"/>
                <a:ext cx="509544" cy="19573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244409"/>
              <a:chOff x="1713430" y="5767854"/>
              <a:chExt cx="741894" cy="244409"/>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195733"/>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244409"/>
              <a:chOff x="2303516" y="6076925"/>
              <a:chExt cx="629238" cy="244409"/>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19573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2711" y="4005988"/>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3127" y="4026837"/>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Powered by Work IQ</a:t>
            </a:r>
            <a:endParaRPr lang="en-US" sz="1018">
              <a:solidFill>
                <a:srgbClr val="FFFFFF"/>
              </a:solidFill>
              <a:latin typeface="Segoe UI"/>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13411" y="3958217"/>
            <a:ext cx="221503" cy="22150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451" tIns="33226" rIns="66451" bIns="33226"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4057" y="3266719"/>
            <a:ext cx="221503" cy="22150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451" tIns="33226" rIns="66451" bIns="33226"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3673" y="3397416"/>
            <a:ext cx="68214" cy="64966"/>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3471" y="2987292"/>
            <a:ext cx="84954" cy="76478"/>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1617" y="2600105"/>
            <a:ext cx="71424" cy="64094"/>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7743" y="3199135"/>
            <a:ext cx="81836" cy="7130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2008" y="2790862"/>
            <a:ext cx="70767" cy="74394"/>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6796" tIns="18690" rIns="106796" bIns="19936" rtlCol="0" anchor="ctr">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1654068" fontAlgn="base">
              <a:spcBef>
                <a:spcPts val="1309"/>
              </a:spcBef>
              <a:spcAft>
                <a:spcPts val="1309"/>
              </a:spcAft>
              <a:tabLst>
                <a:tab pos="2690028" algn="l"/>
              </a:tabLst>
              <a:defRPr/>
            </a:pPr>
            <a:endParaRPr lang="en-US" sz="100">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3672" y="3589692"/>
            <a:ext cx="64462" cy="64462"/>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64577">
              <a:defRPr/>
            </a:pPr>
            <a:endParaRPr lang="en-GB" sz="1453" b="1">
              <a:solidFill>
                <a:srgbClr val="FFFFFF"/>
              </a:solidFill>
              <a:latin typeface="Segoe Sans Display Semibold"/>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79016" y="2799048"/>
            <a:ext cx="37863" cy="4733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GB" sz="1309" kern="0">
              <a:solidFill>
                <a:srgbClr val="F4F3F5"/>
              </a:solidFill>
              <a:latin typeface="Segoe UI"/>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3509" y="3192925"/>
            <a:ext cx="37863" cy="4733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GB" sz="1309" kern="0">
              <a:solidFill>
                <a:srgbClr val="F4F3F5"/>
              </a:solidFill>
              <a:latin typeface="Segoe UI"/>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576" y="6"/>
            <a:ext cx="5647182" cy="7991474"/>
          </a:xfrm>
          <a:prstGeom prst="rect">
            <a:avLst/>
          </a:prstGeom>
        </p:spPr>
      </p:pic>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153"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16908"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63968"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576" y="-6495"/>
            <a:ext cx="5652707" cy="1385835"/>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576" y="-3447"/>
            <a:ext cx="5647182" cy="1385833"/>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576" y="-3448"/>
            <a:ext cx="5652707" cy="1385835"/>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ctrTitle"/>
          </p:nvPr>
        </p:nvSpPr>
        <p:spPr>
          <a:xfrm>
            <a:off x="280573" y="563896"/>
            <a:ext cx="4214824" cy="56552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365417">
              <a:spcBef>
                <a:spcPts val="0"/>
              </a:spcBef>
            </a:pPr>
            <a:r>
              <a:rPr lang="en-US" sz="2035" dirty="0">
                <a:solidFill>
                  <a:srgbClr val="C03BC4"/>
                </a:solidFill>
                <a:cs typeface="Segoe Sans Display Semilight" pitchFamily="2" charset="0"/>
              </a:rPr>
              <a:t>Microsoft Purview Suite </a:t>
            </a:r>
            <a:r>
              <a:rPr lang="en-US" sz="2035" dirty="0">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74568" y="1662672"/>
            <a:ext cx="3157627" cy="447324"/>
          </a:xfrm>
          <a:prstGeom prst="rect">
            <a:avLst/>
          </a:prstGeom>
          <a:noFill/>
        </p:spPr>
        <p:txBody>
          <a:bodyPr wrap="square" lIns="0" tIns="0" rIns="0" bIns="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64395">
              <a:spcAft>
                <a:spcPts val="1309"/>
              </a:spcAft>
              <a:defRPr/>
            </a:pPr>
            <a:r>
              <a:rPr lang="en-US" sz="1453">
                <a:solidFill>
                  <a:srgbClr val="000000"/>
                </a:solidFill>
                <a:latin typeface="Segoe Sans Display Semibold" pitchFamily="2" charset="0"/>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0404" y="2197159"/>
            <a:ext cx="3290136" cy="2334191"/>
          </a:xfrm>
          <a:prstGeom prst="rect">
            <a:avLst/>
          </a:prstGeom>
          <a:noFill/>
        </p:spPr>
        <p:txBody>
          <a:bodyPr wrap="square" lIns="0" tIns="0" rIns="0" bIns="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64395">
              <a:spcAft>
                <a:spcPts val="582"/>
              </a:spcAft>
              <a:defRPr/>
            </a:pPr>
            <a:r>
              <a:rPr lang="en-US" sz="997">
                <a:solidFill>
                  <a:srgbClr val="000000"/>
                </a:solidFill>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lang="en-US" sz="1594">
              <a:solidFill>
                <a:srgbClr val="000000"/>
              </a:solidFill>
              <a:latin typeface="Segoe UI"/>
              <a:ea typeface="+mn-lt"/>
              <a:cs typeface="Segoe UI"/>
            </a:endParaRPr>
          </a:p>
          <a:p>
            <a:pPr marL="132879" indent="-132879" defTabSz="332198">
              <a:spcBef>
                <a:spcPts val="437"/>
              </a:spcBef>
              <a:spcAft>
                <a:spcPts val="582"/>
              </a:spcAft>
              <a:buFont typeface="Arial" panose="020B0604020202020204" pitchFamily="34" charset="0"/>
              <a:buChar char="•"/>
              <a:defRPr/>
            </a:pPr>
            <a:r>
              <a:rPr lang="en-US" sz="997">
                <a:solidFill>
                  <a:srgbClr val="000000"/>
                </a:solidFill>
                <a:latin typeface="Segoe Sans Display"/>
                <a:cs typeface="Segoe Sans Display"/>
              </a:rPr>
              <a:t>Safeguard sensitive data across clouds, apps, and endpoints.</a:t>
            </a:r>
          </a:p>
          <a:p>
            <a:pPr marL="132879" indent="-132879" defTabSz="332198">
              <a:spcAft>
                <a:spcPts val="582"/>
              </a:spcAft>
              <a:buFont typeface="Arial" panose="020B0604020202020204" pitchFamily="34" charset="0"/>
              <a:buChar char="•"/>
              <a:defRPr/>
            </a:pPr>
            <a:r>
              <a:rPr lang="en-US" sz="997">
                <a:solidFill>
                  <a:srgbClr val="000000"/>
                </a:solidFill>
                <a:latin typeface="Segoe Sans Display"/>
                <a:cs typeface="Segoe Sans Display"/>
              </a:rPr>
              <a:t>Identify and remediate critical risks within your organization.</a:t>
            </a:r>
          </a:p>
          <a:p>
            <a:pPr marL="132879" indent="-132879" defTabSz="332198">
              <a:spcAft>
                <a:spcPts val="582"/>
              </a:spcAft>
              <a:buFont typeface="Arial" panose="020B0604020202020204" pitchFamily="34" charset="0"/>
              <a:buChar char="•"/>
              <a:defRPr/>
            </a:pPr>
            <a:r>
              <a:rPr lang="en-US" sz="997">
                <a:solidFill>
                  <a:srgbClr val="000000"/>
                </a:solidFill>
                <a:latin typeface="Segoe Sans Display"/>
                <a:cs typeface="Segoe Sans Display"/>
              </a:rPr>
              <a:t>Investigate and respond to legal requirements with relevant data.</a:t>
            </a:r>
          </a:p>
          <a:p>
            <a:pPr marL="132879" indent="-132879" defTabSz="332198">
              <a:spcAft>
                <a:spcPts val="582"/>
              </a:spcAft>
              <a:buFont typeface="Arial" panose="020B0604020202020204" pitchFamily="34" charset="0"/>
              <a:buChar char="•"/>
              <a:defRPr/>
            </a:pPr>
            <a:r>
              <a:rPr lang="en-US" sz="997">
                <a:solidFill>
                  <a:srgbClr val="000000"/>
                </a:solidFill>
                <a:latin typeface="Segoe UI"/>
                <a:ea typeface="+mn-lt"/>
                <a:cs typeface="Segoe UI"/>
              </a:rPr>
              <a:t>Built-in assessments and actions for 350+ regional regulations</a:t>
            </a:r>
            <a:endParaRPr lang="en-US" sz="1594">
              <a:solidFill>
                <a:srgbClr val="000000"/>
              </a:solidFill>
              <a:latin typeface="Segoe UI"/>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0625" y="2477599"/>
            <a:ext cx="244967" cy="5085222"/>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332198">
              <a:defRPr/>
            </a:pPr>
            <a:endParaRPr lang="en-IN" sz="1309">
              <a:solidFill>
                <a:srgbClr val="000000"/>
              </a:solidFill>
              <a:latin typeface="Segoe UI"/>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0049" y="4818509"/>
            <a:ext cx="4574680" cy="151092"/>
          </a:xfrm>
          <a:prstGeom prst="rect">
            <a:avLst/>
          </a:prstGeom>
          <a:solidFill>
            <a:srgbClr val="F2F0F0"/>
          </a:solidFill>
          <a:ln w="9525">
            <a:noFill/>
          </a:ln>
        </p:spPr>
        <p:txBody>
          <a:bodyPr vert="horz" wrap="square" lIns="66437" tIns="33220" rIns="66437" bIns="33220" rtlCol="0" anchor="ctr" anchorCtr="0">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70">
              <a:spcAft>
                <a:spcPct val="0"/>
              </a:spcAft>
              <a:defRPr/>
            </a:pPr>
            <a:r>
              <a:rPr lang="en-US" sz="1163" spc="0">
                <a:solidFill>
                  <a:srgbClr val="C03BC4"/>
                </a:solidFill>
                <a:latin typeface="Segoe UI Semibold"/>
                <a:ea typeface="+mj-lt"/>
                <a:cs typeface="Segoe UI Semibold"/>
              </a:rPr>
              <a:t>Unified solutions to secure and govern data for the era of AI</a:t>
            </a:r>
            <a:endParaRPr lang="en-US" sz="2616" spc="-36">
              <a:solidFill>
                <a:srgbClr val="C03BC4"/>
              </a:solidFill>
              <a:latin typeface="Segoe UI Semibold"/>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8808" y="5920009"/>
            <a:ext cx="1547063"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89467" y="5920009"/>
            <a:ext cx="1537883"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32720" y="5920008"/>
            <a:ext cx="1507119"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047" y="6328431"/>
            <a:ext cx="1362545"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Gain visibility into overshared content.</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Remediate excessive permissions.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097858" y="6328431"/>
            <a:ext cx="1510276"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Get alerts and reports of risky behavior and AI use.</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Protect sensitive files and Copilot interactions.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50717" y="6328432"/>
            <a:ext cx="1461625"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Inspect interaction content and audit logs. </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Investigate for compliance and ethical violations.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2768" y="5405402"/>
            <a:ext cx="352772" cy="352770"/>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61765" y="5405400"/>
            <a:ext cx="352772" cy="352770"/>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389758" y="5405400"/>
            <a:ext cx="352772" cy="352770"/>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055" y="1393149"/>
            <a:ext cx="5106225"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7212"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87468"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37726"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7346"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2101"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76857"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Graphic 1" descr="Microsoft Security">
            <a:extLst>
              <a:ext uri="{FF2B5EF4-FFF2-40B4-BE49-F238E27FC236}">
                <a16:creationId xmlns:a16="http://schemas.microsoft.com/office/drawing/2014/main" id="{08D1D08C-9739-150F-4781-21F9F1B6257A}"/>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4770" y="258552"/>
            <a:ext cx="793876" cy="166706"/>
          </a:xfrm>
          <a:prstGeom prst="rect">
            <a:avLst/>
          </a:prstGeom>
        </p:spPr>
      </p:pic>
      <p:grpSp>
        <p:nvGrpSpPr>
          <p:cNvPr id="4" name="Group 3">
            <a:extLst>
              <a:ext uri="{FF2B5EF4-FFF2-40B4-BE49-F238E27FC236}">
                <a16:creationId xmlns:a16="http://schemas.microsoft.com/office/drawing/2014/main" id="{16718F9F-D7F8-8AB5-49E0-F7F004721D21}"/>
              </a:ext>
            </a:extLst>
          </p:cNvPr>
          <p:cNvGrpSpPr/>
          <p:nvPr/>
        </p:nvGrpSpPr>
        <p:grpSpPr>
          <a:xfrm>
            <a:off x="278061" y="1699822"/>
            <a:ext cx="1634954" cy="2790485"/>
            <a:chOff x="271313" y="1691352"/>
            <a:chExt cx="1640799" cy="2800463"/>
          </a:xfrm>
        </p:grpSpPr>
        <p:sp>
          <p:nvSpPr>
            <p:cNvPr id="6" name="Rectangle: Rounded Corners 5">
              <a:extLst>
                <a:ext uri="{FF2B5EF4-FFF2-40B4-BE49-F238E27FC236}">
                  <a16:creationId xmlns:a16="http://schemas.microsoft.com/office/drawing/2014/main" id="{1F261787-A532-6E06-5DBB-DC560E196235}"/>
                </a:ext>
              </a:extLst>
            </p:cNvPr>
            <p:cNvSpPr/>
            <p:nvPr/>
          </p:nvSpPr>
          <p:spPr bwMode="auto">
            <a:xfrm>
              <a:off x="271313" y="1691352"/>
              <a:ext cx="1640799" cy="280046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2D7F975A-EFFC-ED2A-C751-F90289DD4D12}"/>
                </a:ext>
              </a:extLst>
            </p:cNvPr>
            <p:cNvSpPr/>
            <p:nvPr/>
          </p:nvSpPr>
          <p:spPr bwMode="auto">
            <a:xfrm>
              <a:off x="438251" y="3361462"/>
              <a:ext cx="1300096" cy="580775"/>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grpSp>
          <p:nvGrpSpPr>
            <p:cNvPr id="8" name="Group 7">
              <a:extLst>
                <a:ext uri="{FF2B5EF4-FFF2-40B4-BE49-F238E27FC236}">
                  <a16:creationId xmlns:a16="http://schemas.microsoft.com/office/drawing/2014/main" id="{B5803776-5E8B-2132-6273-96CF7F5813DA}"/>
                </a:ext>
              </a:extLst>
            </p:cNvPr>
            <p:cNvGrpSpPr/>
            <p:nvPr/>
          </p:nvGrpSpPr>
          <p:grpSpPr>
            <a:xfrm>
              <a:off x="513820" y="3456630"/>
              <a:ext cx="1177379" cy="390472"/>
              <a:chOff x="45932" y="4239805"/>
              <a:chExt cx="1614691" cy="535504"/>
            </a:xfrm>
          </p:grpSpPr>
          <p:pic>
            <p:nvPicPr>
              <p:cNvPr id="10" name="Picture 9">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932" y="4239805"/>
                <a:ext cx="529765" cy="535504"/>
              </a:xfrm>
              <a:prstGeom prst="rect">
                <a:avLst/>
              </a:prstGeom>
            </p:spPr>
          </p:pic>
          <p:pic>
            <p:nvPicPr>
              <p:cNvPr id="11"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7"/>
                  </a:ext>
                </a:extLst>
              </a:blip>
              <a:srcRect l="1020" r="1020"/>
              <a:stretch/>
            </p:blipFill>
            <p:spPr>
              <a:xfrm>
                <a:off x="1155319" y="4270005"/>
                <a:ext cx="505304" cy="505304"/>
              </a:xfrm>
              <a:prstGeom prst="rect">
                <a:avLst/>
              </a:prstGeom>
            </p:spPr>
          </p:pic>
          <p:grpSp>
            <p:nvGrpSpPr>
              <p:cNvPr id="12" name="Group 11">
                <a:extLst>
                  <a:ext uri="{FF2B5EF4-FFF2-40B4-BE49-F238E27FC236}">
                    <a16:creationId xmlns:a16="http://schemas.microsoft.com/office/drawing/2014/main" id="{F1199295-2F99-24A2-64CB-B2F820A1503C}"/>
                  </a:ext>
                </a:extLst>
              </p:cNvPr>
              <p:cNvGrpSpPr/>
              <p:nvPr/>
            </p:nvGrpSpPr>
            <p:grpSpPr>
              <a:xfrm>
                <a:off x="705488" y="4347537"/>
                <a:ext cx="320040" cy="320040"/>
                <a:chOff x="638372" y="546647"/>
                <a:chExt cx="479596" cy="479596"/>
              </a:xfrm>
            </p:grpSpPr>
            <p:sp>
              <p:nvSpPr>
                <p:cNvPr id="16" name="Oval 15">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638372" y="546647"/>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horz" wrap="square" lIns="52313" tIns="26157" rIns="52313" bIns="26157" numCol="1" spcCol="0" rtlCol="0" fromWordArt="0" anchor="ctr"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95" fontAlgn="base">
                    <a:spcBef>
                      <a:spcPct val="0"/>
                    </a:spcBef>
                    <a:spcAft>
                      <a:spcPct val="0"/>
                    </a:spcAft>
                    <a:defRPr/>
                  </a:pPr>
                  <a:endParaRPr lang="en-US" sz="1309" b="1">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pic>
              <p:nvPicPr>
                <p:cNvPr id="18"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9091" y="657366"/>
                  <a:ext cx="258158" cy="258158"/>
                </a:xfrm>
                <a:prstGeom prst="rect">
                  <a:avLst/>
                </a:prstGeom>
                <a:effectLst>
                  <a:outerShdw blurRad="63500" dist="63500" dir="2700000" algn="ctr" rotWithShape="0">
                    <a:schemeClr val="bg1">
                      <a:alpha val="20000"/>
                    </a:schemeClr>
                  </a:outerShdw>
                </a:effectLst>
              </p:spPr>
            </p:pic>
          </p:grpSp>
        </p:grpSp>
        <p:sp>
          <p:nvSpPr>
            <p:cNvPr id="9" name="TextBox 4">
              <a:extLst>
                <a:ext uri="{FF2B5EF4-FFF2-40B4-BE49-F238E27FC236}">
                  <a16:creationId xmlns:a16="http://schemas.microsoft.com/office/drawing/2014/main" id="{40A7A011-A5B1-B465-6A3F-B4941EFA893C}"/>
                </a:ext>
              </a:extLst>
            </p:cNvPr>
            <p:cNvSpPr txBox="1"/>
            <p:nvPr/>
          </p:nvSpPr>
          <p:spPr>
            <a:xfrm>
              <a:off x="374982" y="2096831"/>
              <a:ext cx="1436982" cy="994732"/>
            </a:xfrm>
            <a:prstGeom prst="rect">
              <a:avLst/>
            </a:prstGeom>
            <a:noFill/>
          </p:spPr>
          <p:txBody>
            <a:bodyPr wrap="square" lIns="0" tIns="0" rIns="0" bIns="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70">
                <a:spcBef>
                  <a:spcPts val="872"/>
                </a:spcBef>
                <a:defRPr/>
              </a:pPr>
              <a:r>
                <a:rPr lang="en-US" sz="1309">
                  <a:solidFill>
                    <a:srgbClr val="FFFFFF"/>
                  </a:solidFill>
                  <a:latin typeface="Segoe UI Semibold"/>
                  <a:cs typeface="Segoe Sans Display" pitchFamily="2" charset="0"/>
                </a:rPr>
                <a:t>AI transformation is happening now.</a:t>
              </a:r>
            </a:p>
            <a:p>
              <a:pPr algn="ctr" defTabSz="664370">
                <a:spcBef>
                  <a:spcPts val="437"/>
                </a:spcBef>
                <a:defRPr/>
              </a:pPr>
              <a:r>
                <a:rPr lang="en-US" sz="1163">
                  <a:solidFill>
                    <a:srgbClr val="FFFFFF"/>
                  </a:solidFill>
                  <a:latin typeface="Segoe Sans Display" pitchFamily="2" charset="0"/>
                  <a:cs typeface="Segoe Sans Display" pitchFamily="2" charset="0"/>
                </a:rPr>
                <a:t>Secure and govern your data estate and get ready for AI</a:t>
              </a:r>
              <a:endParaRPr lang="en-US" sz="1743">
                <a:solidFill>
                  <a:srgbClr val="FFFFFF"/>
                </a:solidFill>
                <a:latin typeface="Segoe Sans Display" pitchFamily="2" charset="0"/>
                <a:cs typeface="Segoe Sans Display" pitchFamily="2" charset="0"/>
              </a:endParaRPr>
            </a:p>
          </p:txBody>
        </p:sp>
      </p:grpSp>
    </p:spTree>
    <p:extLst>
      <p:ext uri="{BB962C8B-B14F-4D97-AF65-F5344CB8AC3E}">
        <p14:creationId xmlns:p14="http://schemas.microsoft.com/office/powerpoint/2010/main" val="1630386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BF1399CD-3162-B2DA-435C-B49CEF45094A}"/>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EB28BAEA-CEDF-0CEE-7179-DF9A5FAE8773}"/>
              </a:ext>
            </a:extLst>
          </p:cNvPr>
          <p:cNvSpPr>
            <a:spLocks/>
          </p:cNvSpPr>
          <p:nvPr/>
        </p:nvSpPr>
        <p:spPr bwMode="auto">
          <a:xfrm>
            <a:off x="377825" y="939538"/>
            <a:ext cx="4895850" cy="6824396"/>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2875" tIns="106300" rIns="132875" bIns="106300" numCol="1" spcCol="0" rtlCol="0" fromWordArt="0" anchor="t" anchorCtr="0" forceAA="0" compatLnSpc="1">
            <a:prstTxWarp prst="textNoShape">
              <a:avLst/>
            </a:prstTxWarp>
            <a:noAutofit/>
          </a:bodyPr>
          <a:lstStyle/>
          <a:p>
            <a:pPr marL="0" marR="0" lvl="0" indent="0" algn="l" defTabSz="677511" rtl="0" eaLnBrk="1" fontAlgn="base" latinLnBrk="0" hangingPunct="1">
              <a:lnSpc>
                <a:spcPct val="100000"/>
              </a:lnSpc>
              <a:spcBef>
                <a:spcPct val="0"/>
              </a:spcBef>
              <a:spcAft>
                <a:spcPct val="0"/>
              </a:spcAft>
              <a:buClrTx/>
              <a:buSzTx/>
              <a:buFontTx/>
              <a:buNone/>
              <a:tabLst/>
              <a:defRPr/>
            </a:pPr>
            <a:endParaRPr kumimoji="0" lang="en-US" sz="145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50522077-2AD2-66AE-E10D-91B314AC3933}"/>
              </a:ext>
            </a:extLst>
          </p:cNvPr>
          <p:cNvSpPr/>
          <p:nvPr/>
        </p:nvSpPr>
        <p:spPr bwMode="auto">
          <a:xfrm flipH="1">
            <a:off x="377819" y="939537"/>
            <a:ext cx="4895851" cy="597006"/>
          </a:xfrm>
          <a:prstGeom prst="round2SameRect">
            <a:avLst>
              <a:gd name="adj1" fmla="val 16174"/>
              <a:gd name="adj2" fmla="val 0"/>
            </a:avLst>
          </a:prstGeom>
          <a:solidFill>
            <a:srgbClr val="8A226F"/>
          </a:solidFill>
          <a:effectLst/>
        </p:spPr>
        <p:txBody>
          <a:bodyPr vert="horz" wrap="square" lIns="0" tIns="0" rIns="0" bIns="0" rtlCol="0" anchor="ctr" anchorCtr="0">
            <a:normAutofit/>
          </a:bodyPr>
          <a:lstStyle/>
          <a:p>
            <a:pPr marL="0" marR="0" lvl="0" indent="0" algn="ctr" defTabSz="929384" rtl="0" eaLnBrk="1" fontAlgn="auto" latinLnBrk="0" hangingPunct="1">
              <a:lnSpc>
                <a:spcPct val="100000"/>
              </a:lnSpc>
              <a:spcBef>
                <a:spcPct val="20000"/>
              </a:spcBef>
              <a:spcAft>
                <a:spcPts val="0"/>
              </a:spcAft>
              <a:buClrTx/>
              <a:buSzPct val="90000"/>
              <a:buFontTx/>
              <a:buNone/>
              <a:tabLst/>
              <a:defRPr/>
            </a:pPr>
            <a:endParaRPr kumimoji="0" lang="en-US" sz="1196"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12" name="Table 0">
            <a:extLst>
              <a:ext uri="{FF2B5EF4-FFF2-40B4-BE49-F238E27FC236}">
                <a16:creationId xmlns:a16="http://schemas.microsoft.com/office/drawing/2014/main" id="{DF24B8CB-A1C4-AE17-DC93-B97FC5ECE448}"/>
              </a:ext>
            </a:extLst>
          </p:cNvPr>
          <p:cNvGraphicFramePr>
            <a:graphicFrameLocks noGrp="1"/>
          </p:cNvGraphicFramePr>
          <p:nvPr>
            <p:extLst>
              <p:ext uri="{D42A27DB-BD31-4B8C-83A1-F6EECF244321}">
                <p14:modId xmlns:p14="http://schemas.microsoft.com/office/powerpoint/2010/main" val="1216758860"/>
              </p:ext>
            </p:extLst>
          </p:nvPr>
        </p:nvGraphicFramePr>
        <p:xfrm>
          <a:off x="377826" y="939538"/>
          <a:ext cx="4895850" cy="6558728"/>
        </p:xfrm>
        <a:graphic>
          <a:graphicData uri="http://schemas.openxmlformats.org/drawingml/2006/table">
            <a:tbl>
              <a:tblPr firstRow="1" bandRow="1">
                <a:effectLst/>
                <a:tableStyleId>{2D5ABB26-0587-4C30-8999-92F81FD0307C}</a:tableStyleId>
              </a:tblPr>
              <a:tblGrid>
                <a:gridCol w="3639003">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47247">
                  <a:extLst>
                    <a:ext uri="{9D8B030D-6E8A-4147-A177-3AD203B41FA5}">
                      <a16:colId xmlns:a16="http://schemas.microsoft.com/office/drawing/2014/main" val="20002"/>
                    </a:ext>
                  </a:extLst>
                </a:gridCol>
              </a:tblGrid>
              <a:tr h="598750">
                <a:tc>
                  <a:txBody>
                    <a:bodyPr/>
                    <a:lstStyle/>
                    <a:p>
                      <a:pPr marL="0" indent="0">
                        <a:buNone/>
                      </a:pPr>
                      <a:r>
                        <a:rPr lang="en-US" sz="800" b="0" i="0" u="none" strike="noStrike" kern="1200" cap="none" spc="0" normalizeH="0" baseline="0" dirty="0">
                          <a:solidFill>
                            <a:schemeClr val="bg1">
                              <a:lumMod val="100000"/>
                            </a:schemeClr>
                          </a:solidFill>
                          <a:latin typeface="Segoe UI Semibold" panose="020B0702040204020203" pitchFamily="34" charset="0"/>
                          <a:ea typeface="Segoe UI Semibold" panose="020B0502040204020203" pitchFamily="34" charset="0"/>
                          <a:cs typeface="Segoe UI Semibold" panose="020B0702040204020203" pitchFamily="34" charset="0"/>
                        </a:rPr>
                        <a:t>Incremental data security and compliance capabilities for AI</a:t>
                      </a: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800" b="0" i="0" u="none" strike="noStrike" kern="1200" cap="none" spc="0" normalizeH="0" baseline="0">
                          <a:solidFill>
                            <a:schemeClr val="bg1">
                              <a:lumMod val="100000"/>
                            </a:schemeClr>
                          </a:solidFill>
                          <a:latin typeface="Segoe UI Semibold" panose="020B0702040204020203" pitchFamily="34" charset="0"/>
                          <a:ea typeface="Segoe UI Semibold" panose="020B0502040204020203" pitchFamily="34" charset="0"/>
                          <a:cs typeface="Segoe UI Semibold" panose="020B0702040204020203" pitchFamily="34" charset="0"/>
                        </a:rPr>
                        <a:t>Business Basic</a:t>
                      </a: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800" b="0" i="0" u="none" strike="noStrike" kern="1200" cap="none" spc="0" normalizeH="0" baseline="0">
                          <a:solidFill>
                            <a:schemeClr val="bg1">
                              <a:lumMod val="100000"/>
                            </a:schemeClr>
                          </a:solidFill>
                          <a:latin typeface="Segoe UI Semibold" panose="020B0702040204020203" pitchFamily="34" charset="0"/>
                          <a:ea typeface="Segoe UI Semibold" panose="020B0502040204020203" pitchFamily="34" charset="0"/>
                          <a:cs typeface="Segoe UI Semibold" panose="020B0702040204020203" pitchFamily="34" charset="0"/>
                        </a:rPr>
                        <a:t>Purview Suite for Business Premium</a:t>
                      </a: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6648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ClrTx/>
                        <a:buSzTx/>
                        <a:buFontTx/>
                        <a:buNone/>
                        <a:tabLst/>
                        <a:defRPr/>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Address oversharing concerns</a:t>
                      </a:r>
                    </a:p>
                  </a:txBody>
                  <a:tcPr marL="72000" marR="0" marT="0" marB="0" anchor="ct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p>
                      <a:pPr marL="0" indent="0" algn="l">
                        <a:buNone/>
                      </a:pPr>
                      <a:endParaRPr lang="en-US" sz="700"/>
                    </a:p>
                  </a:txBody>
                  <a:tcPr marL="72000" marR="0" marT="0" marB="0" anchor="ctr">
                    <a:lnR w="3810" cap="flat" cmpd="sng" algn="ctr">
                      <a:solidFill>
                        <a:srgbClr val="D5D8D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p>
                      <a:pPr marL="0" indent="0" algn="l">
                        <a:buNone/>
                      </a:pPr>
                      <a:endParaRPr lang="en-US" sz="700"/>
                    </a:p>
                  </a:txBody>
                  <a:tcPr marL="72000" marR="0" marT="0" marB="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extLst>
                  <a:ext uri="{0D108BD9-81ED-4DB2-BD59-A6C34878D82A}">
                    <a16:rowId xmlns:a16="http://schemas.microsoft.com/office/drawing/2014/main" val="10001"/>
                  </a:ext>
                </a:extLst>
              </a:tr>
              <a:tr h="216428">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Identify potentially overshared sites and files across all of Microsoft 365</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Sites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Sites and files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67949225"/>
                  </a:ext>
                </a:extLst>
              </a:tr>
              <a:tr h="122647">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Create oversharing assessments targeted to specific Microsoft 365 locations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21528">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Restrict user and/or Copilot + Agent access to risky sites while remediating risks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216428">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Prevent Copilot + Agents from processing certain sensitive files and from using them in responses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64991779"/>
                  </a:ext>
                </a:extLst>
              </a:tr>
              <a:tr h="176099">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Receive and act on policy suggestions to mitigate your specific oversharing risks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6099">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Remove organization-wide site access as needed</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a:solidFill>
                            <a:srgbClr val="000000"/>
                          </a:solidFill>
                          <a:latin typeface="Segoe UI" panose="020B0502040204020203" pitchFamily="34" charset="0"/>
                          <a:ea typeface="+mn-ea"/>
                          <a:cs typeface="Segoe UI" panose="020B0502040204020203" pitchFamily="34" charset="0"/>
                        </a:rPr>
                        <a:t>✓</a:t>
                      </a: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a:solidFill>
                            <a:srgbClr val="000000"/>
                          </a:solidFill>
                          <a:latin typeface="Segoe UI" panose="020B0502040204020203" pitchFamily="34" charset="0"/>
                          <a:ea typeface="+mn-ea"/>
                          <a:cs typeface="Segoe UI" panose="020B0502040204020203" pitchFamily="34" charset="0"/>
                        </a:rPr>
                        <a:t>✓</a:t>
                      </a: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0"/>
                  </a:ext>
                </a:extLst>
              </a:tr>
              <a:tr h="144755">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Get notifications when new oversharing occurs with options for remediation</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1"/>
                  </a:ext>
                </a:extLst>
              </a:tr>
              <a:tr h="149834">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Secure sensitive data through file level access controls and Data Loss Prevention policies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a:solidFill>
                            <a:srgbClr val="000000"/>
                          </a:solidFill>
                          <a:latin typeface="Segoe UI" panose="020B0502040204020203" pitchFamily="34" charset="0"/>
                          <a:ea typeface="+mn-ea"/>
                          <a:cs typeface="Segoe UI" panose="020B0502040204020203" pitchFamily="34" charset="0"/>
                        </a:rPr>
                        <a:t>✓</a:t>
                      </a: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60982563"/>
                  </a:ext>
                </a:extLst>
              </a:tr>
              <a:tr h="267670">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Improve Copilot + Agent responses by archiving or deleting unneeded content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rgbClr val="000000"/>
                          </a:solidFill>
                          <a:latin typeface="Segoe UI" panose="020B0502040204020203" pitchFamily="34" charset="0"/>
                          <a:ea typeface="+mn-ea"/>
                          <a:cs typeface="Segoe UI" panose="020B0502040204020203" pitchFamily="34" charset="0"/>
                        </a:rPr>
                        <a:t>Sites</a:t>
                      </a: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rgbClr val="000000"/>
                          </a:solidFill>
                          <a:latin typeface="Segoe UI" panose="020B0502040204020203" pitchFamily="34" charset="0"/>
                          <a:ea typeface="+mn-ea"/>
                          <a:cs typeface="Segoe UI" panose="020B0502040204020203" pitchFamily="34" charset="0"/>
                        </a:rPr>
                        <a:t>Sites and files</a:t>
                      </a: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38700826"/>
                  </a:ext>
                </a:extLst>
              </a:tr>
              <a:tr h="16648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ClrTx/>
                        <a:buSzTx/>
                        <a:buFontTx/>
                        <a:buNone/>
                        <a:tabLst/>
                        <a:defRPr/>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rPr>
                        <a:t>Protect against data loss and insider risk</a:t>
                      </a: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63064">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View reports of sensitive data and unprotected files referenced in Copilot + Agent interactions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46495">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Get alerted to risky AI use, such as an attempted prompt injection attack</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81404216"/>
                  </a:ext>
                </a:extLst>
              </a:tr>
              <a:tr h="269804">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View prompt and response text and referenced files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panose="020B0502040204020203" pitchFamily="34" charset="0"/>
                          <a:ea typeface="Calibri" pitchFamily="34" charset="-122"/>
                          <a:cs typeface="Segoe UI" panose="020B0502040204020203" pitchFamily="34" charset="0"/>
                        </a:rPr>
                        <a:t>Via search and alerts</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391912513"/>
                  </a:ext>
                </a:extLst>
              </a:tr>
              <a:tr h="177502">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Detect when content contains sensitive data and ask the user to manually apply protections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7013380"/>
                  </a:ext>
                </a:extLst>
              </a:tr>
              <a:tr h="177502">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Detect when content contains sensitive data and auto-apply protections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506527937"/>
                  </a:ext>
                </a:extLst>
              </a:tr>
              <a:tr h="237643">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Copilot + Agent response and Copilot + Agent created documents inherit sensitivity label and protections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kumimoji="0" lang="en-US" sz="650" b="0" i="0" u="none" strike="noStrike" kern="1200" cap="none" spc="0" normalizeH="0" baseline="0" noProof="0" dirty="0">
                          <a:ln>
                            <a:noFill/>
                          </a:ln>
                          <a:solidFill>
                            <a:schemeClr val="tx1"/>
                          </a:solidFill>
                          <a:effectLst/>
                          <a:uLnTx/>
                          <a:uFillTx/>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70424012"/>
                  </a:ext>
                </a:extLst>
              </a:tr>
              <a:tr h="149834">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Block Copilot + Agent access to files with a specific sensitivity label</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kumimoji="0" lang="en-US" sz="650" b="0" i="0" u="none" strike="noStrike" kern="1200" cap="none" spc="0" normalizeH="0" baseline="0" noProof="0" dirty="0">
                          <a:ln>
                            <a:noFill/>
                          </a:ln>
                          <a:solidFill>
                            <a:schemeClr val="tx1"/>
                          </a:solidFill>
                          <a:effectLst/>
                          <a:uLnTx/>
                          <a:uFillTx/>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90985489"/>
                  </a:ext>
                </a:extLst>
              </a:tr>
              <a:tr h="160933">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Protect files even if they are moved or downloaded</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kumimoji="0" lang="en-US" sz="650" b="0" i="0" u="none" strike="noStrike" kern="1200" cap="none" spc="0" normalizeH="0" baseline="0" noProof="0" dirty="0">
                          <a:ln>
                            <a:noFill/>
                          </a:ln>
                          <a:solidFill>
                            <a:schemeClr val="tx1"/>
                          </a:solidFill>
                          <a:effectLst/>
                          <a:uLnTx/>
                          <a:uFillTx/>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10017648"/>
                  </a:ext>
                </a:extLst>
              </a:tr>
              <a:tr h="166483">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Get alerted to risky user actions that deviate from their usual pattern of behavior</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kumimoji="0" lang="en-US" sz="650" b="0" i="0" u="none" strike="noStrike" kern="1200" cap="none" spc="0" normalizeH="0" baseline="0" noProof="0" dirty="0">
                          <a:ln>
                            <a:noFill/>
                          </a:ln>
                          <a:solidFill>
                            <a:schemeClr val="tx1"/>
                          </a:solidFill>
                          <a:effectLst/>
                          <a:uLnTx/>
                          <a:uFillTx/>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773392232"/>
                  </a:ext>
                </a:extLst>
              </a:tr>
              <a:tr h="149834">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Correlate and sequence risk alerts to identify high severity risk patterns for a user</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kumimoji="0" lang="en-US" sz="650" b="0" i="0" u="none" strike="noStrike" kern="1200" cap="none" spc="0" normalizeH="0" baseline="0" noProof="0" dirty="0">
                          <a:ln>
                            <a:noFill/>
                          </a:ln>
                          <a:solidFill>
                            <a:schemeClr val="tx1"/>
                          </a:solidFill>
                          <a:effectLst/>
                          <a:uLnTx/>
                          <a:uFillTx/>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722534814"/>
                  </a:ext>
                </a:extLst>
              </a:tr>
              <a:tr h="155384">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Automatically add a user to more strict security policies based on their risk patterns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kumimoji="0" lang="en-US" sz="650" b="0" i="0" u="none" strike="noStrike" kern="1200" cap="none" spc="0" normalizeH="0" baseline="0" noProof="0" dirty="0">
                          <a:ln>
                            <a:noFill/>
                          </a:ln>
                          <a:solidFill>
                            <a:schemeClr val="tx1"/>
                          </a:solidFill>
                          <a:effectLst/>
                          <a:uLnTx/>
                          <a:uFillTx/>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100522731"/>
                  </a:ext>
                </a:extLst>
              </a:tr>
              <a:tr h="15538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Purview DLP for Copilot Prompts — blocks Copilot from processing sensitive data</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766350649"/>
                  </a:ext>
                </a:extLst>
              </a:tr>
              <a:tr h="15538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Data Security Posture Management for AI (DSPM for AI)</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160007567"/>
                  </a:ext>
                </a:extLst>
              </a:tr>
              <a:tr h="15538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Purview AI data security and compliance (DLP, DSPM, Insider Risk)</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495683968"/>
                  </a:ext>
                </a:extLst>
              </a:tr>
              <a:tr h="16648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ClrTx/>
                        <a:buSzTx/>
                        <a:buFontTx/>
                        <a:buNone/>
                        <a:tabLst/>
                        <a:defRPr/>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rPr>
                        <a:t>Govern AI use to meet regulations and policies</a:t>
                      </a: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rPr>
                        <a:t>, Copilot Chat</a:t>
                      </a:r>
                      <a:endPar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dirty="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dirty="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60927">
                <a:tc>
                  <a:txBody>
                    <a:bodyPr/>
                    <a:lstStyle/>
                    <a:p>
                      <a:pPr marL="0" indent="0">
                        <a:buNone/>
                      </a:pPr>
                      <a:r>
                        <a:rPr lang="en-US" sz="650" kern="1200" dirty="0">
                          <a:solidFill>
                            <a:srgbClr val="000000"/>
                          </a:solidFill>
                          <a:latin typeface="Segoe UI" panose="020B0502040204020203" pitchFamily="34" charset="0"/>
                          <a:ea typeface="+mn-ea"/>
                          <a:cs typeface="Segoe UI" panose="020B0502040204020203" pitchFamily="34" charset="0"/>
                        </a:rPr>
                        <a:t>Audit Copilot + Agent interactions to access detailed log information</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255274">
                <a:tc>
                  <a:txBody>
                    <a:bodyPr/>
                    <a:lstStyle/>
                    <a:p>
                      <a:pPr marL="0" indent="0">
                        <a:buNone/>
                      </a:pPr>
                      <a:r>
                        <a:rPr lang="en-US" sz="650" kern="1200" dirty="0">
                          <a:solidFill>
                            <a:srgbClr val="000000"/>
                          </a:solidFill>
                          <a:latin typeface="Segoe UI" panose="020B0502040204020203" pitchFamily="34" charset="0"/>
                          <a:ea typeface="+mn-ea"/>
                          <a:cs typeface="Segoe UI" panose="020B0502040204020203" pitchFamily="34" charset="0"/>
                        </a:rPr>
                        <a:t>Enforce retention and deletion policies for Copilot + Agent interactions and meeting recordings + transcripts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55384">
                <a:tc>
                  <a:txBody>
                    <a:bodyPr/>
                    <a:lstStyle/>
                    <a:p>
                      <a:pPr marL="0" indent="0">
                        <a:buNone/>
                      </a:pPr>
                      <a:r>
                        <a:rPr lang="en-US" sz="650" kern="1200">
                          <a:solidFill>
                            <a:srgbClr val="000000"/>
                          </a:solidFill>
                          <a:latin typeface="Segoe UI" panose="020B0502040204020203" pitchFamily="34" charset="0"/>
                          <a:ea typeface="+mn-ea"/>
                          <a:cs typeface="Segoe UI" panose="020B0502040204020203" pitchFamily="34" charset="0"/>
                        </a:rPr>
                        <a:t>Include a user’s Copilot + Agent prompts and responses in a legal hold</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77502">
                <a:tc>
                  <a:txBody>
                    <a:bodyPr/>
                    <a:lstStyle/>
                    <a:p>
                      <a:pPr marL="0" indent="0">
                        <a:buNone/>
                      </a:pPr>
                      <a:r>
                        <a:rPr lang="en-US" sz="650" kern="1200" dirty="0">
                          <a:solidFill>
                            <a:srgbClr val="000000"/>
                          </a:solidFill>
                          <a:latin typeface="Segoe UI" panose="020B0502040204020203" pitchFamily="34" charset="0"/>
                          <a:ea typeface="+mn-ea"/>
                          <a:cs typeface="Segoe UI" panose="020B0502040204020203" pitchFamily="34" charset="0"/>
                        </a:rPr>
                        <a:t>Receive an alert if a possible compliance or ethical violation occurs and start an investigation</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249804">
                <a:tc>
                  <a:txBody>
                    <a:bodyPr/>
                    <a:lstStyle/>
                    <a:p>
                      <a:pPr marL="0" indent="0">
                        <a:buNone/>
                      </a:pPr>
                      <a:r>
                        <a:rPr lang="en-US" sz="650" kern="1200" dirty="0">
                          <a:solidFill>
                            <a:srgbClr val="000000"/>
                          </a:solidFill>
                          <a:latin typeface="Segoe UI" panose="020B0502040204020203" pitchFamily="34" charset="0"/>
                          <a:ea typeface="+mn-ea"/>
                          <a:cs typeface="Segoe UI" panose="020B0502040204020203" pitchFamily="34" charset="0"/>
                        </a:rPr>
                        <a:t>Perform an admin search for litigation or an investigation and include Copilot + Agent generated content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rgbClr val="000000"/>
                          </a:solidFill>
                          <a:latin typeface="Segoe UI" panose="020B0502040204020203" pitchFamily="34" charset="0"/>
                          <a:ea typeface="+mn-ea"/>
                          <a:cs typeface="Segoe UI" panose="020B0502040204020203" pitchFamily="34" charset="0"/>
                        </a:rPr>
                        <a:t>✓</a:t>
                      </a: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58758097"/>
                  </a:ext>
                </a:extLst>
              </a:tr>
              <a:tr h="149834">
                <a:tc>
                  <a:txBody>
                    <a:bodyPr/>
                    <a:lstStyle/>
                    <a:p>
                      <a:pPr marL="0" indent="0">
                        <a:buNone/>
                      </a:pPr>
                      <a:r>
                        <a:rPr lang="en-US" sz="650" kern="1200" dirty="0">
                          <a:solidFill>
                            <a:srgbClr val="000000"/>
                          </a:solidFill>
                          <a:latin typeface="Segoe UI" panose="020B0502040204020203" pitchFamily="34" charset="0"/>
                          <a:ea typeface="+mn-ea"/>
                          <a:cs typeface="Segoe UI" panose="020B0502040204020203" pitchFamily="34" charset="0"/>
                        </a:rPr>
                        <a:t>Assess and track adherence to regulatory frameworks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81175670"/>
                  </a:ext>
                </a:extLst>
              </a:tr>
              <a:tr h="149834">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Copilot Chat enhancements — inbox &amp; calendar awareness + Word/Excel/PowerPoint agents</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57373412"/>
                  </a:ext>
                </a:extLst>
              </a:tr>
              <a:tr h="149834">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Copilot Chat Analytics — admin reporting on adoption and usage</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45513448"/>
                  </a:ext>
                </a:extLst>
              </a:tr>
            </a:tbl>
          </a:graphicData>
        </a:graphic>
      </p:graphicFrame>
      <p:sp>
        <p:nvSpPr>
          <p:cNvPr id="7" name="Incremental capabilities from Current SKU to Target SKU">
            <a:extLst>
              <a:ext uri="{FF2B5EF4-FFF2-40B4-BE49-F238E27FC236}">
                <a16:creationId xmlns:a16="http://schemas.microsoft.com/office/drawing/2014/main" id="{ADDFD920-D03E-A958-99B3-B0D39F41E709}"/>
              </a:ext>
            </a:extLst>
          </p:cNvPr>
          <p:cNvSpPr/>
          <p:nvPr/>
        </p:nvSpPr>
        <p:spPr>
          <a:xfrm>
            <a:off x="377826" y="303939"/>
            <a:ext cx="4895850" cy="470898"/>
          </a:xfrm>
          <a:prstGeom prst="rect">
            <a:avLst/>
          </a:prstGeom>
          <a:noFill/>
          <a:ln/>
        </p:spPr>
        <p:txBody>
          <a:bodyPr wrap="square" lIns="0" tIns="0" rIns="0" bIns="0" rtlCol="0" anchor="t" anchorCtr="0">
            <a:spAutoFit/>
          </a:bodyPr>
          <a:lstStyle/>
          <a:p>
            <a:pPr defTabSz="910968">
              <a:lnSpc>
                <a:spcPct val="85000"/>
              </a:lnSpc>
              <a:defRPr/>
            </a:pPr>
            <a:r>
              <a:rPr lang="en-US" dirty="0">
                <a:solidFill>
                  <a:srgbClr val="B740C5"/>
                </a:solidFill>
                <a:latin typeface="Segoe UI Semibold"/>
                <a:cs typeface="Segoe UI Semibold"/>
              </a:rPr>
              <a:t>Business Basic vs </a:t>
            </a:r>
            <a:br>
              <a:rPr lang="en-US" dirty="0">
                <a:solidFill>
                  <a:srgbClr val="B740C5"/>
                </a:solidFill>
                <a:latin typeface="Segoe UI Semibold"/>
                <a:cs typeface="Segoe UI Semibold"/>
              </a:rPr>
            </a:br>
            <a:r>
              <a:rPr lang="en-US" dirty="0">
                <a:solidFill>
                  <a:srgbClr val="B740C5"/>
                </a:solidFill>
                <a:latin typeface="Segoe UI Semibold"/>
                <a:cs typeface="Segoe UI Semibold"/>
              </a:rPr>
              <a:t>Business Premium + Purview Suite</a:t>
            </a:r>
          </a:p>
        </p:txBody>
      </p:sp>
    </p:spTree>
    <p:extLst>
      <p:ext uri="{BB962C8B-B14F-4D97-AF65-F5344CB8AC3E}">
        <p14:creationId xmlns:p14="http://schemas.microsoft.com/office/powerpoint/2010/main" val="2737607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9099" y="974127"/>
            <a:ext cx="4912362" cy="6042380"/>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3323" tIns="106659" rIns="133323" bIns="106659" numCol="1" spcCol="0" rtlCol="0" fromWordArt="0" anchor="t" anchorCtr="0" forceAA="0" compatLnSpc="1">
            <a:prstTxWarp prst="textNoShape">
              <a:avLst/>
            </a:prstTxWarp>
            <a:noAutofit/>
          </a:bodyPr>
          <a:lstStyle/>
          <a:p>
            <a:pPr defTabSz="679815" fontAlgn="base">
              <a:spcBef>
                <a:spcPct val="0"/>
              </a:spcBef>
              <a:spcAft>
                <a:spcPct val="0"/>
              </a:spcAft>
              <a:defRPr/>
            </a:pPr>
            <a:endParaRPr lang="en-US" sz="1458" kern="0">
              <a:gradFill>
                <a:gsLst>
                  <a:gs pos="0">
                    <a:srgbClr val="FFFFFF"/>
                  </a:gs>
                  <a:gs pos="100000">
                    <a:srgbClr val="FFFFFF"/>
                  </a:gs>
                </a:gsLst>
                <a:lin ang="5400000" scaled="0"/>
              </a:gradFill>
              <a:latin typeface="Segoe UI"/>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9094" y="974125"/>
            <a:ext cx="4912363" cy="370419"/>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algn="ctr" defTabSz="932544">
              <a:spcBef>
                <a:spcPct val="20000"/>
              </a:spcBef>
              <a:buSzPct val="90000"/>
              <a:defRPr/>
            </a:pPr>
            <a:endParaRPr lang="en-US" sz="1200" b="1">
              <a:solidFill>
                <a:srgbClr val="FFFFFF"/>
              </a:solidFill>
              <a:latin typeface="Segoe UI Semibold" panose="020B0502040204020203" pitchFamily="34" charset="0"/>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extLst>
              <p:ext uri="{D42A27DB-BD31-4B8C-83A1-F6EECF244321}">
                <p14:modId xmlns:p14="http://schemas.microsoft.com/office/powerpoint/2010/main" val="3417645498"/>
              </p:ext>
            </p:extLst>
          </p:nvPr>
        </p:nvGraphicFramePr>
        <p:xfrm>
          <a:off x="379101" y="974134"/>
          <a:ext cx="4912363" cy="6042366"/>
        </p:xfrm>
        <a:graphic>
          <a:graphicData uri="http://schemas.openxmlformats.org/drawingml/2006/table">
            <a:tbl>
              <a:tblPr firstRow="1" bandRow="1">
                <a:effectLst/>
                <a:tableStyleId>{2D5ABB26-0587-4C30-8999-92F81FD0307C}</a:tableStyleId>
              </a:tblPr>
              <a:tblGrid>
                <a:gridCol w="3703167">
                  <a:extLst>
                    <a:ext uri="{9D8B030D-6E8A-4147-A177-3AD203B41FA5}">
                      <a16:colId xmlns:a16="http://schemas.microsoft.com/office/drawing/2014/main" val="20000"/>
                    </a:ext>
                  </a:extLst>
                </a:gridCol>
                <a:gridCol w="604598">
                  <a:extLst>
                    <a:ext uri="{9D8B030D-6E8A-4147-A177-3AD203B41FA5}">
                      <a16:colId xmlns:a16="http://schemas.microsoft.com/office/drawing/2014/main" val="20001"/>
                    </a:ext>
                  </a:extLst>
                </a:gridCol>
                <a:gridCol w="604598">
                  <a:extLst>
                    <a:ext uri="{9D8B030D-6E8A-4147-A177-3AD203B41FA5}">
                      <a16:colId xmlns:a16="http://schemas.microsoft.com/office/drawing/2014/main" val="20002"/>
                    </a:ext>
                  </a:extLst>
                </a:gridCol>
              </a:tblGrid>
              <a:tr h="37408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endPar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89981" marR="35993"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w/o Copilot license</a:t>
                      </a:r>
                    </a:p>
                  </a:txBody>
                  <a:tcPr marL="7619" marR="7619"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a:solidFill>
                            <a:schemeClr val="bg1">
                              <a:lumMod val="100000"/>
                            </a:schemeClr>
                          </a:solidFill>
                          <a:latin typeface="Segoe UI Semibold"/>
                          <a:ea typeface="Calibri"/>
                          <a:cs typeface="Segoe UI Semibold"/>
                          <a:sym typeface=""/>
                        </a:rPr>
                        <a:t>$</a:t>
                      </a:r>
                      <a:r>
                        <a:rPr lang="en-US" sz="800" b="0" i="0" u="none" strike="noStrike" kern="1200" cap="none" spc="0" normalizeH="0" baseline="0">
                          <a:solidFill>
                            <a:schemeClr val="bg1">
                              <a:lumMod val="100000"/>
                            </a:schemeClr>
                          </a:solidFill>
                          <a:latin typeface="Segoe UI Semibold"/>
                          <a:ea typeface="Calibri"/>
                          <a:cs typeface="Segoe UI Semibold"/>
                        </a:rPr>
                        <a:t>18</a:t>
                      </a:r>
                      <a:r>
                        <a:rPr lang="en-US" sz="800" b="0" i="0" u="none" strike="noStrike" kern="1200" cap="none" spc="0" normalizeH="0" baseline="0">
                          <a:solidFill>
                            <a:schemeClr val="bg1">
                              <a:lumMod val="100000"/>
                            </a:schemeClr>
                          </a:solidFill>
                          <a:latin typeface="Segoe UI Semibold"/>
                          <a:ea typeface="Calibri"/>
                          <a:cs typeface="Segoe UI Semibold"/>
                          <a:sym typeface=""/>
                        </a:rPr>
                        <a:t> </a:t>
                      </a:r>
                      <a:br>
                        <a:rPr lang="en-US" sz="800" b="0" i="0" u="none" strike="noStrike" kern="1200" cap="none" spc="0" normalizeH="0" baseline="0">
                          <a:solidFill>
                            <a:srgbClr val="FFFFFF"/>
                          </a:solidFill>
                          <a:latin typeface="Segoe UI Semibold"/>
                          <a:ea typeface="Calibri"/>
                          <a:cs typeface="Segoe UI Semibold"/>
                          <a:sym typeface=""/>
                        </a:rPr>
                      </a:br>
                      <a:r>
                        <a:rPr lang="en-US" sz="800" b="0" i="0" u="none" strike="noStrike" kern="1200" cap="none" spc="0" normalizeH="0" baseline="0" err="1">
                          <a:solidFill>
                            <a:schemeClr val="bg1">
                              <a:lumMod val="100000"/>
                            </a:schemeClr>
                          </a:solidFill>
                          <a:latin typeface="Segoe UI Semibold"/>
                          <a:ea typeface="Calibri"/>
                          <a:cs typeface="Segoe UI Semibold"/>
                          <a:sym typeface=""/>
                        </a:rPr>
                        <a:t>pu</a:t>
                      </a:r>
                      <a:r>
                        <a:rPr lang="en-US" sz="800" b="0" i="0" u="none" strike="noStrike" kern="1200" cap="none" spc="0" normalizeH="0" baseline="0">
                          <a:solidFill>
                            <a:schemeClr val="bg1">
                              <a:lumMod val="100000"/>
                            </a:schemeClr>
                          </a:solidFill>
                          <a:latin typeface="Segoe UI Semibold"/>
                          <a:ea typeface="Calibri"/>
                          <a:cs typeface="Segoe UI Semibold"/>
                          <a:sym typeface=""/>
                        </a:rPr>
                        <a:t>/pm</a:t>
                      </a:r>
                    </a:p>
                  </a:txBody>
                  <a:tcPr marL="7619" marR="7619" marT="7619"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Grounding </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a:p>
                  </a:txBody>
                  <a:tcP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Web data, referenced files, uploaded files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Work IQ</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Use Copilot connectors to access external data sources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Models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Latest OpenAI  models: GPT-5.X</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Model choice</a:t>
                      </a:r>
                      <a:endParaRPr lang="en-US" sz="700" b="0" kern="1200">
                        <a:solidFill>
                          <a:schemeClr val="tx2"/>
                        </a:solidFill>
                        <a:highlight>
                          <a:srgbClr val="FFFF00"/>
                        </a:highlight>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Microsoft 365 Copilot App</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Search</a:t>
                      </a:r>
                      <a:r>
                        <a:rPr lang="en-US" sz="700" b="0" baseline="30000">
                          <a:solidFill>
                            <a:schemeClr val="tx2"/>
                          </a:solidFill>
                          <a:latin typeface="Segoe UI" panose="020B0502040204020203" pitchFamily="34" charset="0"/>
                          <a:ea typeface="+mn-ea"/>
                          <a:cs typeface="Segoe UI" panose="020B0502040204020203" pitchFamily="34" charset="0"/>
                        </a:rPr>
                        <a:t>2</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185150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Notebooks</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93894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Create</a:t>
                      </a:r>
                      <a:r>
                        <a:rPr lang="en-US" sz="700" b="0" baseline="30000">
                          <a:solidFill>
                            <a:schemeClr val="tx2"/>
                          </a:solidFill>
                          <a:latin typeface="Segoe UI" panose="020B0502040204020203" pitchFamily="34" charset="0"/>
                          <a:ea typeface="+mn-ea"/>
                          <a:cs typeface="Segoe UI" panose="020B0502040204020203" pitchFamily="34" charset="0"/>
                        </a:rPr>
                        <a:t>3</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8607376"/>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Memory and personalization</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3417711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Voice on mobile, desktop, web</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48628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Sora 2</a:t>
                      </a:r>
                      <a:r>
                        <a:rPr lang="en-US" sz="700" b="0" baseline="30000">
                          <a:solidFill>
                            <a:schemeClr val="tx2"/>
                          </a:solidFill>
                          <a:latin typeface="Segoe UI" panose="020B0502040204020203" pitchFamily="34" charset="0"/>
                          <a:ea typeface="+mn-ea"/>
                          <a:cs typeface="Segoe UI" panose="020B0502040204020203" pitchFamily="34" charset="0"/>
                        </a:rPr>
                        <a:t>4</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Mode in Edge</a:t>
                      </a:r>
                      <a:r>
                        <a:rPr lang="en-US" sz="700" b="0" baseline="30000">
                          <a:solidFill>
                            <a:schemeClr val="tx2"/>
                          </a:solidFill>
                          <a:latin typeface="Segoe UI" panose="020B0502040204020203" pitchFamily="34" charset="0"/>
                          <a:ea typeface="+mn-ea"/>
                          <a:cs typeface="Segoe UI" panose="020B0502040204020203" pitchFamily="34" charset="0"/>
                        </a:rPr>
                        <a:t>5</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a:ea typeface="+mn-ea"/>
                          <a:cs typeface="Segoe UI Semibold"/>
                        </a:rPr>
                        <a:t>ο</a:t>
                      </a:r>
                      <a:r>
                        <a:rPr kumimoji="0" lang="en-US" sz="700" b="0" i="0" u="none" strike="noStrike" kern="1200" cap="none" spc="0" normalizeH="0" baseline="0">
                          <a:ln>
                            <a:noFill/>
                          </a:ln>
                          <a:solidFill>
                            <a:srgbClr val="C03BC4"/>
                          </a:solidFill>
                          <a:effectLst/>
                          <a:uLnTx/>
                          <a:uFillTx/>
                          <a:latin typeface="Segoe UI Semibold"/>
                          <a:ea typeface="+mn-ea"/>
                          <a:cs typeface="Segoe UI Semibold"/>
                        </a:rPr>
                        <a:t> </a:t>
                      </a:r>
                      <a:endParaRPr kumimoji="0" lang="en-US" sz="700" b="0" i="0" u="none" strike="noStrike" kern="1200" cap="none" spc="0" normalizeH="0" baseline="0" noProof="0">
                        <a:ln>
                          <a:noFill/>
                        </a:ln>
                        <a:solidFill>
                          <a:srgbClr val="C03BC4"/>
                        </a:solidFill>
                        <a:effectLst/>
                        <a:uLnTx/>
                        <a:uFillTx/>
                        <a:latin typeface="Segoe UI Semibold"/>
                        <a:ea typeface="+mn-ea"/>
                        <a:cs typeface="Segoe UI Semibold"/>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M365 Apps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in Outlook</a:t>
                      </a:r>
                      <a:r>
                        <a:rPr lang="en-US" sz="700" b="0" baseline="30000">
                          <a:solidFill>
                            <a:schemeClr val="tx2"/>
                          </a:solidFill>
                          <a:latin typeface="Segoe UI" panose="020B0502040204020203" pitchFamily="34" charset="0"/>
                          <a:ea typeface="+mn-ea"/>
                          <a:cs typeface="Segoe UI" panose="020B0502040204020203" pitchFamily="34" charset="0"/>
                        </a:rPr>
                        <a:t>6</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Word, Excel, and PowerPoint agents accessed via 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baseline="0">
                          <a:solidFill>
                            <a:schemeClr val="tx2"/>
                          </a:solidFill>
                          <a:latin typeface="Segoe UI" panose="020B0502040204020203" pitchFamily="34" charset="0"/>
                          <a:ea typeface="+mn-ea"/>
                          <a:cs typeface="Segoe UI" panose="020B0502040204020203" pitchFamily="34" charset="0"/>
                        </a:rPr>
                        <a:t>Copilot in Word, Excel, PowerPoint, and OneNote</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23205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baseline="0">
                          <a:solidFill>
                            <a:schemeClr val="tx2"/>
                          </a:solidFill>
                          <a:latin typeface="Segoe UI" panose="020B0502040204020203" pitchFamily="34" charset="0"/>
                          <a:ea typeface="+mn-ea"/>
                          <a:cs typeface="Segoe UI" panose="020B0502040204020203" pitchFamily="34" charset="0"/>
                        </a:rPr>
                        <a:t>Copilot in Teams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Agents &amp; tools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Pre-built Microsoft agents, including Researcher, Analyst, and Facilitator</a:t>
                      </a:r>
                      <a:r>
                        <a:rPr lang="en-US" sz="700" b="0" kern="1200" baseline="30000" noProof="0">
                          <a:solidFill>
                            <a:schemeClr val="tx2"/>
                          </a:solidFill>
                          <a:latin typeface="Segoe UI" panose="020B0502040204020203" pitchFamily="34" charset="0"/>
                          <a:ea typeface="+mn-ea"/>
                          <a:cs typeface="Segoe UI" panose="020B0502040204020203" pitchFamily="34" charset="0"/>
                        </a:rPr>
                        <a:t>7</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Sales, Service, and Finance agents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424445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a:ea typeface="+mn-ea"/>
                          <a:cs typeface="Segoe UI"/>
                        </a:rPr>
                        <a:t>Agent creation</a:t>
                      </a:r>
                      <a:r>
                        <a:rPr lang="en-US" sz="700" b="0">
                          <a:solidFill>
                            <a:schemeClr val="tx2"/>
                          </a:solidFill>
                          <a:latin typeface="Segoe UI"/>
                          <a:ea typeface="+mn-ea"/>
                          <a:cs typeface="Segoe UI"/>
                        </a:rPr>
                        <a:t> </a:t>
                      </a:r>
                      <a:r>
                        <a:rPr lang="en-US" sz="700" b="0" kern="1200" noProof="0">
                          <a:solidFill>
                            <a:schemeClr val="tx2"/>
                          </a:solidFill>
                          <a:latin typeface="Segoe UI"/>
                          <a:ea typeface="+mn-ea"/>
                          <a:cs typeface="Segoe UI"/>
                        </a:rPr>
                        <a:t>using Agent Builder and Copilot Studio</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7820174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App Builder and Workflows agents</a:t>
                      </a:r>
                      <a:r>
                        <a:rPr lang="en-US" sz="700" b="0" kern="1200" baseline="30000">
                          <a:solidFill>
                            <a:schemeClr val="tx2"/>
                          </a:solidFill>
                          <a:latin typeface="Segoe UI" panose="020B0502040204020203" pitchFamily="34" charset="0"/>
                          <a:ea typeface="+mn-ea"/>
                          <a:cs typeface="Segoe UI" panose="020B0502040204020203" pitchFamily="34" charset="0"/>
                        </a:rPr>
                        <a:t>4</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usage </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and management</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Enterprise Data Protection (EDP), management, compliance, and controls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Analytics to measure adoption, usage, and business impact</a:t>
                      </a:r>
                      <a:r>
                        <a:rPr lang="en-US" sz="700" b="0" baseline="30000">
                          <a:solidFill>
                            <a:schemeClr val="tx2"/>
                          </a:solidFill>
                          <a:latin typeface="Segoe UI" panose="020B0502040204020203" pitchFamily="34" charset="0"/>
                          <a:ea typeface="+mn-ea"/>
                          <a:cs typeface="Segoe UI" panose="020B0502040204020203" pitchFamily="34" charset="0"/>
                        </a:rPr>
                        <a:t>8</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SharePoint Advanced Management </a:t>
                      </a: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881175670"/>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0616" y="217919"/>
            <a:ext cx="4912362" cy="538609"/>
          </a:xfrm>
          <a:prstGeom prst="rect">
            <a:avLst/>
          </a:prstGeom>
          <a:noFill/>
          <a:ln/>
        </p:spPr>
        <p:txBody>
          <a:bodyPr wrap="square" lIns="0" tIns="0" rIns="0" bIns="0" rtlCol="0" anchor="t" anchorCtr="0">
            <a:spAutoFit/>
          </a:bodyPr>
          <a:lstStyle/>
          <a:p>
            <a:pPr defTabSz="914065">
              <a:defRPr/>
            </a:pPr>
            <a:r>
              <a:rPr lang="en-US" sz="1750">
                <a:solidFill>
                  <a:srgbClr val="B740C5"/>
                </a:solidFill>
                <a:latin typeface="Segoe UI Semibold"/>
                <a:cs typeface="Segoe UI Semibold"/>
              </a:rPr>
              <a:t>Copilot Chat vs Copilot Business detailed comparison</a:t>
            </a:r>
            <a:endParaRPr lang="en-US" sz="1799">
              <a:solidFill>
                <a:srgbClr val="B740C5"/>
              </a:solidFill>
              <a:latin typeface="Segoe UI Semibold"/>
              <a:cs typeface="Segoe UI Semibold"/>
            </a:endParaRPr>
          </a:p>
        </p:txBody>
      </p:sp>
      <p:sp>
        <p:nvSpPr>
          <p:cNvPr id="2" name="TextBox 1">
            <a:extLst>
              <a:ext uri="{FF2B5EF4-FFF2-40B4-BE49-F238E27FC236}">
                <a16:creationId xmlns:a16="http://schemas.microsoft.com/office/drawing/2014/main" id="{8D001685-9800-0576-F448-7F12C57D9C18}"/>
              </a:ext>
            </a:extLst>
          </p:cNvPr>
          <p:cNvSpPr txBox="1"/>
          <p:nvPr/>
        </p:nvSpPr>
        <p:spPr>
          <a:xfrm>
            <a:off x="606528" y="754474"/>
            <a:ext cx="2837733" cy="149740"/>
          </a:xfrm>
          <a:prstGeom prst="rect">
            <a:avLst/>
          </a:prstGeom>
          <a:noFill/>
        </p:spPr>
        <p:txBody>
          <a:bodyPr wrap="square" lIns="0" tIns="0" rIns="0" bIns="0" anchor="ctr">
            <a:noAutofit/>
          </a:bodyPr>
          <a:lstStyle/>
          <a:p>
            <a:pPr algn="r" defTabSz="935913">
              <a:defRPr/>
            </a:pPr>
            <a:r>
              <a:rPr lang="en-US" sz="702">
                <a:solidFill>
                  <a:srgbClr val="8A226F"/>
                </a:solidFill>
                <a:latin typeface="Segoe UI Semibold" panose="020B0702040204020203" pitchFamily="34" charset="0"/>
                <a:cs typeface="Segoe UI Semibold" panose="020B0702040204020203" pitchFamily="34" charset="0"/>
                <a:sym typeface="Wingdings" panose="05000000000000000000" pitchFamily="2" charset="2"/>
              </a:rPr>
              <a:t></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Included </a:t>
            </a:r>
            <a:r>
              <a:rPr lang="en-US" sz="903">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a:t>
            </a:r>
            <a:r>
              <a:rPr lang="el-GR" sz="903">
                <a:solidFill>
                  <a:srgbClr val="C03BC4"/>
                </a:solidFill>
                <a:latin typeface="Segoe UI Semibold" panose="020B0702040204020203" pitchFamily="34" charset="0"/>
                <a:cs typeface="Segoe UI Semibold" panose="020B0702040204020203" pitchFamily="34" charset="0"/>
              </a:rPr>
              <a:t>ο</a:t>
            </a:r>
            <a:r>
              <a:rPr lang="en-US" sz="903">
                <a:solidFill>
                  <a:srgbClr val="8661C5"/>
                </a:solidFill>
                <a:latin typeface="Segoe UI Semibold" panose="020B0702040204020203" pitchFamily="34" charset="0"/>
                <a:cs typeface="Segoe UI Semibold" panose="020B0702040204020203" pitchFamily="34" charset="0"/>
              </a:rPr>
              <a:t> </a:t>
            </a:r>
            <a:r>
              <a:rPr lang="en-US" sz="702">
                <a:solidFill>
                  <a:srgbClr val="000000"/>
                </a:solidFill>
                <a:latin typeface="Segoe UI Semibold" panose="020B0702040204020203" pitchFamily="34" charset="0"/>
                <a:cs typeface="Segoe UI Semibold" panose="020B0702040204020203" pitchFamily="34" charset="0"/>
              </a:rPr>
              <a:t>Limited</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702">
                <a:solidFill>
                  <a:srgbClr val="0078D4"/>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803">
                <a:solidFill>
                  <a:srgbClr val="C03BC4"/>
                </a:solidFill>
                <a:latin typeface="Segoe UI Semibold" panose="020B0702040204020203" pitchFamily="34" charset="0"/>
                <a:cs typeface="Segoe UI Semibold" panose="020B0702040204020203" pitchFamily="34" charset="0"/>
                <a:sym typeface="Wingdings" panose="05000000000000000000" pitchFamily="2" charset="2"/>
              </a:rPr>
              <a:t>▲</a:t>
            </a:r>
            <a:r>
              <a:rPr lang="en-US" sz="803" baseline="58000">
                <a:solidFill>
                  <a:srgbClr val="C03BC4">
                    <a:lumMod val="75000"/>
                  </a:srgbClr>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Metered</a:t>
            </a:r>
          </a:p>
        </p:txBody>
      </p:sp>
      <p:sp>
        <p:nvSpPr>
          <p:cNvPr id="6" name="TextBox 5">
            <a:extLst>
              <a:ext uri="{FF2B5EF4-FFF2-40B4-BE49-F238E27FC236}">
                <a16:creationId xmlns:a16="http://schemas.microsoft.com/office/drawing/2014/main" id="{6061A24F-FEE0-6B59-2928-1E0F26FFEC4D}"/>
              </a:ext>
            </a:extLst>
          </p:cNvPr>
          <p:cNvSpPr txBox="1"/>
          <p:nvPr/>
        </p:nvSpPr>
        <p:spPr>
          <a:xfrm>
            <a:off x="4079586" y="796128"/>
            <a:ext cx="533992" cy="108085"/>
          </a:xfrm>
          <a:prstGeom prst="rect">
            <a:avLst/>
          </a:prstGeom>
          <a:noFill/>
        </p:spPr>
        <p:txBody>
          <a:bodyPr wrap="none" lIns="0" tIns="0" rIns="0" bIns="0" rtlCol="0">
            <a:spAutoFit/>
          </a:bodyPr>
          <a:lstStyle/>
          <a:p>
            <a:pPr algn="ctr" defTabSz="917509">
              <a:defRPr/>
            </a:pPr>
            <a:r>
              <a:rPr lang="en-US" sz="702">
                <a:ln w="3175">
                  <a:noFill/>
                </a:ln>
                <a:solidFill>
                  <a:prstClr val="black"/>
                </a:solidFill>
                <a:latin typeface="Segoe UI Semibold" panose="020B0702040204020203" pitchFamily="34" charset="0"/>
                <a:cs typeface="Segoe UI Semibold" panose="020B0702040204020203" pitchFamily="34" charset="0"/>
              </a:rPr>
              <a:t>Copilot Chat</a:t>
            </a:r>
            <a:r>
              <a:rPr lang="en-US" sz="702" baseline="30000">
                <a:ln w="3175">
                  <a:noFill/>
                </a:ln>
                <a:solidFill>
                  <a:prstClr val="black"/>
                </a:solidFill>
                <a:latin typeface="Segoe UI Semibold" panose="020B0702040204020203" pitchFamily="34" charset="0"/>
                <a:cs typeface="Segoe UI Semibold" panose="020B0702040204020203" pitchFamily="34" charset="0"/>
              </a:rPr>
              <a:t>1</a:t>
            </a:r>
            <a:endParaRPr lang="en-US" sz="702">
              <a:ln w="3175">
                <a:noFill/>
              </a:ln>
              <a:solidFill>
                <a:prstClr val="black"/>
              </a:solidFill>
              <a:latin typeface="Segoe UI Semibold" panose="020B0702040204020203" pitchFamily="34" charset="0"/>
              <a:cs typeface="Segoe UI Semibold" panose="020B0702040204020203" pitchFamily="34" charset="0"/>
            </a:endParaRPr>
          </a:p>
        </p:txBody>
      </p:sp>
      <p:sp>
        <p:nvSpPr>
          <p:cNvPr id="8" name="TextBox 7">
            <a:extLst>
              <a:ext uri="{FF2B5EF4-FFF2-40B4-BE49-F238E27FC236}">
                <a16:creationId xmlns:a16="http://schemas.microsoft.com/office/drawing/2014/main" id="{769CCE92-401A-BA80-4EFF-1574EA0715D1}"/>
              </a:ext>
            </a:extLst>
          </p:cNvPr>
          <p:cNvSpPr txBox="1"/>
          <p:nvPr/>
        </p:nvSpPr>
        <p:spPr>
          <a:xfrm>
            <a:off x="4701737" y="747756"/>
            <a:ext cx="554010" cy="215444"/>
          </a:xfrm>
          <a:prstGeom prst="rect">
            <a:avLst/>
          </a:prstGeom>
          <a:noFill/>
        </p:spPr>
        <p:txBody>
          <a:bodyPr wrap="square" lIns="0" tIns="0" rIns="0" bIns="0" rtlCol="0" anchor="t">
            <a:spAutoFit/>
          </a:bodyPr>
          <a:lstStyle/>
          <a:p>
            <a:pPr algn="ctr" defTabSz="917509">
              <a:defRPr/>
            </a:pPr>
            <a:r>
              <a:rPr lang="en-US" sz="700">
                <a:ln w="3175">
                  <a:noFill/>
                </a:ln>
                <a:solidFill>
                  <a:prstClr val="black"/>
                </a:solidFill>
                <a:latin typeface="Segoe UI Semibold"/>
                <a:cs typeface="Segoe UI Semibold"/>
              </a:rPr>
              <a:t>Copilot Business</a:t>
            </a:r>
          </a:p>
        </p:txBody>
      </p:sp>
      <p:sp>
        <p:nvSpPr>
          <p:cNvPr id="11" name="TextBox 12">
            <a:extLst>
              <a:ext uri="{FF2B5EF4-FFF2-40B4-BE49-F238E27FC236}">
                <a16:creationId xmlns:a16="http://schemas.microsoft.com/office/drawing/2014/main" id="{038CE97F-D0F9-CAE7-5D2D-441E3000C3B4}"/>
              </a:ext>
            </a:extLst>
          </p:cNvPr>
          <p:cNvSpPr txBox="1"/>
          <p:nvPr/>
        </p:nvSpPr>
        <p:spPr>
          <a:xfrm>
            <a:off x="259954" y="7195745"/>
            <a:ext cx="5031508" cy="514809"/>
          </a:xfrm>
          <a:prstGeom prst="rect">
            <a:avLst/>
          </a:prstGeom>
          <a:noFill/>
        </p:spPr>
        <p:txBody>
          <a:bodyPr wrap="square" lIns="0" tIns="0" rIns="0" bIns="0" numCol="3" spcCol="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Applies to  customers with 2K or more M365 seats</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Lexical search included for Copilot Chat users</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Access to brand kits and surveys requires M365 Copilot license </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Available via </a:t>
            </a:r>
            <a:r>
              <a:rPr lang="en-US" sz="552">
                <a:solidFill>
                  <a:srgbClr val="091F2C"/>
                </a:solidFill>
                <a:latin typeface="Segoe UI" panose="020B0502040204020203" pitchFamily="34" charset="0"/>
                <a:cs typeface="Segoe UI" panose="020B0502040204020203" pitchFamily="34" charset="0"/>
                <a:hlinkClick r:id="rId4"/>
              </a:rPr>
              <a:t>Frontier </a:t>
            </a:r>
            <a:r>
              <a:rPr lang="en-US" sz="552">
                <a:solidFill>
                  <a:srgbClr val="091F2C"/>
                </a:solidFill>
                <a:latin typeface="Segoe UI" panose="020B0502040204020203" pitchFamily="34" charset="0"/>
                <a:cs typeface="Segoe UI" panose="020B0502040204020203" pitchFamily="34" charset="0"/>
              </a:rPr>
              <a:t>program, pricing final upon GA</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Copilot Chat users access Copilot Mode w/web data and open documents only</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For unlicensed users, Copilot Chat in Outlook reasons over organizational data in Outlook, Teams, OneDrive, and SharePoint (limited). </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Researcher and Analyst, have combined limit of 25 interactions </a:t>
            </a:r>
            <a:r>
              <a:rPr lang="en-US" sz="552" err="1">
                <a:solidFill>
                  <a:srgbClr val="091F2C"/>
                </a:solidFill>
                <a:latin typeface="Segoe UI" panose="020B0502040204020203" pitchFamily="34" charset="0"/>
                <a:cs typeface="Segoe UI" panose="020B0502040204020203" pitchFamily="34" charset="0"/>
              </a:rPr>
              <a:t>pu</a:t>
            </a:r>
            <a:r>
              <a:rPr lang="en-US" sz="552">
                <a:solidFill>
                  <a:srgbClr val="091F2C"/>
                </a:solidFill>
                <a:latin typeface="Segoe UI" panose="020B0502040204020203" pitchFamily="34" charset="0"/>
                <a:cs typeface="Segoe UI" panose="020B0502040204020203" pitchFamily="34" charset="0"/>
              </a:rPr>
              <a:t>/pm</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Basic reporting available with Copilot Chat</a:t>
            </a:r>
          </a:p>
        </p:txBody>
      </p:sp>
    </p:spTree>
    <p:extLst>
      <p:ext uri="{BB962C8B-B14F-4D97-AF65-F5344CB8AC3E}">
        <p14:creationId xmlns:p14="http://schemas.microsoft.com/office/powerpoint/2010/main" val="1144813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728AB9D-FEDE-D386-BB51-295FA38B47E4}"/>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6E1F46C-D455-58D3-9835-4CD28114CA4F}"/>
              </a:ext>
            </a:extLst>
          </p:cNvPr>
          <p:cNvSpPr/>
          <p:nvPr/>
        </p:nvSpPr>
        <p:spPr>
          <a:xfrm>
            <a:off x="0" y="-233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61776EAF-999C-1D56-04BA-7C3A78A3842D}"/>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643D2643-67D1-25D6-8EA7-E80B45469A37}"/>
              </a:ext>
            </a:extLst>
          </p:cNvPr>
          <p:cNvSpPr/>
          <p:nvPr/>
        </p:nvSpPr>
        <p:spPr>
          <a:xfrm>
            <a:off x="409575" y="284891"/>
            <a:ext cx="4935928"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prstClr val="black">
                    <a:lumMod val="95000"/>
                    <a:lumOff val="5000"/>
                  </a:prstClr>
                </a:solidFill>
                <a:latin typeface="Segoe UI Semibold"/>
                <a:ea typeface="Segoe UI Semibold" pitchFamily="34" charset="-122"/>
                <a:cs typeface="Segoe UI Semibold"/>
              </a:rPr>
              <a:t>Investment</a:t>
            </a:r>
            <a:r>
              <a:rPr kumimoji="0"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rPr>
              <a:t> snapshot</a:t>
            </a:r>
            <a:endParaRPr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endParaRPr>
          </a:p>
        </p:txBody>
      </p:sp>
      <p:sp>
        <p:nvSpPr>
          <p:cNvPr id="49" name="Text 8">
            <a:extLst>
              <a:ext uri="{FF2B5EF4-FFF2-40B4-BE49-F238E27FC236}">
                <a16:creationId xmlns:a16="http://schemas.microsoft.com/office/drawing/2014/main" id="{546271A4-906E-AC24-0E52-EFA81992B9B7}"/>
              </a:ext>
            </a:extLst>
          </p:cNvPr>
          <p:cNvSpPr/>
          <p:nvPr/>
        </p:nvSpPr>
        <p:spPr>
          <a:xfrm>
            <a:off x="409575" y="7369396"/>
            <a:ext cx="4848225" cy="36576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31" name="Table 30">
            <a:extLst>
              <a:ext uri="{FF2B5EF4-FFF2-40B4-BE49-F238E27FC236}">
                <a16:creationId xmlns:a16="http://schemas.microsoft.com/office/drawing/2014/main" id="{9F629912-4053-C17D-E323-DAC8653DDB6B}"/>
              </a:ext>
            </a:extLst>
          </p:cNvPr>
          <p:cNvGraphicFramePr>
            <a:graphicFrameLocks noGrp="1"/>
          </p:cNvGraphicFramePr>
          <p:nvPr>
            <p:extLst>
              <p:ext uri="{D42A27DB-BD31-4B8C-83A1-F6EECF244321}">
                <p14:modId xmlns:p14="http://schemas.microsoft.com/office/powerpoint/2010/main" val="2491053364"/>
              </p:ext>
            </p:extLst>
          </p:nvPr>
        </p:nvGraphicFramePr>
        <p:xfrm>
          <a:off x="409574" y="1133905"/>
          <a:ext cx="4848226" cy="1648320"/>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err="1">
                          <a:ln>
                            <a:noFill/>
                          </a:ln>
                          <a:solidFill>
                            <a:srgbClr val="8A226F"/>
                          </a:solidFill>
                          <a:effectLst/>
                          <a:uLnTx/>
                          <a:uFillTx/>
                          <a:latin typeface="Segoe UI Semibold"/>
                          <a:ea typeface="Segoe UI Regular"/>
                          <a:cs typeface="Segoe UI Semibold"/>
                        </a:rPr>
                        <a:t>start_sku</a:t>
                      </a: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latin typeface="Segoe UI" panose="020B0502040204020203" pitchFamily="34" charset="0"/>
                          <a:cs typeface="Segoe UI" panose="020B0502040204020203" pitchFamily="34" charset="0"/>
                        </a:rPr>
                        <a:t>Number of seats proposed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a:lnSpc>
                          <a:spcPct val="100000"/>
                        </a:lnSpc>
                        <a:spcBef>
                          <a:spcPts val="0"/>
                        </a:spcBef>
                        <a:spcAft>
                          <a:spcPts val="0"/>
                        </a:spcAft>
                        <a:buNone/>
                      </a:pPr>
                      <a:r>
                        <a:rPr lang="en-US" sz="1200" b="0" i="0" u="none" strike="noStrike" kern="1200" cap="none" spc="0" normalizeH="0" baseline="0" noProof="0" dirty="0">
                          <a:ln>
                            <a:noFill/>
                          </a:ln>
                          <a:solidFill>
                            <a:schemeClr val="tx1"/>
                          </a:solidFill>
                          <a:effectLst/>
                          <a:uLnTx/>
                          <a:uFillTx/>
                          <a:latin typeface="Segoe UI"/>
                          <a:ea typeface="Segoe UI Regular" pitchFamily="34" charset="-122"/>
                          <a:cs typeface="Segoe UI"/>
                        </a:rPr>
                        <a:t>{seats} </a:t>
                      </a:r>
                      <a:endParaRPr kumimoji="0" lang="en-US" dirty="0"/>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annual cost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current_annual_cost_per_user</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Total current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expiring_arr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9020969"/>
                  </a:ext>
                </a:extLst>
              </a:tr>
            </a:tbl>
          </a:graphicData>
        </a:graphic>
      </p:graphicFrame>
      <p:sp>
        <p:nvSpPr>
          <p:cNvPr id="33" name="Rectangle: Top Corners Rounded 32">
            <a:extLst>
              <a:ext uri="{FF2B5EF4-FFF2-40B4-BE49-F238E27FC236}">
                <a16:creationId xmlns:a16="http://schemas.microsoft.com/office/drawing/2014/main" id="{85A445E1-A52D-33E5-8A47-654A75AF92D3}"/>
              </a:ext>
            </a:extLst>
          </p:cNvPr>
          <p:cNvSpPr/>
          <p:nvPr/>
        </p:nvSpPr>
        <p:spPr>
          <a:xfrm>
            <a:off x="409574" y="820495"/>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Current SKU</a:t>
            </a:r>
          </a:p>
        </p:txBody>
      </p:sp>
      <p:graphicFrame>
        <p:nvGraphicFramePr>
          <p:cNvPr id="34" name="Table 33">
            <a:extLst>
              <a:ext uri="{FF2B5EF4-FFF2-40B4-BE49-F238E27FC236}">
                <a16:creationId xmlns:a16="http://schemas.microsoft.com/office/drawing/2014/main" id="{F751E058-0465-554B-EC83-ECA3B1CDE861}"/>
              </a:ext>
            </a:extLst>
          </p:cNvPr>
          <p:cNvGraphicFramePr>
            <a:graphicFrameLocks noGrp="1"/>
          </p:cNvGraphicFramePr>
          <p:nvPr>
            <p:extLst>
              <p:ext uri="{D42A27DB-BD31-4B8C-83A1-F6EECF244321}">
                <p14:modId xmlns:p14="http://schemas.microsoft.com/office/powerpoint/2010/main" val="115145397"/>
              </p:ext>
            </p:extLst>
          </p:nvPr>
        </p:nvGraphicFramePr>
        <p:xfrm>
          <a:off x="409574" y="3331405"/>
          <a:ext cx="4848226" cy="2385029"/>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dirty="0" err="1">
                          <a:ln>
                            <a:noFill/>
                          </a:ln>
                          <a:solidFill>
                            <a:srgbClr val="8A226F"/>
                          </a:solidFill>
                          <a:effectLst/>
                          <a:uLnTx/>
                          <a:uFillTx/>
                          <a:latin typeface="Segoe UI Semibold"/>
                          <a:ea typeface="Segoe UI Regular"/>
                          <a:cs typeface="Segoe UI Semibold"/>
                        </a:rPr>
                        <a:t>target_sku</a:t>
                      </a: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dirty="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Annual cost per user for the upgraded solution</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actual_price_per_user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77006">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a:ea typeface="Segoe UI Regular"/>
                          <a:cs typeface="Segoe UI Semibold"/>
                        </a:rPr>
                        <a:t>{</a:t>
                      </a:r>
                      <a:r>
                        <a:rPr lang="en-US" sz="1200" err="1">
                          <a:solidFill>
                            <a:srgbClr val="8A226F"/>
                          </a:solidFill>
                          <a:latin typeface="Segoe UI Semibold"/>
                          <a:ea typeface="Segoe UI Regular"/>
                          <a:cs typeface="Segoe UI Semibold"/>
                        </a:rPr>
                        <a:t>promo_savings_per_user</a:t>
                      </a:r>
                      <a:r>
                        <a:rPr lang="en-US" sz="1200">
                          <a:solidFill>
                            <a:srgbClr val="8A226F"/>
                          </a:solidFill>
                          <a:latin typeface="Segoe UI Semibold"/>
                          <a:ea typeface="Segoe UI Regular"/>
                          <a:cs typeface="Segoe UI Semibold"/>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8086285"/>
                  </a:ext>
                </a:extLst>
              </a:tr>
              <a:tr h="477006">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dirty="0">
                          <a:solidFill>
                            <a:srgbClr val="000000"/>
                          </a:solidFill>
                          <a:latin typeface="Segoe UI"/>
                          <a:ea typeface="Segoe UI Regular"/>
                          <a:cs typeface="Segoe UI"/>
                        </a:rPr>
                        <a:t>{</a:t>
                      </a:r>
                      <a:r>
                        <a:rPr lang="en-US" sz="1200" dirty="0" err="1">
                          <a:solidFill>
                            <a:srgbClr val="000000"/>
                          </a:solidFill>
                          <a:latin typeface="Segoe UI"/>
                          <a:ea typeface="Segoe UI Regular"/>
                          <a:cs typeface="Segoe UI"/>
                        </a:rPr>
                        <a:t>per_user_</a:t>
                      </a:r>
                      <a:r>
                        <a:rPr lang="en-US" sz="1200" kern="1200" dirty="0" err="1">
                          <a:solidFill>
                            <a:srgbClr val="000000"/>
                          </a:solidFill>
                          <a:latin typeface="Segoe UI"/>
                          <a:ea typeface="Segoe UI Regular"/>
                          <a:cs typeface="Segoe UI"/>
                        </a:rPr>
                        <a:t>after_promo_price</a:t>
                      </a:r>
                      <a:r>
                        <a:rPr lang="en-US" sz="1200" kern="1200" dirty="0">
                          <a:solidFill>
                            <a:srgbClr val="000000"/>
                          </a:solidFill>
                          <a:latin typeface="Segoe UI"/>
                          <a:ea typeface="Segoe UI Regular"/>
                          <a:cs typeface="Segoe UI"/>
                        </a:rPr>
                        <a:t>}</a:t>
                      </a: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6996238"/>
                  </a:ext>
                </a:extLst>
              </a:tr>
              <a:tr h="477005">
                <a:tc>
                  <a:txBody>
                    <a:bodyPr/>
                    <a:lstStyle/>
                    <a:p>
                      <a:pPr marL="0" marR="0" lvl="0" indent="0" algn="l" rtl="0">
                        <a:lnSpc>
                          <a:spcPct val="100000"/>
                        </a:lnSpc>
                        <a:spcBef>
                          <a:spcPts val="0"/>
                        </a:spcBef>
                        <a:spcAft>
                          <a:spcPts val="0"/>
                        </a:spcAft>
                        <a:buClrTx/>
                        <a:buSzTx/>
                        <a:buFontTx/>
                        <a:buNone/>
                      </a:pPr>
                      <a:r>
                        <a:rPr lang="en-US" sz="1200" b="0" i="0" u="none" strike="noStrike" kern="1200" cap="none" spc="0" normalizeH="0" baseline="0" noProof="0">
                          <a:ln>
                            <a:noFill/>
                          </a:ln>
                          <a:solidFill>
                            <a:schemeClr val="tx1"/>
                          </a:solidFill>
                          <a:effectLst/>
                          <a:uLnTx/>
                          <a:uFillTx/>
                          <a:latin typeface="Segoe UI"/>
                          <a:ea typeface="Segoe UI Regular"/>
                          <a:cs typeface="Segoe UI"/>
                        </a:rPr>
                        <a:t>Total investment in the upgraded solution</a:t>
                      </a:r>
                      <a:endParaRPr lang="en-US" sz="1200" b="0" i="0" u="none" strike="noStrike" kern="1200" cap="none" spc="0" normalizeH="0" baseline="0" noProof="0">
                        <a:ln>
                          <a:noFill/>
                        </a:ln>
                        <a:solidFill>
                          <a:schemeClr val="tx1"/>
                        </a:solidFill>
                        <a:effectLst/>
                        <a:uLnTx/>
                        <a:uFillTx/>
                        <a:latin typeface="Segoe UI"/>
                        <a:ea typeface="+mn-ea"/>
                        <a:cs typeface="Segoe UI"/>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lnSpc>
                          <a:spcPct val="100000"/>
                        </a:lnSpc>
                        <a:spcBef>
                          <a:spcPts val="0"/>
                        </a:spcBef>
                        <a:spcAft>
                          <a:spcPts val="0"/>
                        </a:spcAft>
                        <a:buClrTx/>
                        <a:buSzTx/>
                        <a:buFontTx/>
                        <a:buNone/>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total_upgraded_solution_investment</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14437397"/>
                  </a:ext>
                </a:extLst>
              </a:tr>
            </a:tbl>
          </a:graphicData>
        </a:graphic>
      </p:graphicFrame>
      <p:sp>
        <p:nvSpPr>
          <p:cNvPr id="35" name="Rectangle: Top Corners Rounded 34">
            <a:extLst>
              <a:ext uri="{FF2B5EF4-FFF2-40B4-BE49-F238E27FC236}">
                <a16:creationId xmlns:a16="http://schemas.microsoft.com/office/drawing/2014/main" id="{AF8D6392-6243-F044-47FA-FB10457D0581}"/>
              </a:ext>
            </a:extLst>
          </p:cNvPr>
          <p:cNvSpPr/>
          <p:nvPr/>
        </p:nvSpPr>
        <p:spPr>
          <a:xfrm>
            <a:off x="409574" y="3017996"/>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Target SKU</a:t>
            </a:r>
          </a:p>
        </p:txBody>
      </p:sp>
      <p:graphicFrame>
        <p:nvGraphicFramePr>
          <p:cNvPr id="36" name="Table 35">
            <a:extLst>
              <a:ext uri="{FF2B5EF4-FFF2-40B4-BE49-F238E27FC236}">
                <a16:creationId xmlns:a16="http://schemas.microsoft.com/office/drawing/2014/main" id="{1AEFAC14-680B-DFAE-9478-BCE9F04FD796}"/>
              </a:ext>
            </a:extLst>
          </p:cNvPr>
          <p:cNvGraphicFramePr>
            <a:graphicFrameLocks noGrp="1"/>
          </p:cNvGraphicFramePr>
          <p:nvPr>
            <p:extLst>
              <p:ext uri="{D42A27DB-BD31-4B8C-83A1-F6EECF244321}">
                <p14:modId xmlns:p14="http://schemas.microsoft.com/office/powerpoint/2010/main" val="4175877311"/>
              </p:ext>
            </p:extLst>
          </p:nvPr>
        </p:nvGraphicFramePr>
        <p:xfrm>
          <a:off x="409574" y="6178070"/>
          <a:ext cx="4848226" cy="955553"/>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54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annual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incremental_cost_per_user</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5014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bl>
          </a:graphicData>
        </a:graphic>
      </p:graphicFrame>
      <p:sp>
        <p:nvSpPr>
          <p:cNvPr id="37" name="Rectangle: Top Corners Rounded 36">
            <a:extLst>
              <a:ext uri="{FF2B5EF4-FFF2-40B4-BE49-F238E27FC236}">
                <a16:creationId xmlns:a16="http://schemas.microsoft.com/office/drawing/2014/main" id="{AE315751-4126-2AEF-77CC-4EF7F2D3DFF8}"/>
              </a:ext>
            </a:extLst>
          </p:cNvPr>
          <p:cNvSpPr/>
          <p:nvPr/>
        </p:nvSpPr>
        <p:spPr>
          <a:xfrm>
            <a:off x="409574" y="5864662"/>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Incremental Cost</a:t>
            </a:r>
          </a:p>
        </p:txBody>
      </p:sp>
    </p:spTree>
    <p:extLst>
      <p:ext uri="{BB962C8B-B14F-4D97-AF65-F5344CB8AC3E}">
        <p14:creationId xmlns:p14="http://schemas.microsoft.com/office/powerpoint/2010/main" val="683798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B2D122C-F48B-BE64-40E6-9266BE0BF650}"/>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89BB0273-2E61-5B6D-739B-280F588F0C9C}"/>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sp>
        <p:nvSpPr>
          <p:cNvPr id="13" name="Text 8">
            <a:extLst>
              <a:ext uri="{FF2B5EF4-FFF2-40B4-BE49-F238E27FC236}">
                <a16:creationId xmlns:a16="http://schemas.microsoft.com/office/drawing/2014/main" id="{EA74A45B-BEB0-DF57-4249-FBCA0633DBB2}"/>
              </a:ext>
            </a:extLst>
          </p:cNvPr>
          <p:cNvSpPr/>
          <p:nvPr/>
        </p:nvSpPr>
        <p:spPr>
          <a:xfrm>
            <a:off x="454024" y="1681161"/>
            <a:ext cx="4744277" cy="1544012"/>
          </a:xfrm>
          <a:prstGeom prst="rect">
            <a:avLst/>
          </a:prstGeom>
          <a:noFill/>
          <a:ln/>
        </p:spPr>
        <p:txBody>
          <a:bodyPr wrap="square" lIns="0" tIns="0" rIns="0" bIns="0" rtlCol="0" anchor="t">
            <a:spAutoFit/>
          </a:bodyPr>
          <a:lstStyle/>
          <a:p>
            <a:pPr defTabSz="1146840">
              <a:defRPr/>
            </a:pPr>
            <a:r>
              <a:rPr lang="en-US" sz="1254"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254"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defTabSz="1146840">
              <a:defRPr/>
            </a:pPr>
            <a:endParaRPr lang="en-US" sz="1254" dirty="0">
              <a:solidFill>
                <a:srgbClr val="FF0000"/>
              </a:solidFill>
              <a:latin typeface="Segoe UI Regular" pitchFamily="34" charset="0"/>
              <a:ea typeface="Segoe UI Regular" pitchFamily="34" charset="-122"/>
            </a:endParaRPr>
          </a:p>
          <a:p>
            <a:pPr defTabSz="1146840">
              <a:defRPr/>
            </a:pPr>
            <a:r>
              <a:rPr lang="en-US" sz="1254"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254" dirty="0">
              <a:solidFill>
                <a:srgbClr val="FF0000"/>
              </a:solidFill>
              <a:latin typeface="Calibri" panose="020F0502020204030204"/>
            </a:endParaRPr>
          </a:p>
        </p:txBody>
      </p:sp>
      <p:sp>
        <p:nvSpPr>
          <p:cNvPr id="15" name="TextBox 14">
            <a:extLst>
              <a:ext uri="{FF2B5EF4-FFF2-40B4-BE49-F238E27FC236}">
                <a16:creationId xmlns:a16="http://schemas.microsoft.com/office/drawing/2014/main" id="{7986F30F-1007-E586-FF6C-08ACDF69D8C6}"/>
              </a:ext>
            </a:extLst>
          </p:cNvPr>
          <p:cNvSpPr txBox="1"/>
          <p:nvPr/>
        </p:nvSpPr>
        <p:spPr>
          <a:xfrm>
            <a:off x="455602" y="360792"/>
            <a:ext cx="4559390" cy="1077218"/>
          </a:xfrm>
          <a:prstGeom prst="rect">
            <a:avLst/>
          </a:prstGeom>
          <a:noFill/>
        </p:spPr>
        <p:txBody>
          <a:bodyPr wrap="square" lIns="0">
            <a:spAutoFit/>
          </a:bodyPr>
          <a:lstStyle/>
          <a:p>
            <a:pPr defTabSz="1146840">
              <a:defRPr/>
            </a:pPr>
            <a:r>
              <a:rPr lang="en-US" sz="3200" dirty="0">
                <a:solidFill>
                  <a:srgbClr val="000000"/>
                </a:solidFill>
                <a:latin typeface="Segoe UI Semibold" panose="020B0702040204020203" pitchFamily="34" charset="0"/>
                <a:ea typeface="Inter Semi Bold" pitchFamily="34" charset="-122"/>
                <a:cs typeface="Segoe UI Semibold" panose="020B0702040204020203" pitchFamily="34" charset="0"/>
              </a:rPr>
              <a:t>Drive transformation with [PARTNER NAME]</a:t>
            </a:r>
            <a:endParaRPr lang="en-US" sz="3200" dirty="0">
              <a:solidFill>
                <a:prstClr val="black"/>
              </a:solidFill>
              <a:latin typeface="Segoe UI Semibold" panose="020B0702040204020203" pitchFamily="34" charset="0"/>
              <a:cs typeface="Segoe UI Semibold" panose="020B0702040204020203" pitchFamily="34" charset="0"/>
            </a:endParaRPr>
          </a:p>
        </p:txBody>
      </p:sp>
      <p:pic>
        <p:nvPicPr>
          <p:cNvPr id="17" name="Picture 16">
            <a:extLst>
              <a:ext uri="{FF2B5EF4-FFF2-40B4-BE49-F238E27FC236}">
                <a16:creationId xmlns:a16="http://schemas.microsoft.com/office/drawing/2014/main" id="{127932AE-2B42-F6CB-E26F-8BF261C6E581}"/>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spTree>
    <p:extLst>
      <p:ext uri="{BB962C8B-B14F-4D97-AF65-F5344CB8AC3E}">
        <p14:creationId xmlns:p14="http://schemas.microsoft.com/office/powerpoint/2010/main" val="1132079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2BCC39-C69A-FF84-F0AC-620BFA9579EC}"/>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011B241C-B3E7-2FA1-1905-B20ED41C9738}"/>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pic>
        <p:nvPicPr>
          <p:cNvPr id="17" name="Picture 16">
            <a:extLst>
              <a:ext uri="{FF2B5EF4-FFF2-40B4-BE49-F238E27FC236}">
                <a16:creationId xmlns:a16="http://schemas.microsoft.com/office/drawing/2014/main" id="{53E49194-183C-5729-5E48-0A7C5D74FDCA}"/>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pic>
        <p:nvPicPr>
          <p:cNvPr id="3" name="Graphic 2">
            <a:extLst>
              <a:ext uri="{FF2B5EF4-FFF2-40B4-BE49-F238E27FC236}">
                <a16:creationId xmlns:a16="http://schemas.microsoft.com/office/drawing/2014/main" id="{62CE097A-D403-FB00-FEEF-4993DF3168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024" y="3797543"/>
            <a:ext cx="1872293" cy="396388"/>
          </a:xfrm>
          <a:prstGeom prst="rect">
            <a:avLst/>
          </a:prstGeom>
        </p:spPr>
      </p:pic>
      <p:pic>
        <p:nvPicPr>
          <p:cNvPr id="5" name="Picture 4">
            <a:extLst>
              <a:ext uri="{FF2B5EF4-FFF2-40B4-BE49-F238E27FC236}">
                <a16:creationId xmlns:a16="http://schemas.microsoft.com/office/drawing/2014/main" id="{D8877156-5DEF-E8A8-0C25-92E91614AFF3}"/>
              </a:ext>
            </a:extLst>
          </p:cNvPr>
          <p:cNvPicPr>
            <a:picLocks noChangeAspect="1"/>
          </p:cNvPicPr>
          <p:nvPr/>
        </p:nvPicPr>
        <p:blipFill>
          <a:blip r:embed="rId3">
            <a:alphaModFix amt="23000"/>
          </a:blip>
          <a:srcRect l="44438" t="63885" b="3556"/>
          <a:stretch>
            <a:fillRect/>
          </a:stretch>
        </p:blipFill>
        <p:spPr>
          <a:xfrm>
            <a:off x="-1" y="1"/>
            <a:ext cx="7772399" cy="1907658"/>
          </a:xfrm>
          <a:prstGeom prst="rect">
            <a:avLst/>
          </a:prstGeom>
          <a:effectLst/>
        </p:spPr>
      </p:pic>
      <p:sp>
        <p:nvSpPr>
          <p:cNvPr id="7" name="Text 8">
            <a:extLst>
              <a:ext uri="{FF2B5EF4-FFF2-40B4-BE49-F238E27FC236}">
                <a16:creationId xmlns:a16="http://schemas.microsoft.com/office/drawing/2014/main" id="{312369D5-56E3-EAE4-E2D1-9A38D4F58157}"/>
              </a:ext>
            </a:extLst>
          </p:cNvPr>
          <p:cNvSpPr/>
          <p:nvPr/>
        </p:nvSpPr>
        <p:spPr>
          <a:xfrm>
            <a:off x="454024" y="6543115"/>
            <a:ext cx="4747896" cy="929870"/>
          </a:xfrm>
          <a:prstGeom prst="rect">
            <a:avLst/>
          </a:prstGeom>
          <a:noFill/>
          <a:ln/>
        </p:spPr>
        <p:txBody>
          <a:bodyPr wrap="square" lIns="0" tIns="0" rIns="0" bIns="0" rtlCol="0" anchor="t">
            <a:spAutoFit/>
          </a:bodyPr>
          <a:lstStyle/>
          <a:p>
            <a:pPr defTabSz="1049505">
              <a:defRPr/>
            </a:pPr>
            <a:r>
              <a:rPr lang="en-US" sz="1007" dirty="0">
                <a:solidFill>
                  <a:srgbClr val="8A226F"/>
                </a:solidFill>
                <a:latin typeface="Segoe UI Semibold" panose="020B0702040204020203" pitchFamily="34" charset="0"/>
                <a:ea typeface="Segoe UI Regular" pitchFamily="34" charset="-122"/>
                <a:cs typeface="Segoe UI Semibold" panose="020B0702040204020203" pitchFamily="34" charset="0"/>
              </a:rPr>
              <a:t>Please Note: </a:t>
            </a:r>
            <a:r>
              <a:rPr lang="en-US" sz="1007" i="1" dirty="0">
                <a:latin typeface="Segoe UI" panose="020B0502040204020203" pitchFamily="34" charset="0"/>
                <a:ea typeface="Segoe UI Regular" pitchFamily="34" charset="-122"/>
                <a:cs typeface="Segoe UI" panose="020B0502040204020203" pitchFamily="34" charset="0"/>
              </a:rPr>
              <a:t>This material is provided on an automated, as‑is and non‑binding basis and may contain errors or inaccuracies. Any disclosure, distribution, or reliance on this material is solely at your discretion and responsibility and must be strictly limited to parties who are duly authorized and legally entitled to receive it. Nothing herein shall be construed as creating any binding obligation, representation, or commitment on the part of Microsoft.</a:t>
            </a:r>
            <a:endParaRPr lang="en-US" sz="1007"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258734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TotalTime>
  <Words>198</Words>
  <Application>Microsoft Office PowerPoint</Application>
  <PresentationFormat>Custom</PresentationFormat>
  <Paragraphs>24</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Seema Kapari</dc:creator>
  <cp:lastModifiedBy>Seema Kapari</cp:lastModifiedBy>
  <cp:revision>3</cp:revision>
  <dcterms:created xsi:type="dcterms:W3CDTF">2026-04-04T15:01:26Z</dcterms:created>
  <dcterms:modified xsi:type="dcterms:W3CDTF">2026-04-11T11:17:48Z</dcterms:modified>
</cp:coreProperties>
</file>