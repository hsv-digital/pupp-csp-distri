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theme/theme3.xml" ContentType="application/vnd.openxmlformats-officedocument.theme+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13.xml" ContentType="application/vnd.openxmlformats-officedocument.presentationml.slideLayout+xml"/>
  <Override PartName="/ppt/slideMasters/slideMaster3.xml" ContentType="application/vnd.openxmlformats-officedocument.presentationml.slideMaster+xml"/>
  <Override PartName="/ppt/theme/theme4.xml" ContentType="application/vnd.openxmlformats-officedocument.theme+xml"/>
  <Override PartName="/ppt/slides/slide4.xml" ContentType="application/vnd.openxmlformats-officedocument.presentationml.slide+xml"/>
  <Override PartName="/ppt/notesSlides/notesSlide4.xml" ContentType="application/vnd.openxmlformats-officedocument.presentationml.notesSlide+xml"/>
  <Override PartName="/ppt/slideLayouts/slideLayout14.xml" ContentType="application/vnd.openxmlformats-officedocument.presentationml.slideLayout+xml"/>
  <Override PartName="/ppt/slideMasters/slideMaster4.xml" ContentType="application/vnd.openxmlformats-officedocument.presentationml.slideMaster+xml"/>
  <Override PartName="/ppt/theme/theme5.xml" ContentType="application/vnd.openxmlformats-officedocument.theme+xml"/>
  <Override PartName="/ppt/slides/slide5.xml" ContentType="application/vnd.openxmlformats-officedocument.presentationml.slide+xml"/>
  <Override PartName="/ppt/notesSlides/notesSlide5.xml" ContentType="application/vnd.openxmlformats-officedocument.presentationml.notesSlide+xml"/>
  <Override PartName="/ppt/slideLayouts/slideLayout15.xml" ContentType="application/vnd.openxmlformats-officedocument.presentationml.slideLayout+xml"/>
  <Override PartName="/ppt/slideMasters/slideMaster5.xml" ContentType="application/vnd.openxmlformats-officedocument.presentationml.slideMaster+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6.xml" ContentType="application/vnd.openxmlformats-officedocument.theme+xml"/>
  <Override PartName="/ppt/slideLayouts/slideLayout18.xml" ContentType="application/vnd.openxmlformats-officedocument.presentationml.slideLayout+xml"/>
  <Override PartName="/ppt/slides/slide6.xml" ContentType="application/vnd.openxmlformats-officedocument.presentationml.slide+xml"/>
  <Override PartName="/ppt/notesSlides/notesSlide6.xml" ContentType="application/vnd.openxmlformats-officedocument.presentationml.notesSlide+xml"/>
  <Override PartName="/ppt/slideLayouts/slideLayout19.xml" ContentType="application/vnd.openxmlformats-officedocument.presentationml.slideLayout+xml"/>
  <Override PartName="/ppt/slideMasters/slideMaster6.xml" ContentType="application/vnd.openxmlformats-officedocument.presentationml.slideMaster+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7.xml" ContentType="application/vnd.openxmlformats-officedocument.theme+xml"/>
  <Override PartName="/ppt/slideLayouts/slideLayout22.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 id="2147483755" r:id="rId16"/>
    <p:sldMasterId id="2147483756" r:id="rId17"/>
    <p:sldMasterId id="2147483757" r:id="rId18"/>
    <p:sldMasterId id="2147483758" r:id="rId19"/>
    <p:sldMasterId id="2147483759" r:id="rId20"/>
  </p:sldMasterIdLst>
  <p:notesMasterIdLst>
    <p:notesMasterId r:id="rId3"/>
  </p:notesMasterIdLst>
  <p:sldIdLst>
    <p:sldId id="256" r:id="rId10"/>
    <p:sldId id="257" r:id="rId11"/>
    <p:sldId id="258" r:id="rId12"/>
    <p:sldId id="259" r:id="rId13"/>
    <p:sldId id="260" r:id="rId14"/>
    <p:sldId id="261" r:id="rId15"/>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A6721E-6B04-FA5C-EBE6-CCBD6B554CA0}" v="1" dt="2026-04-11T11:17:47.7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26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Master" Target="slideMasters/slideMaster2.xml"/><Relationship Id="rId17" Type="http://schemas.openxmlformats.org/officeDocument/2006/relationships/slideMaster" Target="slideMasters/slideMaster3.xml"/><Relationship Id="rId18" Type="http://schemas.openxmlformats.org/officeDocument/2006/relationships/slideMaster" Target="slideMasters/slideMaster4.xml"/><Relationship Id="rId19" Type="http://schemas.openxmlformats.org/officeDocument/2006/relationships/slideMaster" Target="slideMasters/slideMaster5.xml"/><Relationship Id="rId20"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DDA6721E-6B04-FA5C-EBE6-CCBD6B554CA0}"/>
    <pc:docChg chg="mod modSld modMainMaster setSldSz">
      <pc:chgData name="Seema Kapri" userId="S::seema.kapri@hsv.digital::3468d2f6-a5eb-4e01-882c-f62721c4c7bf" providerId="AD" clId="Web-{DDA6721E-6B04-FA5C-EBE6-CCBD6B554CA0}" dt="2026-04-11T11:17:47.706" v="0"/>
      <pc:docMkLst>
        <pc:docMk/>
      </pc:docMkLst>
      <pc:sldChg chg="modSp">
        <pc:chgData name="Seema Kapri" userId="S::seema.kapri@hsv.digital::3468d2f6-a5eb-4e01-882c-f62721c4c7bf" providerId="AD" clId="Web-{DDA6721E-6B04-FA5C-EBE6-CCBD6B554CA0}" dt="2026-04-11T11:17:47.706" v="0"/>
        <pc:sldMkLst>
          <pc:docMk/>
          <pc:sldMk cId="3298069851" sldId="2147470023"/>
        </pc:sldMkLst>
        <pc:spChg chg="mod">
          <ac:chgData name="Seema Kapri" userId="S::seema.kapri@hsv.digital::3468d2f6-a5eb-4e01-882c-f62721c4c7bf" providerId="AD" clId="Web-{DDA6721E-6B04-FA5C-EBE6-CCBD6B554CA0}" dt="2026-04-11T11:17:47.706" v="0"/>
          <ac:spMkLst>
            <pc:docMk/>
            <pc:sldMk cId="3298069851" sldId="2147470023"/>
            <ac:spMk id="7" creationId="{E5468804-248C-0CEE-E8C6-94ABA50D108A}"/>
          </ac:spMkLst>
        </pc:spChg>
        <pc:spChg chg="mod">
          <ac:chgData name="Seema Kapri" userId="S::seema.kapri@hsv.digital::3468d2f6-a5eb-4e01-882c-f62721c4c7bf" providerId="AD" clId="Web-{DDA6721E-6B04-FA5C-EBE6-CCBD6B554CA0}" dt="2026-04-11T11:17:47.706" v="0"/>
          <ac:spMkLst>
            <pc:docMk/>
            <pc:sldMk cId="3298069851" sldId="2147470023"/>
            <ac:spMk id="13" creationId="{C84F39E5-C9BA-7B18-B2B0-559D4E7E46F1}"/>
          </ac:spMkLst>
        </pc:spChg>
        <pc:spChg chg="mod">
          <ac:chgData name="Seema Kapri" userId="S::seema.kapri@hsv.digital::3468d2f6-a5eb-4e01-882c-f62721c4c7bf" providerId="AD" clId="Web-{DDA6721E-6B04-FA5C-EBE6-CCBD6B554CA0}" dt="2026-04-11T11:17:47.706" v="0"/>
          <ac:spMkLst>
            <pc:docMk/>
            <pc:sldMk cId="3298069851" sldId="2147470023"/>
            <ac:spMk id="28" creationId="{57D7657B-FB49-71AB-DBC9-E23C00C4DC9F}"/>
          </ac:spMkLst>
        </pc:spChg>
        <pc:spChg chg="mod">
          <ac:chgData name="Seema Kapri" userId="S::seema.kapri@hsv.digital::3468d2f6-a5eb-4e01-882c-f62721c4c7bf" providerId="AD" clId="Web-{DDA6721E-6B04-FA5C-EBE6-CCBD6B554CA0}" dt="2026-04-11T11:17:47.706" v="0"/>
          <ac:spMkLst>
            <pc:docMk/>
            <pc:sldMk cId="3298069851" sldId="2147470023"/>
            <ac:spMk id="32" creationId="{838B9FE7-7E34-BC5E-4C6A-AC21450FEE7D}"/>
          </ac:spMkLst>
        </pc:spChg>
        <pc:spChg chg="mod">
          <ac:chgData name="Seema Kapri" userId="S::seema.kapri@hsv.digital::3468d2f6-a5eb-4e01-882c-f62721c4c7bf" providerId="AD" clId="Web-{DDA6721E-6B04-FA5C-EBE6-CCBD6B554CA0}" dt="2026-04-11T11:17:47.706" v="0"/>
          <ac:spMkLst>
            <pc:docMk/>
            <pc:sldMk cId="3298069851" sldId="2147470023"/>
            <ac:spMk id="52" creationId="{E27CCE3A-4CA9-6725-47FE-1DA975F68CAC}"/>
          </ac:spMkLst>
        </pc:spChg>
        <pc:spChg chg="mod">
          <ac:chgData name="Seema Kapri" userId="S::seema.kapri@hsv.digital::3468d2f6-a5eb-4e01-882c-f62721c4c7bf" providerId="AD" clId="Web-{DDA6721E-6B04-FA5C-EBE6-CCBD6B554CA0}" dt="2026-04-11T11:17:47.706" v="0"/>
          <ac:spMkLst>
            <pc:docMk/>
            <pc:sldMk cId="3298069851" sldId="2147470023"/>
            <ac:spMk id="53" creationId="{46FA38A9-5B56-060E-8BF7-9A1ED5ABAEA6}"/>
          </ac:spMkLst>
        </pc:spChg>
        <pc:spChg chg="mod">
          <ac:chgData name="Seema Kapri" userId="S::seema.kapri@hsv.digital::3468d2f6-a5eb-4e01-882c-f62721c4c7bf" providerId="AD" clId="Web-{DDA6721E-6B04-FA5C-EBE6-CCBD6B554CA0}" dt="2026-04-11T11:17:47.706" v="0"/>
          <ac:spMkLst>
            <pc:docMk/>
            <pc:sldMk cId="3298069851" sldId="2147470023"/>
            <ac:spMk id="1075" creationId="{557D5DDB-7AB9-C555-3BCD-45D9AFDE0D56}"/>
          </ac:spMkLst>
        </pc:spChg>
        <pc:spChg chg="mod">
          <ac:chgData name="Seema Kapri" userId="S::seema.kapri@hsv.digital::3468d2f6-a5eb-4e01-882c-f62721c4c7bf" providerId="AD" clId="Web-{DDA6721E-6B04-FA5C-EBE6-CCBD6B554CA0}" dt="2026-04-11T11:17:47.706" v="0"/>
          <ac:spMkLst>
            <pc:docMk/>
            <pc:sldMk cId="3298069851" sldId="2147470023"/>
            <ac:spMk id="1078" creationId="{55880586-128A-F276-4E99-8451604752EA}"/>
          </ac:spMkLst>
        </pc:spChg>
        <pc:spChg chg="mod">
          <ac:chgData name="Seema Kapri" userId="S::seema.kapri@hsv.digital::3468d2f6-a5eb-4e01-882c-f62721c4c7bf" providerId="AD" clId="Web-{DDA6721E-6B04-FA5C-EBE6-CCBD6B554CA0}" dt="2026-04-11T11:17:47.706" v="0"/>
          <ac:spMkLst>
            <pc:docMk/>
            <pc:sldMk cId="3298069851" sldId="2147470023"/>
            <ac:spMk id="1094" creationId="{13DBC4B1-0373-CC23-CEB6-CC0278DC30AE}"/>
          </ac:spMkLst>
        </pc:spChg>
        <pc:spChg chg="mod">
          <ac:chgData name="Seema Kapri" userId="S::seema.kapri@hsv.digital::3468d2f6-a5eb-4e01-882c-f62721c4c7bf" providerId="AD" clId="Web-{DDA6721E-6B04-FA5C-EBE6-CCBD6B554CA0}" dt="2026-04-11T11:17:47.706" v="0"/>
          <ac:spMkLst>
            <pc:docMk/>
            <pc:sldMk cId="3298069851" sldId="2147470023"/>
            <ac:spMk id="1101" creationId="{3A5D7665-C133-9D6E-24E3-839953966045}"/>
          </ac:spMkLst>
        </pc:spChg>
      </pc:sldChg>
      <pc:sldMasterChg chg="modSp modSldLayout">
        <pc:chgData name="Seema Kapri" userId="S::seema.kapri@hsv.digital::3468d2f6-a5eb-4e01-882c-f62721c4c7bf" providerId="AD" clId="Web-{DDA6721E-6B04-FA5C-EBE6-CCBD6B554CA0}" dt="2026-04-11T11:17:47.706" v="0"/>
        <pc:sldMasterMkLst>
          <pc:docMk/>
          <pc:sldMasterMk cId="1122647173" sldId="2147483732"/>
        </pc:sldMasterMkLst>
        <pc:spChg chg="mod">
          <ac:chgData name="Seema Kapri" userId="S::seema.kapri@hsv.digital::3468d2f6-a5eb-4e01-882c-f62721c4c7bf" providerId="AD" clId="Web-{DDA6721E-6B04-FA5C-EBE6-CCBD6B554CA0}" dt="2026-04-11T11:17:47.706" v="0"/>
          <ac:spMkLst>
            <pc:docMk/>
            <pc:sldMasterMk cId="1122647173" sldId="2147483732"/>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6" creationId="{00000000-0000-0000-0000-000000000000}"/>
          </ac:spMkLst>
        </pc:spChg>
        <pc:sldLayoutChg chg="modSp">
          <pc:chgData name="Seema Kapri" userId="S::seema.kapri@hsv.digital::3468d2f6-a5eb-4e01-882c-f62721c4c7bf" providerId="AD" clId="Web-{DDA6721E-6B04-FA5C-EBE6-CCBD6B554CA0}" dt="2026-04-11T11:17:47.706" v="0"/>
          <pc:sldLayoutMkLst>
            <pc:docMk/>
            <pc:sldMasterMk cId="1122647173" sldId="2147483732"/>
            <pc:sldLayoutMk cId="17524809" sldId="2147483733"/>
          </pc:sldLayoutMkLst>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092314792" sldId="2147483735"/>
          </pc:sldLayoutMkLst>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4580187" sldId="2147483736"/>
          </pc:sldLayoutMkLst>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880376873" sldId="2147483737"/>
          </pc:sldLayoutMkLst>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6"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2752899885" sldId="2147483740"/>
          </pc:sldLayoutMkLst>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1722206160" sldId="2147483741"/>
          </pc:sldLayoutMkLst>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785386807" sldId="2147483743"/>
          </pc:sldLayoutMkLst>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034A72A-6E2F-4343-B7FF-0EAC6B5BD073}" type="slidenum">
              <a:rPr lang="en-IN" smtClean="0"/>
              <a:t>1</a:t>
            </a:fld>
            <a:endParaRPr lang="en-IN"/>
          </a:p>
        </p:txBody>
      </p:sp>
    </p:spTree>
    <p:extLst>
      <p:ext uri="{BB962C8B-B14F-4D97-AF65-F5344CB8AC3E}">
        <p14:creationId xmlns:p14="http://schemas.microsoft.com/office/powerpoint/2010/main" val="10612102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FD700-29C8-E943-EE34-4A3666C867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6905A-E61B-A075-8B81-DD992B598C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B989EF-3A8C-73D0-F9C1-6DAEC69EEE5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5B39C7-8702-C977-A9AA-FC6B3BE2D68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324632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8"/>
          </a:xfrm>
        </p:spPr>
        <p:txBody>
          <a:bodyPr anchor="b"/>
          <a:lstStyle>
            <a:lvl1pPr algn="ctr">
              <a:defRPr sz="3706"/>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83"/>
            </a:lvl1pPr>
            <a:lvl2pPr marL="282423" indent="0" algn="ctr">
              <a:buNone/>
              <a:defRPr sz="1236"/>
            </a:lvl2pPr>
            <a:lvl3pPr marL="564846" indent="0" algn="ctr">
              <a:buNone/>
              <a:defRPr sz="1112"/>
            </a:lvl3pPr>
            <a:lvl4pPr marL="847269" indent="0" algn="ctr">
              <a:buNone/>
              <a:defRPr sz="988"/>
            </a:lvl4pPr>
            <a:lvl5pPr marL="1129691" indent="0" algn="ctr">
              <a:buNone/>
              <a:defRPr sz="988"/>
            </a:lvl5pPr>
            <a:lvl6pPr marL="1412114" indent="0" algn="ctr">
              <a:buNone/>
              <a:defRPr sz="988"/>
            </a:lvl6pPr>
            <a:lvl7pPr marL="1694537" indent="0" algn="ctr">
              <a:buNone/>
              <a:defRPr sz="988"/>
            </a:lvl7pPr>
            <a:lvl8pPr marL="1976960" indent="0" algn="ctr">
              <a:buNone/>
              <a:defRPr sz="988"/>
            </a:lvl8pPr>
            <a:lvl9pPr marL="2259382" indent="0" algn="ctr">
              <a:buNone/>
              <a:defRPr sz="98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524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3725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706"/>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83">
                <a:solidFill>
                  <a:schemeClr val="tx1">
                    <a:tint val="82000"/>
                  </a:schemeClr>
                </a:solidFill>
              </a:defRPr>
            </a:lvl1pPr>
            <a:lvl2pPr marL="282423" indent="0">
              <a:buNone/>
              <a:defRPr sz="1236">
                <a:solidFill>
                  <a:schemeClr val="tx1">
                    <a:tint val="82000"/>
                  </a:schemeClr>
                </a:solidFill>
              </a:defRPr>
            </a:lvl2pPr>
            <a:lvl3pPr marL="564846" indent="0">
              <a:buNone/>
              <a:defRPr sz="1112">
                <a:solidFill>
                  <a:schemeClr val="tx1">
                    <a:tint val="82000"/>
                  </a:schemeClr>
                </a:solidFill>
              </a:defRPr>
            </a:lvl3pPr>
            <a:lvl4pPr marL="847269" indent="0">
              <a:buNone/>
              <a:defRPr sz="988">
                <a:solidFill>
                  <a:schemeClr val="tx1">
                    <a:tint val="82000"/>
                  </a:schemeClr>
                </a:solidFill>
              </a:defRPr>
            </a:lvl4pPr>
            <a:lvl5pPr marL="1129691" indent="0">
              <a:buNone/>
              <a:defRPr sz="988">
                <a:solidFill>
                  <a:schemeClr val="tx1">
                    <a:tint val="82000"/>
                  </a:schemeClr>
                </a:solidFill>
              </a:defRPr>
            </a:lvl5pPr>
            <a:lvl6pPr marL="1412114" indent="0">
              <a:buNone/>
              <a:defRPr sz="988">
                <a:solidFill>
                  <a:schemeClr val="tx1">
                    <a:tint val="82000"/>
                  </a:schemeClr>
                </a:solidFill>
              </a:defRPr>
            </a:lvl6pPr>
            <a:lvl7pPr marL="1694537" indent="0">
              <a:buNone/>
              <a:defRPr sz="988">
                <a:solidFill>
                  <a:schemeClr val="tx1">
                    <a:tint val="82000"/>
                  </a:schemeClr>
                </a:solidFill>
              </a:defRPr>
            </a:lvl7pPr>
            <a:lvl8pPr marL="1976960" indent="0">
              <a:buNone/>
              <a:defRPr sz="988">
                <a:solidFill>
                  <a:schemeClr val="tx1">
                    <a:tint val="82000"/>
                  </a:schemeClr>
                </a:solidFill>
              </a:defRPr>
            </a:lvl8pPr>
            <a:lvl9pPr marL="2259382" indent="0">
              <a:buNone/>
              <a:defRPr sz="98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923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580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2"/>
            <a:ext cx="2389506"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4" name="Content Placeholder 3"/>
          <p:cNvSpPr>
            <a:spLocks noGrp="1"/>
          </p:cNvSpPr>
          <p:nvPr>
            <p:ph sz="half" idx="2"/>
          </p:nvPr>
        </p:nvSpPr>
        <p:spPr>
          <a:xfrm>
            <a:off x="389058" y="2919108"/>
            <a:ext cx="2389506"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2"/>
            <a:ext cx="2401273"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6" name="Content Placeholder 5"/>
          <p:cNvSpPr>
            <a:spLocks noGrp="1"/>
          </p:cNvSpPr>
          <p:nvPr>
            <p:ph sz="quarter" idx="4"/>
          </p:nvPr>
        </p:nvSpPr>
        <p:spPr>
          <a:xfrm>
            <a:off x="2859466" y="2919108"/>
            <a:ext cx="2401273"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0376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35960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08909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Content Placeholder 2"/>
          <p:cNvSpPr>
            <a:spLocks noGrp="1"/>
          </p:cNvSpPr>
          <p:nvPr>
            <p:ph idx="1"/>
          </p:nvPr>
        </p:nvSpPr>
        <p:spPr>
          <a:xfrm>
            <a:off x="2401274" y="1150627"/>
            <a:ext cx="2859464" cy="5679127"/>
          </a:xfrm>
        </p:spPr>
        <p:txBody>
          <a:bodyPr/>
          <a:lstStyle>
            <a:lvl1pPr>
              <a:defRPr sz="1977"/>
            </a:lvl1pPr>
            <a:lvl2pPr>
              <a:defRPr sz="1730"/>
            </a:lvl2pPr>
            <a:lvl3pPr>
              <a:defRPr sz="1483"/>
            </a:lvl3pPr>
            <a:lvl4pPr>
              <a:defRPr sz="1236"/>
            </a:lvl4pPr>
            <a:lvl5pPr>
              <a:defRPr sz="1236"/>
            </a:lvl5pPr>
            <a:lvl6pPr>
              <a:defRPr sz="1236"/>
            </a:lvl6pPr>
            <a:lvl7pPr>
              <a:defRPr sz="1236"/>
            </a:lvl7pPr>
            <a:lvl8pPr>
              <a:defRPr sz="1236"/>
            </a:lvl8pPr>
            <a:lvl9pPr>
              <a:defRPr sz="12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52899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7"/>
            <a:ext cx="2859464" cy="5679127"/>
          </a:xfrm>
        </p:spPr>
        <p:txBody>
          <a:bodyPr anchor="t"/>
          <a:lstStyle>
            <a:lvl1pPr marL="0" indent="0">
              <a:buNone/>
              <a:defRPr sz="1977"/>
            </a:lvl1pPr>
            <a:lvl2pPr marL="282423" indent="0">
              <a:buNone/>
              <a:defRPr sz="1730"/>
            </a:lvl2pPr>
            <a:lvl3pPr marL="564846" indent="0">
              <a:buNone/>
              <a:defRPr sz="1483"/>
            </a:lvl3pPr>
            <a:lvl4pPr marL="847269" indent="0">
              <a:buNone/>
              <a:defRPr sz="1236"/>
            </a:lvl4pPr>
            <a:lvl5pPr marL="1129691" indent="0">
              <a:buNone/>
              <a:defRPr sz="1236"/>
            </a:lvl5pPr>
            <a:lvl6pPr marL="1412114" indent="0">
              <a:buNone/>
              <a:defRPr sz="1236"/>
            </a:lvl6pPr>
            <a:lvl7pPr marL="1694537" indent="0">
              <a:buNone/>
              <a:defRPr sz="1236"/>
            </a:lvl7pPr>
            <a:lvl8pPr marL="1976960" indent="0">
              <a:buNone/>
              <a:defRPr sz="1236"/>
            </a:lvl8pPr>
            <a:lvl9pPr marL="2259382" indent="0">
              <a:buNone/>
              <a:defRPr sz="1236"/>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2220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504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2"/>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2"/>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85386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863" y="1307866"/>
            <a:ext cx="4803775" cy="2782217"/>
          </a:xfrm>
        </p:spPr>
        <p:txBody>
          <a:bodyPr anchor="b"/>
          <a:lstStyle>
            <a:lvl1pPr algn="ctr">
              <a:defRPr sz="3708"/>
            </a:lvl1pPr>
          </a:lstStyle>
          <a:p>
            <a:r>
              <a:rPr lang="en-US"/>
              <a:t>Click to edit Master title style</a:t>
            </a:r>
          </a:p>
        </p:txBody>
      </p:sp>
      <p:sp>
        <p:nvSpPr>
          <p:cNvPr id="3" name="Subtitle 2"/>
          <p:cNvSpPr>
            <a:spLocks noGrp="1"/>
          </p:cNvSpPr>
          <p:nvPr>
            <p:ph type="subTitle" idx="1"/>
          </p:nvPr>
        </p:nvSpPr>
        <p:spPr>
          <a:xfrm>
            <a:off x="706438" y="4197375"/>
            <a:ext cx="4238625" cy="1929423"/>
          </a:xfrm>
        </p:spPr>
        <p:txBody>
          <a:bodyPr/>
          <a:lstStyle>
            <a:lvl1pPr marL="0" indent="0" algn="ctr">
              <a:buNone/>
              <a:defRPr sz="1483"/>
            </a:lvl1pPr>
            <a:lvl2pPr marL="282566" indent="0" algn="ctr">
              <a:buNone/>
              <a:defRPr sz="1236"/>
            </a:lvl2pPr>
            <a:lvl3pPr marL="565131" indent="0" algn="ctr">
              <a:buNone/>
              <a:defRPr sz="1112"/>
            </a:lvl3pPr>
            <a:lvl4pPr marL="847697" indent="0" algn="ctr">
              <a:buNone/>
              <a:defRPr sz="989"/>
            </a:lvl4pPr>
            <a:lvl5pPr marL="1130262" indent="0" algn="ctr">
              <a:buNone/>
              <a:defRPr sz="989"/>
            </a:lvl5pPr>
            <a:lvl6pPr marL="1412828" indent="0" algn="ctr">
              <a:buNone/>
              <a:defRPr sz="989"/>
            </a:lvl6pPr>
            <a:lvl7pPr marL="1695394" indent="0" algn="ctr">
              <a:buNone/>
              <a:defRPr sz="989"/>
            </a:lvl7pPr>
            <a:lvl8pPr marL="1977959" indent="0" algn="ctr">
              <a:buNone/>
              <a:defRPr sz="989"/>
            </a:lvl8pPr>
            <a:lvl9pPr marL="2260525" indent="0" algn="ctr">
              <a:buNone/>
              <a:defRPr sz="989"/>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9696842"/>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846957030"/>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7.xml"/><Relationship Id="rId1" Type="http://schemas.openxmlformats.org/officeDocument/2006/relationships/slideLayout" Target="../slideLayouts/slideLayout15.xml"/><Relationship Id="rId5" Type="http://schemas.openxmlformats.org/officeDocument/2006/relationships/theme" Target="../theme/theme6.xml"/><Relationship Id="rId4" Type="http://schemas.openxmlformats.org/officeDocument/2006/relationships/slideLayout" Target="../slideLayouts/slideLayout18.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21.xml"/><Relationship Id="rId1" Type="http://schemas.openxmlformats.org/officeDocument/2006/relationships/slideLayout" Target="../slideLayouts/slideLayout19.xml"/><Relationship Id="rId5" Type="http://schemas.openxmlformats.org/officeDocument/2006/relationships/theme" Target="../theme/theme7.xml"/><Relationship Id="rId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5"/>
            <a:ext cx="1270873" cy="425472"/>
          </a:xfrm>
          <a:prstGeom prst="rect">
            <a:avLst/>
          </a:prstGeom>
        </p:spPr>
        <p:txBody>
          <a:bodyPr vert="horz" lIns="91440" tIns="45720" rIns="91440" bIns="45720" rtlCol="0" anchor="ctr"/>
          <a:lstStyle>
            <a:lvl1pPr algn="l">
              <a:defRPr sz="741">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5"/>
            <a:ext cx="1906310" cy="425472"/>
          </a:xfrm>
          <a:prstGeom prst="rect">
            <a:avLst/>
          </a:prstGeom>
        </p:spPr>
        <p:txBody>
          <a:bodyPr vert="horz" lIns="91440" tIns="45720" rIns="91440" bIns="45720" rtlCol="0" anchor="ctr"/>
          <a:lstStyle>
            <a:lvl1pPr algn="ctr">
              <a:defRPr sz="741">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5"/>
            <a:ext cx="1270873" cy="425472"/>
          </a:xfrm>
          <a:prstGeom prst="rect">
            <a:avLst/>
          </a:prstGeom>
        </p:spPr>
        <p:txBody>
          <a:bodyPr vert="horz" lIns="91440" tIns="45720" rIns="91440" bIns="45720" rtlCol="0" anchor="ctr"/>
          <a:lstStyle>
            <a:lvl1pPr algn="r">
              <a:defRPr sz="741">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12264717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541" y="425474"/>
            <a:ext cx="4874419" cy="154464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8541" y="2127361"/>
            <a:ext cx="4874419"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8541" y="7406916"/>
            <a:ext cx="1271588" cy="425472"/>
          </a:xfrm>
          <a:prstGeom prst="rect">
            <a:avLst/>
          </a:prstGeom>
        </p:spPr>
        <p:txBody>
          <a:bodyPr vert="horz" lIns="91440" tIns="45720" rIns="91440" bIns="45720" rtlCol="0" anchor="ctr"/>
          <a:lstStyle>
            <a:lvl1pPr algn="l">
              <a:defRPr sz="742">
                <a:solidFill>
                  <a:schemeClr val="tx1">
                    <a:tint val="82000"/>
                  </a:schemeClr>
                </a:solidFill>
              </a:defRPr>
            </a:lvl1pPr>
          </a:lstStyle>
          <a:p>
            <a:fld id="{27475733-6F7F-4117-9D24-6C952A0F31DE}" type="datetimeFigureOut">
              <a:rPr lang="en-US" smtClean="0"/>
              <a:t>7/1/2026</a:t>
            </a:fld>
            <a:endParaRPr lang="en-US"/>
          </a:p>
        </p:txBody>
      </p:sp>
      <p:sp>
        <p:nvSpPr>
          <p:cNvPr id="5" name="Footer Placeholder 4"/>
          <p:cNvSpPr>
            <a:spLocks noGrp="1"/>
          </p:cNvSpPr>
          <p:nvPr>
            <p:ph type="ftr" sz="quarter" idx="3"/>
          </p:nvPr>
        </p:nvSpPr>
        <p:spPr>
          <a:xfrm>
            <a:off x="1872060" y="7406916"/>
            <a:ext cx="1907381" cy="425472"/>
          </a:xfrm>
          <a:prstGeom prst="rect">
            <a:avLst/>
          </a:prstGeom>
        </p:spPr>
        <p:txBody>
          <a:bodyPr vert="horz" lIns="91440" tIns="45720" rIns="91440" bIns="45720" rtlCol="0" anchor="ctr"/>
          <a:lstStyle>
            <a:lvl1pPr algn="ctr">
              <a:defRPr sz="74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991372" y="7406916"/>
            <a:ext cx="1271588" cy="425472"/>
          </a:xfrm>
          <a:prstGeom prst="rect">
            <a:avLst/>
          </a:prstGeom>
        </p:spPr>
        <p:txBody>
          <a:bodyPr vert="horz" lIns="91440" tIns="45720" rIns="91440" bIns="45720" rtlCol="0" anchor="ctr"/>
          <a:lstStyle>
            <a:lvl1pPr algn="r">
              <a:defRPr sz="742">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056430370"/>
      </p:ext>
    </p:extLst>
  </p:cSld>
  <p:clrMap bg1="lt1" tx1="dk1" bg2="lt2" tx2="dk2" accent1="accent1" accent2="accent2" accent3="accent3" accent4="accent4" accent5="accent5" accent6="accent6" hlink="hlink" folHlink="folHlink"/>
  <p:sldLayoutIdLst>
    <p:sldLayoutId id="2147483744" r:id="rId1"/>
  </p:sldLayoutIdLst>
  <p:txStyles>
    <p:titleStyle>
      <a:lvl1pPr algn="l" defTabSz="565131" rtl="0" eaLnBrk="1" latinLnBrk="0" hangingPunct="1">
        <a:lnSpc>
          <a:spcPct val="90000"/>
        </a:lnSpc>
        <a:spcBef>
          <a:spcPct val="0"/>
        </a:spcBef>
        <a:buNone/>
        <a:defRPr sz="2719" kern="1200">
          <a:solidFill>
            <a:schemeClr val="tx1"/>
          </a:solidFill>
          <a:latin typeface="+mj-lt"/>
          <a:ea typeface="+mj-ea"/>
          <a:cs typeface="+mj-cs"/>
        </a:defRPr>
      </a:lvl1pPr>
    </p:titleStyle>
    <p:bodyStyle>
      <a:lvl1pPr marL="141283" indent="-141283" algn="l" defTabSz="565131" rtl="0" eaLnBrk="1" latinLnBrk="0" hangingPunct="1">
        <a:lnSpc>
          <a:spcPct val="90000"/>
        </a:lnSpc>
        <a:spcBef>
          <a:spcPts val="618"/>
        </a:spcBef>
        <a:buFont typeface="Arial" panose="020B0604020202020204" pitchFamily="34" charset="0"/>
        <a:buChar char="•"/>
        <a:defRPr sz="1730" kern="1200">
          <a:solidFill>
            <a:schemeClr val="tx1"/>
          </a:solidFill>
          <a:latin typeface="+mn-lt"/>
          <a:ea typeface="+mn-ea"/>
          <a:cs typeface="+mn-cs"/>
        </a:defRPr>
      </a:lvl1pPr>
      <a:lvl2pPr marL="423848" indent="-141283" algn="l" defTabSz="565131" rtl="0" eaLnBrk="1" latinLnBrk="0" hangingPunct="1">
        <a:lnSpc>
          <a:spcPct val="90000"/>
        </a:lnSpc>
        <a:spcBef>
          <a:spcPts val="309"/>
        </a:spcBef>
        <a:buFont typeface="Arial" panose="020B0604020202020204" pitchFamily="34" charset="0"/>
        <a:buChar char="•"/>
        <a:defRPr sz="1483" kern="1200">
          <a:solidFill>
            <a:schemeClr val="tx1"/>
          </a:solidFill>
          <a:latin typeface="+mn-lt"/>
          <a:ea typeface="+mn-ea"/>
          <a:cs typeface="+mn-cs"/>
        </a:defRPr>
      </a:lvl2pPr>
      <a:lvl3pPr marL="706414" indent="-141283" algn="l" defTabSz="565131" rtl="0" eaLnBrk="1" latinLnBrk="0" hangingPunct="1">
        <a:lnSpc>
          <a:spcPct val="90000"/>
        </a:lnSpc>
        <a:spcBef>
          <a:spcPts val="309"/>
        </a:spcBef>
        <a:buFont typeface="Arial" panose="020B0604020202020204" pitchFamily="34" charset="0"/>
        <a:buChar char="•"/>
        <a:defRPr sz="1236" kern="1200">
          <a:solidFill>
            <a:schemeClr val="tx1"/>
          </a:solidFill>
          <a:latin typeface="+mn-lt"/>
          <a:ea typeface="+mn-ea"/>
          <a:cs typeface="+mn-cs"/>
        </a:defRPr>
      </a:lvl3pPr>
      <a:lvl4pPr marL="988980"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4pPr>
      <a:lvl5pPr marL="1271545"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5pPr>
      <a:lvl6pPr marL="1554111"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6pPr>
      <a:lvl7pPr marL="1836676"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7pPr>
      <a:lvl8pPr marL="2119242"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8pPr>
      <a:lvl9pPr marL="2401808"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9pPr>
    </p:bodyStyle>
    <p:otherStyle>
      <a:defPPr>
        <a:defRPr lang="en-US"/>
      </a:defPPr>
      <a:lvl1pPr marL="0" algn="l" defTabSz="565131" rtl="0" eaLnBrk="1" latinLnBrk="0" hangingPunct="1">
        <a:defRPr sz="1112" kern="1200">
          <a:solidFill>
            <a:schemeClr val="tx1"/>
          </a:solidFill>
          <a:latin typeface="+mn-lt"/>
          <a:ea typeface="+mn-ea"/>
          <a:cs typeface="+mn-cs"/>
        </a:defRPr>
      </a:lvl1pPr>
      <a:lvl2pPr marL="282566" algn="l" defTabSz="565131" rtl="0" eaLnBrk="1" latinLnBrk="0" hangingPunct="1">
        <a:defRPr sz="1112" kern="1200">
          <a:solidFill>
            <a:schemeClr val="tx1"/>
          </a:solidFill>
          <a:latin typeface="+mn-lt"/>
          <a:ea typeface="+mn-ea"/>
          <a:cs typeface="+mn-cs"/>
        </a:defRPr>
      </a:lvl2pPr>
      <a:lvl3pPr marL="565131" algn="l" defTabSz="565131" rtl="0" eaLnBrk="1" latinLnBrk="0" hangingPunct="1">
        <a:defRPr sz="1112" kern="1200">
          <a:solidFill>
            <a:schemeClr val="tx1"/>
          </a:solidFill>
          <a:latin typeface="+mn-lt"/>
          <a:ea typeface="+mn-ea"/>
          <a:cs typeface="+mn-cs"/>
        </a:defRPr>
      </a:lvl3pPr>
      <a:lvl4pPr marL="847697" algn="l" defTabSz="565131" rtl="0" eaLnBrk="1" latinLnBrk="0" hangingPunct="1">
        <a:defRPr sz="1112" kern="1200">
          <a:solidFill>
            <a:schemeClr val="tx1"/>
          </a:solidFill>
          <a:latin typeface="+mn-lt"/>
          <a:ea typeface="+mn-ea"/>
          <a:cs typeface="+mn-cs"/>
        </a:defRPr>
      </a:lvl4pPr>
      <a:lvl5pPr marL="1130262" algn="l" defTabSz="565131" rtl="0" eaLnBrk="1" latinLnBrk="0" hangingPunct="1">
        <a:defRPr sz="1112" kern="1200">
          <a:solidFill>
            <a:schemeClr val="tx1"/>
          </a:solidFill>
          <a:latin typeface="+mn-lt"/>
          <a:ea typeface="+mn-ea"/>
          <a:cs typeface="+mn-cs"/>
        </a:defRPr>
      </a:lvl5pPr>
      <a:lvl6pPr marL="1412828" algn="l" defTabSz="565131" rtl="0" eaLnBrk="1" latinLnBrk="0" hangingPunct="1">
        <a:defRPr sz="1112" kern="1200">
          <a:solidFill>
            <a:schemeClr val="tx1"/>
          </a:solidFill>
          <a:latin typeface="+mn-lt"/>
          <a:ea typeface="+mn-ea"/>
          <a:cs typeface="+mn-cs"/>
        </a:defRPr>
      </a:lvl6pPr>
      <a:lvl7pPr marL="1695394" algn="l" defTabSz="565131" rtl="0" eaLnBrk="1" latinLnBrk="0" hangingPunct="1">
        <a:defRPr sz="1112" kern="1200">
          <a:solidFill>
            <a:schemeClr val="tx1"/>
          </a:solidFill>
          <a:latin typeface="+mn-lt"/>
          <a:ea typeface="+mn-ea"/>
          <a:cs typeface="+mn-cs"/>
        </a:defRPr>
      </a:lvl7pPr>
      <a:lvl8pPr marL="1977959" algn="l" defTabSz="565131" rtl="0" eaLnBrk="1" latinLnBrk="0" hangingPunct="1">
        <a:defRPr sz="1112" kern="1200">
          <a:solidFill>
            <a:schemeClr val="tx1"/>
          </a:solidFill>
          <a:latin typeface="+mn-lt"/>
          <a:ea typeface="+mn-ea"/>
          <a:cs typeface="+mn-cs"/>
        </a:defRPr>
      </a:lvl8pPr>
      <a:lvl9pPr marL="2260525" algn="l" defTabSz="565131" rtl="0" eaLnBrk="1" latinLnBrk="0" hangingPunct="1">
        <a:defRPr sz="111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userDrawn="1">
          <p15:clr>
            <a:srgbClr val="F26B43"/>
          </p15:clr>
        </p15:guide>
        <p15:guide id="2" pos="238" userDrawn="1">
          <p15:clr>
            <a:srgbClr val="F26B43"/>
          </p15:clr>
        </p15:guide>
        <p15:guide id="3" pos="3322" userDrawn="1">
          <p15:clr>
            <a:srgbClr val="F26B43"/>
          </p15:clr>
        </p15:guide>
        <p15:guide id="4" orient="horz" pos="249" userDrawn="1">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7/15/2026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1788318513"/>
      </p:ext>
    </p:extLst>
  </p:cSld>
  <p:clrMap bg1="lt1" tx1="dk1" bg2="lt2" tx2="dk2" accent1="accent1" accent2="accent2" accent3="accent3" accent4="accent4" accent5="accent5" accent6="accent6" hlink="hlink" folHlink="folHlink"/>
  <p:sldLayoutIdLst>
    <p:sldLayoutId id="2147483745"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6"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hyperlink" Target="https://adoption.microsoft.com/en-us/copilot/frontier-program/"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9.xml"/><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805"/>
            <a:ext cx="5648324" cy="7309597"/>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84" y="4323012"/>
            <a:ext cx="5656891" cy="3668089"/>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890400"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2656"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895463"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7720"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890400"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15391"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2656"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7649"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807"/>
            <a:ext cx="5648325" cy="1386114"/>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5943" y="-11814"/>
            <a:ext cx="4776665" cy="1478631"/>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69579" y="596380"/>
            <a:ext cx="3933796" cy="62651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5517">
              <a:spcBef>
                <a:spcPts val="0"/>
              </a:spcBef>
              <a:defRPr/>
            </a:pPr>
            <a:r>
              <a:rPr lang="en-US" sz="2036" spc="-23">
                <a:latin typeface="Segoe Sans Display Semibold" pitchFamily="2" charset="0"/>
                <a:cs typeface="Segoe Sans Display Semibold" pitchFamily="2" charset="0"/>
              </a:rPr>
              <a:t>Transform your business with   one AI solution – </a:t>
            </a:r>
            <a:r>
              <a:rPr lang="en-US" sz="2036" spc="-23">
                <a:solidFill>
                  <a:srgbClr val="C03BC4"/>
                </a:solidFill>
                <a:latin typeface="Segoe Sans Display Semibold" pitchFamily="2" charset="0"/>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254" y="257792"/>
            <a:ext cx="794036" cy="166740"/>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3814" y="1285455"/>
            <a:ext cx="4394794" cy="70609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997">
                <a:solidFill>
                  <a:srgbClr val="000000">
                    <a:lumMod val="85000"/>
                    <a:lumOff val="15000"/>
                  </a:srgbClr>
                </a:solidFill>
                <a:latin typeface="Segoe UI" panose="020B0502040204020203" pitchFamily="34" charset="0"/>
                <a:cs typeface="Segoe UI" panose="020B0502040204020203" pitchFamily="34" charset="0"/>
              </a:rPr>
              <a:t>Move beyond the basics. Unlock even more power of AI at work with Copilot Business. Work with Work IQ to surface insights, power market research, and strengthen strategic planning—reasoning across your meetings, emails, and documents.</a:t>
            </a:r>
            <a:endParaRPr lang="en-US" sz="997">
              <a:solidFill>
                <a:srgbClr val="000000">
                  <a:lumMod val="85000"/>
                  <a:lumOff val="15000"/>
                </a:srgbClr>
              </a:solidFill>
              <a:latin typeface="Segoe UI"/>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3127" y="2237431"/>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All-in-1 AI productivity app</a:t>
            </a:r>
            <a:endParaRPr lang="en-US" sz="1018">
              <a:solidFill>
                <a:srgbClr val="FFFFFF"/>
              </a:solidFill>
              <a:latin typeface="Segoe UI"/>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47624" y="2237430"/>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Integrated into existing apps</a:t>
            </a:r>
            <a:endParaRPr lang="en-US" sz="1018">
              <a:solidFill>
                <a:srgbClr val="FFFFFF"/>
              </a:solidFill>
              <a:latin typeface="Segoe UI"/>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5330" y="6177568"/>
            <a:ext cx="2464423" cy="775707"/>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399968" y="7022452"/>
            <a:ext cx="2229979"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88454" y="7004451"/>
            <a:ext cx="2124435"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6520" y="5158285"/>
            <a:ext cx="2336878" cy="36074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82231" y="4950916"/>
            <a:ext cx="2336878"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2179" y="2479469"/>
            <a:ext cx="2223613" cy="127534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124608" indent="-124608" defTabSz="332288">
              <a:lnSpc>
                <a:spcPct val="150000"/>
              </a:lnSpc>
              <a:buFont typeface="Arial" panose="020B0604020202020204" pitchFamily="34" charset="0"/>
              <a:buChar char="•"/>
              <a:defRPr/>
            </a:pPr>
            <a:r>
              <a:rPr lang="en-US" sz="872">
                <a:solidFill>
                  <a:srgbClr val="000000"/>
                </a:solidFill>
                <a:latin typeface="Segoe UI"/>
              </a:rPr>
              <a:t>Secure AI chat </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 search enhanced by Work IQ</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Ecosystem of pre-built agents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AI-generated multi-media</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Centralize content of various types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03376" y="2601159"/>
            <a:ext cx="1081126" cy="116596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872">
                <a:solidFill>
                  <a:srgbClr val="000000"/>
                </a:solidFill>
                <a:latin typeface="Segoe UI"/>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26753" y="4330800"/>
            <a:ext cx="2459844" cy="603898"/>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13364" y="6096141"/>
            <a:ext cx="2461526" cy="824848"/>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55416" y="2444111"/>
            <a:ext cx="1275647" cy="1427764"/>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20454"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53846"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Agent platform</a:t>
            </a:r>
            <a:endParaRPr lang="en-US" sz="1018">
              <a:solidFill>
                <a:srgbClr val="FFFFFF"/>
              </a:solidFill>
              <a:latin typeface="Segoe UI"/>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7649"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3127" y="5827865"/>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Model choice</a:t>
            </a:r>
            <a:endParaRPr lang="en-US" sz="1018">
              <a:solidFill>
                <a:srgbClr val="FFFFFF"/>
              </a:solidFill>
              <a:latin typeface="Segoe UI"/>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15391"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47624" y="5827865"/>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Copilot </a:t>
            </a:r>
            <a:r>
              <a:rPr lang="en-US" sz="1018" b="1" err="1">
                <a:solidFill>
                  <a:srgbClr val="FFFFFF"/>
                </a:solidFill>
                <a:latin typeface="Segoe Sans Display" pitchFamily="2" charset="0"/>
                <a:cs typeface="Segoe Sans Display" pitchFamily="2" charset="0"/>
              </a:rPr>
              <a:t>Contro</a:t>
            </a:r>
            <a:r>
              <a:rPr lang="en-US" sz="1018" b="1">
                <a:solidFill>
                  <a:srgbClr val="FFFFFF"/>
                </a:solidFill>
                <a:latin typeface="Segoe Sans Display" pitchFamily="2" charset="0"/>
                <a:cs typeface="Segoe Sans Display" pitchFamily="2" charset="0"/>
              </a:rPr>
              <a:t>l system</a:t>
            </a:r>
            <a:endParaRPr lang="en-US" sz="1018">
              <a:solidFill>
                <a:srgbClr val="FFFFFF"/>
              </a:solidFill>
              <a:latin typeface="Segoe UI"/>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2178" y="2554686"/>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2178" y="2751774"/>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2178" y="295194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2178" y="3156909"/>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2178" y="3353770"/>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2178" y="355069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5610" y="4416600"/>
            <a:ext cx="1678975" cy="692963"/>
            <a:chOff x="740180" y="5452436"/>
            <a:chExt cx="2310360" cy="953554"/>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6"/>
              <a:ext cx="864342" cy="953554"/>
              <a:chOff x="939058" y="4083045"/>
              <a:chExt cx="2354831" cy="2597881"/>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9860" tIns="151888" rIns="189860" bIns="151888"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968183" fontAlgn="base">
                  <a:spcBef>
                    <a:spcPct val="0"/>
                  </a:spcBef>
                  <a:spcAft>
                    <a:spcPct val="0"/>
                  </a:spcAft>
                  <a:defRPr/>
                </a:pPr>
                <a:endParaRPr lang="en-US" sz="2076">
                  <a:noFill/>
                  <a:latin typeface="Segoe UI Variable Display Semib" pitchFamily="2" charset="0"/>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4" y="5979427"/>
                <a:ext cx="1487690" cy="70149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364" b="1">
                    <a:solidFill>
                      <a:srgbClr val="000000"/>
                    </a:solidFill>
                    <a:latin typeface="Segoe UI"/>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244409"/>
              <a:chOff x="2229303" y="5458784"/>
              <a:chExt cx="704397" cy="244409"/>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70" y="5481151"/>
                <a:ext cx="509544"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244409"/>
              <a:chOff x="1713430" y="5767854"/>
              <a:chExt cx="741894" cy="244409"/>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195733"/>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244409"/>
              <a:chOff x="2303516" y="6076925"/>
              <a:chExt cx="629238" cy="244409"/>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2711"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3127"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Powered by Work IQ</a:t>
            </a:r>
            <a:endParaRPr lang="en-US" sz="1018">
              <a:solidFill>
                <a:srgbClr val="FFFFFF"/>
              </a:solidFill>
              <a:latin typeface="Segoe UI"/>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13411" y="3958217"/>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4057" y="3266719"/>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3673" y="3397416"/>
            <a:ext cx="68214" cy="64966"/>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3471" y="2987292"/>
            <a:ext cx="84954" cy="76478"/>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1617" y="2600105"/>
            <a:ext cx="71424" cy="64094"/>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7743" y="3199135"/>
            <a:ext cx="81836" cy="7130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2008" y="2790862"/>
            <a:ext cx="70767" cy="74394"/>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6796" tIns="18690" rIns="106796" bIns="19936" rtlCol="0" anchor="ctr">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1654068" fontAlgn="base">
              <a:spcBef>
                <a:spcPts val="1309"/>
              </a:spcBef>
              <a:spcAft>
                <a:spcPts val="1309"/>
              </a:spcAft>
              <a:tabLst>
                <a:tab pos="2690028" algn="l"/>
              </a:tabLst>
              <a:defRPr/>
            </a:pPr>
            <a:endParaRPr lang="en-US" sz="100">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3672" y="3589692"/>
            <a:ext cx="64462" cy="64462"/>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64577">
              <a:defRPr/>
            </a:pPr>
            <a:endParaRPr lang="en-GB" sz="1453" b="1">
              <a:solidFill>
                <a:srgbClr val="FFFFFF"/>
              </a:solidFill>
              <a:latin typeface="Segoe Sans Display Semibold"/>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79016" y="2799048"/>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3509" y="3192925"/>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7825" y="668177"/>
            <a:ext cx="4895850" cy="7092256"/>
          </a:xfrm>
          <a:prstGeom prst="roundRect">
            <a:avLst>
              <a:gd name="adj" fmla="val 1444"/>
            </a:avLst>
          </a:prstGeom>
          <a:solidFill>
            <a:srgbClr val="FFFFFF"/>
          </a:solidFill>
          <a:effectLst>
            <a:outerShdw blurRad="127000" dist="38100" dir="2700000" algn="tl" rotWithShape="0">
              <a:prstClr val="black">
                <a:alpha val="11000"/>
              </a:prstClr>
            </a:outerShdw>
          </a:effectLst>
        </p:spPr>
        <p:txBody>
          <a:bodyPr rot="0" spcFirstLastPara="0" vert="horz" wrap="square" lIns="132875" tIns="106300" rIns="132875" bIns="106300" numCol="1" spcCol="0" rtlCol="0" fromWordArt="0" anchor="t" anchorCtr="0" forceAA="0" compatLnSpc="1">
            <a:prstTxWarp prst="textNoShape">
              <a:avLst/>
            </a:prstTxWarp>
            <a:noAutofit/>
          </a:bodyPr>
          <a:lstStyle/>
          <a:p>
            <a:pPr marL="0" marR="0" lvl="0" indent="0" algn="l" defTabSz="677511" rtl="0" eaLnBrk="1" fontAlgn="base" latinLnBrk="0" hangingPunct="1">
              <a:lnSpc>
                <a:spcPct val="100000"/>
              </a:lnSpc>
              <a:spcBef>
                <a:spcPct val="0"/>
              </a:spcBef>
              <a:spcAft>
                <a:spcPct val="0"/>
              </a:spcAft>
              <a:buClrTx/>
              <a:buSzTx/>
              <a:buFontTx/>
              <a:buNone/>
              <a:tabLst/>
              <a:defRPr/>
            </a:pPr>
            <a:endParaRPr kumimoji="0" lang="en-US" sz="145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7823" y="668175"/>
            <a:ext cx="4895851" cy="308765"/>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marL="0" marR="0" lvl="0" indent="0" algn="ctr" defTabSz="929384" rtl="0" eaLnBrk="1" fontAlgn="auto" latinLnBrk="0" hangingPunct="1">
              <a:lnSpc>
                <a:spcPct val="100000"/>
              </a:lnSpc>
              <a:spcBef>
                <a:spcPct val="20000"/>
              </a:spcBef>
              <a:spcAft>
                <a:spcPts val="0"/>
              </a:spcAft>
              <a:buClrTx/>
              <a:buSzPct val="90000"/>
              <a:buFontTx/>
              <a:buNone/>
              <a:tabLst/>
              <a:defRPr/>
            </a:pPr>
            <a:endParaRPr kumimoji="0" lang="en-US" sz="1196"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9" name="Table 8">
            <a:extLst>
              <a:ext uri="{FF2B5EF4-FFF2-40B4-BE49-F238E27FC236}">
                <a16:creationId xmlns:a16="http://schemas.microsoft.com/office/drawing/2014/main" id="{0F039B42-C900-F235-61AA-D94176AB7670}"/>
              </a:ext>
            </a:extLst>
          </p:cNvPr>
          <p:cNvGraphicFramePr>
            <a:graphicFrameLocks noGrp="1"/>
          </p:cNvGraphicFramePr>
          <p:nvPr>
            <p:extLst>
              <p:ext uri="{D42A27DB-BD31-4B8C-83A1-F6EECF244321}">
                <p14:modId xmlns:p14="http://schemas.microsoft.com/office/powerpoint/2010/main" val="3951659073"/>
              </p:ext>
            </p:extLst>
          </p:nvPr>
        </p:nvGraphicFramePr>
        <p:xfrm>
          <a:off x="377826" y="668182"/>
          <a:ext cx="4895850" cy="6977229"/>
        </p:xfrm>
        <a:graphic>
          <a:graphicData uri="http://schemas.openxmlformats.org/drawingml/2006/table">
            <a:tbl>
              <a:tblPr firstRow="1" bandRow="1">
                <a:effectLst/>
                <a:tableStyleId>{2D5ABB26-0587-4C30-8999-92F81FD0307C}</a:tableStyleId>
              </a:tblPr>
              <a:tblGrid>
                <a:gridCol w="3889374">
                  <a:extLst>
                    <a:ext uri="{9D8B030D-6E8A-4147-A177-3AD203B41FA5}">
                      <a16:colId xmlns:a16="http://schemas.microsoft.com/office/drawing/2014/main" val="3544449490"/>
                    </a:ext>
                  </a:extLst>
                </a:gridCol>
                <a:gridCol w="495618">
                  <a:extLst>
                    <a:ext uri="{9D8B030D-6E8A-4147-A177-3AD203B41FA5}">
                      <a16:colId xmlns:a16="http://schemas.microsoft.com/office/drawing/2014/main" val="1850966862"/>
                    </a:ext>
                  </a:extLst>
                </a:gridCol>
                <a:gridCol w="510858">
                  <a:extLst>
                    <a:ext uri="{9D8B030D-6E8A-4147-A177-3AD203B41FA5}">
                      <a16:colId xmlns:a16="http://schemas.microsoft.com/office/drawing/2014/main" val="3293355969"/>
                    </a:ext>
                  </a:extLst>
                </a:gridCol>
              </a:tblGrid>
              <a:tr h="317661">
                <a:tc>
                  <a:txBody>
                    <a:bodyPr/>
                    <a:lstStyle/>
                    <a:p>
                      <a:pPr algn="l" fontAlgn="ctr">
                        <a:buNone/>
                      </a:pPr>
                      <a:r>
                        <a:rPr lang="en-US" sz="800" b="1" u="none" strike="noStrike" dirty="0">
                          <a:solidFill>
                            <a:schemeClr val="bg1"/>
                          </a:solidFill>
                          <a:effectLst/>
                          <a:latin typeface="Segoe UI Semibold" panose="020B0702040204020203" pitchFamily="34" charset="0"/>
                          <a:cs typeface="Segoe UI Semibold" panose="020B0702040204020203" pitchFamily="34" charset="0"/>
                        </a:rPr>
                        <a:t>Incremental capabilities: Business Basic → Business Standard</a:t>
                      </a:r>
                    </a:p>
                  </a:txBody>
                  <a:tcPr marL="89679" marR="35872" marT="7593" marB="0" anchor="ctr">
                    <a:lnL>
                      <a:noFill/>
                    </a:lnL>
                    <a:lnR>
                      <a:noFill/>
                    </a:lnR>
                    <a:lnT>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IN" sz="800" b="1" u="none" strike="noStrike">
                          <a:solidFill>
                            <a:schemeClr val="bg1"/>
                          </a:solidFill>
                          <a:effectLst/>
                          <a:latin typeface="Segoe UI Semibold" panose="020B0702040204020203" pitchFamily="34" charset="0"/>
                          <a:cs typeface="Segoe UI Semibold" panose="020B0702040204020203" pitchFamily="34" charset="0"/>
                        </a:rPr>
                        <a:t>Business</a:t>
                      </a:r>
                    </a:p>
                    <a:p>
                      <a:pPr algn="ctr" fontAlgn="ctr">
                        <a:buNone/>
                      </a:pPr>
                      <a:r>
                        <a:rPr lang="en-IN" sz="800" b="1" u="none" strike="noStrike">
                          <a:solidFill>
                            <a:schemeClr val="bg1"/>
                          </a:solidFill>
                          <a:effectLst/>
                          <a:latin typeface="Segoe UI Semibold" panose="020B0702040204020203" pitchFamily="34" charset="0"/>
                          <a:cs typeface="Segoe UI Semibold" panose="020B0702040204020203" pitchFamily="34" charset="0"/>
                        </a:rPr>
                        <a:t>Basic</a:t>
                      </a:r>
                    </a:p>
                  </a:txBody>
                  <a:tcPr marL="7593" marR="7593" marT="7593" marB="0" anchor="ctr">
                    <a:lnL>
                      <a:noFill/>
                    </a:lnL>
                    <a:lnR>
                      <a:noFill/>
                    </a:lnR>
                    <a:lnT>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lnSpc>
                          <a:spcPct val="100000"/>
                        </a:lnSpc>
                        <a:spcBef>
                          <a:spcPts val="0"/>
                        </a:spcBef>
                        <a:spcAft>
                          <a:spcPts val="0"/>
                        </a:spcAft>
                        <a:buNone/>
                      </a:pPr>
                      <a:r>
                        <a:rPr lang="en-IN" sz="800" b="0" i="0" u="none" strike="noStrike" noProof="0">
                          <a:solidFill>
                            <a:schemeClr val="bg1"/>
                          </a:solidFill>
                          <a:effectLst/>
                          <a:latin typeface="Segoe UI Semibold" panose="020B0702040204020203" pitchFamily="34" charset="0"/>
                          <a:ea typeface="Calibri"/>
                          <a:cs typeface="Segoe UI Semibold" panose="020B0702040204020203" pitchFamily="34" charset="0"/>
                        </a:rPr>
                        <a:t>Business</a:t>
                      </a:r>
                    </a:p>
                    <a:p>
                      <a:pPr lvl="0" algn="ctr">
                        <a:lnSpc>
                          <a:spcPct val="100000"/>
                        </a:lnSpc>
                        <a:spcBef>
                          <a:spcPts val="0"/>
                        </a:spcBef>
                        <a:spcAft>
                          <a:spcPts val="0"/>
                        </a:spcAft>
                        <a:buNone/>
                      </a:pPr>
                      <a:r>
                        <a:rPr lang="en-IN" sz="800" b="0" i="0" u="none" strike="noStrike" noProof="0">
                          <a:solidFill>
                            <a:schemeClr val="bg1"/>
                          </a:solidFill>
                          <a:effectLst/>
                          <a:latin typeface="Segoe UI Semibold" panose="020B0702040204020203" pitchFamily="34" charset="0"/>
                          <a:ea typeface="Calibri"/>
                          <a:cs typeface="Segoe UI Semibold" panose="020B0702040204020203" pitchFamily="34" charset="0"/>
                        </a:rPr>
                        <a:t>Standard</a:t>
                      </a:r>
                    </a:p>
                  </a:txBody>
                  <a:tcPr marL="7593" marR="7593" marT="7593" marB="0" anchor="ctr">
                    <a:lnL>
                      <a:noFill/>
                    </a:lnL>
                    <a:lnR>
                      <a:noFill/>
                    </a:lnR>
                    <a:lnT>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2106101"/>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a:solidFill>
                            <a:srgbClr val="8A226F"/>
                          </a:solidFill>
                          <a:effectLst/>
                          <a:latin typeface="Segoe UI Semibold" panose="020B0702040204020203" pitchFamily="34" charset="0"/>
                          <a:ea typeface="+mn-ea"/>
                          <a:cs typeface="Segoe UI Semibold" panose="020B0702040204020203" pitchFamily="34" charset="0"/>
                          <a:sym typeface=""/>
                        </a:rPr>
                        <a:t>Productivity Apps</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extLst>
                  <a:ext uri="{0D108BD9-81ED-4DB2-BD59-A6C34878D82A}">
                    <a16:rowId xmlns:a16="http://schemas.microsoft.com/office/drawing/2014/main" val="1996394324"/>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Web and mobile versions of Word, Excel, PowerPoint, and Outlook</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50975835"/>
                  </a:ext>
                </a:extLst>
              </a:tr>
              <a:tr h="247201">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Desktop versions of Word, Excel, PowerPoint, Outlook, OneNote, and Access (PC only) — up to 5 PC/Mac, 5 tablets, 5 mobile</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9443300"/>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OneNote: Digital notetaking across devices (web and mobile)</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88876163"/>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OneNote: Full desktop application with offline access and advanced features</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2909906"/>
                  </a:ext>
                </a:extLst>
              </a:tr>
              <a:tr h="144374">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Mailbox storage increased from 50 GB to 100 GB</a:t>
                      </a:r>
                    </a:p>
                  </a:txBody>
                  <a:tcPr marL="73152" marR="73152"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07448187"/>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dirty="0">
                          <a:solidFill>
                            <a:srgbClr val="8A226F"/>
                          </a:solidFill>
                          <a:effectLst/>
                          <a:latin typeface="Segoe UI Semibold" panose="020B0702040204020203" pitchFamily="34" charset="0"/>
                          <a:ea typeface="+mn-ea"/>
                          <a:cs typeface="Segoe UI Semibold" panose="020B0702040204020203" pitchFamily="34" charset="0"/>
                          <a:sym typeface=""/>
                        </a:rPr>
                        <a:t>Collaboration &amp; Communication</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dirty="0">
                        <a:solidFill>
                          <a:schemeClr val="tx1"/>
                        </a:solidFill>
                        <a:latin typeface="Segoe UI" panose="020B0502040204020203" pitchFamily="34"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dirty="0">
                        <a:solidFill>
                          <a:schemeClr val="tx1"/>
                        </a:solidFill>
                        <a:latin typeface="Segoe UI" panose="020B0502040204020203" pitchFamily="34"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extLst>
                  <a:ext uri="{0D108BD9-81ED-4DB2-BD59-A6C34878D82A}">
                    <a16:rowId xmlns:a16="http://schemas.microsoft.com/office/drawing/2014/main" val="3929456875"/>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Teams: Chat, audio, video calls, meetings, recording, and 3D immersive spaces</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46720957"/>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Webinar hosting with attendee registration and reporting</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46721822"/>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Access to file sharing and business apps in shared workspaces</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46233226"/>
                  </a:ext>
                </a:extLst>
              </a:tr>
              <a:tr h="240910">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PSTN service to join meetings from a phone (Microsoft Teams Audio Conferencing) — available as a no-cost add-on</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4138044"/>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a:solidFill>
                            <a:srgbClr val="8A226F"/>
                          </a:solidFill>
                          <a:effectLst/>
                          <a:latin typeface="Segoe UI Semibold" panose="020B0702040204020203" pitchFamily="34" charset="0"/>
                          <a:ea typeface="+mn-ea"/>
                          <a:cs typeface="Segoe UI Semibold" panose="020B0702040204020203" pitchFamily="34" charset="0"/>
                          <a:sym typeface=""/>
                        </a:rPr>
                        <a:t>Content Creation &amp; Design</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extLst>
                  <a:ext uri="{0D108BD9-81ED-4DB2-BD59-A6C34878D82A}">
                    <a16:rowId xmlns:a16="http://schemas.microsoft.com/office/drawing/2014/main" val="502603427"/>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Loop: Collaborative workspaces for cocreation across teams</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00112303"/>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Clipchamp: Web-based video editing and creation tools</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03742028"/>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Sway: Digital storytelling app for interactive slideshows and presentations</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0018483"/>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Editor: Basic grammar and spelling suggestions</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1073119"/>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Microsoft Editor: Advanced grammar, style, and writing suggestions (premium features)</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3593139"/>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a:solidFill>
                            <a:srgbClr val="8A226F"/>
                          </a:solidFill>
                          <a:effectLst/>
                          <a:latin typeface="Segoe UI Semibold" panose="020B0702040204020203" pitchFamily="34" charset="0"/>
                          <a:ea typeface="+mn-ea"/>
                          <a:cs typeface="Segoe UI Semibold" panose="020B0702040204020203" pitchFamily="34" charset="0"/>
                          <a:sym typeface=""/>
                        </a:rPr>
                        <a:t>Email, Calendar &amp; Scheduling</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extLst>
                  <a:ext uri="{0D108BD9-81ED-4DB2-BD59-A6C34878D82A}">
                    <a16:rowId xmlns:a16="http://schemas.microsoft.com/office/drawing/2014/main" val="553581210"/>
                  </a:ext>
                </a:extLst>
              </a:tr>
              <a:tr h="22502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Ad-free email and calendar with Outlook; custom business email (you@yourbusiness.com) with Exchange Online Plan 1</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69862060"/>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Bookings: Online appointment scheduling</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9431239"/>
                  </a:ext>
                </a:extLst>
              </a:tr>
              <a:tr h="252138">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Bookings: Full customer-facing booking pages with staff management and calendar integration</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0961591"/>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Shifts: Schedule management for frontline and shift-based teams</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3176503"/>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a:solidFill>
                            <a:srgbClr val="8A226F"/>
                          </a:solidFill>
                          <a:effectLst/>
                          <a:latin typeface="Segoe UI Semibold" panose="020B0702040204020203" pitchFamily="34" charset="0"/>
                          <a:ea typeface="+mn-ea"/>
                          <a:cs typeface="Segoe UI Semibold" panose="020B0702040204020203" pitchFamily="34" charset="0"/>
                          <a:sym typeface=""/>
                        </a:rPr>
                        <a:t>Storage, Content Management &amp; Search</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extLst>
                  <a:ext uri="{0D108BD9-81ED-4DB2-BD59-A6C34878D82A}">
                    <a16:rowId xmlns:a16="http://schemas.microsoft.com/office/drawing/2014/main" val="2511335846"/>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OneDrive: 1 TB cloud storage per user with real-time coauthoring across devices</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6544176"/>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SharePoint: Team sites for sharing content, files, videos, and resources (Plan 1)</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6503783"/>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Microsoft Search, Microsoft Planner, Microsoft To Do, Microsoft Lists, Microsoft Visio for the web</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07779155"/>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a:solidFill>
                            <a:srgbClr val="8A226F"/>
                          </a:solidFill>
                          <a:effectLst/>
                          <a:latin typeface="Segoe UI Semibold" panose="020B0702040204020203" pitchFamily="34" charset="0"/>
                          <a:ea typeface="+mn-ea"/>
                          <a:cs typeface="Segoe UI Semibold" panose="020B0702040204020203" pitchFamily="34" charset="0"/>
                          <a:sym typeface=""/>
                        </a:rPr>
                        <a:t>Automation &amp; Business Platform</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extLst>
                  <a:ext uri="{0D108BD9-81ED-4DB2-BD59-A6C34878D82A}">
                    <a16:rowId xmlns:a16="http://schemas.microsoft.com/office/drawing/2014/main" val="4163169079"/>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Power Apps for Microsoft 365: Low-code platform to build custom business apps</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5683435"/>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Power Automate for Microsoft 365: Cloud flows for workflow automation</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04125374"/>
                  </a:ext>
                </a:extLst>
              </a:tr>
              <a:tr h="1455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Power Automate for Microsoft 365: Full cloud and desktop flows for enhanced workflow automation</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310766"/>
                  </a:ext>
                </a:extLst>
              </a:tr>
              <a:tr h="128968">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Dataverse for Teams, Microsoft Graph API, custom chatbots using Power Virtual Agents for Teams</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76964389"/>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a:solidFill>
                            <a:srgbClr val="8A226F"/>
                          </a:solidFill>
                          <a:effectLst/>
                          <a:latin typeface="Segoe UI Semibold" panose="020B0702040204020203" pitchFamily="34" charset="0"/>
                          <a:ea typeface="+mn-ea"/>
                          <a:cs typeface="Segoe UI Semibold" panose="020B0702040204020203" pitchFamily="34" charset="0"/>
                          <a:sym typeface=""/>
                        </a:rPr>
                        <a:t>Employee Engagement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extLst>
                  <a:ext uri="{0D108BD9-81ED-4DB2-BD59-A6C34878D82A}">
                    <a16:rowId xmlns:a16="http://schemas.microsoft.com/office/drawing/2014/main" val="2854247005"/>
                  </a:ext>
                </a:extLst>
              </a:tr>
              <a:tr h="17364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Viva Connections, Viva Insights (personal), Viva Engage, Viva Learning (select courses)</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5192181"/>
                  </a:ext>
                </a:extLst>
              </a:tr>
              <a:tr h="1443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dirty="0">
                          <a:solidFill>
                            <a:srgbClr val="8A226F"/>
                          </a:solidFill>
                          <a:effectLst/>
                          <a:latin typeface="Segoe UI Semibold" panose="020B0702040204020203" pitchFamily="34" charset="0"/>
                          <a:ea typeface="+mn-ea"/>
                          <a:cs typeface="Segoe UI Semibold" panose="020B0702040204020203" pitchFamily="34" charset="0"/>
                          <a:sym typeface=""/>
                        </a:rPr>
                        <a:t>AI-Powered Assistance</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extLst>
                  <a:ext uri="{0D108BD9-81ED-4DB2-BD59-A6C34878D82A}">
                    <a16:rowId xmlns:a16="http://schemas.microsoft.com/office/drawing/2014/main" val="3844305702"/>
                  </a:ext>
                </a:extLst>
              </a:tr>
              <a:tr h="219038">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Copilot Chat: AI chat grounded in web data with enterprise data protection, side-by-side in Office apps (standard access)</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5430356"/>
                  </a:ext>
                </a:extLst>
              </a:tr>
              <a:tr h="22683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Copilot Chat: File upload, image generation, Copilot Pages, pay-as-you-go agents (metered Azure billing)</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4299786"/>
                  </a:ext>
                </a:extLst>
              </a:tr>
              <a:tr h="23750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365 Copilot: Available as an add-on for full AI integration with organizational data and Work IQ</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7593"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3783572"/>
                  </a:ext>
                </a:extLst>
              </a:tr>
              <a:tr h="169301">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Copilot Chat enhancements — inbox &amp; calendar awareness + Word/Excel/PowerPoint agents</a:t>
                      </a:r>
                    </a:p>
                  </a:txBody>
                  <a:tcPr marL="73152" marR="73152"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3971853"/>
                  </a:ext>
                </a:extLst>
              </a:tr>
              <a:tr h="163040">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Copilot Chat Analytics — admin reporting on adoption and usage</a:t>
                      </a:r>
                    </a:p>
                  </a:txBody>
                  <a:tcPr marL="73152" marR="73152"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6069265"/>
                  </a:ext>
                </a:extLst>
              </a:tr>
              <a:tr h="33229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dirty="0">
                          <a:solidFill>
                            <a:srgbClr val="8A226F"/>
                          </a:solidFill>
                          <a:effectLst/>
                          <a:latin typeface="Segoe UI Semibold" panose="020B0702040204020203" pitchFamily="34" charset="0"/>
                          <a:ea typeface="+mn-ea"/>
                          <a:cs typeface="Segoe UI Semibold" panose="020B0702040204020203" pitchFamily="34" charset="0"/>
                          <a:sym typeface=""/>
                        </a:rPr>
                        <a:t>Identity, Security, Compliance &amp; Administration: Entra ID (Free), Exchange Online Protection, Secure Score, Purview Audit (Standard), 300 users, 99.9% SLA, phone &amp; web support, URL time-of-click-protection </a:t>
                      </a:r>
                    </a:p>
                  </a:txBody>
                  <a:tcPr marL="72000" marR="0" marT="7593" marB="0" anchor="ctr">
                    <a:lnL>
                      <a:noFill/>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700" b="1" i="0" u="none" strike="noStrike" kern="1200" cap="none" spc="0" normalizeH="0" baseline="0" dirty="0">
                          <a:solidFill>
                            <a:srgbClr val="8A226F"/>
                          </a:solidFill>
                          <a:latin typeface="Segoe UI" panose="020B0502040204020203" pitchFamily="34" charset="0"/>
                          <a:ea typeface="+mn-ea"/>
                          <a:cs typeface="Segoe UI" panose="020B0502040204020203" pitchFamily="34" charset="0"/>
                          <a:sym typeface=""/>
                        </a:rPr>
                        <a:t>✓</a:t>
                      </a:r>
                    </a:p>
                  </a:txBody>
                  <a:tcPr marL="72000" marR="0" marT="7593"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700" b="1" i="0" u="none" strike="noStrike" kern="1200" cap="none" spc="0" normalizeH="0" baseline="0" dirty="0">
                          <a:solidFill>
                            <a:srgbClr val="8A226F"/>
                          </a:solidFill>
                          <a:latin typeface="Segoe UI" panose="020B0502040204020203" pitchFamily="34" charset="0"/>
                          <a:ea typeface="+mn-ea"/>
                          <a:cs typeface="Segoe UI" panose="020B0502040204020203" pitchFamily="34" charset="0"/>
                          <a:sym typeface=""/>
                        </a:rPr>
                        <a:t>✓</a:t>
                      </a:r>
                    </a:p>
                  </a:txBody>
                  <a:tcPr marL="72000" marR="0" marT="7593" marB="0" anchor="ctr">
                    <a:lnL w="6350" cap="flat" cmpd="sng" algn="ctr">
                      <a:noFill/>
                      <a:prstDash val="solid"/>
                      <a:round/>
                      <a:headEnd type="none" w="med" len="med"/>
                      <a:tailEnd type="none" w="med" len="med"/>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extLst>
                  <a:ext uri="{0D108BD9-81ED-4DB2-BD59-A6C34878D82A}">
                    <a16:rowId xmlns:a16="http://schemas.microsoft.com/office/drawing/2014/main" val="271378523"/>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7826" y="246610"/>
            <a:ext cx="4895850" cy="275909"/>
          </a:xfrm>
          <a:prstGeom prst="rect">
            <a:avLst/>
          </a:prstGeom>
          <a:noFill/>
          <a:ln/>
        </p:spPr>
        <p:txBody>
          <a:bodyPr wrap="square" lIns="0" tIns="0" rIns="0" bIns="0" rtlCol="0" anchor="t" anchorCtr="0">
            <a:spAutoFit/>
          </a:bodyPr>
          <a:lstStyle/>
          <a:p>
            <a:pPr marL="0" marR="0" lvl="0" indent="0" algn="l" defTabSz="910968" rtl="0" eaLnBrk="1" fontAlgn="auto" latinLnBrk="0" hangingPunct="1">
              <a:lnSpc>
                <a:spcPct val="100000"/>
              </a:lnSpc>
              <a:spcBef>
                <a:spcPts val="0"/>
              </a:spcBef>
              <a:spcAft>
                <a:spcPts val="0"/>
              </a:spcAft>
              <a:buClrTx/>
              <a:buSzTx/>
              <a:buFontTx/>
              <a:buNone/>
              <a:tabLst/>
              <a:defRPr/>
            </a:pPr>
            <a:r>
              <a:rPr kumimoji="0" lang="en-US" sz="1793" b="0" i="0" u="none" strike="noStrike" kern="1200" cap="none" spc="0" normalizeH="0" baseline="0" noProof="0">
                <a:ln>
                  <a:noFill/>
                </a:ln>
                <a:solidFill>
                  <a:srgbClr val="B740C5"/>
                </a:solidFill>
                <a:effectLst/>
                <a:uLnTx/>
                <a:uFillTx/>
                <a:latin typeface="Segoe UI Semibold"/>
                <a:ea typeface="+mn-ea"/>
                <a:cs typeface="Segoe UI Semibold"/>
              </a:rPr>
              <a:t>Business Basic vs Business Standard</a:t>
            </a:r>
          </a:p>
        </p:txBody>
      </p:sp>
    </p:spTree>
    <p:extLst>
      <p:ext uri="{BB962C8B-B14F-4D97-AF65-F5344CB8AC3E}">
        <p14:creationId xmlns:p14="http://schemas.microsoft.com/office/powerpoint/2010/main" val="1577766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defTabSz="679815" fontAlgn="base">
              <a:spcBef>
                <a:spcPct val="0"/>
              </a:spcBef>
              <a:spcAft>
                <a:spcPct val="0"/>
              </a:spcAft>
              <a:defRPr/>
            </a:pPr>
            <a:endParaRPr lang="en-US" sz="1458" kern="0">
              <a:gradFill>
                <a:gsLst>
                  <a:gs pos="0">
                    <a:srgbClr val="FFFFFF"/>
                  </a:gs>
                  <a:gs pos="100000">
                    <a:srgbClr val="FFFFFF"/>
                  </a:gs>
                </a:gsLst>
                <a:lin ang="5400000" scaled="0"/>
              </a:gradFill>
              <a:latin typeface="Segoe UI"/>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algn="ctr" defTabSz="932544">
              <a:spcBef>
                <a:spcPct val="20000"/>
              </a:spcBef>
              <a:buSzPct val="90000"/>
              <a:defRPr/>
            </a:pPr>
            <a:endParaRPr lang="en-US" sz="1200" b="1">
              <a:solidFill>
                <a:srgbClr val="FFFFFF"/>
              </a:solidFill>
              <a:latin typeface="Segoe UI Semibold" panose="020B0502040204020203" pitchFamily="34" charset="0"/>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extLst>
              <p:ext uri="{D42A27DB-BD31-4B8C-83A1-F6EECF244321}">
                <p14:modId xmlns:p14="http://schemas.microsoft.com/office/powerpoint/2010/main" val="3417645498"/>
              </p:ext>
            </p:extLst>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a:ea typeface="Calibri"/>
                          <a:cs typeface="Segoe UI Semibold"/>
                          <a:sym typeface=""/>
                        </a:rPr>
                        <a:t>$</a:t>
                      </a:r>
                      <a:r>
                        <a:rPr lang="en-US" sz="800" b="0" i="0" u="none" strike="noStrike" kern="1200" cap="none" spc="0" normalizeH="0" baseline="0">
                          <a:solidFill>
                            <a:schemeClr val="bg1">
                              <a:lumMod val="100000"/>
                            </a:schemeClr>
                          </a:solidFill>
                          <a:latin typeface="Segoe UI Semibold"/>
                          <a:ea typeface="Calibri"/>
                          <a:cs typeface="Segoe UI Semibold"/>
                        </a:rPr>
                        <a:t>18</a:t>
                      </a:r>
                      <a:r>
                        <a:rPr lang="en-US" sz="800" b="0" i="0" u="none" strike="noStrike" kern="1200" cap="none" spc="0" normalizeH="0" baseline="0">
                          <a:solidFill>
                            <a:schemeClr val="bg1">
                              <a:lumMod val="100000"/>
                            </a:schemeClr>
                          </a:solidFill>
                          <a:latin typeface="Segoe UI Semibold"/>
                          <a:ea typeface="Calibri"/>
                          <a:cs typeface="Segoe UI Semibold"/>
                          <a:sym typeface=""/>
                        </a:rPr>
                        <a:t> </a:t>
                      </a:r>
                      <a:br>
                        <a:rPr lang="en-US" sz="800" b="0" i="0" u="none" strike="noStrike" kern="1200" cap="none" spc="0" normalizeH="0" baseline="0">
                          <a:solidFill>
                            <a:srgbClr val="FFFFFF"/>
                          </a:solidFill>
                          <a:latin typeface="Segoe UI Semibold"/>
                          <a:ea typeface="Calibri"/>
                          <a:cs typeface="Segoe UI Semibold"/>
                          <a:sym typeface=""/>
                        </a:rPr>
                      </a:br>
                      <a:r>
                        <a:rPr lang="en-US" sz="800" b="0" i="0" u="none" strike="noStrike" kern="1200" cap="none" spc="0" normalizeH="0" baseline="0" err="1">
                          <a:solidFill>
                            <a:schemeClr val="bg1">
                              <a:lumMod val="100000"/>
                            </a:schemeClr>
                          </a:solidFill>
                          <a:latin typeface="Segoe UI Semibold"/>
                          <a:ea typeface="Calibri"/>
                          <a:cs typeface="Segoe UI Semibold"/>
                          <a:sym typeface=""/>
                        </a:rPr>
                        <a:t>pu</a:t>
                      </a:r>
                      <a:r>
                        <a:rPr lang="en-US" sz="800" b="0" i="0" u="none" strike="noStrike" kern="1200" cap="none" spc="0" normalizeH="0" baseline="0">
                          <a:solidFill>
                            <a:schemeClr val="bg1">
                              <a:lumMod val="100000"/>
                            </a:schemeClr>
                          </a:solidFill>
                          <a:latin typeface="Segoe UI Semibold"/>
                          <a:ea typeface="Calibri"/>
                          <a:cs typeface="Segoe UI Semibold"/>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a:ea typeface="+mn-ea"/>
                          <a:cs typeface="Segoe UI Semibold"/>
                        </a:rPr>
                        <a:t>ο</a:t>
                      </a:r>
                      <a:r>
                        <a:rPr kumimoji="0" lang="en-US" sz="700" b="0" i="0" u="none" strike="noStrike" kern="1200" cap="none" spc="0" normalizeH="0" baseline="0">
                          <a:ln>
                            <a:noFill/>
                          </a:ln>
                          <a:solidFill>
                            <a:srgbClr val="C03BC4"/>
                          </a:solidFill>
                          <a:effectLst/>
                          <a:uLnTx/>
                          <a:uFillTx/>
                          <a:latin typeface="Segoe UI Semibold"/>
                          <a:ea typeface="+mn-ea"/>
                          <a:cs typeface="Segoe UI Semibold"/>
                        </a:rPr>
                        <a:t> </a:t>
                      </a:r>
                      <a:endParaRPr kumimoji="0" lang="en-US" sz="700" b="0" i="0" u="none" strike="noStrike" kern="1200" cap="none" spc="0" normalizeH="0" baseline="0" noProof="0">
                        <a:ln>
                          <a:noFill/>
                        </a:ln>
                        <a:solidFill>
                          <a:srgbClr val="C03BC4"/>
                        </a:solidFill>
                        <a:effectLst/>
                        <a:uLnTx/>
                        <a:uFillTx/>
                        <a:latin typeface="Segoe UI Semibold"/>
                        <a:ea typeface="+mn-ea"/>
                        <a:cs typeface="Segoe UI Semibold"/>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a:ea typeface="+mn-ea"/>
                          <a:cs typeface="Segoe UI"/>
                        </a:rPr>
                        <a:t>Agent creation</a:t>
                      </a:r>
                      <a:r>
                        <a:rPr lang="en-US" sz="700" b="0">
                          <a:solidFill>
                            <a:schemeClr val="tx2"/>
                          </a:solidFill>
                          <a:latin typeface="Segoe UI"/>
                          <a:ea typeface="+mn-ea"/>
                          <a:cs typeface="Segoe UI"/>
                        </a:rPr>
                        <a:t> </a:t>
                      </a:r>
                      <a:r>
                        <a:rPr lang="en-US" sz="700" b="0" kern="1200" noProof="0">
                          <a:solidFill>
                            <a:schemeClr val="tx2"/>
                          </a:solidFill>
                          <a:latin typeface="Segoe UI"/>
                          <a:ea typeface="+mn-ea"/>
                          <a:cs typeface="Segoe UI"/>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0616" y="217919"/>
            <a:ext cx="4912362" cy="538609"/>
          </a:xfrm>
          <a:prstGeom prst="rect">
            <a:avLst/>
          </a:prstGeom>
          <a:noFill/>
          <a:ln/>
        </p:spPr>
        <p:txBody>
          <a:bodyPr wrap="square" lIns="0" tIns="0" rIns="0" bIns="0" rtlCol="0" anchor="t" anchorCtr="0">
            <a:spAutoFit/>
          </a:bodyPr>
          <a:lstStyle/>
          <a:p>
            <a:pPr defTabSz="914065">
              <a:defRPr/>
            </a:pPr>
            <a:r>
              <a:rPr lang="en-US" sz="1750">
                <a:solidFill>
                  <a:srgbClr val="B740C5"/>
                </a:solidFill>
                <a:latin typeface="Segoe UI Semibold"/>
                <a:cs typeface="Segoe UI Semibold"/>
              </a:rPr>
              <a:t>Copilot Chat vs Copilot Business detailed comparison</a:t>
            </a:r>
            <a:endParaRPr lang="en-US" sz="1799">
              <a:solidFill>
                <a:srgbClr val="B740C5"/>
              </a:solidFill>
              <a:latin typeface="Segoe UI Semibold"/>
              <a:cs typeface="Segoe UI Semibold"/>
            </a:endParaRP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algn="r" defTabSz="935913">
              <a:defRPr/>
            </a:pPr>
            <a:r>
              <a:rPr lang="en-US" sz="702">
                <a:solidFill>
                  <a:srgbClr val="8A226F"/>
                </a:solidFill>
                <a:latin typeface="Segoe UI Semibold" panose="020B0702040204020203" pitchFamily="34" charset="0"/>
                <a:cs typeface="Segoe UI Semibold" panose="020B0702040204020203" pitchFamily="34" charset="0"/>
                <a:sym typeface="Wingdings" panose="05000000000000000000" pitchFamily="2" charset="2"/>
              </a:rPr>
              <a:t></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Included </a:t>
            </a:r>
            <a:r>
              <a:rPr lang="en-US" sz="903">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a:t>
            </a:r>
            <a:r>
              <a:rPr lang="el-GR" sz="903">
                <a:solidFill>
                  <a:srgbClr val="C03BC4"/>
                </a:solidFill>
                <a:latin typeface="Segoe UI Semibold" panose="020B0702040204020203" pitchFamily="34" charset="0"/>
                <a:cs typeface="Segoe UI Semibold" panose="020B0702040204020203" pitchFamily="34" charset="0"/>
              </a:rPr>
              <a:t>ο</a:t>
            </a:r>
            <a:r>
              <a:rPr lang="en-US" sz="903">
                <a:solidFill>
                  <a:srgbClr val="8661C5"/>
                </a:solidFill>
                <a:latin typeface="Segoe UI Semibold" panose="020B0702040204020203" pitchFamily="34" charset="0"/>
                <a:cs typeface="Segoe UI Semibold" panose="020B0702040204020203" pitchFamily="34" charset="0"/>
              </a:rPr>
              <a:t> </a:t>
            </a:r>
            <a:r>
              <a:rPr lang="en-US" sz="702">
                <a:solidFill>
                  <a:srgbClr val="000000"/>
                </a:solidFill>
                <a:latin typeface="Segoe UI Semibold" panose="020B0702040204020203" pitchFamily="34" charset="0"/>
                <a:cs typeface="Segoe UI Semibold" panose="020B0702040204020203" pitchFamily="34" charset="0"/>
              </a:rPr>
              <a:t>Limited</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702">
                <a:solidFill>
                  <a:srgbClr val="0078D4"/>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803">
                <a:solidFill>
                  <a:srgbClr val="C03BC4"/>
                </a:solidFill>
                <a:latin typeface="Segoe UI Semibold" panose="020B0702040204020203" pitchFamily="34" charset="0"/>
                <a:cs typeface="Segoe UI Semibold" panose="020B0702040204020203" pitchFamily="34" charset="0"/>
                <a:sym typeface="Wingdings" panose="05000000000000000000" pitchFamily="2" charset="2"/>
              </a:rPr>
              <a:t>▲</a:t>
            </a:r>
            <a:r>
              <a:rPr lang="en-US" sz="803" baseline="58000">
                <a:solidFill>
                  <a:srgbClr val="C03BC4">
                    <a:lumMod val="75000"/>
                  </a:srgbClr>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algn="ctr" defTabSz="917509">
              <a:defRPr/>
            </a:pPr>
            <a:r>
              <a:rPr lang="en-US" sz="702">
                <a:ln w="3175">
                  <a:noFill/>
                </a:ln>
                <a:solidFill>
                  <a:prstClr val="black"/>
                </a:solidFill>
                <a:latin typeface="Segoe UI Semibold" panose="020B0702040204020203" pitchFamily="34" charset="0"/>
                <a:cs typeface="Segoe UI Semibold" panose="020B0702040204020203" pitchFamily="34" charset="0"/>
              </a:rPr>
              <a:t>Copilot Chat</a:t>
            </a:r>
            <a:r>
              <a:rPr lang="en-US" sz="702" baseline="30000">
                <a:ln w="3175">
                  <a:noFill/>
                </a:ln>
                <a:solidFill>
                  <a:prstClr val="black"/>
                </a:solidFill>
                <a:latin typeface="Segoe UI Semibold" panose="020B0702040204020203" pitchFamily="34" charset="0"/>
                <a:cs typeface="Segoe UI Semibold" panose="020B0702040204020203" pitchFamily="34" charset="0"/>
              </a:rPr>
              <a:t>1</a:t>
            </a:r>
            <a:endParaRPr lang="en-US" sz="702">
              <a:ln w="3175">
                <a:noFill/>
              </a:ln>
              <a:solidFill>
                <a:prstClr val="black"/>
              </a:solidFill>
              <a:latin typeface="Segoe UI Semibold" panose="020B0702040204020203" pitchFamily="34" charset="0"/>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01737" y="747756"/>
            <a:ext cx="554010" cy="215444"/>
          </a:xfrm>
          <a:prstGeom prst="rect">
            <a:avLst/>
          </a:prstGeom>
          <a:noFill/>
        </p:spPr>
        <p:txBody>
          <a:bodyPr wrap="square" lIns="0" tIns="0" rIns="0" bIns="0" rtlCol="0" anchor="t">
            <a:spAutoFit/>
          </a:bodyPr>
          <a:lstStyle/>
          <a:p>
            <a:pPr algn="ctr" defTabSz="917509">
              <a:defRPr/>
            </a:pPr>
            <a:r>
              <a:rPr lang="en-US" sz="700">
                <a:ln w="3175">
                  <a:noFill/>
                </a:ln>
                <a:solidFill>
                  <a:prstClr val="black"/>
                </a:solidFill>
                <a:latin typeface="Segoe UI Semibold"/>
                <a:cs typeface="Segoe UI Semibold"/>
              </a:rPr>
              <a:t>Copilot Business</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Applies to  customers with 2K or more M365 seats</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Lexical search included for Copilot Chat users</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Access to brand kits and surveys requires M365 Copilot license </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Available via </a:t>
            </a:r>
            <a:r>
              <a:rPr lang="en-US" sz="552">
                <a:solidFill>
                  <a:srgbClr val="091F2C"/>
                </a:solidFill>
                <a:latin typeface="Segoe UI" panose="020B0502040204020203" pitchFamily="34" charset="0"/>
                <a:cs typeface="Segoe UI" panose="020B0502040204020203" pitchFamily="34" charset="0"/>
                <a:hlinkClick r:id="rId4"/>
              </a:rPr>
              <a:t>Frontier </a:t>
            </a:r>
            <a:r>
              <a:rPr lang="en-US" sz="552">
                <a:solidFill>
                  <a:srgbClr val="091F2C"/>
                </a:solidFill>
                <a:latin typeface="Segoe UI" panose="020B0502040204020203" pitchFamily="34" charset="0"/>
                <a:cs typeface="Segoe UI" panose="020B0502040204020203" pitchFamily="34" charset="0"/>
              </a:rPr>
              <a:t>program, pricing final upon GA</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Copilot Chat users access Copilot Mode w/web data and open documents only</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For unlicensed users, Copilot Chat in Outlook reasons over organizational data in Outlook, Teams, OneDrive, and SharePoint (limited). </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Researcher and Analyst, have combined limit of 25 interactions </a:t>
            </a:r>
            <a:r>
              <a:rPr lang="en-US" sz="552" err="1">
                <a:solidFill>
                  <a:srgbClr val="091F2C"/>
                </a:solidFill>
                <a:latin typeface="Segoe UI" panose="020B0502040204020203" pitchFamily="34" charset="0"/>
                <a:cs typeface="Segoe UI" panose="020B0502040204020203" pitchFamily="34" charset="0"/>
              </a:rPr>
              <a:t>pu</a:t>
            </a:r>
            <a:r>
              <a:rPr lang="en-US" sz="552">
                <a:solidFill>
                  <a:srgbClr val="091F2C"/>
                </a:solidFill>
                <a:latin typeface="Segoe UI" panose="020B0502040204020203" pitchFamily="34" charset="0"/>
                <a:cs typeface="Segoe UI" panose="020B0502040204020203" pitchFamily="34" charset="0"/>
              </a:rPr>
              <a:t>/pm</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92BF04F-F5E6-9BBC-0F31-00450DFD3265}"/>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5E1E200E-1D71-771B-1D7E-1C697D28A464}"/>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AB35AEB-AE5F-DF15-E60C-7692A080DB63}"/>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1E46EDD8-8E9E-7001-ADF6-C049C2C6070C}"/>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A81E1DC8-3F83-579E-0D76-C0042C45DA34}"/>
              </a:ext>
            </a:extLst>
          </p:cNvPr>
          <p:cNvSpPr/>
          <p:nvPr/>
        </p:nvSpPr>
        <p:spPr>
          <a:xfrm>
            <a:off x="409575" y="7369396"/>
            <a:ext cx="4848225" cy="36576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1" name="Table 30">
            <a:extLst>
              <a:ext uri="{FF2B5EF4-FFF2-40B4-BE49-F238E27FC236}">
                <a16:creationId xmlns:a16="http://schemas.microsoft.com/office/drawing/2014/main" id="{CD86A790-6B1E-5978-DD67-58EDAF178703}"/>
              </a:ext>
            </a:extLst>
          </p:cNvPr>
          <p:cNvGraphicFramePr>
            <a:graphicFrameLocks noGrp="1"/>
          </p:cNvGraphicFramePr>
          <p:nvPr>
            <p:extLst>
              <p:ext uri="{D42A27DB-BD31-4B8C-83A1-F6EECF244321}">
                <p14:modId xmlns:p14="http://schemas.microsoft.com/office/powerpoint/2010/main" val="2542290266"/>
              </p:ext>
            </p:extLst>
          </p:nvPr>
        </p:nvGraphicFramePr>
        <p:xfrm>
          <a:off x="409574" y="1133905"/>
          <a:ext cx="4848226" cy="164832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start_sku</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latin typeface="Segoe UI" panose="020B0502040204020203" pitchFamily="34" charset="0"/>
                          <a:cs typeface="Segoe UI" panose="020B0502040204020203" pitchFamily="34" charset="0"/>
                        </a:rPr>
                        <a:t>Number of seats proposed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annual cost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IN" sz="1200" b="0" i="0" u="none" strike="noStrike" kern="1200" cap="none" spc="0" normalizeH="0" baseline="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current_annual_cost_per_user</a:t>
                      </a:r>
                      <a:r>
                        <a:rPr kumimoji="0" lang="en-IN"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Total current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9020969"/>
                  </a:ext>
                </a:extLst>
              </a:tr>
            </a:tbl>
          </a:graphicData>
        </a:graphic>
      </p:graphicFrame>
      <p:sp>
        <p:nvSpPr>
          <p:cNvPr id="33" name="Rectangle: Top Corners Rounded 32">
            <a:extLst>
              <a:ext uri="{FF2B5EF4-FFF2-40B4-BE49-F238E27FC236}">
                <a16:creationId xmlns:a16="http://schemas.microsoft.com/office/drawing/2014/main" id="{6B20BA4E-F00B-2A24-6728-C2663BCB118E}"/>
              </a:ext>
            </a:extLst>
          </p:cNvPr>
          <p:cNvSpPr/>
          <p:nvPr/>
        </p:nvSpPr>
        <p:spPr>
          <a:xfrm>
            <a:off x="409574" y="820495"/>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Current SKU</a:t>
            </a:r>
          </a:p>
        </p:txBody>
      </p:sp>
      <p:graphicFrame>
        <p:nvGraphicFramePr>
          <p:cNvPr id="34" name="Table 33">
            <a:extLst>
              <a:ext uri="{FF2B5EF4-FFF2-40B4-BE49-F238E27FC236}">
                <a16:creationId xmlns:a16="http://schemas.microsoft.com/office/drawing/2014/main" id="{7E65FF40-2739-DA62-0B72-DE2D764DAE71}"/>
              </a:ext>
            </a:extLst>
          </p:cNvPr>
          <p:cNvGraphicFramePr>
            <a:graphicFrameLocks noGrp="1"/>
          </p:cNvGraphicFramePr>
          <p:nvPr>
            <p:extLst>
              <p:ext uri="{D42A27DB-BD31-4B8C-83A1-F6EECF244321}">
                <p14:modId xmlns:p14="http://schemas.microsoft.com/office/powerpoint/2010/main" val="2331006988"/>
              </p:ext>
            </p:extLst>
          </p:nvPr>
        </p:nvGraphicFramePr>
        <p:xfrm>
          <a:off x="409574" y="3331405"/>
          <a:ext cx="4848226" cy="1417576"/>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sz="1200"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635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Total investment in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cap="none" spc="0" normalizeH="0" baseline="0" dirty="0">
                          <a:ln>
                            <a:noFill/>
                          </a:ln>
                          <a:solidFill>
                            <a:schemeClr val="tx1"/>
                          </a:solidFill>
                          <a:effectLst/>
                          <a:uLnTx/>
                          <a:uFillTx/>
                          <a:latin typeface="Segoe UI"/>
                          <a:ea typeface="Segoe UI Regular"/>
                          <a:cs typeface="Segoe UI"/>
                        </a:rPr>
                        <a:t>{</a:t>
                      </a:r>
                      <a:r>
                        <a:rPr lang="en-IN" sz="1200" b="0" i="0" u="none" strike="noStrike" kern="1200" cap="none" spc="0" normalizeH="0" baseline="0" dirty="0" err="1">
                          <a:ln>
                            <a:noFill/>
                          </a:ln>
                          <a:solidFill>
                            <a:schemeClr val="tx1"/>
                          </a:solidFill>
                          <a:effectLst/>
                          <a:uLnTx/>
                          <a:uFillTx/>
                          <a:latin typeface="Segoe UI"/>
                          <a:ea typeface="Segoe UI Regular"/>
                          <a:cs typeface="Segoe UI"/>
                        </a:rPr>
                        <a:t>total_upgraded_solution_investment</a:t>
                      </a:r>
                      <a:r>
                        <a:rPr lang="en-IN" sz="1200" b="0" i="0" u="none" strike="noStrike" kern="1200" cap="none" spc="0" normalizeH="0" baseline="0" dirty="0">
                          <a:ln>
                            <a:noFill/>
                          </a:ln>
                          <a:solidFill>
                            <a:schemeClr val="tx1"/>
                          </a:solidFill>
                          <a:effectLst/>
                          <a:uLnTx/>
                          <a:uFillTx/>
                          <a:latin typeface="Segoe UI"/>
                          <a:ea typeface="Segoe UI Regular"/>
                          <a:cs typeface="Segoe UI"/>
                        </a:rPr>
                        <a:t>}</a:t>
                      </a:r>
                      <a:endParaRPr lang="en-US" sz="1200" b="0" i="0" u="none" strike="noStrike" kern="1200" cap="none" spc="0" normalizeH="0" baseline="0" noProof="0" dirty="0">
                        <a:ln>
                          <a:noFill/>
                        </a:ln>
                        <a:solidFill>
                          <a:schemeClr val="tx1"/>
                        </a:solidFill>
                        <a:effectLst/>
                        <a:uLnTx/>
                        <a:uFillTx/>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bl>
          </a:graphicData>
        </a:graphic>
      </p:graphicFrame>
      <p:sp>
        <p:nvSpPr>
          <p:cNvPr id="35" name="Rectangle: Top Corners Rounded 34">
            <a:extLst>
              <a:ext uri="{FF2B5EF4-FFF2-40B4-BE49-F238E27FC236}">
                <a16:creationId xmlns:a16="http://schemas.microsoft.com/office/drawing/2014/main" id="{E9E92B9C-BA84-6DEC-1423-CE1E3BC888A3}"/>
              </a:ext>
            </a:extLst>
          </p:cNvPr>
          <p:cNvSpPr/>
          <p:nvPr/>
        </p:nvSpPr>
        <p:spPr>
          <a:xfrm>
            <a:off x="409574" y="3017996"/>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Target SKU</a:t>
            </a:r>
          </a:p>
        </p:txBody>
      </p:sp>
      <p:graphicFrame>
        <p:nvGraphicFramePr>
          <p:cNvPr id="36" name="Table 35">
            <a:extLst>
              <a:ext uri="{FF2B5EF4-FFF2-40B4-BE49-F238E27FC236}">
                <a16:creationId xmlns:a16="http://schemas.microsoft.com/office/drawing/2014/main" id="{0ECB62EE-D44D-A2BF-516D-BBC7F474799A}"/>
              </a:ext>
            </a:extLst>
          </p:cNvPr>
          <p:cNvGraphicFramePr>
            <a:graphicFrameLocks noGrp="1"/>
          </p:cNvGraphicFramePr>
          <p:nvPr>
            <p:extLst>
              <p:ext uri="{D42A27DB-BD31-4B8C-83A1-F6EECF244321}">
                <p14:modId xmlns:p14="http://schemas.microsoft.com/office/powerpoint/2010/main" val="2160284069"/>
              </p:ext>
            </p:extLst>
          </p:nvPr>
        </p:nvGraphicFramePr>
        <p:xfrm>
          <a:off x="409574" y="5309390"/>
          <a:ext cx="4848226" cy="955553"/>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4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annual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incremental_cost_per_user</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501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bl>
          </a:graphicData>
        </a:graphic>
      </p:graphicFrame>
      <p:sp>
        <p:nvSpPr>
          <p:cNvPr id="37" name="Rectangle: Top Corners Rounded 36">
            <a:extLst>
              <a:ext uri="{FF2B5EF4-FFF2-40B4-BE49-F238E27FC236}">
                <a16:creationId xmlns:a16="http://schemas.microsoft.com/office/drawing/2014/main" id="{B16C30A7-E5F7-B090-2E6A-A865E7D2CB50}"/>
              </a:ext>
            </a:extLst>
          </p:cNvPr>
          <p:cNvSpPr/>
          <p:nvPr/>
        </p:nvSpPr>
        <p:spPr>
          <a:xfrm>
            <a:off x="409574" y="4995982"/>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Incremental Cost</a:t>
            </a:r>
          </a:p>
        </p:txBody>
      </p:sp>
    </p:spTree>
    <p:extLst>
      <p:ext uri="{BB962C8B-B14F-4D97-AF65-F5344CB8AC3E}">
        <p14:creationId xmlns:p14="http://schemas.microsoft.com/office/powerpoint/2010/main" val="1419858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TotalTime>
  <Words>198</Words>
  <Application>Microsoft Office PowerPoint</Application>
  <PresentationFormat>Custom</PresentationFormat>
  <Paragraphs>24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3</cp:revision>
  <dcterms:created xsi:type="dcterms:W3CDTF">2026-04-04T15:01:26Z</dcterms:created>
  <dcterms:modified xsi:type="dcterms:W3CDTF">2026-04-11T11:17:48Z</dcterms:modified>
</cp:coreProperties>
</file>