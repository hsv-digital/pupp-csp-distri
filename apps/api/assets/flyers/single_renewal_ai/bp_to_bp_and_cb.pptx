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4" r:id="rId15"/>
    <p:sldMasterId id="2147483755" r:id="rId16"/>
    <p:sldMasterId id="2147483756" r:id="rId17"/>
    <p:sldMasterId id="2147483757"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D700-29C8-E943-EE34-4A3666C8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6905A-E61B-A075-8B81-DD992B598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989EF-3A8C-73D0-F9C1-6DAEC69EE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5B39C7-8702-C977-A9AA-FC6B3BE2D6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246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44"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2BF04F-F5E6-9BBC-0F31-00450DFD326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5E1E200E-1D71-771B-1D7E-1C697D28A464}"/>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AB35AEB-AE5F-DF15-E60C-7692A080DB63}"/>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1E46EDD8-8E9E-7001-ADF6-C049C2C6070C}"/>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81E1DC8-3F83-579E-0D76-C0042C45DA34}"/>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CD86A790-6B1E-5978-DD67-58EDAF178703}"/>
              </a:ext>
            </a:extLst>
          </p:cNvPr>
          <p:cNvGraphicFramePr>
            <a:graphicFrameLocks noGrp="1"/>
          </p:cNvGraphicFramePr>
          <p:nvPr>
            <p:extLst>
              <p:ext uri="{D42A27DB-BD31-4B8C-83A1-F6EECF244321}">
                <p14:modId xmlns:p14="http://schemas.microsoft.com/office/powerpoint/2010/main" val="2542290266"/>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start_sku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IN"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current_annual_cost_per_user</a:t>
                      </a:r>
                      <a:r>
                        <a:rPr kumimoji="0" lang="en-IN"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6B20BA4E-F00B-2A24-6728-C2663BCB118E}"/>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7E65FF40-2739-DA62-0B72-DE2D764DAE71}"/>
              </a:ext>
            </a:extLst>
          </p:cNvPr>
          <p:cNvGraphicFramePr>
            <a:graphicFrameLocks noGrp="1"/>
          </p:cNvGraphicFramePr>
          <p:nvPr>
            <p:extLst>
              <p:ext uri="{D42A27DB-BD31-4B8C-83A1-F6EECF244321}">
                <p14:modId xmlns:p14="http://schemas.microsoft.com/office/powerpoint/2010/main" val="2331006988"/>
              </p:ext>
            </p:extLst>
          </p:nvPr>
        </p:nvGraphicFramePr>
        <p:xfrm>
          <a:off x="409574" y="3331405"/>
          <a:ext cx="4848226" cy="1417576"/>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sz="1200"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63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investment in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cap="none" spc="0" normalizeH="0" baseline="0" dirty="0">
                          <a:ln>
                            <a:noFill/>
                          </a:ln>
                          <a:solidFill>
                            <a:schemeClr val="tx1"/>
                          </a:solidFill>
                          <a:effectLst/>
                          <a:uLnTx/>
                          <a:uFillTx/>
                          <a:latin typeface="Segoe UI"/>
                          <a:ea typeface="Segoe UI Regular"/>
                          <a:cs typeface="Segoe UI"/>
                        </a:rPr>
                        <a:t>{</a:t>
                      </a:r>
                      <a:r>
                        <a:rPr lang="en-IN" sz="1200" b="0" i="0" u="none" strike="noStrike" kern="1200" cap="none" spc="0" normalizeH="0" baseline="0" dirty="0" err="1">
                          <a:ln>
                            <a:noFill/>
                          </a:ln>
                          <a:solidFill>
                            <a:schemeClr val="tx1"/>
                          </a:solidFill>
                          <a:effectLst/>
                          <a:uLnTx/>
                          <a:uFillTx/>
                          <a:latin typeface="Segoe UI"/>
                          <a:ea typeface="Segoe UI Regular"/>
                          <a:cs typeface="Segoe UI"/>
                        </a:rPr>
                        <a:t>total_upgraded_solution_investment</a:t>
                      </a:r>
                      <a:r>
                        <a:rPr lang="en-IN" sz="1200" b="0" i="0" u="none" strike="noStrike" kern="1200" cap="none" spc="0" normalizeH="0" baseline="0" dirty="0">
                          <a:ln>
                            <a:noFill/>
                          </a:ln>
                          <a:solidFill>
                            <a:schemeClr val="tx1"/>
                          </a:solidFill>
                          <a:effectLst/>
                          <a:uLnTx/>
                          <a:uFillTx/>
                          <a:latin typeface="Segoe UI"/>
                          <a:ea typeface="Segoe UI Regular"/>
                          <a:cs typeface="Segoe UI"/>
                        </a:rPr>
                        <a:t>}</a:t>
                      </a:r>
                      <a:endParaRPr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bl>
          </a:graphicData>
        </a:graphic>
      </p:graphicFrame>
      <p:sp>
        <p:nvSpPr>
          <p:cNvPr id="35" name="Rectangle: Top Corners Rounded 34">
            <a:extLst>
              <a:ext uri="{FF2B5EF4-FFF2-40B4-BE49-F238E27FC236}">
                <a16:creationId xmlns:a16="http://schemas.microsoft.com/office/drawing/2014/main" id="{E9E92B9C-BA84-6DEC-1423-CE1E3BC888A3}"/>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0ECB62EE-D44D-A2BF-516D-BBC7F474799A}"/>
              </a:ext>
            </a:extLst>
          </p:cNvPr>
          <p:cNvGraphicFramePr>
            <a:graphicFrameLocks noGrp="1"/>
          </p:cNvGraphicFramePr>
          <p:nvPr>
            <p:extLst>
              <p:ext uri="{D42A27DB-BD31-4B8C-83A1-F6EECF244321}">
                <p14:modId xmlns:p14="http://schemas.microsoft.com/office/powerpoint/2010/main" val="2160284069"/>
              </p:ext>
            </p:extLst>
          </p:nvPr>
        </p:nvGraphicFramePr>
        <p:xfrm>
          <a:off x="409574" y="530939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B16C30A7-E5F7-B090-2E6A-A865E7D2CB50}"/>
              </a:ext>
            </a:extLst>
          </p:cNvPr>
          <p:cNvSpPr/>
          <p:nvPr/>
        </p:nvSpPr>
        <p:spPr>
          <a:xfrm>
            <a:off x="409574" y="499598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141985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