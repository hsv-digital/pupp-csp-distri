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8.xml" ContentType="application/vnd.openxmlformats-officedocument.presentationml.slideLayout+xml"/>
  <Override PartName="/ppt/slideMasters/slideMaster5.xml" ContentType="application/vnd.openxmlformats-officedocument.presentationml.slideMaster+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4" r:id="rId15"/>
    <p:sldMasterId id="2147483765" r:id="rId16"/>
    <p:sldMasterId id="2147483766" r:id="rId17"/>
    <p:sldMasterId id="214748376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6.xml"/><Relationship Id="rId1" Type="http://schemas.openxmlformats.org/officeDocument/2006/relationships/slideLayout" Target="../slideLayouts/slideLayout24.xml"/><Relationship Id="rId5" Type="http://schemas.openxmlformats.org/officeDocument/2006/relationships/theme" Target="../theme/theme5.xml"/><Relationship Id="rId4"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30.xml"/><Relationship Id="rId1" Type="http://schemas.openxmlformats.org/officeDocument/2006/relationships/slideLayout" Target="../slideLayouts/slideLayout28.xml"/><Relationship Id="rId5" Type="http://schemas.openxmlformats.org/officeDocument/2006/relationships/theme" Target="../theme/theme6.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pn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3838526534"/>
              </p:ext>
            </p:extLst>
          </p:nvPr>
        </p:nvGraphicFramePr>
        <p:xfrm>
          <a:off x="409574" y="1178510"/>
          <a:ext cx="4848226" cy="2825277"/>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a:solidFill>
                            <a:schemeClr val="lt1"/>
                          </a:solidFill>
                          <a:effectLst/>
                          <a:latin typeface="+mn-lt"/>
                          <a:ea typeface="+mn-ea"/>
                          <a:cs typeface="+mn-cs"/>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target_sku</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IN"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solution</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a:buNone/>
                      </a:pPr>
                      <a:r>
                        <a:rPr lang="en-IN" sz="1200" dirty="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670439"/>
                  </a:ext>
                </a:extLst>
              </a:tr>
              <a:tr h="490593">
                <a:tc>
                  <a:txBody>
                    <a:bodyPr/>
                    <a:lstStyle/>
                    <a:p>
                      <a:r>
                        <a:rPr lang="en-IN" sz="1200" dirty="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8539432"/>
                  </a:ext>
                </a:extLst>
              </a:tr>
              <a:tr h="490593">
                <a:tc>
                  <a:txBody>
                    <a:bodyPr/>
                    <a:lstStyle/>
                    <a:p>
                      <a:pPr marL="0" marR="0" lvl="0" indent="0" algn="l" rtl="0">
                        <a:lnSpc>
                          <a:spcPct val="100000"/>
                        </a:lnSpc>
                        <a:spcBef>
                          <a:spcPts val="0"/>
                        </a:spcBef>
                        <a:spcAft>
                          <a:spcPts val="0"/>
                        </a:spcAft>
                        <a:buClrTx/>
                        <a:buSzTx/>
                        <a:buFontTx/>
                        <a:buNone/>
                      </a:pP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Total annual investment for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b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b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{seats} seats</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IN" sz="1200" kern="1200" dirty="0" err="1">
                          <a:solidFill>
                            <a:srgbClr val="8A226F"/>
                          </a:solidFill>
                          <a:latin typeface="Segoe UI Semibold" panose="020B0702040204020203" pitchFamily="34" charset="0"/>
                          <a:ea typeface="Segoe UI Regular" pitchFamily="34" charset="-122"/>
                          <a:cs typeface="Segoe UI Semibold" panose="020B0702040204020203" pitchFamily="34" charset="0"/>
                        </a:rPr>
                        <a:t>total_upgraded_solution_investment</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