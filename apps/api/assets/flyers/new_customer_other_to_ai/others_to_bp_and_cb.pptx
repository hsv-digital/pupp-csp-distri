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7.xml" ContentType="application/vnd.openxmlformats-officedocument.presentationml.slideLayout+xml"/>
  <Override PartName="/ppt/slideMasters/slideMaster4.xml" ContentType="application/vnd.openxmlformats-officedocument.presentationml.slideMaster+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3" r:id="rId14"/>
    <p:sldMasterId id="2147483754" r:id="rId15"/>
    <p:sldMasterId id="2147483755" r:id="rId16"/>
  </p:sldMasterIdLst>
  <p:notesMasterIdLst>
    <p:notesMasterId r:id="rId3"/>
  </p:notesMasterIdLst>
  <p:sldIdLst>
    <p:sldId id="256" r:id="rId10"/>
    <p:sldId id="257" r:id="rId11"/>
    <p:sldId id="258" r:id="rId12"/>
    <p:sldId id="259" r:id="rId13"/>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Master" Target="slideMasters/slideMaster2.xml"/><Relationship Id="rId15" Type="http://schemas.openxmlformats.org/officeDocument/2006/relationships/slideMaster" Target="slideMasters/slideMaster3.xml"/><Relationship Id="rId16"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5.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9.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3860862527"/>
              </p:ext>
            </p:extLst>
          </p:nvPr>
        </p:nvGraphicFramePr>
        <p:xfrm>
          <a:off x="409574" y="1178510"/>
          <a:ext cx="4848226" cy="184409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a:solidFill>
                            <a:schemeClr val="lt1"/>
                          </a:solidFill>
                          <a:effectLst/>
                          <a:latin typeface="+mn-lt"/>
                          <a:ea typeface="+mn-ea"/>
                          <a:cs typeface="+mn-cs"/>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target_sku</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IN"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Total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actual_price_per_user</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annual investment for </a:t>
                      </a:r>
                      <a:b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b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{seats}</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 seats</a:t>
                      </a: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overall_incremental_cost</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