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theme/theme3.xml" ContentType="application/vnd.openxmlformats-officedocument.theme+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13.xml" ContentType="application/vnd.openxmlformats-officedocument.presentationml.slideLayout+xml"/>
  <Override PartName="/ppt/slideMasters/slideMaster3.xml" ContentType="application/vnd.openxmlformats-officedocument.presentationml.slideMaster+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4.xml" ContentType="application/vnd.openxmlformats-officedocument.theme+xml"/>
  <Override PartName="/ppt/slideLayouts/slideLayout16.xml" ContentType="application/vnd.openxmlformats-officedocument.presentationml.slideLayout+xml"/>
  <Override PartName="/ppt/slides/slide4.xml" ContentType="application/vnd.openxmlformats-officedocument.presentationml.slide+xml"/>
  <Override PartName="/ppt/notesSlides/notesSlide4.xml" ContentType="application/vnd.openxmlformats-officedocument.presentationml.notesSlide+xml"/>
  <Override PartName="/ppt/slideLayouts/slideLayout17.xml" ContentType="application/vnd.openxmlformats-officedocument.presentationml.slideLayout+xml"/>
  <Override PartName="/ppt/slideMasters/slideMaster4.xml" ContentType="application/vnd.openxmlformats-officedocument.presentationml.slideMaster+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53" r:id="rId14"/>
    <p:sldMasterId id="2147483754" r:id="rId15"/>
    <p:sldMasterId id="2147483755" r:id="rId16"/>
  </p:sldMasterIdLst>
  <p:notesMasterIdLst>
    <p:notesMasterId r:id="rId3"/>
  </p:notesMasterIdLst>
  <p:sldIdLst>
    <p:sldId id="256" r:id="rId10"/>
    <p:sldId id="257" r:id="rId11"/>
    <p:sldId id="258" r:id="rId12"/>
    <p:sldId id="259" r:id="rId13"/>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655C22-1068-6C9E-3308-80DE976D5928}" v="1" dt="2026-04-11T11:24:50.8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26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Master" Target="slideMasters/slideMaster2.xml"/><Relationship Id="rId15" Type="http://schemas.openxmlformats.org/officeDocument/2006/relationships/slideMaster" Target="slideMasters/slideMaster3.xml"/><Relationship Id="rId16" Type="http://schemas.openxmlformats.org/officeDocument/2006/relationships/slideMaster" Target="slideMasters/slideMaster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13655C22-1068-6C9E-3308-80DE976D5928}"/>
    <pc:docChg chg="mod modSld modMainMaster setSldSz">
      <pc:chgData name="Seema Kapri" userId="S::seema.kapri@hsv.digital::3468d2f6-a5eb-4e01-882c-f62721c4c7bf" providerId="AD" clId="Web-{13655C22-1068-6C9E-3308-80DE976D5928}" dt="2026-04-11T11:24:50.832" v="0"/>
      <pc:docMkLst>
        <pc:docMk/>
      </pc:docMkLst>
      <pc:sldChg chg="modSp">
        <pc:chgData name="Seema Kapri" userId="S::seema.kapri@hsv.digital::3468d2f6-a5eb-4e01-882c-f62721c4c7bf" providerId="AD" clId="Web-{13655C22-1068-6C9E-3308-80DE976D5928}" dt="2026-04-11T11:24:50.832" v="0"/>
        <pc:sldMkLst>
          <pc:docMk/>
          <pc:sldMk cId="4067805866" sldId="2147470016"/>
        </pc:sldMkLst>
        <pc:spChg chg="mod">
          <ac:chgData name="Seema Kapri" userId="S::seema.kapri@hsv.digital::3468d2f6-a5eb-4e01-882c-f62721c4c7bf" providerId="AD" clId="Web-{13655C22-1068-6C9E-3308-80DE976D5928}" dt="2026-04-11T11:24:50.832" v="0"/>
          <ac:spMkLst>
            <pc:docMk/>
            <pc:sldMk cId="4067805866" sldId="2147470016"/>
            <ac:spMk id="5" creationId="{CE6CFC70-06C7-C291-DA51-1D3359F2C52E}"/>
          </ac:spMkLst>
        </pc:spChg>
        <pc:spChg chg="mod">
          <ac:chgData name="Seema Kapri" userId="S::seema.kapri@hsv.digital::3468d2f6-a5eb-4e01-882c-f62721c4c7bf" providerId="AD" clId="Web-{13655C22-1068-6C9E-3308-80DE976D5928}" dt="2026-04-11T11:24:50.832" v="0"/>
          <ac:spMkLst>
            <pc:docMk/>
            <pc:sldMk cId="4067805866" sldId="2147470016"/>
            <ac:spMk id="15" creationId="{FDC09689-9230-8774-332C-E0502BB2667B}"/>
          </ac:spMkLst>
        </pc:spChg>
        <pc:spChg chg="mod">
          <ac:chgData name="Seema Kapri" userId="S::seema.kapri@hsv.digital::3468d2f6-a5eb-4e01-882c-f62721c4c7bf" providerId="AD" clId="Web-{13655C22-1068-6C9E-3308-80DE976D5928}" dt="2026-04-11T11:24:50.832" v="0"/>
          <ac:spMkLst>
            <pc:docMk/>
            <pc:sldMk cId="4067805866" sldId="2147470016"/>
            <ac:spMk id="17" creationId="{C205F477-06BB-0464-B7D7-F14F37D38EC1}"/>
          </ac:spMkLst>
        </pc:spChg>
        <pc:spChg chg="mod">
          <ac:chgData name="Seema Kapri" userId="S::seema.kapri@hsv.digital::3468d2f6-a5eb-4e01-882c-f62721c4c7bf" providerId="AD" clId="Web-{13655C22-1068-6C9E-3308-80DE976D5928}" dt="2026-04-11T11:24:50.832" v="0"/>
          <ac:spMkLst>
            <pc:docMk/>
            <pc:sldMk cId="4067805866" sldId="2147470016"/>
            <ac:spMk id="19" creationId="{44D2AC6F-4F84-F587-BEF3-F143A00E6D9B}"/>
          </ac:spMkLst>
        </pc:spChg>
        <pc:spChg chg="mod">
          <ac:chgData name="Seema Kapri" userId="S::seema.kapri@hsv.digital::3468d2f6-a5eb-4e01-882c-f62721c4c7bf" providerId="AD" clId="Web-{13655C22-1068-6C9E-3308-80DE976D5928}" dt="2026-04-11T11:24:50.832" v="0"/>
          <ac:spMkLst>
            <pc:docMk/>
            <pc:sldMk cId="4067805866" sldId="2147470016"/>
            <ac:spMk id="25" creationId="{8ACFB9E0-57EC-A667-BD67-1FCD18922E87}"/>
          </ac:spMkLst>
        </pc:spChg>
        <pc:spChg chg="mod">
          <ac:chgData name="Seema Kapri" userId="S::seema.kapri@hsv.digital::3468d2f6-a5eb-4e01-882c-f62721c4c7bf" providerId="AD" clId="Web-{13655C22-1068-6C9E-3308-80DE976D5928}" dt="2026-04-11T11:24:50.832" v="0"/>
          <ac:spMkLst>
            <pc:docMk/>
            <pc:sldMk cId="4067805866" sldId="2147470016"/>
            <ac:spMk id="31" creationId="{7619480A-D377-F04B-D795-8C3BA6F6AE38}"/>
          </ac:spMkLst>
        </pc:spChg>
        <pc:spChg chg="mod">
          <ac:chgData name="Seema Kapri" userId="S::seema.kapri@hsv.digital::3468d2f6-a5eb-4e01-882c-f62721c4c7bf" providerId="AD" clId="Web-{13655C22-1068-6C9E-3308-80DE976D5928}" dt="2026-04-11T11:24:50.832" v="0"/>
          <ac:spMkLst>
            <pc:docMk/>
            <pc:sldMk cId="4067805866" sldId="2147470016"/>
            <ac:spMk id="37" creationId="{2D7D97C9-E218-702D-C573-EC595E24D206}"/>
          </ac:spMkLst>
        </pc:spChg>
        <pc:spChg chg="mod">
          <ac:chgData name="Seema Kapri" userId="S::seema.kapri@hsv.digital::3468d2f6-a5eb-4e01-882c-f62721c4c7bf" providerId="AD" clId="Web-{13655C22-1068-6C9E-3308-80DE976D5928}" dt="2026-04-11T11:24:50.832" v="0"/>
          <ac:spMkLst>
            <pc:docMk/>
            <pc:sldMk cId="4067805866" sldId="2147470016"/>
            <ac:spMk id="38" creationId="{04B475BC-BA57-5216-CE2C-96C8D24A3BE0}"/>
          </ac:spMkLst>
        </pc:spChg>
        <pc:spChg chg="mod">
          <ac:chgData name="Seema Kapri" userId="S::seema.kapri@hsv.digital::3468d2f6-a5eb-4e01-882c-f62721c4c7bf" providerId="AD" clId="Web-{13655C22-1068-6C9E-3308-80DE976D5928}" dt="2026-04-11T11:24:50.832" v="0"/>
          <ac:spMkLst>
            <pc:docMk/>
            <pc:sldMk cId="4067805866" sldId="2147470016"/>
            <ac:spMk id="65" creationId="{9AD2FB6B-6EDB-68E4-2601-4F9CF0B3A50C}"/>
          </ac:spMkLst>
        </pc:spChg>
        <pc:spChg chg="mod">
          <ac:chgData name="Seema Kapri" userId="S::seema.kapri@hsv.digital::3468d2f6-a5eb-4e01-882c-f62721c4c7bf" providerId="AD" clId="Web-{13655C22-1068-6C9E-3308-80DE976D5928}" dt="2026-04-11T11:24:50.832" v="0"/>
          <ac:spMkLst>
            <pc:docMk/>
            <pc:sldMk cId="4067805866" sldId="2147470016"/>
            <ac:spMk id="66" creationId="{20E541FA-397B-06A1-8116-BCFA09464965}"/>
          </ac:spMkLst>
        </pc:spChg>
      </pc:sldChg>
      <pc:sldMasterChg chg="modSp modSldLayout">
        <pc:chgData name="Seema Kapri" userId="S::seema.kapri@hsv.digital::3468d2f6-a5eb-4e01-882c-f62721c4c7bf" providerId="AD" clId="Web-{13655C22-1068-6C9E-3308-80DE976D5928}" dt="2026-04-11T11:24:50.832" v="0"/>
        <pc:sldMasterMkLst>
          <pc:docMk/>
          <pc:sldMasterMk cId="1122647173" sldId="2147483732"/>
        </pc:sldMasterMkLst>
        <pc:spChg chg="mod">
          <ac:chgData name="Seema Kapri" userId="S::seema.kapri@hsv.digital::3468d2f6-a5eb-4e01-882c-f62721c4c7bf" providerId="AD" clId="Web-{13655C22-1068-6C9E-3308-80DE976D5928}" dt="2026-04-11T11:24:50.832" v="0"/>
          <ac:spMkLst>
            <pc:docMk/>
            <pc:sldMasterMk cId="1122647173" sldId="2147483732"/>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4"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5"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6" creationId="{00000000-0000-0000-0000-000000000000}"/>
          </ac:spMkLst>
        </pc:spChg>
        <pc:sldLayoutChg chg="modSp">
          <pc:chgData name="Seema Kapri" userId="S::seema.kapri@hsv.digital::3468d2f6-a5eb-4e01-882c-f62721c4c7bf" providerId="AD" clId="Web-{13655C22-1068-6C9E-3308-80DE976D5928}" dt="2026-04-11T11:24:50.832" v="0"/>
          <pc:sldLayoutMkLst>
            <pc:docMk/>
            <pc:sldMasterMk cId="1122647173" sldId="2147483732"/>
            <pc:sldLayoutMk cId="17524809" sldId="2147483733"/>
          </pc:sldLayoutMkLst>
          <pc:spChg chg="mod">
            <ac:chgData name="Seema Kapri" userId="S::seema.kapri@hsv.digital::3468d2f6-a5eb-4e01-882c-f62721c4c7bf" providerId="AD" clId="Web-{13655C22-1068-6C9E-3308-80DE976D5928}" dt="2026-04-11T11:24:50.832" v="0"/>
            <ac:spMkLst>
              <pc:docMk/>
              <pc:sldMasterMk cId="1122647173" sldId="2147483732"/>
              <pc:sldLayoutMk cId="17524809" sldId="2147483733"/>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524809" sldId="2147483733"/>
              <ac:spMk id="3"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092314792" sldId="2147483735"/>
          </pc:sldLayoutMkLst>
          <pc:spChg chg="mod">
            <ac:chgData name="Seema Kapri" userId="S::seema.kapri@hsv.digital::3468d2f6-a5eb-4e01-882c-f62721c4c7bf" providerId="AD" clId="Web-{13655C22-1068-6C9E-3308-80DE976D5928}" dt="2026-04-11T11:24:50.832" v="0"/>
            <ac:spMkLst>
              <pc:docMk/>
              <pc:sldMasterMk cId="1122647173" sldId="2147483732"/>
              <pc:sldLayoutMk cId="3092314792" sldId="2147483735"/>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092314792" sldId="2147483735"/>
              <ac:spMk id="3"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4580187" sldId="2147483736"/>
          </pc:sldLayoutMkLst>
          <pc:spChg chg="mod">
            <ac:chgData name="Seema Kapri" userId="S::seema.kapri@hsv.digital::3468d2f6-a5eb-4e01-882c-f62721c4c7bf" providerId="AD" clId="Web-{13655C22-1068-6C9E-3308-80DE976D5928}" dt="2026-04-11T11:24:50.832" v="0"/>
            <ac:spMkLst>
              <pc:docMk/>
              <pc:sldMasterMk cId="1122647173" sldId="2147483732"/>
              <pc:sldLayoutMk cId="34580187" sldId="2147483736"/>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4580187" sldId="2147483736"/>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880376873" sldId="2147483737"/>
          </pc:sldLayoutMkLst>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4"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5"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6"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2752899885" sldId="2147483740"/>
          </pc:sldLayoutMkLst>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1722206160" sldId="2147483741"/>
          </pc:sldLayoutMkLst>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785386807" sldId="2147483743"/>
          </pc:sldLayoutMkLst>
          <pc:spChg chg="mod">
            <ac:chgData name="Seema Kapri" userId="S::seema.kapri@hsv.digital::3468d2f6-a5eb-4e01-882c-f62721c4c7bf" providerId="AD" clId="Web-{13655C22-1068-6C9E-3308-80DE976D5928}" dt="2026-04-11T11:24:50.832" v="0"/>
            <ac:spMkLst>
              <pc:docMk/>
              <pc:sldMasterMk cId="1122647173" sldId="2147483732"/>
              <pc:sldLayoutMk cId="3785386807" sldId="2147483743"/>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785386807" sldId="214748374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A5318-1E4E-D370-07A1-B1B85C02A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7E049-FB12-9D74-496D-19F01353730D}"/>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9F29952-98D1-B466-F992-96E240860A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spc="-130">
                <a:ln w="3175">
                  <a:noFill/>
                </a:ln>
                <a:solidFill>
                  <a:srgbClr val="2965AF"/>
                </a:solidFill>
                <a:latin typeface="Segoe Sans Display Semibold"/>
                <a:cs typeface="Segoe Sans Display" pitchFamily="2" charset="0"/>
              </a:rPr>
              <a:t>67%  </a:t>
            </a:r>
            <a:br>
              <a:rPr kumimoji="0" lang="en-US" sz="2800" b="0" i="0" u="none" strike="noStrike" kern="1200" cap="none" spc="-130" normalizeH="0" baseline="0" noProof="0">
                <a:ln w="3175">
                  <a:noFill/>
                </a:ln>
                <a:solidFill>
                  <a:srgbClr val="2965AF"/>
                </a:solidFill>
                <a:effectLst/>
                <a:uLnTx/>
                <a:uFillTx/>
                <a:latin typeface="Segoe Sans Display Semibold"/>
                <a:ea typeface="+mn-ea"/>
                <a:cs typeface="Segoe Sans Display" pitchFamily="2" charset="0"/>
              </a:rPr>
            </a:br>
            <a:r>
              <a:rPr lang="en-US">
                <a:gradFill>
                  <a:gsLst>
                    <a:gs pos="44000">
                      <a:schemeClr val="tx1"/>
                    </a:gs>
                    <a:gs pos="100000">
                      <a:schemeClr val="tx1"/>
                    </a:gs>
                  </a:gsLst>
                  <a:lin ang="2700000" scaled="1"/>
                </a:gradFill>
                <a:latin typeface="Segoe Sans Display"/>
                <a:cs typeface="Segoe UI" pitchFamily="34" charset="0"/>
              </a:rPr>
              <a:t>of all phishing attacks utilized some form of AI</a:t>
            </a:r>
          </a:p>
          <a:p>
            <a:endParaRPr lang="en-US"/>
          </a:p>
          <a:p>
            <a:r>
              <a:rPr lang="en-US"/>
              <a:t>292</a:t>
            </a:r>
          </a:p>
          <a:p>
            <a:r>
              <a:rPr lang="en-US"/>
              <a:t>days to identify and contain breaches involving stolen credentials</a:t>
            </a:r>
          </a:p>
          <a:p>
            <a:endParaRPr lang="en-US"/>
          </a:p>
        </p:txBody>
      </p:sp>
      <p:sp>
        <p:nvSpPr>
          <p:cNvPr id="4" name="Slide Number Placeholder 3">
            <a:extLst>
              <a:ext uri="{FF2B5EF4-FFF2-40B4-BE49-F238E27FC236}">
                <a16:creationId xmlns:a16="http://schemas.microsoft.com/office/drawing/2014/main" id="{4CEF061E-0607-1711-EEB1-A31E6AEBBB1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5638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97566-5DA3-4FD3-6ABA-08FDBAE388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714D10-E112-FE89-18F0-5816FE368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B7F7E-1950-7068-03DD-373A84F250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422716-80CE-0279-DE28-A04A338745E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9449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8"/>
          </a:xfrm>
        </p:spPr>
        <p:txBody>
          <a:bodyPr anchor="b"/>
          <a:lstStyle>
            <a:lvl1pPr algn="ctr">
              <a:defRPr sz="3706"/>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83"/>
            </a:lvl1pPr>
            <a:lvl2pPr marL="282423" indent="0" algn="ctr">
              <a:buNone/>
              <a:defRPr sz="1236"/>
            </a:lvl2pPr>
            <a:lvl3pPr marL="564846" indent="0" algn="ctr">
              <a:buNone/>
              <a:defRPr sz="1112"/>
            </a:lvl3pPr>
            <a:lvl4pPr marL="847269" indent="0" algn="ctr">
              <a:buNone/>
              <a:defRPr sz="988"/>
            </a:lvl4pPr>
            <a:lvl5pPr marL="1129691" indent="0" algn="ctr">
              <a:buNone/>
              <a:defRPr sz="988"/>
            </a:lvl5pPr>
            <a:lvl6pPr marL="1412114" indent="0" algn="ctr">
              <a:buNone/>
              <a:defRPr sz="988"/>
            </a:lvl6pPr>
            <a:lvl7pPr marL="1694537" indent="0" algn="ctr">
              <a:buNone/>
              <a:defRPr sz="988"/>
            </a:lvl7pPr>
            <a:lvl8pPr marL="1976960" indent="0" algn="ctr">
              <a:buNone/>
              <a:defRPr sz="988"/>
            </a:lvl8pPr>
            <a:lvl9pPr marL="2259382" indent="0" algn="ctr">
              <a:buNone/>
              <a:defRPr sz="98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524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37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706"/>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83">
                <a:solidFill>
                  <a:schemeClr val="tx1">
                    <a:tint val="82000"/>
                  </a:schemeClr>
                </a:solidFill>
              </a:defRPr>
            </a:lvl1pPr>
            <a:lvl2pPr marL="282423" indent="0">
              <a:buNone/>
              <a:defRPr sz="1236">
                <a:solidFill>
                  <a:schemeClr val="tx1">
                    <a:tint val="82000"/>
                  </a:schemeClr>
                </a:solidFill>
              </a:defRPr>
            </a:lvl2pPr>
            <a:lvl3pPr marL="564846" indent="0">
              <a:buNone/>
              <a:defRPr sz="1112">
                <a:solidFill>
                  <a:schemeClr val="tx1">
                    <a:tint val="82000"/>
                  </a:schemeClr>
                </a:solidFill>
              </a:defRPr>
            </a:lvl3pPr>
            <a:lvl4pPr marL="847269" indent="0">
              <a:buNone/>
              <a:defRPr sz="988">
                <a:solidFill>
                  <a:schemeClr val="tx1">
                    <a:tint val="82000"/>
                  </a:schemeClr>
                </a:solidFill>
              </a:defRPr>
            </a:lvl4pPr>
            <a:lvl5pPr marL="1129691" indent="0">
              <a:buNone/>
              <a:defRPr sz="988">
                <a:solidFill>
                  <a:schemeClr val="tx1">
                    <a:tint val="82000"/>
                  </a:schemeClr>
                </a:solidFill>
              </a:defRPr>
            </a:lvl5pPr>
            <a:lvl6pPr marL="1412114" indent="0">
              <a:buNone/>
              <a:defRPr sz="988">
                <a:solidFill>
                  <a:schemeClr val="tx1">
                    <a:tint val="82000"/>
                  </a:schemeClr>
                </a:solidFill>
              </a:defRPr>
            </a:lvl6pPr>
            <a:lvl7pPr marL="1694537" indent="0">
              <a:buNone/>
              <a:defRPr sz="988">
                <a:solidFill>
                  <a:schemeClr val="tx1">
                    <a:tint val="82000"/>
                  </a:schemeClr>
                </a:solidFill>
              </a:defRPr>
            </a:lvl7pPr>
            <a:lvl8pPr marL="1976960" indent="0">
              <a:buNone/>
              <a:defRPr sz="988">
                <a:solidFill>
                  <a:schemeClr val="tx1">
                    <a:tint val="82000"/>
                  </a:schemeClr>
                </a:solidFill>
              </a:defRPr>
            </a:lvl8pPr>
            <a:lvl9pPr marL="2259382" indent="0">
              <a:buNone/>
              <a:defRPr sz="98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923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0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2"/>
            <a:ext cx="2389506"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4" name="Content Placeholder 3"/>
          <p:cNvSpPr>
            <a:spLocks noGrp="1"/>
          </p:cNvSpPr>
          <p:nvPr>
            <p:ph sz="half" idx="2"/>
          </p:nvPr>
        </p:nvSpPr>
        <p:spPr>
          <a:xfrm>
            <a:off x="389058" y="2919108"/>
            <a:ext cx="2389506"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2"/>
            <a:ext cx="2401273"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6" name="Content Placeholder 5"/>
          <p:cNvSpPr>
            <a:spLocks noGrp="1"/>
          </p:cNvSpPr>
          <p:nvPr>
            <p:ph sz="quarter" idx="4"/>
          </p:nvPr>
        </p:nvSpPr>
        <p:spPr>
          <a:xfrm>
            <a:off x="2859466" y="2919108"/>
            <a:ext cx="2401273"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037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3596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0890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Content Placeholder 2"/>
          <p:cNvSpPr>
            <a:spLocks noGrp="1"/>
          </p:cNvSpPr>
          <p:nvPr>
            <p:ph idx="1"/>
          </p:nvPr>
        </p:nvSpPr>
        <p:spPr>
          <a:xfrm>
            <a:off x="2401274" y="1150627"/>
            <a:ext cx="2859464" cy="5679127"/>
          </a:xfrm>
        </p:spPr>
        <p:txBody>
          <a:bodyPr/>
          <a:lstStyle>
            <a:lvl1pPr>
              <a:defRPr sz="1977"/>
            </a:lvl1pPr>
            <a:lvl2pPr>
              <a:defRPr sz="1730"/>
            </a:lvl2pPr>
            <a:lvl3pPr>
              <a:defRPr sz="1483"/>
            </a:lvl3pPr>
            <a:lvl4pPr>
              <a:defRPr sz="1236"/>
            </a:lvl4pPr>
            <a:lvl5pPr>
              <a:defRPr sz="1236"/>
            </a:lvl5pPr>
            <a:lvl6pPr>
              <a:defRPr sz="1236"/>
            </a:lvl6pPr>
            <a:lvl7pPr>
              <a:defRPr sz="1236"/>
            </a:lvl7pPr>
            <a:lvl8pPr>
              <a:defRPr sz="1236"/>
            </a:lvl8pPr>
            <a:lvl9pPr>
              <a:defRPr sz="1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2899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7"/>
            <a:ext cx="2859464" cy="5679127"/>
          </a:xfrm>
        </p:spPr>
        <p:txBody>
          <a:bodyPr anchor="t"/>
          <a:lstStyle>
            <a:lvl1pPr marL="0" indent="0">
              <a:buNone/>
              <a:defRPr sz="1977"/>
            </a:lvl1pPr>
            <a:lvl2pPr marL="282423" indent="0">
              <a:buNone/>
              <a:defRPr sz="1730"/>
            </a:lvl2pPr>
            <a:lvl3pPr marL="564846" indent="0">
              <a:buNone/>
              <a:defRPr sz="1483"/>
            </a:lvl3pPr>
            <a:lvl4pPr marL="847269" indent="0">
              <a:buNone/>
              <a:defRPr sz="1236"/>
            </a:lvl4pPr>
            <a:lvl5pPr marL="1129691" indent="0">
              <a:buNone/>
              <a:defRPr sz="1236"/>
            </a:lvl5pPr>
            <a:lvl6pPr marL="1412114" indent="0">
              <a:buNone/>
              <a:defRPr sz="1236"/>
            </a:lvl6pPr>
            <a:lvl7pPr marL="1694537" indent="0">
              <a:buNone/>
              <a:defRPr sz="1236"/>
            </a:lvl7pPr>
            <a:lvl8pPr marL="1976960" indent="0">
              <a:buNone/>
              <a:defRPr sz="1236"/>
            </a:lvl8pPr>
            <a:lvl9pPr marL="2259382" indent="0">
              <a:buNone/>
              <a:defRPr sz="1236"/>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222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04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2"/>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2"/>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85386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5.xml"/><Relationship Id="rId1" Type="http://schemas.openxmlformats.org/officeDocument/2006/relationships/slideLayout" Target="../slideLayouts/slideLayout13.xml"/><Relationship Id="rId5" Type="http://schemas.openxmlformats.org/officeDocument/2006/relationships/theme" Target="../theme/theme4.xml"/><Relationship Id="rId4"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9.xml"/><Relationship Id="rId1" Type="http://schemas.openxmlformats.org/officeDocument/2006/relationships/slideLayout" Target="../slideLayouts/slideLayout17.xml"/><Relationship Id="rId5" Type="http://schemas.openxmlformats.org/officeDocument/2006/relationships/theme" Target="../theme/theme5.xml"/><Relationship Id="rId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5"/>
            <a:ext cx="1270873" cy="425472"/>
          </a:xfrm>
          <a:prstGeom prst="rect">
            <a:avLst/>
          </a:prstGeom>
        </p:spPr>
        <p:txBody>
          <a:bodyPr vert="horz" lIns="91440" tIns="45720" rIns="91440" bIns="45720" rtlCol="0" anchor="ctr"/>
          <a:lstStyle>
            <a:lvl1pPr algn="l">
              <a:defRPr sz="741">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5"/>
            <a:ext cx="1906310" cy="425472"/>
          </a:xfrm>
          <a:prstGeom prst="rect">
            <a:avLst/>
          </a:prstGeom>
        </p:spPr>
        <p:txBody>
          <a:bodyPr vert="horz" lIns="91440" tIns="45720" rIns="91440" bIns="45720" rtlCol="0" anchor="ctr"/>
          <a:lstStyle>
            <a:lvl1pPr algn="ctr">
              <a:defRPr sz="741">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5"/>
            <a:ext cx="1270873" cy="425472"/>
          </a:xfrm>
          <a:prstGeom prst="rect">
            <a:avLst/>
          </a:prstGeom>
        </p:spPr>
        <p:txBody>
          <a:bodyPr vert="horz" lIns="91440" tIns="45720" rIns="91440" bIns="45720" rtlCol="0" anchor="ctr"/>
          <a:lstStyle>
            <a:lvl1pPr algn="r">
              <a:defRPr sz="741">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12264717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4"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microsoft.com/en-us/security/blog/2022/02/17/4-best-practices-to-implement-a-comprehensive-zero-trust-security-approach/" TargetMode="External"/><Relationship Id="rId11" Type="http://schemas.openxmlformats.org/officeDocument/2006/relationships/image" Target="../media/image8.svg"/><Relationship Id="rId5" Type="http://schemas.openxmlformats.org/officeDocument/2006/relationships/image" Target="../media/image3.svg"/><Relationship Id="rId10" Type="http://schemas.openxmlformats.org/officeDocument/2006/relationships/image" Target="../media/image7.svg"/><Relationship Id="rId4" Type="http://schemas.openxmlformats.org/officeDocument/2006/relationships/image" Target="../media/image2.png"/><Relationship Id="rId9" Type="http://schemas.openxmlformats.org/officeDocument/2006/relationships/image" Target="../media/image6.sv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BE4BB-97CC-CA0A-FFBC-F89DE89D19F4}"/>
            </a:ext>
          </a:extLst>
        </p:cNvPr>
        <p:cNvGrpSpPr/>
        <p:nvPr/>
      </p:nvGrpSpPr>
      <p:grpSpPr>
        <a:xfrm>
          <a:off x="0" y="0"/>
          <a:ext cx="0" cy="0"/>
          <a:chOff x="0" y="0"/>
          <a:chExt cx="0" cy="0"/>
        </a:xfrm>
      </p:grpSpPr>
      <p:pic>
        <p:nvPicPr>
          <p:cNvPr id="51" name="Rectangle 3468742" descr="preencoded.png">
            <a:extLst>
              <a:ext uri="{FF2B5EF4-FFF2-40B4-BE49-F238E27FC236}">
                <a16:creationId xmlns:a16="http://schemas.microsoft.com/office/drawing/2014/main" id="{BFF46BAB-9533-7D37-D484-C2349D03577B}"/>
              </a:ext>
            </a:extLst>
          </p:cNvPr>
          <p:cNvPicPr>
            <a:picLocks noChangeAspect="1"/>
          </p:cNvPicPr>
          <p:nvPr/>
        </p:nvPicPr>
        <p:blipFill>
          <a:blip r:embed="rId3"/>
          <a:srcRect t="1" b="17144"/>
          <a:stretch>
            <a:fillRect/>
          </a:stretch>
        </p:blipFill>
        <p:spPr>
          <a:xfrm>
            <a:off x="32376" y="382837"/>
            <a:ext cx="5583573" cy="7563630"/>
          </a:xfrm>
          <a:prstGeom prst="rect">
            <a:avLst/>
          </a:prstGeom>
        </p:spPr>
      </p:pic>
      <p:pic>
        <p:nvPicPr>
          <p:cNvPr id="72" name="Picture 71">
            <a:extLst>
              <a:ext uri="{FF2B5EF4-FFF2-40B4-BE49-F238E27FC236}">
                <a16:creationId xmlns:a16="http://schemas.microsoft.com/office/drawing/2014/main" id="{C559E1BB-F98E-571B-2C8F-760632D7CD71}"/>
              </a:ext>
            </a:extLst>
          </p:cNvPr>
          <p:cNvPicPr>
            <a:picLocks noChangeAspect="1"/>
          </p:cNvPicPr>
          <p:nvPr/>
        </p:nvPicPr>
        <p:blipFill>
          <a:blip r:embed="rId4"/>
          <a:stretch>
            <a:fillRect/>
          </a:stretch>
        </p:blipFill>
        <p:spPr>
          <a:xfrm flipH="1">
            <a:off x="28140" y="45091"/>
            <a:ext cx="5587808" cy="1396952"/>
          </a:xfrm>
          <a:prstGeom prst="rect">
            <a:avLst/>
          </a:prstGeom>
        </p:spPr>
      </p:pic>
      <p:sp>
        <p:nvSpPr>
          <p:cNvPr id="66" name="Rectangle: Rounded Corners 65">
            <a:extLst>
              <a:ext uri="{FF2B5EF4-FFF2-40B4-BE49-F238E27FC236}">
                <a16:creationId xmlns:a16="http://schemas.microsoft.com/office/drawing/2014/main" id="{20E541FA-397B-06A1-8116-BCFA09464965}"/>
              </a:ext>
            </a:extLst>
          </p:cNvPr>
          <p:cNvSpPr/>
          <p:nvPr/>
        </p:nvSpPr>
        <p:spPr bwMode="auto">
          <a:xfrm>
            <a:off x="298864" y="1689276"/>
            <a:ext cx="1447766" cy="2432742"/>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IN" sz="1436" err="1">
              <a:solidFill>
                <a:srgbClr val="C03BC4"/>
              </a:solidFill>
              <a:latin typeface="Segoe UI"/>
              <a:ea typeface="Segoe UI" pitchFamily="34" charset="0"/>
              <a:cs typeface="Segoe UI" pitchFamily="34" charset="0"/>
            </a:endParaRPr>
          </a:p>
        </p:txBody>
      </p:sp>
      <p:sp>
        <p:nvSpPr>
          <p:cNvPr id="54" name="Rectangle 53">
            <a:extLst>
              <a:ext uri="{FF2B5EF4-FFF2-40B4-BE49-F238E27FC236}">
                <a16:creationId xmlns:a16="http://schemas.microsoft.com/office/drawing/2014/main" id="{5163C4AA-CD72-86F0-9D5C-40BEE0D737B9}"/>
              </a:ext>
            </a:extLst>
          </p:cNvPr>
          <p:cNvSpPr/>
          <p:nvPr/>
        </p:nvSpPr>
        <p:spPr bwMode="auto">
          <a:xfrm>
            <a:off x="32375" y="45007"/>
            <a:ext cx="5583574" cy="1376136"/>
          </a:xfrm>
          <a:prstGeom prst="rect">
            <a:avLst/>
          </a:prstGeom>
          <a:solidFill>
            <a:srgbClr val="F2E5DE">
              <a:alpha val="62000"/>
            </a:srgbClr>
          </a:solidFill>
          <a:ln>
            <a:solidFill>
              <a:schemeClr val="bg1">
                <a:lumMod val="95000"/>
                <a:alpha val="7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2" name="Title 31">
            <a:extLst>
              <a:ext uri="{FF2B5EF4-FFF2-40B4-BE49-F238E27FC236}">
                <a16:creationId xmlns:a16="http://schemas.microsoft.com/office/drawing/2014/main" id="{F30B6FEB-AEE6-4C74-E944-EEC317349239}"/>
              </a:ext>
            </a:extLst>
          </p:cNvPr>
          <p:cNvSpPr txBox="1">
            <a:spLocks noGrp="1"/>
          </p:cNvSpPr>
          <p:nvPr>
            <p:ph type="title" idx="4294967295"/>
          </p:nvPr>
        </p:nvSpPr>
        <p:spPr>
          <a:xfrm>
            <a:off x="298864" y="589210"/>
            <a:ext cx="3913430" cy="557292"/>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1315">
              <a:spcBef>
                <a:spcPts val="0"/>
              </a:spcBef>
            </a:pPr>
            <a:r>
              <a:rPr lang="en-US" sz="2012" dirty="0">
                <a:solidFill>
                  <a:schemeClr val="tx1">
                    <a:lumMod val="95000"/>
                    <a:lumOff val="5000"/>
                  </a:schemeClr>
                </a:solidFill>
                <a:latin typeface="Segoe Sans Display Semibold" pitchFamily="2" charset="0"/>
                <a:cs typeface="Segoe Sans Display Semibold" pitchFamily="2" charset="0"/>
              </a:rPr>
              <a:t>Microsoft Defender Suite </a:t>
            </a:r>
            <a:r>
              <a:rPr lang="en-US" sz="2012">
                <a:solidFill>
                  <a:schemeClr val="tx1">
                    <a:lumMod val="95000"/>
                    <a:lumOff val="5000"/>
                  </a:schemeClr>
                </a:solidFill>
                <a:latin typeface="Segoe Sans Display Semibold" pitchFamily="2" charset="0"/>
                <a:cs typeface="Segoe Sans Display Semibold" pitchFamily="2" charset="0"/>
              </a:rPr>
              <a:t>for Microsoft 365 Business Premium</a:t>
            </a:r>
            <a:endParaRPr lang="en-US" sz="2012" dirty="0">
              <a:solidFill>
                <a:schemeClr val="tx1">
                  <a:lumMod val="95000"/>
                  <a:lumOff val="5000"/>
                </a:schemeClr>
              </a:solidFill>
              <a:latin typeface="Segoe Sans Display Semibold" pitchFamily="2" charset="0"/>
              <a:cs typeface="Segoe Sans Display Semibold" pitchFamily="2" charset="0"/>
            </a:endParaRPr>
          </a:p>
        </p:txBody>
      </p:sp>
      <p:sp>
        <p:nvSpPr>
          <p:cNvPr id="17" name="TextBox 16">
            <a:extLst>
              <a:ext uri="{FF2B5EF4-FFF2-40B4-BE49-F238E27FC236}">
                <a16:creationId xmlns:a16="http://schemas.microsoft.com/office/drawing/2014/main" id="{C205F477-06BB-0464-B7D7-F14F37D38EC1}"/>
              </a:ext>
            </a:extLst>
          </p:cNvPr>
          <p:cNvSpPr txBox="1">
            <a:spLocks/>
          </p:cNvSpPr>
          <p:nvPr/>
        </p:nvSpPr>
        <p:spPr>
          <a:xfrm>
            <a:off x="1900924" y="1734566"/>
            <a:ext cx="3615737" cy="176903"/>
          </a:xfrm>
          <a:prstGeom prst="rect">
            <a:avLst/>
          </a:prstGeom>
          <a:noFill/>
        </p:spPr>
        <p:txBody>
          <a:bodyPr wrap="square" lIns="0" tIns="0" rIns="0"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11">
              <a:defRPr/>
            </a:pPr>
            <a:r>
              <a:rPr lang="en-US" sz="1149">
                <a:solidFill>
                  <a:srgbClr val="C03BC4"/>
                </a:solidFill>
              </a:rPr>
              <a:t>Enhanced protection with Microsoft Defender Suite</a:t>
            </a:r>
          </a:p>
        </p:txBody>
      </p:sp>
      <p:pic>
        <p:nvPicPr>
          <p:cNvPr id="26" name="Graphic 25" descr="Microsoft Security">
            <a:extLst>
              <a:ext uri="{FF2B5EF4-FFF2-40B4-BE49-F238E27FC236}">
                <a16:creationId xmlns:a16="http://schemas.microsoft.com/office/drawing/2014/main" id="{C05D0F52-F000-4B6A-9F4C-E053389E1E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bwMode="black">
          <a:xfrm>
            <a:off x="321732" y="269669"/>
            <a:ext cx="1300319" cy="164828"/>
          </a:xfrm>
          <a:prstGeom prst="rect">
            <a:avLst/>
          </a:prstGeom>
        </p:spPr>
      </p:pic>
      <p:sp>
        <p:nvSpPr>
          <p:cNvPr id="64" name="TextBox 63">
            <a:extLst>
              <a:ext uri="{FF2B5EF4-FFF2-40B4-BE49-F238E27FC236}">
                <a16:creationId xmlns:a16="http://schemas.microsoft.com/office/drawing/2014/main" id="{8EF4C970-0AEB-3507-DC4C-9293BE9B49C6}"/>
              </a:ext>
            </a:extLst>
          </p:cNvPr>
          <p:cNvSpPr txBox="1">
            <a:spLocks/>
          </p:cNvSpPr>
          <p:nvPr/>
        </p:nvSpPr>
        <p:spPr>
          <a:xfrm>
            <a:off x="1903487" y="2000738"/>
            <a:ext cx="3418925" cy="2141612"/>
          </a:xfrm>
          <a:prstGeom prst="rect">
            <a:avLst/>
          </a:prstGeom>
          <a:noFill/>
        </p:spPr>
        <p:txBody>
          <a:bodyPr wrap="square" lIns="0" tIns="0" rIns="0"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56935">
              <a:lnSpc>
                <a:spcPts val="1006"/>
              </a:lnSpc>
              <a:spcAft>
                <a:spcPts val="862"/>
              </a:spcAft>
              <a:defRPr/>
            </a:pPr>
            <a:r>
              <a:rPr lang="en-US" sz="985">
                <a:solidFill>
                  <a:srgbClr val="000000"/>
                </a:solidFill>
                <a:latin typeface="Segoe Sans Display" pitchFamily="2" charset="0"/>
                <a:cs typeface="Segoe Sans Display" pitchFamily="2" charset="0"/>
              </a:rPr>
              <a:t>Microsoft Defender Suite for Business Premium provides your organization with the advanced security capabilities, delivering comprehensive protection and response across identities, endpoints, apps, and email threats.</a:t>
            </a: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Zero Trust across your entire digital estate―</a:t>
            </a:r>
            <a:r>
              <a:rPr lang="en-US" sz="985">
                <a:solidFill>
                  <a:srgbClr val="000000"/>
                </a:solidFill>
                <a:latin typeface="Segoe Sans Display" pitchFamily="2" charset="0"/>
                <a:cs typeface="Segoe Sans Display" pitchFamily="2" charset="0"/>
              </a:rPr>
              <a:t>Assume breach, verify each request, and fully authenticate and authorize every request before granting access.</a:t>
            </a: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Unified exposure management―</a:t>
            </a:r>
            <a:r>
              <a:rPr lang="en-US" sz="985">
                <a:solidFill>
                  <a:srgbClr val="000000"/>
                </a:solidFill>
                <a:latin typeface="Segoe Sans Display" pitchFamily="2" charset="0"/>
                <a:cs typeface="Segoe Sans Display" pitchFamily="2" charset="0"/>
              </a:rPr>
              <a:t>Continuously assess security posture, enable </a:t>
            </a:r>
            <a:r>
              <a:rPr lang="en-US" sz="985">
                <a:solidFill>
                  <a:srgbClr val="000000"/>
                </a:solidFill>
                <a:latin typeface="Segoe UI"/>
              </a:rPr>
              <a:t>proactive risk management and protection of assets.</a:t>
            </a:r>
            <a:endParaRPr lang="en-US" sz="985">
              <a:solidFill>
                <a:srgbClr val="000000"/>
              </a:solidFill>
              <a:latin typeface="Segoe Sans Display" pitchFamily="2" charset="0"/>
              <a:cs typeface="Segoe Sans Display" pitchFamily="2" charset="0"/>
            </a:endParaRP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Unified security operations platform</a:t>
            </a:r>
            <a:r>
              <a:rPr lang="en-US" sz="985">
                <a:solidFill>
                  <a:srgbClr val="000000"/>
                </a:solidFill>
                <a:latin typeface="Segoe UI"/>
              </a:rPr>
              <a:t>―Leverage a single, integrated solution for end-to-end security operations, enhancing </a:t>
            </a:r>
            <a:r>
              <a:rPr lang="en-US" sz="985">
                <a:solidFill>
                  <a:srgbClr val="000000"/>
                </a:solidFill>
                <a:latin typeface="Segoe Sans Display" pitchFamily="2" charset="0"/>
                <a:cs typeface="Segoe Sans Display" pitchFamily="2" charset="0"/>
              </a:rPr>
              <a:t>efficiency and protection across your entire digital estate.</a:t>
            </a:r>
          </a:p>
        </p:txBody>
      </p:sp>
      <p:sp>
        <p:nvSpPr>
          <p:cNvPr id="100" name="TextBox 99">
            <a:extLst>
              <a:ext uri="{FF2B5EF4-FFF2-40B4-BE49-F238E27FC236}">
                <a16:creationId xmlns:a16="http://schemas.microsoft.com/office/drawing/2014/main" id="{93C1B656-5955-227B-9548-2076AEB994D3}"/>
              </a:ext>
            </a:extLst>
          </p:cNvPr>
          <p:cNvSpPr txBox="1"/>
          <p:nvPr/>
        </p:nvSpPr>
        <p:spPr>
          <a:xfrm>
            <a:off x="309218" y="7635203"/>
            <a:ext cx="5038355" cy="99449"/>
          </a:xfrm>
          <a:prstGeom prst="rect">
            <a:avLst/>
          </a:prstGeom>
          <a:noFill/>
        </p:spPr>
        <p:txBody>
          <a:bodyPr wrap="square" lIns="0" tIns="0" rIns="0" bIns="0" rtlCol="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28468">
              <a:defRPr/>
            </a:pPr>
            <a:r>
              <a:rPr lang="en-US" sz="646" baseline="30000">
                <a:solidFill>
                  <a:srgbClr val="000000"/>
                </a:solidFill>
                <a:latin typeface="Segoe Sans Display" pitchFamily="2" charset="0"/>
                <a:cs typeface="Segoe Sans Display" pitchFamily="2" charset="0"/>
              </a:rPr>
              <a:t>1 </a:t>
            </a:r>
            <a:r>
              <a:rPr lang="en-US" sz="646">
                <a:solidFill>
                  <a:srgbClr val="000000"/>
                </a:solidFill>
                <a:latin typeface="Segoe Sans Text" pitchFamily="2" charset="0"/>
                <a:hlinkClick r:id="rId6"/>
              </a:rPr>
              <a:t>Source: Microsoft</a:t>
            </a:r>
            <a:r>
              <a:rPr lang="en-US" sz="646">
                <a:solidFill>
                  <a:srgbClr val="000000"/>
                </a:solidFill>
                <a:latin typeface="Segoe Sans Text" pitchFamily="2" charset="0"/>
              </a:rPr>
              <a:t> 	</a:t>
            </a:r>
            <a:r>
              <a:rPr lang="en-US" sz="646" baseline="30000">
                <a:solidFill>
                  <a:srgbClr val="000000"/>
                </a:solidFill>
                <a:latin typeface="Segoe Sans Display" pitchFamily="2" charset="0"/>
                <a:cs typeface="Segoe Sans Display" pitchFamily="2" charset="0"/>
              </a:rPr>
              <a:t>2 </a:t>
            </a:r>
            <a:r>
              <a:rPr lang="en-US" sz="646">
                <a:solidFill>
                  <a:srgbClr val="000000"/>
                </a:solidFill>
                <a:latin typeface="Segoe Sans Text" pitchFamily="2" charset="0"/>
              </a:rPr>
              <a:t>Source: </a:t>
            </a:r>
            <a:r>
              <a:rPr lang="en-US" sz="502">
                <a:solidFill>
                  <a:srgbClr val="000000"/>
                </a:solidFill>
                <a:latin typeface="Segoe Sans Text" pitchFamily="2" charset="0"/>
              </a:rPr>
              <a:t>IBM Cost of a Data Breach Report, IBM, p. 6​</a:t>
            </a:r>
            <a:endParaRPr lang="en-US" sz="646">
              <a:solidFill>
                <a:srgbClr val="000000"/>
              </a:solidFill>
              <a:latin typeface="Segoe UI" panose="020B0502040204020203" pitchFamily="34" charset="0"/>
              <a:cs typeface="Segoe Sans Display" pitchFamily="2" charset="0"/>
            </a:endParaRPr>
          </a:p>
        </p:txBody>
      </p:sp>
      <p:sp>
        <p:nvSpPr>
          <p:cNvPr id="2" name="Title 1">
            <a:extLst>
              <a:ext uri="{FF2B5EF4-FFF2-40B4-BE49-F238E27FC236}">
                <a16:creationId xmlns:a16="http://schemas.microsoft.com/office/drawing/2014/main" id="{CC410421-35D7-13B2-19F6-E270E00A31DF}"/>
              </a:ext>
            </a:extLst>
          </p:cNvPr>
          <p:cNvSpPr txBox="1">
            <a:spLocks/>
          </p:cNvSpPr>
          <p:nvPr/>
        </p:nvSpPr>
        <p:spPr>
          <a:xfrm>
            <a:off x="415079" y="4260093"/>
            <a:ext cx="4823604" cy="262756"/>
          </a:xfrm>
          <a:prstGeom prst="rect">
            <a:avLst/>
          </a:prstGeom>
          <a:noFill/>
          <a:ln w="9525">
            <a:noFill/>
          </a:ln>
        </p:spPr>
        <p:txBody>
          <a:bodyPr vert="horz" wrap="square" lIns="65689" tIns="32845" rIns="65689" bIns="32845" rtlCol="0" anchor="ctr" anchorCtr="0">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56911" fontAlgn="base">
              <a:spcAft>
                <a:spcPct val="0"/>
              </a:spcAft>
              <a:defRPr/>
            </a:pPr>
            <a:r>
              <a:rPr lang="en-US" sz="1149" spc="0">
                <a:ln>
                  <a:noFill/>
                </a:ln>
                <a:solidFill>
                  <a:srgbClr val="C03BC4"/>
                </a:solidFill>
                <a:latin typeface="Segoe Sans Display Semibold" pitchFamily="2" charset="0"/>
                <a:cs typeface="Segoe Sans Display Semibold" pitchFamily="2" charset="0"/>
              </a:rPr>
              <a:t>Protect your entire estate</a:t>
            </a:r>
          </a:p>
        </p:txBody>
      </p:sp>
      <p:sp>
        <p:nvSpPr>
          <p:cNvPr id="4" name="Rounded Rectangle 32">
            <a:extLst>
              <a:ext uri="{FF2B5EF4-FFF2-40B4-BE49-F238E27FC236}">
                <a16:creationId xmlns:a16="http://schemas.microsoft.com/office/drawing/2014/main" id="{32D52542-94BE-EFA3-6259-A9AF7AA68D6B}"/>
              </a:ext>
              <a:ext uri="{C183D7F6-B498-43B3-948B-1728B52AA6E4}">
                <adec:decorative xmlns:adec="http://schemas.microsoft.com/office/drawing/2017/decorative" val="1"/>
              </a:ext>
            </a:extLst>
          </p:cNvPr>
          <p:cNvSpPr>
            <a:spLocks/>
          </p:cNvSpPr>
          <p:nvPr/>
        </p:nvSpPr>
        <p:spPr>
          <a:xfrm>
            <a:off x="298863"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5" name="Rounded Rectangle 32">
            <a:extLst>
              <a:ext uri="{FF2B5EF4-FFF2-40B4-BE49-F238E27FC236}">
                <a16:creationId xmlns:a16="http://schemas.microsoft.com/office/drawing/2014/main" id="{CE6CFC70-06C7-C291-DA51-1D3359F2C52E}"/>
              </a:ext>
              <a:ext uri="{C183D7F6-B498-43B3-948B-1728B52AA6E4}">
                <adec:decorative xmlns:adec="http://schemas.microsoft.com/office/drawing/2017/decorative" val="1"/>
              </a:ext>
            </a:extLst>
          </p:cNvPr>
          <p:cNvSpPr>
            <a:spLocks/>
          </p:cNvSpPr>
          <p:nvPr/>
        </p:nvSpPr>
        <p:spPr>
          <a:xfrm>
            <a:off x="1319115"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6" name="Rounded Rectangle 32">
            <a:extLst>
              <a:ext uri="{FF2B5EF4-FFF2-40B4-BE49-F238E27FC236}">
                <a16:creationId xmlns:a16="http://schemas.microsoft.com/office/drawing/2014/main" id="{6643373C-AB83-B631-F611-FB8BFCAF135E}"/>
              </a:ext>
              <a:ext uri="{C183D7F6-B498-43B3-948B-1728B52AA6E4}">
                <adec:decorative xmlns:adec="http://schemas.microsoft.com/office/drawing/2017/decorative" val="1"/>
              </a:ext>
            </a:extLst>
          </p:cNvPr>
          <p:cNvSpPr>
            <a:spLocks/>
          </p:cNvSpPr>
          <p:nvPr/>
        </p:nvSpPr>
        <p:spPr>
          <a:xfrm>
            <a:off x="2339083"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9" name="Rounded Rectangle 32">
            <a:extLst>
              <a:ext uri="{FF2B5EF4-FFF2-40B4-BE49-F238E27FC236}">
                <a16:creationId xmlns:a16="http://schemas.microsoft.com/office/drawing/2014/main" id="{A1B8BB60-2805-B2B9-A781-B5FC7BD20E36}"/>
              </a:ext>
              <a:ext uri="{C183D7F6-B498-43B3-948B-1728B52AA6E4}">
                <adec:decorative xmlns:adec="http://schemas.microsoft.com/office/drawing/2017/decorative" val="1"/>
              </a:ext>
            </a:extLst>
          </p:cNvPr>
          <p:cNvSpPr>
            <a:spLocks/>
          </p:cNvSpPr>
          <p:nvPr/>
        </p:nvSpPr>
        <p:spPr>
          <a:xfrm>
            <a:off x="3359621"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10" name="Rounded Rectangle 32">
            <a:extLst>
              <a:ext uri="{FF2B5EF4-FFF2-40B4-BE49-F238E27FC236}">
                <a16:creationId xmlns:a16="http://schemas.microsoft.com/office/drawing/2014/main" id="{7501D1C1-B340-0CCA-6ED7-0F68AE847688}"/>
              </a:ext>
              <a:ext uri="{C183D7F6-B498-43B3-948B-1728B52AA6E4}">
                <adec:decorative xmlns:adec="http://schemas.microsoft.com/office/drawing/2017/decorative" val="1"/>
              </a:ext>
            </a:extLst>
          </p:cNvPr>
          <p:cNvSpPr>
            <a:spLocks/>
          </p:cNvSpPr>
          <p:nvPr/>
        </p:nvSpPr>
        <p:spPr>
          <a:xfrm>
            <a:off x="4379872"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15" name="TextBox 14">
            <a:extLst>
              <a:ext uri="{FF2B5EF4-FFF2-40B4-BE49-F238E27FC236}">
                <a16:creationId xmlns:a16="http://schemas.microsoft.com/office/drawing/2014/main" id="{FDC09689-9230-8774-332C-E0502BB2667B}"/>
              </a:ext>
            </a:extLst>
          </p:cNvPr>
          <p:cNvSpPr txBox="1"/>
          <p:nvPr/>
        </p:nvSpPr>
        <p:spPr>
          <a:xfrm>
            <a:off x="300321" y="5048578"/>
            <a:ext cx="965363"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Identity and access controls</a:t>
            </a:r>
          </a:p>
        </p:txBody>
      </p:sp>
      <p:sp>
        <p:nvSpPr>
          <p:cNvPr id="18" name="TextBox 17">
            <a:extLst>
              <a:ext uri="{FF2B5EF4-FFF2-40B4-BE49-F238E27FC236}">
                <a16:creationId xmlns:a16="http://schemas.microsoft.com/office/drawing/2014/main" id="{776AAF97-9212-E6FA-5DCB-13B6B6C5B179}"/>
              </a:ext>
            </a:extLst>
          </p:cNvPr>
          <p:cNvSpPr txBox="1"/>
          <p:nvPr/>
        </p:nvSpPr>
        <p:spPr>
          <a:xfrm>
            <a:off x="299923" y="5423310"/>
            <a:ext cx="965363" cy="1689437"/>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Risk-based conditional   access and sign     -in assessment</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Visibility into    risky sign-ins and user behavior anomalies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ID Governance  and Privileged Identity Management</a:t>
            </a:r>
          </a:p>
        </p:txBody>
      </p:sp>
      <p:sp>
        <p:nvSpPr>
          <p:cNvPr id="21" name="TextBox 20">
            <a:extLst>
              <a:ext uri="{FF2B5EF4-FFF2-40B4-BE49-F238E27FC236}">
                <a16:creationId xmlns:a16="http://schemas.microsoft.com/office/drawing/2014/main" id="{058930A1-FD77-508B-448D-7B8276947F22}"/>
              </a:ext>
            </a:extLst>
          </p:cNvPr>
          <p:cNvSpPr txBox="1"/>
          <p:nvPr/>
        </p:nvSpPr>
        <p:spPr>
          <a:xfrm>
            <a:off x="1320573" y="5048578"/>
            <a:ext cx="867466"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Identity protection</a:t>
            </a:r>
          </a:p>
        </p:txBody>
      </p:sp>
      <p:sp>
        <p:nvSpPr>
          <p:cNvPr id="23" name="TextBox 22">
            <a:extLst>
              <a:ext uri="{FF2B5EF4-FFF2-40B4-BE49-F238E27FC236}">
                <a16:creationId xmlns:a16="http://schemas.microsoft.com/office/drawing/2014/main" id="{BABB45DB-3E40-0CF7-6744-E0B2062194C7}"/>
              </a:ext>
            </a:extLst>
          </p:cNvPr>
          <p:cNvSpPr txBox="1"/>
          <p:nvPr/>
        </p:nvSpPr>
        <p:spPr>
          <a:xfrm>
            <a:off x="1321488" y="5423312"/>
            <a:ext cx="983471" cy="1427109"/>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Threat and suspicious user activity detection</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Built-in response and automated playbooks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Context-rich identity insights during investigations</a:t>
            </a:r>
          </a:p>
        </p:txBody>
      </p:sp>
      <p:sp>
        <p:nvSpPr>
          <p:cNvPr id="25" name="TextBox 24">
            <a:extLst>
              <a:ext uri="{FF2B5EF4-FFF2-40B4-BE49-F238E27FC236}">
                <a16:creationId xmlns:a16="http://schemas.microsoft.com/office/drawing/2014/main" id="{8ACFB9E0-57EC-A667-BD67-1FCD18922E87}"/>
              </a:ext>
            </a:extLst>
          </p:cNvPr>
          <p:cNvSpPr txBox="1"/>
          <p:nvPr/>
        </p:nvSpPr>
        <p:spPr>
          <a:xfrm>
            <a:off x="2340540" y="5048578"/>
            <a:ext cx="867466"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Device security</a:t>
            </a:r>
          </a:p>
        </p:txBody>
      </p:sp>
      <p:sp>
        <p:nvSpPr>
          <p:cNvPr id="28" name="TextBox 27">
            <a:extLst>
              <a:ext uri="{FF2B5EF4-FFF2-40B4-BE49-F238E27FC236}">
                <a16:creationId xmlns:a16="http://schemas.microsoft.com/office/drawing/2014/main" id="{60FD9765-BB48-31C0-F235-A24DE8372F92}"/>
              </a:ext>
            </a:extLst>
          </p:cNvPr>
          <p:cNvSpPr txBox="1"/>
          <p:nvPr/>
        </p:nvSpPr>
        <p:spPr>
          <a:xfrm>
            <a:off x="2359701" y="5423310"/>
            <a:ext cx="965363" cy="1836478"/>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Industry-leading antimalware and conditional access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Endpoint security and EDR with advanced threat hunting</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Attack surface reduction capabilities powered by Secure Score</a:t>
            </a:r>
          </a:p>
        </p:txBody>
      </p:sp>
      <p:sp>
        <p:nvSpPr>
          <p:cNvPr id="29" name="TextBox 28">
            <a:extLst>
              <a:ext uri="{FF2B5EF4-FFF2-40B4-BE49-F238E27FC236}">
                <a16:creationId xmlns:a16="http://schemas.microsoft.com/office/drawing/2014/main" id="{D8E6A2D5-943C-CCFD-15E1-74D78E2C1224}"/>
              </a:ext>
            </a:extLst>
          </p:cNvPr>
          <p:cNvSpPr txBox="1"/>
          <p:nvPr/>
        </p:nvSpPr>
        <p:spPr>
          <a:xfrm>
            <a:off x="3361077" y="5048578"/>
            <a:ext cx="912811"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Collaboration security</a:t>
            </a:r>
          </a:p>
        </p:txBody>
      </p:sp>
      <p:sp>
        <p:nvSpPr>
          <p:cNvPr id="30" name="TextBox 29">
            <a:extLst>
              <a:ext uri="{FF2B5EF4-FFF2-40B4-BE49-F238E27FC236}">
                <a16:creationId xmlns:a16="http://schemas.microsoft.com/office/drawing/2014/main" id="{B7AA6581-4A62-F733-84E1-D95525161BF1}"/>
              </a:ext>
            </a:extLst>
          </p:cNvPr>
          <p:cNvSpPr txBox="1"/>
          <p:nvPr/>
        </p:nvSpPr>
        <p:spPr>
          <a:xfrm>
            <a:off x="3380240" y="5423311"/>
            <a:ext cx="912811" cy="1532292"/>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Advanced email and collaboration security with automated investigation   and response </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End user phishing simulation trainings</a:t>
            </a:r>
          </a:p>
        </p:txBody>
      </p:sp>
      <p:sp>
        <p:nvSpPr>
          <p:cNvPr id="31" name="TextBox 30">
            <a:extLst>
              <a:ext uri="{FF2B5EF4-FFF2-40B4-BE49-F238E27FC236}">
                <a16:creationId xmlns:a16="http://schemas.microsoft.com/office/drawing/2014/main" id="{7619480A-D377-F04B-D795-8C3BA6F6AE38}"/>
              </a:ext>
            </a:extLst>
          </p:cNvPr>
          <p:cNvSpPr txBox="1"/>
          <p:nvPr/>
        </p:nvSpPr>
        <p:spPr>
          <a:xfrm>
            <a:off x="4381329" y="5048578"/>
            <a:ext cx="738129"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SaaS security</a:t>
            </a:r>
          </a:p>
        </p:txBody>
      </p:sp>
      <p:sp>
        <p:nvSpPr>
          <p:cNvPr id="33" name="TextBox 32">
            <a:extLst>
              <a:ext uri="{FF2B5EF4-FFF2-40B4-BE49-F238E27FC236}">
                <a16:creationId xmlns:a16="http://schemas.microsoft.com/office/drawing/2014/main" id="{BB9CDA12-6566-B28E-C400-3DB3F950322F}"/>
              </a:ext>
            </a:extLst>
          </p:cNvPr>
          <p:cNvSpPr txBox="1"/>
          <p:nvPr/>
        </p:nvSpPr>
        <p:spPr>
          <a:xfrm>
            <a:off x="4397177" y="5423312"/>
            <a:ext cx="931068" cy="1563565"/>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Visibility into “Shadow IT”</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Uncovers configuration gaps and offers recommendations</a:t>
            </a:r>
          </a:p>
          <a:p>
            <a:pPr marL="66150" indent="-66150" algn="l" defTabSz="656911">
              <a:spcAft>
                <a:spcPts val="215"/>
              </a:spcAft>
              <a:buSzPct val="100000"/>
              <a:buFont typeface="Wingdings" panose="05000000000000000000" pitchFamily="2" charset="2"/>
              <a:buChar char=""/>
              <a:defRPr/>
            </a:pPr>
            <a:r>
              <a:rPr lang="en-US" sz="887" err="1">
                <a:solidFill>
                  <a:srgbClr val="000000">
                    <a:lumMod val="85000"/>
                    <a:lumOff val="15000"/>
                  </a:srgbClr>
                </a:solidFill>
              </a:rPr>
              <a:t>LoB</a:t>
            </a:r>
            <a:r>
              <a:rPr lang="en-US" sz="887">
                <a:solidFill>
                  <a:srgbClr val="000000">
                    <a:lumMod val="85000"/>
                    <a:lumOff val="15000"/>
                  </a:srgbClr>
                </a:solidFill>
              </a:rPr>
              <a:t> app monitoring, governance and protection</a:t>
            </a:r>
          </a:p>
        </p:txBody>
      </p:sp>
      <p:grpSp>
        <p:nvGrpSpPr>
          <p:cNvPr id="34" name="Group 33">
            <a:extLst>
              <a:ext uri="{FF2B5EF4-FFF2-40B4-BE49-F238E27FC236}">
                <a16:creationId xmlns:a16="http://schemas.microsoft.com/office/drawing/2014/main" id="{43FAA6D2-FA43-D5BA-DE51-35FA7FFC3D8E}"/>
              </a:ext>
            </a:extLst>
          </p:cNvPr>
          <p:cNvGrpSpPr/>
          <p:nvPr/>
        </p:nvGrpSpPr>
        <p:grpSpPr>
          <a:xfrm>
            <a:off x="368212" y="4743563"/>
            <a:ext cx="256282" cy="256281"/>
            <a:chOff x="1279013" y="2060414"/>
            <a:chExt cx="441393" cy="441390"/>
          </a:xfrm>
        </p:grpSpPr>
        <p:sp>
          <p:nvSpPr>
            <p:cNvPr id="37" name="Oval 36">
              <a:extLst>
                <a:ext uri="{FF2B5EF4-FFF2-40B4-BE49-F238E27FC236}">
                  <a16:creationId xmlns:a16="http://schemas.microsoft.com/office/drawing/2014/main" id="{2D7D97C9-E218-702D-C573-EC595E24D206}"/>
                </a:ext>
              </a:extLst>
            </p:cNvPr>
            <p:cNvSpPr/>
            <p:nvPr/>
          </p:nvSpPr>
          <p:spPr bwMode="auto">
            <a:xfrm rot="5400000">
              <a:off x="1279015"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sp>
          <p:nvSpPr>
            <p:cNvPr id="38" name="Graphic 81" descr="Icon of an app window with a closed padlock">
              <a:extLst>
                <a:ext uri="{FF2B5EF4-FFF2-40B4-BE49-F238E27FC236}">
                  <a16:creationId xmlns:a16="http://schemas.microsoft.com/office/drawing/2014/main" id="{04B475BC-BA57-5216-CE2C-96C8D24A3BE0}"/>
                </a:ext>
              </a:extLst>
            </p:cNvPr>
            <p:cNvSpPr/>
            <p:nvPr/>
          </p:nvSpPr>
          <p:spPr>
            <a:xfrm>
              <a:off x="1405253" y="2181887"/>
              <a:ext cx="188914" cy="198443"/>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5572" tIns="18476" rIns="105572" bIns="19708" rtlCol="0" anchor="ctr">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1635047" fontAlgn="base">
                <a:spcBef>
                  <a:spcPts val="1293"/>
                </a:spcBef>
                <a:spcAft>
                  <a:spcPts val="1293"/>
                </a:spcAft>
                <a:tabLst>
                  <a:tab pos="2659093" algn="l"/>
                </a:tabLst>
                <a:defRPr/>
              </a:pPr>
              <a:endParaRPr lang="en-US" sz="1293">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39" name="Group 38">
            <a:extLst>
              <a:ext uri="{FF2B5EF4-FFF2-40B4-BE49-F238E27FC236}">
                <a16:creationId xmlns:a16="http://schemas.microsoft.com/office/drawing/2014/main" id="{C87767FA-E0F4-1A8A-86B1-2E35771B5DD2}"/>
              </a:ext>
            </a:extLst>
          </p:cNvPr>
          <p:cNvGrpSpPr/>
          <p:nvPr/>
        </p:nvGrpSpPr>
        <p:grpSpPr>
          <a:xfrm>
            <a:off x="1404641" y="4743563"/>
            <a:ext cx="256282" cy="256281"/>
            <a:chOff x="1980053" y="1931419"/>
            <a:chExt cx="356747" cy="356745"/>
          </a:xfrm>
        </p:grpSpPr>
        <p:sp>
          <p:nvSpPr>
            <p:cNvPr id="40" name="Oval 39">
              <a:extLst>
                <a:ext uri="{FF2B5EF4-FFF2-40B4-BE49-F238E27FC236}">
                  <a16:creationId xmlns:a16="http://schemas.microsoft.com/office/drawing/2014/main" id="{5323ABBF-3EEA-332A-7864-DA7AD0C0A67B}"/>
                </a:ext>
              </a:extLst>
            </p:cNvPr>
            <p:cNvSpPr/>
            <p:nvPr/>
          </p:nvSpPr>
          <p:spPr bwMode="auto">
            <a:xfrm rot="5400000">
              <a:off x="19800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1" name="Graphic 40">
              <a:extLst>
                <a:ext uri="{FF2B5EF4-FFF2-40B4-BE49-F238E27FC236}">
                  <a16:creationId xmlns:a16="http://schemas.microsoft.com/office/drawing/2014/main" id="{C01A3938-EB10-BCEE-6CDE-225ADE6CDB1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61000" y="2012363"/>
              <a:ext cx="194854" cy="194854"/>
            </a:xfrm>
            <a:prstGeom prst="rect">
              <a:avLst/>
            </a:prstGeom>
          </p:spPr>
        </p:pic>
      </p:grpSp>
      <p:grpSp>
        <p:nvGrpSpPr>
          <p:cNvPr id="42" name="Group 41">
            <a:extLst>
              <a:ext uri="{FF2B5EF4-FFF2-40B4-BE49-F238E27FC236}">
                <a16:creationId xmlns:a16="http://schemas.microsoft.com/office/drawing/2014/main" id="{BEDDA49E-C309-5EFC-3371-7B26398053F5}"/>
              </a:ext>
            </a:extLst>
          </p:cNvPr>
          <p:cNvGrpSpPr/>
          <p:nvPr/>
        </p:nvGrpSpPr>
        <p:grpSpPr>
          <a:xfrm>
            <a:off x="2419172" y="4743563"/>
            <a:ext cx="256282" cy="256281"/>
            <a:chOff x="3392293" y="1931419"/>
            <a:chExt cx="356747" cy="356745"/>
          </a:xfrm>
        </p:grpSpPr>
        <p:sp>
          <p:nvSpPr>
            <p:cNvPr id="43" name="Oval 42">
              <a:extLst>
                <a:ext uri="{FF2B5EF4-FFF2-40B4-BE49-F238E27FC236}">
                  <a16:creationId xmlns:a16="http://schemas.microsoft.com/office/drawing/2014/main" id="{962CF85D-87B5-FFDE-8B4A-FDD167B25F94}"/>
                </a:ext>
              </a:extLst>
            </p:cNvPr>
            <p:cNvSpPr/>
            <p:nvPr/>
          </p:nvSpPr>
          <p:spPr bwMode="auto">
            <a:xfrm rot="5400000">
              <a:off x="33922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4" name="Graphic 43">
              <a:extLst>
                <a:ext uri="{FF2B5EF4-FFF2-40B4-BE49-F238E27FC236}">
                  <a16:creationId xmlns:a16="http://schemas.microsoft.com/office/drawing/2014/main" id="{5B18B696-F885-0B38-CF0E-59470F6278A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63432" y="2002557"/>
              <a:ext cx="214468" cy="214468"/>
            </a:xfrm>
            <a:prstGeom prst="rect">
              <a:avLst/>
            </a:prstGeom>
          </p:spPr>
        </p:pic>
      </p:grpSp>
      <p:grpSp>
        <p:nvGrpSpPr>
          <p:cNvPr id="45" name="Group 44">
            <a:extLst>
              <a:ext uri="{FF2B5EF4-FFF2-40B4-BE49-F238E27FC236}">
                <a16:creationId xmlns:a16="http://schemas.microsoft.com/office/drawing/2014/main" id="{DB383756-F3A8-8B6B-47DD-7B83711A3BD3}"/>
              </a:ext>
            </a:extLst>
          </p:cNvPr>
          <p:cNvGrpSpPr/>
          <p:nvPr/>
        </p:nvGrpSpPr>
        <p:grpSpPr>
          <a:xfrm>
            <a:off x="3448301" y="4743563"/>
            <a:ext cx="256282" cy="256281"/>
            <a:chOff x="4824853" y="1931419"/>
            <a:chExt cx="356747" cy="356745"/>
          </a:xfrm>
        </p:grpSpPr>
        <p:sp>
          <p:nvSpPr>
            <p:cNvPr id="46" name="Oval 45">
              <a:extLst>
                <a:ext uri="{FF2B5EF4-FFF2-40B4-BE49-F238E27FC236}">
                  <a16:creationId xmlns:a16="http://schemas.microsoft.com/office/drawing/2014/main" id="{19378CB4-A418-1354-A2FE-DE38BC98C0AE}"/>
                </a:ext>
              </a:extLst>
            </p:cNvPr>
            <p:cNvSpPr/>
            <p:nvPr/>
          </p:nvSpPr>
          <p:spPr bwMode="auto">
            <a:xfrm rot="5400000">
              <a:off x="48248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7" name="Graphic 46">
              <a:extLst>
                <a:ext uri="{FF2B5EF4-FFF2-40B4-BE49-F238E27FC236}">
                  <a16:creationId xmlns:a16="http://schemas.microsoft.com/office/drawing/2014/main" id="{6FE3AD69-2B4A-FD8E-16DD-EB48C196735B}"/>
                </a:ext>
              </a:extLst>
            </p:cNvPr>
            <p:cNvPicPr>
              <a:picLocks noChangeAspect="1"/>
            </p:cNvPicPr>
            <p:nvPr/>
          </p:nvPicPr>
          <p:blipFill rotWithShape="1">
            <a:blip>
              <a:extLst>
                <a:ext uri="{96DAC541-7B7A-43D3-8B79-37D633B846F1}">
                  <asvg:svgBlip xmlns:asvg="http://schemas.microsoft.com/office/drawing/2016/SVG/main" r:embed="rId9"/>
                </a:ext>
              </a:extLst>
            </a:blip>
            <a:srcRect l="2401" r="2401"/>
            <a:stretch>
              <a:fillRect/>
            </a:stretch>
          </p:blipFill>
          <p:spPr>
            <a:xfrm>
              <a:off x="4919657" y="2022007"/>
              <a:ext cx="167138" cy="175570"/>
            </a:xfrm>
            <a:prstGeom prst="rect">
              <a:avLst/>
            </a:prstGeom>
          </p:spPr>
        </p:pic>
      </p:grpSp>
      <p:grpSp>
        <p:nvGrpSpPr>
          <p:cNvPr id="48" name="Group 47">
            <a:extLst>
              <a:ext uri="{FF2B5EF4-FFF2-40B4-BE49-F238E27FC236}">
                <a16:creationId xmlns:a16="http://schemas.microsoft.com/office/drawing/2014/main" id="{9EE7FCA8-F2C6-D8B9-172C-6604FBC9C661}"/>
              </a:ext>
            </a:extLst>
          </p:cNvPr>
          <p:cNvGrpSpPr/>
          <p:nvPr/>
        </p:nvGrpSpPr>
        <p:grpSpPr>
          <a:xfrm>
            <a:off x="4462833" y="4743563"/>
            <a:ext cx="256282" cy="256281"/>
            <a:chOff x="6237093" y="1931419"/>
            <a:chExt cx="356747" cy="356745"/>
          </a:xfrm>
        </p:grpSpPr>
        <p:sp>
          <p:nvSpPr>
            <p:cNvPr id="49" name="Oval 48">
              <a:extLst>
                <a:ext uri="{FF2B5EF4-FFF2-40B4-BE49-F238E27FC236}">
                  <a16:creationId xmlns:a16="http://schemas.microsoft.com/office/drawing/2014/main" id="{C304641A-6F6D-1A68-621E-9FBB381E107C}"/>
                </a:ext>
              </a:extLst>
            </p:cNvPr>
            <p:cNvSpPr/>
            <p:nvPr/>
          </p:nvSpPr>
          <p:spPr bwMode="auto">
            <a:xfrm rot="5400000">
              <a:off x="62370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52" name="Graphic 51">
              <a:extLst>
                <a:ext uri="{FF2B5EF4-FFF2-40B4-BE49-F238E27FC236}">
                  <a16:creationId xmlns:a16="http://schemas.microsoft.com/office/drawing/2014/main" id="{C2E14B32-7A5A-A920-BEAA-CDA82C31D4E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17775" y="2029597"/>
              <a:ext cx="195382" cy="160388"/>
            </a:xfrm>
            <a:prstGeom prst="rect">
              <a:avLst/>
            </a:prstGeom>
          </p:spPr>
        </p:pic>
      </p:grpSp>
      <p:grpSp>
        <p:nvGrpSpPr>
          <p:cNvPr id="53" name="Group 52">
            <a:extLst>
              <a:ext uri="{FF2B5EF4-FFF2-40B4-BE49-F238E27FC236}">
                <a16:creationId xmlns:a16="http://schemas.microsoft.com/office/drawing/2014/main" id="{08936B67-2860-1765-5A2D-0ED8C7EC7FC0}"/>
              </a:ext>
            </a:extLst>
          </p:cNvPr>
          <p:cNvGrpSpPr/>
          <p:nvPr/>
        </p:nvGrpSpPr>
        <p:grpSpPr>
          <a:xfrm>
            <a:off x="444331" y="1811054"/>
            <a:ext cx="1156828" cy="2158435"/>
            <a:chOff x="474385" y="2278797"/>
            <a:chExt cx="1610317" cy="3004565"/>
          </a:xfrm>
        </p:grpSpPr>
        <p:sp>
          <p:nvSpPr>
            <p:cNvPr id="65" name="TextBox 64">
              <a:extLst>
                <a:ext uri="{FF2B5EF4-FFF2-40B4-BE49-F238E27FC236}">
                  <a16:creationId xmlns:a16="http://schemas.microsoft.com/office/drawing/2014/main" id="{9AD2FB6B-6EDB-68E4-2601-4F9CF0B3A50C}"/>
                </a:ext>
              </a:extLst>
            </p:cNvPr>
            <p:cNvSpPr txBox="1"/>
            <p:nvPr/>
          </p:nvSpPr>
          <p:spPr>
            <a:xfrm>
              <a:off x="474385" y="3487121"/>
              <a:ext cx="1610317" cy="1796241"/>
            </a:xfrm>
            <a:prstGeom prst="rect">
              <a:avLst/>
            </a:prstGeom>
            <a:noFill/>
          </p:spPr>
          <p:txBody>
            <a:bodyPr wrap="square" lIns="0" tIns="0" rIns="0" bIns="0"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56911">
                <a:spcAft>
                  <a:spcPts val="432"/>
                </a:spcAft>
                <a:defRPr/>
              </a:pPr>
              <a:r>
                <a:rPr lang="en-US" sz="1149">
                  <a:solidFill>
                    <a:srgbClr val="FFFFFF"/>
                  </a:solidFill>
                  <a:latin typeface="Segoe Sans Display Semibold" pitchFamily="2" charset="0"/>
                  <a:cs typeface="Segoe Sans Display Semibold" pitchFamily="2" charset="0"/>
                </a:rPr>
                <a:t>Industry leader</a:t>
              </a:r>
            </a:p>
            <a:p>
              <a:pPr defTabSz="656911">
                <a:spcAft>
                  <a:spcPts val="432"/>
                </a:spcAft>
                <a:defRPr/>
              </a:pPr>
              <a:r>
                <a:rPr lang="en-US" sz="985">
                  <a:solidFill>
                    <a:srgbClr val="FFFFFF"/>
                  </a:solidFill>
                  <a:latin typeface="Segoe Sans Display" pitchFamily="2" charset="0"/>
                  <a:cs typeface="Segoe Sans Display" pitchFamily="2" charset="0"/>
                </a:rPr>
                <a:t>Microsoft is the        only security vendor recognized as a leader across 19 categories by Gartner, Forrester, and IDC.</a:t>
              </a:r>
              <a:r>
                <a:rPr lang="en-US" sz="985" baseline="30000">
                  <a:solidFill>
                    <a:srgbClr val="FFFFFF"/>
                  </a:solidFill>
                  <a:latin typeface="Segoe Sans Display" pitchFamily="2" charset="0"/>
                  <a:cs typeface="Segoe Sans Display" pitchFamily="2" charset="0"/>
                </a:rPr>
                <a:t> 1 </a:t>
              </a:r>
              <a:endParaRPr lang="en-US" sz="985">
                <a:solidFill>
                  <a:srgbClr val="FFFFFF"/>
                </a:solidFill>
                <a:latin typeface="Segoe Sans Display" pitchFamily="2" charset="0"/>
                <a:cs typeface="Segoe Sans Display" pitchFamily="2" charset="0"/>
              </a:endParaRPr>
            </a:p>
          </p:txBody>
        </p:sp>
        <p:sp>
          <p:nvSpPr>
            <p:cNvPr id="12" name="Oval 11">
              <a:extLst>
                <a:ext uri="{FF2B5EF4-FFF2-40B4-BE49-F238E27FC236}">
                  <a16:creationId xmlns:a16="http://schemas.microsoft.com/office/drawing/2014/main" id="{8776A6C6-BEC3-5E32-0DDE-FCA887AC92E3}"/>
                </a:ext>
              </a:extLst>
            </p:cNvPr>
            <p:cNvSpPr/>
            <p:nvPr/>
          </p:nvSpPr>
          <p:spPr bwMode="auto">
            <a:xfrm>
              <a:off x="710621" y="2278797"/>
              <a:ext cx="1137847" cy="1137847"/>
            </a:xfrm>
            <a:prstGeom prst="ellipse">
              <a:avLst/>
            </a:prstGeom>
            <a:solidFill>
              <a:srgbClr val="FFFFFF"/>
            </a:solidFill>
            <a:ln w="79375" cap="rnd" cmpd="sng" algn="ctr">
              <a:noFill/>
              <a:prstDash val="sysDot"/>
              <a:round/>
              <a:tailEnd type="none" w="sm" len="sm"/>
            </a:ln>
            <a:effectLst>
              <a:outerShdw blurRad="63500" sx="106000" sy="106000" algn="ctr" rotWithShape="0">
                <a:srgbClr val="912475">
                  <a:alpha val="17000"/>
                </a:srgbClr>
              </a:outerShdw>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56935">
                <a:defRPr/>
              </a:pPr>
              <a:endParaRPr lang="en-US" sz="1293" kern="0">
                <a:solidFill>
                  <a:srgbClr val="000000"/>
                </a:solidFill>
                <a:latin typeface="Segoe Sans Display" pitchFamily="2" charset="0"/>
              </a:endParaRPr>
            </a:p>
          </p:txBody>
        </p:sp>
        <p:sp>
          <p:nvSpPr>
            <p:cNvPr id="19" name="Oval 18">
              <a:extLst>
                <a:ext uri="{FF2B5EF4-FFF2-40B4-BE49-F238E27FC236}">
                  <a16:creationId xmlns:a16="http://schemas.microsoft.com/office/drawing/2014/main" id="{44D2AC6F-4F84-F587-BEF3-F143A00E6D9B}"/>
                </a:ext>
              </a:extLst>
            </p:cNvPr>
            <p:cNvSpPr/>
            <p:nvPr/>
          </p:nvSpPr>
          <p:spPr bwMode="auto">
            <a:xfrm rot="5400000">
              <a:off x="752919" y="2320639"/>
              <a:ext cx="1053250" cy="105325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293">
                <a:solidFill>
                  <a:srgbClr val="000000"/>
                </a:solidFill>
                <a:latin typeface="Segoe Sans Display"/>
                <a:ea typeface="Segoe UI" pitchFamily="34" charset="0"/>
                <a:cs typeface="Segoe UI" pitchFamily="34" charset="0"/>
              </a:endParaRPr>
            </a:p>
          </p:txBody>
        </p:sp>
      </p:grpSp>
      <p:pic>
        <p:nvPicPr>
          <p:cNvPr id="81" name="Graphic 80">
            <a:extLst>
              <a:ext uri="{FF2B5EF4-FFF2-40B4-BE49-F238E27FC236}">
                <a16:creationId xmlns:a16="http://schemas.microsoft.com/office/drawing/2014/main" id="{819C957E-4281-888B-D955-41CE846A033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96056" y="1988069"/>
            <a:ext cx="458679" cy="458679"/>
          </a:xfrm>
          <a:prstGeom prst="rect">
            <a:avLst/>
          </a:prstGeom>
        </p:spPr>
      </p:pic>
    </p:spTree>
    <p:extLst>
      <p:ext uri="{BB962C8B-B14F-4D97-AF65-F5344CB8AC3E}">
        <p14:creationId xmlns:p14="http://schemas.microsoft.com/office/powerpoint/2010/main" val="4067805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6C7D0ED-795F-7210-E2EF-EE37319CAB15}"/>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E40C23C6-6AC0-EF7F-5A95-3EE2E871110C}"/>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36C152FF-9715-B577-982B-5F425FBFE1C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202D7E1A-C991-394D-3780-483818805B66}"/>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AE2D533A-27E7-A5D2-CFFA-36D4BF2E839A}"/>
              </a:ext>
            </a:extLst>
          </p:cNvPr>
          <p:cNvSpPr/>
          <p:nvPr/>
        </p:nvSpPr>
        <p:spPr>
          <a:xfrm>
            <a:off x="409575" y="7369396"/>
            <a:ext cx="4848225" cy="731525"/>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 name="Table 2">
            <a:extLst>
              <a:ext uri="{FF2B5EF4-FFF2-40B4-BE49-F238E27FC236}">
                <a16:creationId xmlns:a16="http://schemas.microsoft.com/office/drawing/2014/main" id="{B3EA9381-0FCE-A3DF-89EF-C9A28D126C30}"/>
              </a:ext>
            </a:extLst>
          </p:cNvPr>
          <p:cNvGraphicFramePr>
            <a:graphicFrameLocks noGrp="1"/>
          </p:cNvGraphicFramePr>
          <p:nvPr>
            <p:extLst>
              <p:ext uri="{D42A27DB-BD31-4B8C-83A1-F6EECF244321}">
                <p14:modId xmlns:p14="http://schemas.microsoft.com/office/powerpoint/2010/main" val="3838526534"/>
              </p:ext>
            </p:extLst>
          </p:nvPr>
        </p:nvGraphicFramePr>
        <p:xfrm>
          <a:off x="409574" y="1178510"/>
          <a:ext cx="4848226" cy="2825277"/>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Proposed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u="none" strike="noStrike" kern="1200">
                          <a:solidFill>
                            <a:schemeClr val="lt1"/>
                          </a:solidFill>
                          <a:effectLst/>
                          <a:latin typeface="+mn-lt"/>
                          <a:ea typeface="+mn-ea"/>
                          <a:cs typeface="+mn-cs"/>
                        </a:rPr>
                        <a:t>{</a:t>
                      </a:r>
                      <a:r>
                        <a:rPr kumimoji="0" lang="en-US" sz="1200" b="1" i="0" u="none" strike="noStrike" kern="1200" cap="none" spc="0" normalizeH="0" baseline="0" err="1">
                          <a:ln>
                            <a:noFill/>
                          </a:ln>
                          <a:solidFill>
                            <a:srgbClr val="8A226F"/>
                          </a:solidFill>
                          <a:effectLst/>
                          <a:uLnTx/>
                          <a:uFillTx/>
                          <a:latin typeface="Segoe UI Semibold" panose="020B0702040204020203" pitchFamily="34" charset="0"/>
                          <a:ea typeface="+mn-ea"/>
                          <a:cs typeface="Segoe UI Semibold" panose="020B0702040204020203" pitchFamily="34" charset="0"/>
                        </a:rPr>
                        <a:t>target_sku</a:t>
                      </a:r>
                      <a:r>
                        <a:rPr kumimoji="0" lang="en-US" sz="1200" b="1" i="0" u="none" strike="noStrike" kern="1200" cap="none" spc="0" normalizeH="0" baseline="0">
                          <a:ln>
                            <a:noFill/>
                          </a:ln>
                          <a:solidFill>
                            <a:srgbClr val="8A226F"/>
                          </a:solidFill>
                          <a:effectLst/>
                          <a:uLnTx/>
                          <a:uFillTx/>
                          <a:latin typeface="Segoe UI Semibold" panose="020B0702040204020203" pitchFamily="34" charset="0"/>
                          <a:ea typeface="+mn-ea"/>
                          <a:cs typeface="Segoe UI Semibold" panose="020B0702040204020203" pitchFamily="34" charset="0"/>
                        </a:rPr>
                        <a:t>}</a:t>
                      </a:r>
                      <a:r>
                        <a:rPr kumimoji="0" lang="en-IN" sz="1200" b="1" i="0" u="none" strike="noStrike" kern="1200" cap="none" spc="0" normalizeH="0" baseline="0">
                          <a:ln>
                            <a:noFill/>
                          </a:ln>
                          <a:solidFill>
                            <a:srgbClr val="8A226F"/>
                          </a:solidFill>
                          <a:effectLst/>
                          <a:uLnTx/>
                          <a:uFillTx/>
                          <a:latin typeface="Segoe UI Semibold" panose="020B0702040204020203" pitchFamily="34" charset="0"/>
                          <a:ea typeface="+mn-ea"/>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57340" marB="5734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solution</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90593">
                <a:tc>
                  <a:txBody>
                    <a:bodyPr/>
                    <a:lstStyle/>
                    <a:p>
                      <a:pPr>
                        <a:buNone/>
                      </a:pPr>
                      <a:r>
                        <a:rPr lang="en-IN" sz="1200" dirty="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a:t>
                      </a:r>
                      <a: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a:ea typeface="Segoe UI Regular"/>
                          <a:cs typeface="Segoe UI Semibold"/>
                        </a:rPr>
                        <a:t>{</a:t>
                      </a:r>
                      <a:r>
                        <a:rPr lang="en-US" sz="1200" err="1">
                          <a:solidFill>
                            <a:srgbClr val="8A226F"/>
                          </a:solidFill>
                          <a:latin typeface="Segoe UI Semibold"/>
                          <a:ea typeface="Segoe UI Regular"/>
                          <a:cs typeface="Segoe UI Semibold"/>
                        </a:rPr>
                        <a:t>promo_savings_per_user</a:t>
                      </a:r>
                      <a:r>
                        <a:rPr lang="en-US" sz="1200">
                          <a:solidFill>
                            <a:srgbClr val="8A226F"/>
                          </a:solidFill>
                          <a:latin typeface="Segoe UI Semibold"/>
                          <a:ea typeface="Segoe UI Regular"/>
                          <a:cs typeface="Segoe UI Semibold"/>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41670439"/>
                  </a:ext>
                </a:extLst>
              </a:tr>
              <a:tr h="490593">
                <a:tc>
                  <a:txBody>
                    <a:bodyPr/>
                    <a:lstStyle/>
                    <a:p>
                      <a:r>
                        <a:rPr lang="en-IN" sz="1200" dirty="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dirty="0">
                          <a:solidFill>
                            <a:srgbClr val="000000"/>
                          </a:solidFill>
                          <a:latin typeface="Segoe UI"/>
                          <a:ea typeface="Segoe UI Regular"/>
                          <a:cs typeface="Segoe UI"/>
                        </a:rPr>
                        <a:t>{</a:t>
                      </a:r>
                      <a:r>
                        <a:rPr lang="en-US" sz="1200" dirty="0" err="1">
                          <a:solidFill>
                            <a:srgbClr val="000000"/>
                          </a:solidFill>
                          <a:latin typeface="Segoe UI"/>
                          <a:ea typeface="Segoe UI Regular"/>
                          <a:cs typeface="Segoe UI"/>
                        </a:rPr>
                        <a:t>per_user_</a:t>
                      </a:r>
                      <a:r>
                        <a:rPr lang="en-US" sz="1200" kern="1200" dirty="0" err="1">
                          <a:solidFill>
                            <a:srgbClr val="000000"/>
                          </a:solidFill>
                          <a:latin typeface="Segoe UI"/>
                          <a:ea typeface="Segoe UI Regular"/>
                          <a:cs typeface="Segoe UI"/>
                        </a:rPr>
                        <a:t>after_promo_price</a:t>
                      </a:r>
                      <a:r>
                        <a:rPr lang="en-US" sz="1200" kern="1200" dirty="0">
                          <a:solidFill>
                            <a:srgbClr val="000000"/>
                          </a:solidFill>
                          <a:latin typeface="Segoe UI"/>
                          <a:ea typeface="Segoe UI Regular"/>
                          <a:cs typeface="Segoe UI"/>
                        </a:rPr>
                        <a:t>}</a:t>
                      </a: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08539432"/>
                  </a:ext>
                </a:extLst>
              </a:tr>
              <a:tr h="490593">
                <a:tc>
                  <a:txBody>
                    <a:bodyPr/>
                    <a:lstStyle/>
                    <a:p>
                      <a:pPr marL="0" marR="0" lvl="0" indent="0" algn="l" rtl="0">
                        <a:lnSpc>
                          <a:spcPct val="100000"/>
                        </a:lnSpc>
                        <a:spcBef>
                          <a:spcPts val="0"/>
                        </a:spcBef>
                        <a:spcAft>
                          <a:spcPts val="0"/>
                        </a:spcAft>
                        <a:buClrTx/>
                        <a:buSzTx/>
                        <a:buFontTx/>
                        <a:buNone/>
                      </a:pPr>
                      <a:r>
                        <a:rPr lang="en-US"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Total annual investment for </a:t>
                      </a:r>
                      <a: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a:t>
                      </a:r>
                      <a:b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br>
                      <a:r>
                        <a:rPr lang="en-US"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{seats} seats</a:t>
                      </a:r>
                      <a:endParaRPr lang="en-US" sz="1200" kern="1200" noProof="0" dirty="0">
                        <a:solidFill>
                          <a:srgbClr val="8A226F"/>
                        </a:solidFill>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IN" sz="1200" kern="1200" dirty="0" err="1">
                          <a:solidFill>
                            <a:srgbClr val="8A226F"/>
                          </a:solidFill>
                          <a:latin typeface="Segoe UI Semibold" panose="020B0702040204020203" pitchFamily="34" charset="0"/>
                          <a:ea typeface="Segoe UI Regular" pitchFamily="34" charset="-122"/>
                          <a:cs typeface="Segoe UI Semibold" panose="020B0702040204020203" pitchFamily="34" charset="0"/>
                        </a:rPr>
                        <a:t>total_upgraded_solution_investment</a:t>
                      </a:r>
                      <a: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kern="1200" noProof="0" dirty="0">
                        <a:solidFill>
                          <a:srgbClr val="8A226F"/>
                        </a:solidFill>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4768798"/>
                  </a:ext>
                </a:extLst>
              </a:tr>
            </a:tbl>
          </a:graphicData>
        </a:graphic>
      </p:graphicFrame>
      <p:sp>
        <p:nvSpPr>
          <p:cNvPr id="7" name="Rectangle: Top Corners Rounded 6">
            <a:extLst>
              <a:ext uri="{FF2B5EF4-FFF2-40B4-BE49-F238E27FC236}">
                <a16:creationId xmlns:a16="http://schemas.microsoft.com/office/drawing/2014/main" id="{89EC0260-ABFC-AAAB-9FDE-ED53B10F04FE}"/>
              </a:ext>
            </a:extLst>
          </p:cNvPr>
          <p:cNvSpPr/>
          <p:nvPr/>
        </p:nvSpPr>
        <p:spPr>
          <a:xfrm>
            <a:off x="409574" y="865101"/>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latin typeface="Segoe UI Semibold" panose="020B0702040204020203" pitchFamily="34" charset="0"/>
                <a:cs typeface="Segoe UI Semibold" panose="020B0702040204020203" pitchFamily="34" charset="0"/>
              </a:rPr>
              <a:t>Solution</a:t>
            </a:r>
          </a:p>
        </p:txBody>
      </p:sp>
    </p:spTree>
    <p:extLst>
      <p:ext uri="{BB962C8B-B14F-4D97-AF65-F5344CB8AC3E}">
        <p14:creationId xmlns:p14="http://schemas.microsoft.com/office/powerpoint/2010/main" val="1286178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TotalTime>
  <Words>293</Words>
  <Application>Microsoft Office PowerPoint</Application>
  <PresentationFormat>Custom</PresentationFormat>
  <Paragraphs>34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Microsoft Defender Suite for Microsoft 365 Business Premium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4</cp:revision>
  <dcterms:created xsi:type="dcterms:W3CDTF">2026-04-04T15:01:26Z</dcterms:created>
  <dcterms:modified xsi:type="dcterms:W3CDTF">2026-04-11T11:24:51Z</dcterms:modified>
</cp:coreProperties>
</file>