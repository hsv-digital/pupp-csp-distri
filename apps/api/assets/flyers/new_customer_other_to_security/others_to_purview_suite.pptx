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7.xml" ContentType="application/vnd.openxmlformats-officedocument.presentationml.slideLayout+xml"/>
  <Override PartName="/ppt/slideMasters/slideMaster4.xml" ContentType="application/vnd.openxmlformats-officedocument.presentationml.slideMaster+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41" r:id="rId14"/>
    <p:sldMasterId id="2147483742" r:id="rId15"/>
    <p:sldMasterId id="2147483743" r:id="rId16"/>
  </p:sldMasterIdLst>
  <p:notesMasterIdLst>
    <p:notesMasterId r:id="rId3"/>
  </p:notesMasterIdLst>
  <p:sldIdLst>
    <p:sldId id="256" r:id="rId10"/>
    <p:sldId id="257" r:id="rId11"/>
    <p:sldId id="258" r:id="rId12"/>
    <p:sldId id="259" r:id="rId13"/>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43DBA5-D190-AA66-E646-DD003E9C701C}" v="1" dt="2026-04-11T11:26:04.8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4" d="100"/>
          <a:sy n="54" d="100"/>
        </p:scale>
        <p:origin x="26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Master" Target="slideMasters/slideMaster2.xml"/><Relationship Id="rId15" Type="http://schemas.openxmlformats.org/officeDocument/2006/relationships/slideMaster" Target="slideMasters/slideMaster3.xml"/><Relationship Id="rId16" Type="http://schemas.openxmlformats.org/officeDocument/2006/relationships/slideMaster" Target="slideMasters/slideMaster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ED43DBA5-D190-AA66-E646-DD003E9C701C}"/>
    <pc:docChg chg="mod modSld modMainMaster setSldSz">
      <pc:chgData name="Seema Kapri" userId="S::seema.kapri@hsv.digital::3468d2f6-a5eb-4e01-882c-f62721c4c7bf" providerId="AD" clId="Web-{ED43DBA5-D190-AA66-E646-DD003E9C701C}" dt="2026-04-11T11:26:04.877" v="0"/>
      <pc:docMkLst>
        <pc:docMk/>
      </pc:docMkLst>
      <pc:sldChg chg="modSp">
        <pc:chgData name="Seema Kapri" userId="S::seema.kapri@hsv.digital::3468d2f6-a5eb-4e01-882c-f62721c4c7bf" providerId="AD" clId="Web-{ED43DBA5-D190-AA66-E646-DD003E9C701C}" dt="2026-04-11T11:26:04.877" v="0"/>
        <pc:sldMkLst>
          <pc:docMk/>
          <pc:sldMk cId="1630386862" sldId="2147470008"/>
        </pc:sldMkLst>
        <pc:spChg chg="mod">
          <ac:chgData name="Seema Kapri" userId="S::seema.kapri@hsv.digital::3468d2f6-a5eb-4e01-882c-f62721c4c7bf" providerId="AD" clId="Web-{ED43DBA5-D190-AA66-E646-DD003E9C701C}" dt="2026-04-11T11:26:04.877" v="0"/>
          <ac:spMkLst>
            <pc:docMk/>
            <pc:sldMk cId="1630386862" sldId="2147470008"/>
            <ac:spMk id="6" creationId="{1F261787-A532-6E06-5DBB-DC560E196235}"/>
          </ac:spMkLst>
        </pc:spChg>
        <pc:spChg chg="mod">
          <ac:chgData name="Seema Kapri" userId="S::seema.kapri@hsv.digital::3468d2f6-a5eb-4e01-882c-f62721c4c7bf" providerId="AD" clId="Web-{ED43DBA5-D190-AA66-E646-DD003E9C701C}" dt="2026-04-11T11:26:04.877" v="0"/>
          <ac:spMkLst>
            <pc:docMk/>
            <pc:sldMk cId="1630386862" sldId="2147470008"/>
            <ac:spMk id="17" creationId="{A92E1932-F00B-7615-5E7D-55DC4703F1C2}"/>
          </ac:spMkLst>
        </pc:spChg>
        <pc:spChg chg="mod">
          <ac:chgData name="Seema Kapri" userId="S::seema.kapri@hsv.digital::3468d2f6-a5eb-4e01-882c-f62721c4c7bf" providerId="AD" clId="Web-{ED43DBA5-D190-AA66-E646-DD003E9C701C}" dt="2026-04-11T11:26:04.877" v="0"/>
          <ac:spMkLst>
            <pc:docMk/>
            <pc:sldMk cId="1630386862" sldId="2147470008"/>
            <ac:spMk id="43" creationId="{0229FE75-A857-208B-452D-3AC05899E608}"/>
          </ac:spMkLst>
        </pc:spChg>
        <pc:spChg chg="mod">
          <ac:chgData name="Seema Kapri" userId="S::seema.kapri@hsv.digital::3468d2f6-a5eb-4e01-882c-f62721c4c7bf" providerId="AD" clId="Web-{ED43DBA5-D190-AA66-E646-DD003E9C701C}" dt="2026-04-11T11:26:04.877" v="0"/>
          <ac:spMkLst>
            <pc:docMk/>
            <pc:sldMk cId="1630386862" sldId="2147470008"/>
            <ac:spMk id="47" creationId="{DBF849E1-2B38-8110-7D96-69D3AF3E886A}"/>
          </ac:spMkLst>
        </pc:spChg>
        <pc:spChg chg="mod">
          <ac:chgData name="Seema Kapri" userId="S::seema.kapri@hsv.digital::3468d2f6-a5eb-4e01-882c-f62721c4c7bf" providerId="AD" clId="Web-{ED43DBA5-D190-AA66-E646-DD003E9C701C}" dt="2026-04-11T11:26:04.877" v="0"/>
          <ac:spMkLst>
            <pc:docMk/>
            <pc:sldMk cId="1630386862" sldId="2147470008"/>
            <ac:spMk id="49" creationId="{07FC56BF-390F-68CB-6993-C9226762ED03}"/>
          </ac:spMkLst>
        </pc:spChg>
        <pc:spChg chg="mod">
          <ac:chgData name="Seema Kapri" userId="S::seema.kapri@hsv.digital::3468d2f6-a5eb-4e01-882c-f62721c4c7bf" providerId="AD" clId="Web-{ED43DBA5-D190-AA66-E646-DD003E9C701C}" dt="2026-04-11T11:26:04.877" v="0"/>
          <ac:spMkLst>
            <pc:docMk/>
            <pc:sldMk cId="1630386862" sldId="2147470008"/>
            <ac:spMk id="56" creationId="{CEEF4C83-13A7-1861-04DA-79288535A308}"/>
          </ac:spMkLst>
        </pc:spChg>
        <pc:spChg chg="mod">
          <ac:chgData name="Seema Kapri" userId="S::seema.kapri@hsv.digital::3468d2f6-a5eb-4e01-882c-f62721c4c7bf" providerId="AD" clId="Web-{ED43DBA5-D190-AA66-E646-DD003E9C701C}" dt="2026-04-11T11:26:04.877" v="0"/>
          <ac:spMkLst>
            <pc:docMk/>
            <pc:sldMk cId="1630386862" sldId="2147470008"/>
            <ac:spMk id="79" creationId="{F81BFA34-B18A-5D19-CB2E-5EFFFD85E75F}"/>
          </ac:spMkLst>
        </pc:spChg>
        <pc:spChg chg="mod">
          <ac:chgData name="Seema Kapri" userId="S::seema.kapri@hsv.digital::3468d2f6-a5eb-4e01-882c-f62721c4c7bf" providerId="AD" clId="Web-{ED43DBA5-D190-AA66-E646-DD003E9C701C}" dt="2026-04-11T11:26:04.877" v="0"/>
          <ac:spMkLst>
            <pc:docMk/>
            <pc:sldMk cId="1630386862" sldId="2147470008"/>
            <ac:spMk id="80" creationId="{B9FF4C58-C222-0372-551A-B65DBB1DB687}"/>
          </ac:spMkLst>
        </pc:spChg>
        <pc:spChg chg="mod">
          <ac:chgData name="Seema Kapri" userId="S::seema.kapri@hsv.digital::3468d2f6-a5eb-4e01-882c-f62721c4c7bf" providerId="AD" clId="Web-{ED43DBA5-D190-AA66-E646-DD003E9C701C}" dt="2026-04-11T11:26:04.877" v="0"/>
          <ac:spMkLst>
            <pc:docMk/>
            <pc:sldMk cId="1630386862" sldId="2147470008"/>
            <ac:spMk id="82" creationId="{B1FA4B85-4927-1ABB-F554-DE4985060010}"/>
          </ac:spMkLst>
        </pc:spChg>
        <pc:spChg chg="mod">
          <ac:chgData name="Seema Kapri" userId="S::seema.kapri@hsv.digital::3468d2f6-a5eb-4e01-882c-f62721c4c7bf" providerId="AD" clId="Web-{ED43DBA5-D190-AA66-E646-DD003E9C701C}" dt="2026-04-11T11:26:04.877" v="0"/>
          <ac:spMkLst>
            <pc:docMk/>
            <pc:sldMk cId="1630386862" sldId="2147470008"/>
            <ac:spMk id="84" creationId="{BB100D5B-0759-0B55-0C50-3142C9A438E7}"/>
          </ac:spMkLst>
        </pc:spChg>
      </pc:sldChg>
      <pc:sldMasterChg chg="modSp modSldLayout">
        <pc:chgData name="Seema Kapri" userId="S::seema.kapri@hsv.digital::3468d2f6-a5eb-4e01-882c-f62721c4c7bf" providerId="AD" clId="Web-{ED43DBA5-D190-AA66-E646-DD003E9C701C}" dt="2026-04-11T11:26:04.877" v="0"/>
        <pc:sldMasterMkLst>
          <pc:docMk/>
          <pc:sldMasterMk cId="4225429862" sldId="2147483720"/>
        </pc:sldMasterMkLst>
        <pc:spChg chg="mod">
          <ac:chgData name="Seema Kapri" userId="S::seema.kapri@hsv.digital::3468d2f6-a5eb-4e01-882c-f62721c4c7bf" providerId="AD" clId="Web-{ED43DBA5-D190-AA66-E646-DD003E9C701C}" dt="2026-04-11T11:26:04.877" v="0"/>
          <ac:spMkLst>
            <pc:docMk/>
            <pc:sldMasterMk cId="4225429862" sldId="2147483720"/>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4"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5"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6" creationId="{00000000-0000-0000-0000-000000000000}"/>
          </ac:spMkLst>
        </pc:spChg>
        <pc:sldLayoutChg chg="modSp">
          <pc:chgData name="Seema Kapri" userId="S::seema.kapri@hsv.digital::3468d2f6-a5eb-4e01-882c-f62721c4c7bf" providerId="AD" clId="Web-{ED43DBA5-D190-AA66-E646-DD003E9C701C}" dt="2026-04-11T11:26:04.877" v="0"/>
          <pc:sldLayoutMkLst>
            <pc:docMk/>
            <pc:sldMasterMk cId="4225429862" sldId="2147483720"/>
            <pc:sldLayoutMk cId="3594779952" sldId="2147483721"/>
          </pc:sldLayoutMkLst>
          <pc:spChg chg="mod">
            <ac:chgData name="Seema Kapri" userId="S::seema.kapri@hsv.digital::3468d2f6-a5eb-4e01-882c-f62721c4c7bf" providerId="AD" clId="Web-{ED43DBA5-D190-AA66-E646-DD003E9C701C}" dt="2026-04-11T11:26:04.877" v="0"/>
            <ac:spMkLst>
              <pc:docMk/>
              <pc:sldMasterMk cId="4225429862" sldId="2147483720"/>
              <pc:sldLayoutMk cId="3594779952" sldId="2147483721"/>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3594779952" sldId="2147483721"/>
              <ac:spMk id="3"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55112433" sldId="2147483723"/>
          </pc:sldLayoutMkLst>
          <pc:spChg chg="mod">
            <ac:chgData name="Seema Kapri" userId="S::seema.kapri@hsv.digital::3468d2f6-a5eb-4e01-882c-f62721c4c7bf" providerId="AD" clId="Web-{ED43DBA5-D190-AA66-E646-DD003E9C701C}" dt="2026-04-11T11:26:04.877" v="0"/>
            <ac:spMkLst>
              <pc:docMk/>
              <pc:sldMasterMk cId="4225429862" sldId="2147483720"/>
              <pc:sldLayoutMk cId="255112433" sldId="2147483723"/>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112433" sldId="2147483723"/>
              <ac:spMk id="3"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068839461" sldId="2147483724"/>
          </pc:sldLayoutMkLst>
          <pc:spChg chg="mod">
            <ac:chgData name="Seema Kapri" userId="S::seema.kapri@hsv.digital::3468d2f6-a5eb-4e01-882c-f62721c4c7bf" providerId="AD" clId="Web-{ED43DBA5-D190-AA66-E646-DD003E9C701C}" dt="2026-04-11T11:26:04.877" v="0"/>
            <ac:spMkLst>
              <pc:docMk/>
              <pc:sldMasterMk cId="4225429862" sldId="2147483720"/>
              <pc:sldLayoutMk cId="2068839461" sldId="2147483724"/>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068839461" sldId="2147483724"/>
              <ac:spMk id="4"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556925926" sldId="2147483725"/>
          </pc:sldLayoutMkLst>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4"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5"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6"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1845113313" sldId="2147483728"/>
          </pc:sldLayoutMkLst>
          <pc:spChg chg="mod">
            <ac:chgData name="Seema Kapri" userId="S::seema.kapri@hsv.digital::3468d2f6-a5eb-4e01-882c-f62721c4c7bf" providerId="AD" clId="Web-{ED43DBA5-D190-AA66-E646-DD003E9C701C}" dt="2026-04-11T11:26:04.877" v="0"/>
            <ac:spMkLst>
              <pc:docMk/>
              <pc:sldMasterMk cId="4225429862" sldId="2147483720"/>
              <pc:sldLayoutMk cId="1845113313" sldId="2147483728"/>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1845113313" sldId="2147483728"/>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1845113313" sldId="2147483728"/>
              <ac:spMk id="4"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4183154694" sldId="2147483729"/>
          </pc:sldLayoutMkLst>
          <pc:spChg chg="mod">
            <ac:chgData name="Seema Kapri" userId="S::seema.kapri@hsv.digital::3468d2f6-a5eb-4e01-882c-f62721c4c7bf" providerId="AD" clId="Web-{ED43DBA5-D190-AA66-E646-DD003E9C701C}" dt="2026-04-11T11:26:04.877" v="0"/>
            <ac:spMkLst>
              <pc:docMk/>
              <pc:sldMasterMk cId="4225429862" sldId="2147483720"/>
              <pc:sldLayoutMk cId="4183154694" sldId="2147483729"/>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4183154694" sldId="2147483729"/>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4183154694" sldId="2147483729"/>
              <ac:spMk id="4"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663077870" sldId="2147483731"/>
          </pc:sldLayoutMkLst>
          <pc:spChg chg="mod">
            <ac:chgData name="Seema Kapri" userId="S::seema.kapri@hsv.digital::3468d2f6-a5eb-4e01-882c-f62721c4c7bf" providerId="AD" clId="Web-{ED43DBA5-D190-AA66-E646-DD003E9C701C}" dt="2026-04-11T11:26:04.877" v="0"/>
            <ac:spMkLst>
              <pc:docMk/>
              <pc:sldMasterMk cId="4225429862" sldId="2147483720"/>
              <pc:sldLayoutMk cId="2663077870" sldId="2147483731"/>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663077870" sldId="2147483731"/>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49500" y="1143000"/>
            <a:ext cx="21590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97566-5DA3-4FD3-6ABA-08FDBAE38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14D10-E112-FE89-18F0-5816FE368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B7F7E-1950-7068-03DD-373A84F250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422716-80CE-0279-DE28-A04A338745E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9449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7"/>
          </a:xfrm>
        </p:spPr>
        <p:txBody>
          <a:bodyPr anchor="b"/>
          <a:lstStyle>
            <a:lvl1pPr algn="ctr">
              <a:defRPr sz="3667"/>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67"/>
            </a:lvl1pPr>
            <a:lvl2pPr marL="279435" indent="0" algn="ctr">
              <a:buNone/>
              <a:defRPr sz="1223"/>
            </a:lvl2pPr>
            <a:lvl3pPr marL="558870" indent="0" algn="ctr">
              <a:buNone/>
              <a:defRPr sz="1100"/>
            </a:lvl3pPr>
            <a:lvl4pPr marL="838305" indent="0" algn="ctr">
              <a:buNone/>
              <a:defRPr sz="978"/>
            </a:lvl4pPr>
            <a:lvl5pPr marL="1117740" indent="0" algn="ctr">
              <a:buNone/>
              <a:defRPr sz="978"/>
            </a:lvl5pPr>
            <a:lvl6pPr marL="1397174" indent="0" algn="ctr">
              <a:buNone/>
              <a:defRPr sz="978"/>
            </a:lvl6pPr>
            <a:lvl7pPr marL="1676610" indent="0" algn="ctr">
              <a:buNone/>
              <a:defRPr sz="978"/>
            </a:lvl7pPr>
            <a:lvl8pPr marL="1956045" indent="0" algn="ctr">
              <a:buNone/>
              <a:defRPr sz="978"/>
            </a:lvl8pPr>
            <a:lvl9pPr marL="2235479" indent="0" algn="ctr">
              <a:buNone/>
              <a:defRPr sz="9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4779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93258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667"/>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67">
                <a:solidFill>
                  <a:schemeClr val="tx1">
                    <a:tint val="82000"/>
                  </a:schemeClr>
                </a:solidFill>
              </a:defRPr>
            </a:lvl1pPr>
            <a:lvl2pPr marL="279435" indent="0">
              <a:buNone/>
              <a:defRPr sz="1223">
                <a:solidFill>
                  <a:schemeClr val="tx1">
                    <a:tint val="82000"/>
                  </a:schemeClr>
                </a:solidFill>
              </a:defRPr>
            </a:lvl2pPr>
            <a:lvl3pPr marL="558870" indent="0">
              <a:buNone/>
              <a:defRPr sz="1100">
                <a:solidFill>
                  <a:schemeClr val="tx1">
                    <a:tint val="82000"/>
                  </a:schemeClr>
                </a:solidFill>
              </a:defRPr>
            </a:lvl3pPr>
            <a:lvl4pPr marL="838305" indent="0">
              <a:buNone/>
              <a:defRPr sz="978">
                <a:solidFill>
                  <a:schemeClr val="tx1">
                    <a:tint val="82000"/>
                  </a:schemeClr>
                </a:solidFill>
              </a:defRPr>
            </a:lvl4pPr>
            <a:lvl5pPr marL="1117740" indent="0">
              <a:buNone/>
              <a:defRPr sz="978">
                <a:solidFill>
                  <a:schemeClr val="tx1">
                    <a:tint val="82000"/>
                  </a:schemeClr>
                </a:solidFill>
              </a:defRPr>
            </a:lvl5pPr>
            <a:lvl6pPr marL="1397174" indent="0">
              <a:buNone/>
              <a:defRPr sz="978">
                <a:solidFill>
                  <a:schemeClr val="tx1">
                    <a:tint val="82000"/>
                  </a:schemeClr>
                </a:solidFill>
              </a:defRPr>
            </a:lvl6pPr>
            <a:lvl7pPr marL="1676610" indent="0">
              <a:buNone/>
              <a:defRPr sz="978">
                <a:solidFill>
                  <a:schemeClr val="tx1">
                    <a:tint val="82000"/>
                  </a:schemeClr>
                </a:solidFill>
              </a:defRPr>
            </a:lvl7pPr>
            <a:lvl8pPr marL="1956045" indent="0">
              <a:buNone/>
              <a:defRPr sz="978">
                <a:solidFill>
                  <a:schemeClr val="tx1">
                    <a:tint val="82000"/>
                  </a:schemeClr>
                </a:solidFill>
              </a:defRPr>
            </a:lvl8pPr>
            <a:lvl9pPr marL="2235479" indent="0">
              <a:buNone/>
              <a:defRPr sz="97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112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68839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3"/>
            <a:ext cx="2389506"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4" name="Content Placeholder 3"/>
          <p:cNvSpPr>
            <a:spLocks noGrp="1"/>
          </p:cNvSpPr>
          <p:nvPr>
            <p:ph sz="half" idx="2"/>
          </p:nvPr>
        </p:nvSpPr>
        <p:spPr>
          <a:xfrm>
            <a:off x="389058" y="2919109"/>
            <a:ext cx="2389506"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3"/>
            <a:ext cx="2401273"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6" name="Content Placeholder 5"/>
          <p:cNvSpPr>
            <a:spLocks noGrp="1"/>
          </p:cNvSpPr>
          <p:nvPr>
            <p:ph sz="quarter" idx="4"/>
          </p:nvPr>
        </p:nvSpPr>
        <p:spPr>
          <a:xfrm>
            <a:off x="2859466" y="2919109"/>
            <a:ext cx="2401273"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6925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6356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3600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Content Placeholder 2"/>
          <p:cNvSpPr>
            <a:spLocks noGrp="1"/>
          </p:cNvSpPr>
          <p:nvPr>
            <p:ph idx="1"/>
          </p:nvPr>
        </p:nvSpPr>
        <p:spPr>
          <a:xfrm>
            <a:off x="2401274" y="1150626"/>
            <a:ext cx="2859464" cy="5679127"/>
          </a:xfrm>
        </p:spPr>
        <p:txBody>
          <a:bodyPr/>
          <a:lstStyle>
            <a:lvl1pPr>
              <a:defRPr sz="1956"/>
            </a:lvl1pPr>
            <a:lvl2pPr>
              <a:defRPr sz="1712"/>
            </a:lvl2pPr>
            <a:lvl3pPr>
              <a:defRPr sz="1467"/>
            </a:lvl3pPr>
            <a:lvl4pPr>
              <a:defRPr sz="1223"/>
            </a:lvl4pPr>
            <a:lvl5pPr>
              <a:defRPr sz="1223"/>
            </a:lvl5pPr>
            <a:lvl6pPr>
              <a:defRPr sz="1223"/>
            </a:lvl6pPr>
            <a:lvl7pPr>
              <a:defRPr sz="1223"/>
            </a:lvl7pPr>
            <a:lvl8pPr>
              <a:defRPr sz="1223"/>
            </a:lvl8pPr>
            <a:lvl9pPr>
              <a:defRPr sz="1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45113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6"/>
            <a:ext cx="2859464" cy="5679127"/>
          </a:xfrm>
        </p:spPr>
        <p:txBody>
          <a:bodyPr anchor="t"/>
          <a:lstStyle>
            <a:lvl1pPr marL="0" indent="0">
              <a:buNone/>
              <a:defRPr sz="1956"/>
            </a:lvl1pPr>
            <a:lvl2pPr marL="279435" indent="0">
              <a:buNone/>
              <a:defRPr sz="1712"/>
            </a:lvl2pPr>
            <a:lvl3pPr marL="558870" indent="0">
              <a:buNone/>
              <a:defRPr sz="1467"/>
            </a:lvl3pPr>
            <a:lvl4pPr marL="838305" indent="0">
              <a:buNone/>
              <a:defRPr sz="1223"/>
            </a:lvl4pPr>
            <a:lvl5pPr marL="1117740" indent="0">
              <a:buNone/>
              <a:defRPr sz="1223"/>
            </a:lvl5pPr>
            <a:lvl6pPr marL="1397174" indent="0">
              <a:buNone/>
              <a:defRPr sz="1223"/>
            </a:lvl6pPr>
            <a:lvl7pPr marL="1676610" indent="0">
              <a:buNone/>
              <a:defRPr sz="1223"/>
            </a:lvl7pPr>
            <a:lvl8pPr marL="1956045" indent="0">
              <a:buNone/>
              <a:defRPr sz="1223"/>
            </a:lvl8pPr>
            <a:lvl9pPr marL="2235479" indent="0">
              <a:buNone/>
              <a:defRPr sz="1223"/>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83154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50586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3"/>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3"/>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63077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5.xml"/><Relationship Id="rId1" Type="http://schemas.openxmlformats.org/officeDocument/2006/relationships/slideLayout" Target="../slideLayouts/slideLayout13.xml"/><Relationship Id="rId5" Type="http://schemas.openxmlformats.org/officeDocument/2006/relationships/theme" Target="../theme/theme4.xml"/><Relationship Id="rId4"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9.xml"/><Relationship Id="rId1" Type="http://schemas.openxmlformats.org/officeDocument/2006/relationships/slideLayout" Target="../slideLayouts/slideLayout17.xml"/><Relationship Id="rId5" Type="http://schemas.openxmlformats.org/officeDocument/2006/relationships/theme" Target="../theme/theme5.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6"/>
            <a:ext cx="1270873" cy="425472"/>
          </a:xfrm>
          <a:prstGeom prst="rect">
            <a:avLst/>
          </a:prstGeom>
        </p:spPr>
        <p:txBody>
          <a:bodyPr vert="horz" lIns="91440" tIns="45720" rIns="91440" bIns="45720" rtlCol="0" anchor="ctr"/>
          <a:lstStyle>
            <a:lvl1pPr algn="l">
              <a:defRPr sz="734">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6"/>
            <a:ext cx="1906310" cy="425472"/>
          </a:xfrm>
          <a:prstGeom prst="rect">
            <a:avLst/>
          </a:prstGeom>
        </p:spPr>
        <p:txBody>
          <a:bodyPr vert="horz" lIns="91440" tIns="45720" rIns="91440" bIns="45720" rtlCol="0" anchor="ctr"/>
          <a:lstStyle>
            <a:lvl1pPr algn="ctr">
              <a:defRPr sz="73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6"/>
            <a:ext cx="1270873" cy="425472"/>
          </a:xfrm>
          <a:prstGeom prst="rect">
            <a:avLst/>
          </a:prstGeom>
        </p:spPr>
        <p:txBody>
          <a:bodyPr vert="horz" lIns="91440" tIns="45720" rIns="91440" bIns="45720" rtlCol="0" anchor="ctr"/>
          <a:lstStyle>
            <a:lvl1pPr algn="r">
              <a:defRPr sz="73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2254298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576" y="6"/>
            <a:ext cx="5647182" cy="7991474"/>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153"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1690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6396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576" y="-6495"/>
            <a:ext cx="5652707" cy="1385835"/>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576" y="-3447"/>
            <a:ext cx="5647182" cy="138583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576" y="-3448"/>
            <a:ext cx="5652707" cy="1385835"/>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ctrTitle"/>
          </p:nvPr>
        </p:nvSpPr>
        <p:spPr>
          <a:xfrm>
            <a:off x="280573" y="563896"/>
            <a:ext cx="4214824" cy="56552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365417">
              <a:spcBef>
                <a:spcPts val="0"/>
              </a:spcBef>
            </a:pPr>
            <a:r>
              <a:rPr lang="en-US" sz="2035" dirty="0">
                <a:solidFill>
                  <a:srgbClr val="C03BC4"/>
                </a:solidFill>
                <a:cs typeface="Segoe Sans Display Semilight" pitchFamily="2" charset="0"/>
              </a:rPr>
              <a:t>Microsoft Purview Suite </a:t>
            </a:r>
            <a:r>
              <a:rPr lang="en-US" sz="2035" dirty="0">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74568" y="1662672"/>
            <a:ext cx="3157627" cy="447324"/>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1309"/>
              </a:spcAft>
              <a:defRPr/>
            </a:pPr>
            <a:r>
              <a:rPr lang="en-US" sz="1453">
                <a:solidFill>
                  <a:srgbClr val="000000"/>
                </a:solidFill>
                <a:latin typeface="Segoe Sans Display Semibold" pitchFamily="2" charset="0"/>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0404" y="2197159"/>
            <a:ext cx="3290136" cy="2334191"/>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582"/>
              </a:spcAft>
              <a:defRPr/>
            </a:pPr>
            <a:r>
              <a:rPr lang="en-US" sz="997">
                <a:solidFill>
                  <a:srgbClr val="000000"/>
                </a:solidFill>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lang="en-US" sz="1594">
              <a:solidFill>
                <a:srgbClr val="000000"/>
              </a:solidFill>
              <a:latin typeface="Segoe UI"/>
              <a:ea typeface="+mn-lt"/>
              <a:cs typeface="Segoe UI"/>
            </a:endParaRPr>
          </a:p>
          <a:p>
            <a:pPr marL="132879" indent="-132879" defTabSz="332198">
              <a:spcBef>
                <a:spcPts val="437"/>
              </a:spcBef>
              <a:spcAft>
                <a:spcPts val="582"/>
              </a:spcAft>
              <a:buFont typeface="Arial" panose="020B0604020202020204" pitchFamily="34" charset="0"/>
              <a:buChar char="•"/>
              <a:defRPr/>
            </a:pPr>
            <a:r>
              <a:rPr lang="en-US" sz="997">
                <a:solidFill>
                  <a:srgbClr val="000000"/>
                </a:solidFill>
                <a:latin typeface="Segoe Sans Display"/>
                <a:cs typeface="Segoe Sans Display"/>
              </a:rPr>
              <a:t>Safeguard sensitive data across clouds, apps, and endpoints.</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Identify and remediate critical risks within your organization.</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Investigate and respond to legal requirements with relevant data.</a:t>
            </a:r>
          </a:p>
          <a:p>
            <a:pPr marL="132879" indent="-132879" defTabSz="332198">
              <a:spcAft>
                <a:spcPts val="582"/>
              </a:spcAft>
              <a:buFont typeface="Arial" panose="020B0604020202020204" pitchFamily="34" charset="0"/>
              <a:buChar char="•"/>
              <a:defRPr/>
            </a:pPr>
            <a:r>
              <a:rPr lang="en-US" sz="997">
                <a:solidFill>
                  <a:srgbClr val="000000"/>
                </a:solidFill>
                <a:latin typeface="Segoe UI"/>
                <a:ea typeface="+mn-lt"/>
                <a:cs typeface="Segoe UI"/>
              </a:rPr>
              <a:t>Built-in assessments and actions for 350+ regional regulations</a:t>
            </a:r>
            <a:endParaRPr lang="en-US" sz="1594">
              <a:solidFill>
                <a:srgbClr val="000000"/>
              </a:solidFill>
              <a:latin typeface="Segoe UI"/>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0625" y="2477599"/>
            <a:ext cx="244967" cy="5085222"/>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332198">
              <a:defRPr/>
            </a:pPr>
            <a:endParaRPr lang="en-IN" sz="1309">
              <a:solidFill>
                <a:srgbClr val="000000"/>
              </a:solidFill>
              <a:latin typeface="Segoe UI"/>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0049" y="4818509"/>
            <a:ext cx="4574680" cy="151092"/>
          </a:xfrm>
          <a:prstGeom prst="rect">
            <a:avLst/>
          </a:prstGeom>
          <a:solidFill>
            <a:srgbClr val="F2F0F0"/>
          </a:solidFill>
          <a:ln w="9525">
            <a:noFill/>
          </a:ln>
        </p:spPr>
        <p:txBody>
          <a:bodyPr vert="horz" wrap="square" lIns="66437" tIns="33220" rIns="66437" bIns="33220" rtlCol="0" anchor="ctr" anchorCtr="0">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Aft>
                <a:spcPct val="0"/>
              </a:spcAft>
              <a:defRPr/>
            </a:pPr>
            <a:r>
              <a:rPr lang="en-US" sz="1163" spc="0">
                <a:solidFill>
                  <a:srgbClr val="C03BC4"/>
                </a:solidFill>
                <a:latin typeface="Segoe UI Semibold"/>
                <a:ea typeface="+mj-lt"/>
                <a:cs typeface="Segoe UI Semibold"/>
              </a:rPr>
              <a:t>Unified solutions to secure and govern data for the era of AI</a:t>
            </a:r>
            <a:endParaRPr lang="en-US" sz="2616" spc="-36">
              <a:solidFill>
                <a:srgbClr val="C03BC4"/>
              </a:solidFill>
              <a:latin typeface="Segoe UI Semibold"/>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8808" y="5920009"/>
            <a:ext cx="154706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89467" y="5920009"/>
            <a:ext cx="153788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32720" y="5920008"/>
            <a:ext cx="1507119"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047" y="6328431"/>
            <a:ext cx="136254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Gain visibility into overshared content.</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Remediate excessive permissions.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097858" y="6328431"/>
            <a:ext cx="1510276"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Get alerts and reports of risky behavior and AI use.</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Protect sensitive files and Copilot interactions.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50717" y="6328432"/>
            <a:ext cx="146162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Inspect interaction content and audit logs. </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Investigate for compliance and ethical violations.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2768" y="5405402"/>
            <a:ext cx="352772" cy="352770"/>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61765" y="5405400"/>
            <a:ext cx="352772" cy="352770"/>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389758" y="5405400"/>
            <a:ext cx="352772" cy="352770"/>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055" y="1393149"/>
            <a:ext cx="5106225"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7212"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87468"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37726"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7346"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2101"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76857"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770" y="258552"/>
            <a:ext cx="793876" cy="166706"/>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061" y="1699822"/>
            <a:ext cx="1634954" cy="2790485"/>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313" tIns="26157" rIns="52313" bIns="26157" numCol="1" spcCol="0" rtlCol="0" fromWordArt="0" anchor="ctr"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95" fontAlgn="base">
                    <a:spcBef>
                      <a:spcPct val="0"/>
                    </a:spcBef>
                    <a:spcAft>
                      <a:spcPct val="0"/>
                    </a:spcAft>
                    <a:defRPr/>
                  </a:pPr>
                  <a:endParaRPr lang="en-US" sz="1309" b="1">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732"/>
            </a:xfrm>
            <a:prstGeom prst="rect">
              <a:avLst/>
            </a:prstGeom>
            <a:noFill/>
          </p:spPr>
          <p:txBody>
            <a:bodyPr wrap="square" lIns="0" tIns="0" rIns="0" bIns="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Bef>
                  <a:spcPts val="872"/>
                </a:spcBef>
                <a:defRPr/>
              </a:pPr>
              <a:r>
                <a:rPr lang="en-US" sz="1309">
                  <a:solidFill>
                    <a:srgbClr val="FFFFFF"/>
                  </a:solidFill>
                  <a:latin typeface="Segoe UI Semibold"/>
                  <a:cs typeface="Segoe Sans Display" pitchFamily="2" charset="0"/>
                </a:rPr>
                <a:t>AI transformation is happening now.</a:t>
              </a:r>
            </a:p>
            <a:p>
              <a:pPr algn="ctr" defTabSz="664370">
                <a:spcBef>
                  <a:spcPts val="437"/>
                </a:spcBef>
                <a:defRPr/>
              </a:pPr>
              <a:r>
                <a:rPr lang="en-US" sz="1163">
                  <a:solidFill>
                    <a:srgbClr val="FFFFFF"/>
                  </a:solidFill>
                  <a:latin typeface="Segoe Sans Display" pitchFamily="2" charset="0"/>
                  <a:cs typeface="Segoe Sans Display" pitchFamily="2" charset="0"/>
                </a:rPr>
                <a:t>Secure and govern your data estate and get ready for AI</a:t>
              </a:r>
              <a:endParaRPr lang="en-US" sz="1743">
                <a:solidFill>
                  <a:srgbClr val="FFFFFF"/>
                </a:solidFill>
                <a:latin typeface="Segoe Sans Display" pitchFamily="2" charset="0"/>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C7D0ED-795F-7210-E2EF-EE37319CAB15}"/>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E40C23C6-6AC0-EF7F-5A95-3EE2E871110C}"/>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36C152FF-9715-B577-982B-5F425FBFE1C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202D7E1A-C991-394D-3780-483818805B66}"/>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AE2D533A-27E7-A5D2-CFFA-36D4BF2E839A}"/>
              </a:ext>
            </a:extLst>
          </p:cNvPr>
          <p:cNvSpPr/>
          <p:nvPr/>
        </p:nvSpPr>
        <p:spPr>
          <a:xfrm>
            <a:off x="409575" y="7369396"/>
            <a:ext cx="4848225" cy="731525"/>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 name="Table 2">
            <a:extLst>
              <a:ext uri="{FF2B5EF4-FFF2-40B4-BE49-F238E27FC236}">
                <a16:creationId xmlns:a16="http://schemas.microsoft.com/office/drawing/2014/main" id="{B3EA9381-0FCE-A3DF-89EF-C9A28D126C30}"/>
              </a:ext>
            </a:extLst>
          </p:cNvPr>
          <p:cNvGraphicFramePr>
            <a:graphicFrameLocks noGrp="1"/>
          </p:cNvGraphicFramePr>
          <p:nvPr>
            <p:extLst>
              <p:ext uri="{D42A27DB-BD31-4B8C-83A1-F6EECF244321}">
                <p14:modId xmlns:p14="http://schemas.microsoft.com/office/powerpoint/2010/main" val="3838526534"/>
              </p:ext>
            </p:extLst>
          </p:nvPr>
        </p:nvGraphicFramePr>
        <p:xfrm>
          <a:off x="409574" y="1178510"/>
          <a:ext cx="4848226" cy="2825277"/>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Proposed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a:solidFill>
                            <a:schemeClr val="lt1"/>
                          </a:solidFill>
                          <a:effectLst/>
                          <a:latin typeface="+mn-lt"/>
                          <a:ea typeface="+mn-ea"/>
                          <a:cs typeface="+mn-cs"/>
                        </a:rPr>
                        <a:t>{</a:t>
                      </a:r>
                      <a:r>
                        <a:rPr kumimoji="0" lang="en-US" sz="1200" b="1" i="0" u="none" strike="noStrike" kern="1200" cap="none" spc="0" normalizeH="0" baseline="0" err="1">
                          <a:ln>
                            <a:noFill/>
                          </a:ln>
                          <a:solidFill>
                            <a:srgbClr val="8A226F"/>
                          </a:solidFill>
                          <a:effectLst/>
                          <a:uLnTx/>
                          <a:uFillTx/>
                          <a:latin typeface="Segoe UI Semibold" panose="020B0702040204020203" pitchFamily="34" charset="0"/>
                          <a:ea typeface="+mn-ea"/>
                          <a:cs typeface="Segoe UI Semibold" panose="020B0702040204020203" pitchFamily="34" charset="0"/>
                        </a:rPr>
                        <a:t>target_sku</a:t>
                      </a:r>
                      <a:r>
                        <a:rPr kumimoji="0" lang="en-US"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r>
                        <a:rPr kumimoji="0" lang="en-IN"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solution</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90593">
                <a:tc>
                  <a:txBody>
                    <a:bodyPr/>
                    <a:lstStyle/>
                    <a:p>
                      <a:pPr>
                        <a:buNone/>
                      </a:pPr>
                      <a:r>
                        <a:rPr lang="en-IN" sz="1200" dirty="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1670439"/>
                  </a:ext>
                </a:extLst>
              </a:tr>
              <a:tr h="490593">
                <a:tc>
                  <a:txBody>
                    <a:bodyPr/>
                    <a:lstStyle/>
                    <a:p>
                      <a:r>
                        <a:rPr lang="en-IN" sz="1200" dirty="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8539432"/>
                  </a:ext>
                </a:extLst>
              </a:tr>
              <a:tr h="490593">
                <a:tc>
                  <a:txBody>
                    <a:bodyPr/>
                    <a:lstStyle/>
                    <a:p>
                      <a:pPr marL="0" marR="0" lvl="0" indent="0" algn="l" rtl="0">
                        <a:lnSpc>
                          <a:spcPct val="100000"/>
                        </a:lnSpc>
                        <a:spcBef>
                          <a:spcPts val="0"/>
                        </a:spcBef>
                        <a:spcAft>
                          <a:spcPts val="0"/>
                        </a:spcAft>
                        <a:buClrTx/>
                        <a:buSzTx/>
                        <a:buFontTx/>
                        <a:buNone/>
                      </a:pPr>
                      <a:r>
                        <a:rPr lang="en-US"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Total annual investment for </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b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br>
                      <a:r>
                        <a:rPr lang="en-US"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{seats} seats</a:t>
                      </a:r>
                      <a:endParaRPr lang="en-US" sz="1200" kern="1200" noProof="0" dirty="0">
                        <a:solidFill>
                          <a:srgbClr val="8A226F"/>
                        </a:solidFill>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IN" sz="1200" kern="1200" dirty="0" err="1">
                          <a:solidFill>
                            <a:srgbClr val="8A226F"/>
                          </a:solidFill>
                          <a:latin typeface="Segoe UI Semibold" panose="020B0702040204020203" pitchFamily="34" charset="0"/>
                          <a:ea typeface="Segoe UI Regular" pitchFamily="34" charset="-122"/>
                          <a:cs typeface="Segoe UI Semibold" panose="020B0702040204020203" pitchFamily="34" charset="0"/>
                        </a:rPr>
                        <a:t>total_upgraded_solution_investment</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kern="1200" noProof="0" dirty="0">
                        <a:solidFill>
                          <a:srgbClr val="8A226F"/>
                        </a:solidFill>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4768798"/>
                  </a:ext>
                </a:extLst>
              </a:tr>
            </a:tbl>
          </a:graphicData>
        </a:graphic>
      </p:graphicFrame>
      <p:sp>
        <p:nvSpPr>
          <p:cNvPr id="7" name="Rectangle: Top Corners Rounded 6">
            <a:extLst>
              <a:ext uri="{FF2B5EF4-FFF2-40B4-BE49-F238E27FC236}">
                <a16:creationId xmlns:a16="http://schemas.microsoft.com/office/drawing/2014/main" id="{89EC0260-ABFC-AAAB-9FDE-ED53B10F04FE}"/>
              </a:ext>
            </a:extLst>
          </p:cNvPr>
          <p:cNvSpPr/>
          <p:nvPr/>
        </p:nvSpPr>
        <p:spPr>
          <a:xfrm>
            <a:off x="409574" y="865101"/>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latin typeface="Segoe UI Semibold" panose="020B0702040204020203" pitchFamily="34" charset="0"/>
                <a:cs typeface="Segoe UI Semibold" panose="020B0702040204020203" pitchFamily="34" charset="0"/>
              </a:rPr>
              <a:t>Solution</a:t>
            </a:r>
          </a:p>
        </p:txBody>
      </p:sp>
    </p:spTree>
    <p:extLst>
      <p:ext uri="{BB962C8B-B14F-4D97-AF65-F5344CB8AC3E}">
        <p14:creationId xmlns:p14="http://schemas.microsoft.com/office/powerpoint/2010/main" val="128617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TotalTime>
  <Words>210</Words>
  <Application>Microsoft Office PowerPoint</Application>
  <PresentationFormat>Custom</PresentationFormat>
  <Paragraphs>23</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Purview Suite for Microsoft 365 Business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2</cp:revision>
  <dcterms:created xsi:type="dcterms:W3CDTF">2026-04-04T15:01:26Z</dcterms:created>
  <dcterms:modified xsi:type="dcterms:W3CDTF">2026-04-11T11:26:05Z</dcterms:modified>
</cp:coreProperties>
</file>