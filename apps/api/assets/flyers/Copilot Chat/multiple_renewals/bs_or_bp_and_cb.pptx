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51" r:id="rId6"/>
    <p:sldMasterId id="2147483763" r:id="rId7"/>
  </p:sldMasterIdLst>
  <p:notesMasterIdLst>
    <p:notesMasterId r:id="rId11"/>
  </p:notesMasterIdLst>
  <p:sldIdLst>
    <p:sldId id="2147470025" r:id="rId8"/>
    <p:sldId id="275" r:id="rId9"/>
    <p:sldId id="274" r:id="rId10"/>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444AF-EBA4-40F9-8F15-4AF6BC875F0A}" v="2" dt="2026-04-30T10:24:11.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2236" y="68"/>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3.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4-30T10:24:11.056" v="396"/>
      <pc:docMkLst>
        <pc:docMk/>
      </pc:docMkLst>
      <pc:sldChg chg="add">
        <pc:chgData name="Vandan Jain" userId="4244b45b-25d1-413d-855b-6597e767c081" providerId="ADAL" clId="{67AB2A15-26B8-47FB-BEC6-EFDC03C3B3B6}" dt="2026-04-30T10:24:11.056" v="396"/>
        <pc:sldMkLst>
          <pc:docMk/>
          <pc:sldMk cId="2160271917" sldId="274"/>
        </pc:sldMkLst>
      </pc:sldChg>
      <pc:sldChg chg="add">
        <pc:chgData name="Vandan Jain" userId="4244b45b-25d1-413d-855b-6597e767c081" providerId="ADAL" clId="{67AB2A15-26B8-47FB-BEC6-EFDC03C3B3B6}" dt="2026-04-28T16:43:33.219" v="394"/>
        <pc:sldMkLst>
          <pc:docMk/>
          <pc:sldMk cId="1144813852" sldId="275"/>
        </pc:sldMkLst>
      </pc:sldChg>
      <pc:sldChg chg="add">
        <pc:chgData name="Vandan Jain" userId="4244b45b-25d1-413d-855b-6597e767c081" providerId="ADAL" clId="{67AB2A15-26B8-47FB-BEC6-EFDC03C3B3B6}" dt="2026-04-28T16:43:33.219" v="394"/>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4/30/2026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236788" y="1143000"/>
            <a:ext cx="23844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236788" y="1143000"/>
            <a:ext cx="23844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FBDA1-EF8F-291E-0646-8AC08EC992A5}"/>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982FB2-DAC0-83EC-BD83-9106590BD177}"/>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1320182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1" y="1646133"/>
            <a:ext cx="6606539" cy="3501814"/>
          </a:xfrm>
        </p:spPr>
        <p:txBody>
          <a:bodyPr anchor="b"/>
          <a:lstStyle>
            <a:lvl1pPr algn="ctr">
              <a:defRPr sz="4664"/>
            </a:lvl1pPr>
          </a:lstStyle>
          <a:p>
            <a:r>
              <a:rPr lang="en-US"/>
              <a:t>Click to edit Master title style</a:t>
            </a:r>
            <a:endParaRPr lang="en-US" dirty="0"/>
          </a:p>
        </p:txBody>
      </p:sp>
      <p:sp>
        <p:nvSpPr>
          <p:cNvPr id="3" name="Subtitle 2"/>
          <p:cNvSpPr>
            <a:spLocks noGrp="1"/>
          </p:cNvSpPr>
          <p:nvPr>
            <p:ph type="subTitle" idx="1"/>
          </p:nvPr>
        </p:nvSpPr>
        <p:spPr>
          <a:xfrm>
            <a:off x="971550" y="5282990"/>
            <a:ext cx="5829301" cy="2428451"/>
          </a:xfrm>
        </p:spPr>
        <p:txBody>
          <a:bodyPr/>
          <a:lstStyle>
            <a:lvl1pPr marL="0" indent="0" algn="ctr">
              <a:buNone/>
              <a:defRPr sz="1866"/>
            </a:lvl1pPr>
            <a:lvl2pPr marL="355419" indent="0" algn="ctr">
              <a:buNone/>
              <a:defRPr sz="1555"/>
            </a:lvl2pPr>
            <a:lvl3pPr marL="710838" indent="0" algn="ctr">
              <a:buNone/>
              <a:defRPr sz="1400"/>
            </a:lvl3pPr>
            <a:lvl4pPr marL="1066258" indent="0" algn="ctr">
              <a:buNone/>
              <a:defRPr sz="1243"/>
            </a:lvl4pPr>
            <a:lvl5pPr marL="1421676" indent="0" algn="ctr">
              <a:buNone/>
              <a:defRPr sz="1243"/>
            </a:lvl5pPr>
            <a:lvl6pPr marL="1777095" indent="0" algn="ctr">
              <a:buNone/>
              <a:defRPr sz="1243"/>
            </a:lvl6pPr>
            <a:lvl7pPr marL="2132514" indent="0" algn="ctr">
              <a:buNone/>
              <a:defRPr sz="1243"/>
            </a:lvl7pPr>
            <a:lvl8pPr marL="2487934" indent="0" algn="ctr">
              <a:buNone/>
              <a:defRPr sz="1243"/>
            </a:lvl8pPr>
            <a:lvl9pPr marL="2843352" indent="0" algn="ctr">
              <a:buNone/>
              <a:defRPr sz="124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2688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25067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6" y="2507620"/>
            <a:ext cx="6703695" cy="4184014"/>
          </a:xfrm>
        </p:spPr>
        <p:txBody>
          <a:bodyPr anchor="b"/>
          <a:lstStyle>
            <a:lvl1pPr>
              <a:defRPr sz="4664"/>
            </a:lvl1pPr>
          </a:lstStyle>
          <a:p>
            <a:r>
              <a:rPr lang="en-US"/>
              <a:t>Click to edit Master title style</a:t>
            </a:r>
            <a:endParaRPr lang="en-US" dirty="0"/>
          </a:p>
        </p:txBody>
      </p:sp>
      <p:sp>
        <p:nvSpPr>
          <p:cNvPr id="3" name="Text Placeholder 2"/>
          <p:cNvSpPr>
            <a:spLocks noGrp="1"/>
          </p:cNvSpPr>
          <p:nvPr>
            <p:ph type="body" idx="1"/>
          </p:nvPr>
        </p:nvSpPr>
        <p:spPr>
          <a:xfrm>
            <a:off x="530306" y="6731215"/>
            <a:ext cx="6703695" cy="2200275"/>
          </a:xfrm>
        </p:spPr>
        <p:txBody>
          <a:bodyPr/>
          <a:lstStyle>
            <a:lvl1pPr marL="0" indent="0">
              <a:buNone/>
              <a:defRPr sz="1866">
                <a:solidFill>
                  <a:schemeClr val="tx1">
                    <a:tint val="82000"/>
                  </a:schemeClr>
                </a:solidFill>
              </a:defRPr>
            </a:lvl1pPr>
            <a:lvl2pPr marL="355419" indent="0">
              <a:buNone/>
              <a:defRPr sz="1555">
                <a:solidFill>
                  <a:schemeClr val="tx1">
                    <a:tint val="82000"/>
                  </a:schemeClr>
                </a:solidFill>
              </a:defRPr>
            </a:lvl2pPr>
            <a:lvl3pPr marL="710838" indent="0">
              <a:buNone/>
              <a:defRPr sz="1400">
                <a:solidFill>
                  <a:schemeClr val="tx1">
                    <a:tint val="82000"/>
                  </a:schemeClr>
                </a:solidFill>
              </a:defRPr>
            </a:lvl3pPr>
            <a:lvl4pPr marL="1066258" indent="0">
              <a:buNone/>
              <a:defRPr sz="1243">
                <a:solidFill>
                  <a:schemeClr val="tx1">
                    <a:tint val="82000"/>
                  </a:schemeClr>
                </a:solidFill>
              </a:defRPr>
            </a:lvl4pPr>
            <a:lvl5pPr marL="1421676" indent="0">
              <a:buNone/>
              <a:defRPr sz="1243">
                <a:solidFill>
                  <a:schemeClr val="tx1">
                    <a:tint val="82000"/>
                  </a:schemeClr>
                </a:solidFill>
              </a:defRPr>
            </a:lvl5pPr>
            <a:lvl6pPr marL="1777095" indent="0">
              <a:buNone/>
              <a:defRPr sz="1243">
                <a:solidFill>
                  <a:schemeClr val="tx1">
                    <a:tint val="82000"/>
                  </a:schemeClr>
                </a:solidFill>
              </a:defRPr>
            </a:lvl6pPr>
            <a:lvl7pPr marL="2132514" indent="0">
              <a:buNone/>
              <a:defRPr sz="1243">
                <a:solidFill>
                  <a:schemeClr val="tx1">
                    <a:tint val="82000"/>
                  </a:schemeClr>
                </a:solidFill>
              </a:defRPr>
            </a:lvl7pPr>
            <a:lvl8pPr marL="2487934" indent="0">
              <a:buNone/>
              <a:defRPr sz="1243">
                <a:solidFill>
                  <a:schemeClr val="tx1">
                    <a:tint val="82000"/>
                  </a:schemeClr>
                </a:solidFill>
              </a:defRPr>
            </a:lvl8pPr>
            <a:lvl9pPr marL="2843352" indent="0">
              <a:buNone/>
              <a:defRPr sz="124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26460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4" y="2677584"/>
            <a:ext cx="3303269" cy="6381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69" cy="6381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155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7" y="535520"/>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5" y="2465707"/>
            <a:ext cx="3288089" cy="1208404"/>
          </a:xfrm>
        </p:spPr>
        <p:txBody>
          <a:bodyPr anchor="b"/>
          <a:lstStyle>
            <a:lvl1pPr marL="0" indent="0">
              <a:buNone/>
              <a:defRPr sz="1866" b="1"/>
            </a:lvl1pPr>
            <a:lvl2pPr marL="355419" indent="0">
              <a:buNone/>
              <a:defRPr sz="1555" b="1"/>
            </a:lvl2pPr>
            <a:lvl3pPr marL="710838" indent="0">
              <a:buNone/>
              <a:defRPr sz="1400" b="1"/>
            </a:lvl3pPr>
            <a:lvl4pPr marL="1066258" indent="0">
              <a:buNone/>
              <a:defRPr sz="1243" b="1"/>
            </a:lvl4pPr>
            <a:lvl5pPr marL="1421676" indent="0">
              <a:buNone/>
              <a:defRPr sz="1243" b="1"/>
            </a:lvl5pPr>
            <a:lvl6pPr marL="1777095" indent="0">
              <a:buNone/>
              <a:defRPr sz="1243" b="1"/>
            </a:lvl6pPr>
            <a:lvl7pPr marL="2132514" indent="0">
              <a:buNone/>
              <a:defRPr sz="1243" b="1"/>
            </a:lvl7pPr>
            <a:lvl8pPr marL="2487934" indent="0">
              <a:buNone/>
              <a:defRPr sz="1243" b="1"/>
            </a:lvl8pPr>
            <a:lvl9pPr marL="2843352" indent="0">
              <a:buNone/>
              <a:defRPr sz="1243" b="1"/>
            </a:lvl9pPr>
          </a:lstStyle>
          <a:p>
            <a:pPr lvl="0"/>
            <a:r>
              <a:rPr lang="en-US"/>
              <a:t>Click to edit Master text styles</a:t>
            </a:r>
          </a:p>
        </p:txBody>
      </p:sp>
      <p:sp>
        <p:nvSpPr>
          <p:cNvPr id="4" name="Content Placeholder 3"/>
          <p:cNvSpPr>
            <a:spLocks noGrp="1"/>
          </p:cNvSpPr>
          <p:nvPr>
            <p:ph sz="half" idx="2"/>
          </p:nvPr>
        </p:nvSpPr>
        <p:spPr>
          <a:xfrm>
            <a:off x="535365" y="3674112"/>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9" y="2465707"/>
            <a:ext cx="3304282" cy="1208404"/>
          </a:xfrm>
        </p:spPr>
        <p:txBody>
          <a:bodyPr anchor="b"/>
          <a:lstStyle>
            <a:lvl1pPr marL="0" indent="0">
              <a:buNone/>
              <a:defRPr sz="1866" b="1"/>
            </a:lvl1pPr>
            <a:lvl2pPr marL="355419" indent="0">
              <a:buNone/>
              <a:defRPr sz="1555" b="1"/>
            </a:lvl2pPr>
            <a:lvl3pPr marL="710838" indent="0">
              <a:buNone/>
              <a:defRPr sz="1400" b="1"/>
            </a:lvl3pPr>
            <a:lvl4pPr marL="1066258" indent="0">
              <a:buNone/>
              <a:defRPr sz="1243" b="1"/>
            </a:lvl4pPr>
            <a:lvl5pPr marL="1421676" indent="0">
              <a:buNone/>
              <a:defRPr sz="1243" b="1"/>
            </a:lvl5pPr>
            <a:lvl6pPr marL="1777095" indent="0">
              <a:buNone/>
              <a:defRPr sz="1243" b="1"/>
            </a:lvl6pPr>
            <a:lvl7pPr marL="2132514" indent="0">
              <a:buNone/>
              <a:defRPr sz="1243" b="1"/>
            </a:lvl7pPr>
            <a:lvl8pPr marL="2487934" indent="0">
              <a:buNone/>
              <a:defRPr sz="1243" b="1"/>
            </a:lvl8pPr>
            <a:lvl9pPr marL="2843352" indent="0">
              <a:buNone/>
              <a:defRPr sz="1243" b="1"/>
            </a:lvl9pPr>
          </a:lstStyle>
          <a:p>
            <a:pPr lvl="0"/>
            <a:r>
              <a:rPr lang="en-US"/>
              <a:t>Click to edit Master text styles</a:t>
            </a:r>
          </a:p>
        </p:txBody>
      </p:sp>
      <p:sp>
        <p:nvSpPr>
          <p:cNvPr id="6" name="Content Placeholder 5"/>
          <p:cNvSpPr>
            <a:spLocks noGrp="1"/>
          </p:cNvSpPr>
          <p:nvPr>
            <p:ph sz="quarter" idx="4"/>
          </p:nvPr>
        </p:nvSpPr>
        <p:spPr>
          <a:xfrm>
            <a:off x="3934779" y="3674112"/>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0975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24304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9111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2"/>
            <a:ext cx="2506801" cy="2346959"/>
          </a:xfrm>
        </p:spPr>
        <p:txBody>
          <a:bodyPr anchor="b"/>
          <a:lstStyle>
            <a:lvl1pPr>
              <a:defRPr sz="2488"/>
            </a:lvl1pPr>
          </a:lstStyle>
          <a:p>
            <a:r>
              <a:rPr lang="en-US"/>
              <a:t>Click to edit Master title style</a:t>
            </a:r>
            <a:endParaRPr lang="en-US" dirty="0"/>
          </a:p>
        </p:txBody>
      </p:sp>
      <p:sp>
        <p:nvSpPr>
          <p:cNvPr id="3" name="Content Placeholder 2"/>
          <p:cNvSpPr>
            <a:spLocks noGrp="1"/>
          </p:cNvSpPr>
          <p:nvPr>
            <p:ph idx="1"/>
          </p:nvPr>
        </p:nvSpPr>
        <p:spPr>
          <a:xfrm>
            <a:off x="3304283" y="1448227"/>
            <a:ext cx="3934777" cy="7147984"/>
          </a:xfrm>
        </p:spPr>
        <p:txBody>
          <a:bodyPr/>
          <a:lstStyle>
            <a:lvl1pPr>
              <a:defRPr sz="2488"/>
            </a:lvl1pPr>
            <a:lvl2pPr>
              <a:defRPr sz="2177"/>
            </a:lvl2pPr>
            <a:lvl3pPr>
              <a:defRPr sz="1866"/>
            </a:lvl3pPr>
            <a:lvl4pPr>
              <a:defRPr sz="1555"/>
            </a:lvl4pPr>
            <a:lvl5pPr>
              <a:defRPr sz="1555"/>
            </a:lvl5pPr>
            <a:lvl6pPr>
              <a:defRPr sz="1555"/>
            </a:lvl6pPr>
            <a:lvl7pPr>
              <a:defRPr sz="1555"/>
            </a:lvl7pPr>
            <a:lvl8pPr>
              <a:defRPr sz="1555"/>
            </a:lvl8pPr>
            <a:lvl9pPr>
              <a:defRPr sz="155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2"/>
            <a:ext cx="2506801" cy="5590330"/>
          </a:xfrm>
        </p:spPr>
        <p:txBody>
          <a:bodyPr/>
          <a:lstStyle>
            <a:lvl1pPr marL="0" indent="0">
              <a:buNone/>
              <a:defRPr sz="1243"/>
            </a:lvl1pPr>
            <a:lvl2pPr marL="355419" indent="0">
              <a:buNone/>
              <a:defRPr sz="1089"/>
            </a:lvl2pPr>
            <a:lvl3pPr marL="710838" indent="0">
              <a:buNone/>
              <a:defRPr sz="933"/>
            </a:lvl3pPr>
            <a:lvl4pPr marL="1066258" indent="0">
              <a:buNone/>
              <a:defRPr sz="778"/>
            </a:lvl4pPr>
            <a:lvl5pPr marL="1421676" indent="0">
              <a:buNone/>
              <a:defRPr sz="778"/>
            </a:lvl5pPr>
            <a:lvl6pPr marL="1777095" indent="0">
              <a:buNone/>
              <a:defRPr sz="778"/>
            </a:lvl6pPr>
            <a:lvl7pPr marL="2132514" indent="0">
              <a:buNone/>
              <a:defRPr sz="778"/>
            </a:lvl7pPr>
            <a:lvl8pPr marL="2487934" indent="0">
              <a:buNone/>
              <a:defRPr sz="778"/>
            </a:lvl8pPr>
            <a:lvl9pPr marL="2843352" indent="0">
              <a:buNone/>
              <a:defRPr sz="77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06323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2"/>
            <a:ext cx="2506801" cy="2346959"/>
          </a:xfrm>
        </p:spPr>
        <p:txBody>
          <a:bodyPr anchor="b"/>
          <a:lstStyle>
            <a:lvl1pPr>
              <a:defRPr sz="2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3" y="1448227"/>
            <a:ext cx="3934777" cy="7147984"/>
          </a:xfrm>
        </p:spPr>
        <p:txBody>
          <a:bodyPr anchor="t"/>
          <a:lstStyle>
            <a:lvl1pPr marL="0" indent="0">
              <a:buNone/>
              <a:defRPr sz="2488"/>
            </a:lvl1pPr>
            <a:lvl2pPr marL="355419" indent="0">
              <a:buNone/>
              <a:defRPr sz="2177"/>
            </a:lvl2pPr>
            <a:lvl3pPr marL="710838" indent="0">
              <a:buNone/>
              <a:defRPr sz="1866"/>
            </a:lvl3pPr>
            <a:lvl4pPr marL="1066258" indent="0">
              <a:buNone/>
              <a:defRPr sz="1555"/>
            </a:lvl4pPr>
            <a:lvl5pPr marL="1421676" indent="0">
              <a:buNone/>
              <a:defRPr sz="1555"/>
            </a:lvl5pPr>
            <a:lvl6pPr marL="1777095" indent="0">
              <a:buNone/>
              <a:defRPr sz="1555"/>
            </a:lvl6pPr>
            <a:lvl7pPr marL="2132514" indent="0">
              <a:buNone/>
              <a:defRPr sz="1555"/>
            </a:lvl7pPr>
            <a:lvl8pPr marL="2487934" indent="0">
              <a:buNone/>
              <a:defRPr sz="1555"/>
            </a:lvl8pPr>
            <a:lvl9pPr marL="2843352" indent="0">
              <a:buNone/>
              <a:defRPr sz="1555"/>
            </a:lvl9pPr>
          </a:lstStyle>
          <a:p>
            <a:r>
              <a:rPr lang="en-US"/>
              <a:t>Click icon to add picture</a:t>
            </a:r>
            <a:endParaRPr lang="en-US" dirty="0"/>
          </a:p>
        </p:txBody>
      </p:sp>
      <p:sp>
        <p:nvSpPr>
          <p:cNvPr id="4" name="Text Placeholder 3"/>
          <p:cNvSpPr>
            <a:spLocks noGrp="1"/>
          </p:cNvSpPr>
          <p:nvPr>
            <p:ph type="body" sz="half" idx="2"/>
          </p:nvPr>
        </p:nvSpPr>
        <p:spPr>
          <a:xfrm>
            <a:off x="535365" y="3017522"/>
            <a:ext cx="2506801" cy="5590330"/>
          </a:xfrm>
        </p:spPr>
        <p:txBody>
          <a:bodyPr/>
          <a:lstStyle>
            <a:lvl1pPr marL="0" indent="0">
              <a:buNone/>
              <a:defRPr sz="1243"/>
            </a:lvl1pPr>
            <a:lvl2pPr marL="355419" indent="0">
              <a:buNone/>
              <a:defRPr sz="1089"/>
            </a:lvl2pPr>
            <a:lvl3pPr marL="710838" indent="0">
              <a:buNone/>
              <a:defRPr sz="933"/>
            </a:lvl3pPr>
            <a:lvl4pPr marL="1066258" indent="0">
              <a:buNone/>
              <a:defRPr sz="778"/>
            </a:lvl4pPr>
            <a:lvl5pPr marL="1421676" indent="0">
              <a:buNone/>
              <a:defRPr sz="778"/>
            </a:lvl5pPr>
            <a:lvl6pPr marL="1777095" indent="0">
              <a:buNone/>
              <a:defRPr sz="778"/>
            </a:lvl6pPr>
            <a:lvl7pPr marL="2132514" indent="0">
              <a:buNone/>
              <a:defRPr sz="778"/>
            </a:lvl7pPr>
            <a:lvl8pPr marL="2487934" indent="0">
              <a:buNone/>
              <a:defRPr sz="778"/>
            </a:lvl8pPr>
            <a:lvl9pPr marL="2843352" indent="0">
              <a:buNone/>
              <a:defRPr sz="77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802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26184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3" y="535516"/>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5" y="535516"/>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174131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3260" y="1646135"/>
            <a:ext cx="6610254" cy="3501813"/>
          </a:xfrm>
        </p:spPr>
        <p:txBody>
          <a:bodyPr anchor="b"/>
          <a:lstStyle>
            <a:lvl1pPr algn="ctr">
              <a:defRPr sz="4667"/>
            </a:lvl1pPr>
          </a:lstStyle>
          <a:p>
            <a:r>
              <a:rPr lang="en-US"/>
              <a:t>Click to edit Master title style</a:t>
            </a:r>
          </a:p>
        </p:txBody>
      </p:sp>
      <p:sp>
        <p:nvSpPr>
          <p:cNvPr id="3" name="Subtitle 2"/>
          <p:cNvSpPr>
            <a:spLocks noGrp="1"/>
          </p:cNvSpPr>
          <p:nvPr>
            <p:ph type="subTitle" idx="1"/>
          </p:nvPr>
        </p:nvSpPr>
        <p:spPr>
          <a:xfrm>
            <a:off x="972098" y="5282990"/>
            <a:ext cx="5832577" cy="2428451"/>
          </a:xfrm>
        </p:spPr>
        <p:txBody>
          <a:bodyPr/>
          <a:lstStyle>
            <a:lvl1pPr marL="0" indent="0" algn="ctr">
              <a:buNone/>
              <a:defRPr sz="1866"/>
            </a:lvl1pPr>
            <a:lvl2pPr marL="355600" indent="0" algn="ctr">
              <a:buNone/>
              <a:defRPr sz="1555"/>
            </a:lvl2pPr>
            <a:lvl3pPr marL="711197" indent="0" algn="ctr">
              <a:buNone/>
              <a:defRPr sz="1400"/>
            </a:lvl3pPr>
            <a:lvl4pPr marL="1066796" indent="0" algn="ctr">
              <a:buNone/>
              <a:defRPr sz="1244"/>
            </a:lvl4pPr>
            <a:lvl5pPr marL="1422394" indent="0" algn="ctr">
              <a:buNone/>
              <a:defRPr sz="1244"/>
            </a:lvl5pPr>
            <a:lvl6pPr marL="1777994" indent="0" algn="ctr">
              <a:buNone/>
              <a:defRPr sz="1244"/>
            </a:lvl6pPr>
            <a:lvl7pPr marL="2133592" indent="0" algn="ctr">
              <a:buNone/>
              <a:defRPr sz="1244"/>
            </a:lvl7pPr>
            <a:lvl8pPr marL="2489191" indent="0" algn="ctr">
              <a:buNone/>
              <a:defRPr sz="1244"/>
            </a:lvl8pPr>
            <a:lvl9pPr marL="2844790" indent="0" algn="ctr">
              <a:buNone/>
              <a:defRPr sz="1244"/>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47660528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48"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5" y="535520"/>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5" y="2677584"/>
            <a:ext cx="6703695" cy="6381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50"/>
            <a:ext cx="1748789" cy="535516"/>
          </a:xfrm>
          <a:prstGeom prst="rect">
            <a:avLst/>
          </a:prstGeom>
        </p:spPr>
        <p:txBody>
          <a:bodyPr vert="horz" lIns="91440" tIns="45720" rIns="91440" bIns="45720" rtlCol="0" anchor="ctr"/>
          <a:lstStyle>
            <a:lvl1pPr algn="l">
              <a:defRPr sz="933">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2574610" y="9322650"/>
            <a:ext cx="2623185" cy="535516"/>
          </a:xfrm>
          <a:prstGeom prst="rect">
            <a:avLst/>
          </a:prstGeom>
        </p:spPr>
        <p:txBody>
          <a:bodyPr vert="horz" lIns="91440" tIns="45720" rIns="91440" bIns="45720" rtlCol="0" anchor="ctr"/>
          <a:lstStyle>
            <a:lvl1pPr algn="ctr">
              <a:defRPr sz="933">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5489260" y="9322650"/>
            <a:ext cx="1748789" cy="535516"/>
          </a:xfrm>
          <a:prstGeom prst="rect">
            <a:avLst/>
          </a:prstGeom>
        </p:spPr>
        <p:txBody>
          <a:bodyPr vert="horz" lIns="91440" tIns="45720" rIns="91440" bIns="45720" rtlCol="0" anchor="ctr"/>
          <a:lstStyle>
            <a:lvl1pPr algn="r">
              <a:defRPr sz="933">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7754665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l" defTabSz="874448" rtl="0" eaLnBrk="1" latinLnBrk="0" hangingPunct="1">
        <a:lnSpc>
          <a:spcPct val="90000"/>
        </a:lnSpc>
        <a:spcBef>
          <a:spcPct val="0"/>
        </a:spcBef>
        <a:buNone/>
        <a:defRPr sz="4208" kern="1200">
          <a:solidFill>
            <a:schemeClr val="tx1"/>
          </a:solidFill>
          <a:latin typeface="+mj-lt"/>
          <a:ea typeface="+mj-ea"/>
          <a:cs typeface="+mj-cs"/>
        </a:defRPr>
      </a:lvl1pPr>
    </p:titleStyle>
    <p:bodyStyle>
      <a:lvl1pPr marL="218612" indent="-218612" algn="l" defTabSz="874448" rtl="0" eaLnBrk="1" latinLnBrk="0" hangingPunct="1">
        <a:lnSpc>
          <a:spcPct val="90000"/>
        </a:lnSpc>
        <a:spcBef>
          <a:spcPts val="957"/>
        </a:spcBef>
        <a:buFont typeface="Arial" panose="020B0604020202020204" pitchFamily="34" charset="0"/>
        <a:buChar char="•"/>
        <a:defRPr sz="2678" kern="1200">
          <a:solidFill>
            <a:schemeClr val="tx1"/>
          </a:solidFill>
          <a:latin typeface="+mn-lt"/>
          <a:ea typeface="+mn-ea"/>
          <a:cs typeface="+mn-cs"/>
        </a:defRPr>
      </a:lvl1pPr>
      <a:lvl2pPr marL="655835" indent="-218612" algn="l" defTabSz="874448" rtl="0" eaLnBrk="1" latinLnBrk="0" hangingPunct="1">
        <a:lnSpc>
          <a:spcPct val="90000"/>
        </a:lnSpc>
        <a:spcBef>
          <a:spcPts val="478"/>
        </a:spcBef>
        <a:buFont typeface="Arial" panose="020B0604020202020204" pitchFamily="34" charset="0"/>
        <a:buChar char="•"/>
        <a:defRPr sz="2295" kern="1200">
          <a:solidFill>
            <a:schemeClr val="tx1"/>
          </a:solidFill>
          <a:latin typeface="+mn-lt"/>
          <a:ea typeface="+mn-ea"/>
          <a:cs typeface="+mn-cs"/>
        </a:defRPr>
      </a:lvl2pPr>
      <a:lvl3pPr marL="1093059" indent="-218612" algn="l" defTabSz="874448" rtl="0" eaLnBrk="1" latinLnBrk="0" hangingPunct="1">
        <a:lnSpc>
          <a:spcPct val="90000"/>
        </a:lnSpc>
        <a:spcBef>
          <a:spcPts val="478"/>
        </a:spcBef>
        <a:buFont typeface="Arial" panose="020B0604020202020204" pitchFamily="34" charset="0"/>
        <a:buChar char="•"/>
        <a:defRPr sz="1913" kern="1200">
          <a:solidFill>
            <a:schemeClr val="tx1"/>
          </a:solidFill>
          <a:latin typeface="+mn-lt"/>
          <a:ea typeface="+mn-ea"/>
          <a:cs typeface="+mn-cs"/>
        </a:defRPr>
      </a:lvl3pPr>
      <a:lvl4pPr marL="1530282"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4pPr>
      <a:lvl5pPr marL="1967506"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5pPr>
      <a:lvl6pPr marL="2404730"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6pPr>
      <a:lvl7pPr marL="2841953"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7pPr>
      <a:lvl8pPr marL="3279176"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8pPr>
      <a:lvl9pPr marL="3716400"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9pPr>
    </p:bodyStyle>
    <p:otherStyle>
      <a:defPPr>
        <a:defRPr lang="en-US"/>
      </a:defPPr>
      <a:lvl1pPr marL="0" algn="l" defTabSz="874448" rtl="0" eaLnBrk="1" latinLnBrk="0" hangingPunct="1">
        <a:defRPr sz="1722" kern="1200">
          <a:solidFill>
            <a:schemeClr val="tx1"/>
          </a:solidFill>
          <a:latin typeface="+mn-lt"/>
          <a:ea typeface="+mn-ea"/>
          <a:cs typeface="+mn-cs"/>
        </a:defRPr>
      </a:lvl1pPr>
      <a:lvl2pPr marL="437223" algn="l" defTabSz="874448" rtl="0" eaLnBrk="1" latinLnBrk="0" hangingPunct="1">
        <a:defRPr sz="1722" kern="1200">
          <a:solidFill>
            <a:schemeClr val="tx1"/>
          </a:solidFill>
          <a:latin typeface="+mn-lt"/>
          <a:ea typeface="+mn-ea"/>
          <a:cs typeface="+mn-cs"/>
        </a:defRPr>
      </a:lvl2pPr>
      <a:lvl3pPr marL="874448" algn="l" defTabSz="874448" rtl="0" eaLnBrk="1" latinLnBrk="0" hangingPunct="1">
        <a:defRPr sz="1722" kern="1200">
          <a:solidFill>
            <a:schemeClr val="tx1"/>
          </a:solidFill>
          <a:latin typeface="+mn-lt"/>
          <a:ea typeface="+mn-ea"/>
          <a:cs typeface="+mn-cs"/>
        </a:defRPr>
      </a:lvl3pPr>
      <a:lvl4pPr marL="1311671" algn="l" defTabSz="874448" rtl="0" eaLnBrk="1" latinLnBrk="0" hangingPunct="1">
        <a:defRPr sz="1722" kern="1200">
          <a:solidFill>
            <a:schemeClr val="tx1"/>
          </a:solidFill>
          <a:latin typeface="+mn-lt"/>
          <a:ea typeface="+mn-ea"/>
          <a:cs typeface="+mn-cs"/>
        </a:defRPr>
      </a:lvl4pPr>
      <a:lvl5pPr marL="1748894" algn="l" defTabSz="874448" rtl="0" eaLnBrk="1" latinLnBrk="0" hangingPunct="1">
        <a:defRPr sz="1722" kern="1200">
          <a:solidFill>
            <a:schemeClr val="tx1"/>
          </a:solidFill>
          <a:latin typeface="+mn-lt"/>
          <a:ea typeface="+mn-ea"/>
          <a:cs typeface="+mn-cs"/>
        </a:defRPr>
      </a:lvl5pPr>
      <a:lvl6pPr marL="2186117" algn="l" defTabSz="874448" rtl="0" eaLnBrk="1" latinLnBrk="0" hangingPunct="1">
        <a:defRPr sz="1722" kern="1200">
          <a:solidFill>
            <a:schemeClr val="tx1"/>
          </a:solidFill>
          <a:latin typeface="+mn-lt"/>
          <a:ea typeface="+mn-ea"/>
          <a:cs typeface="+mn-cs"/>
        </a:defRPr>
      </a:lvl6pPr>
      <a:lvl7pPr marL="2623341" algn="l" defTabSz="874448" rtl="0" eaLnBrk="1" latinLnBrk="0" hangingPunct="1">
        <a:defRPr sz="1722" kern="1200">
          <a:solidFill>
            <a:schemeClr val="tx1"/>
          </a:solidFill>
          <a:latin typeface="+mn-lt"/>
          <a:ea typeface="+mn-ea"/>
          <a:cs typeface="+mn-cs"/>
        </a:defRPr>
      </a:lvl7pPr>
      <a:lvl8pPr marL="3060565" algn="l" defTabSz="874448" rtl="0" eaLnBrk="1" latinLnBrk="0" hangingPunct="1">
        <a:defRPr sz="1722" kern="1200">
          <a:solidFill>
            <a:schemeClr val="tx1"/>
          </a:solidFill>
          <a:latin typeface="+mn-lt"/>
          <a:ea typeface="+mn-ea"/>
          <a:cs typeface="+mn-cs"/>
        </a:defRPr>
      </a:lvl8pPr>
      <a:lvl9pPr marL="3497788" algn="l" defTabSz="874448" rtl="0" eaLnBrk="1" latinLnBrk="0" hangingPunct="1">
        <a:defRPr sz="172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655" y="535520"/>
            <a:ext cx="6707464"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655" y="2677585"/>
            <a:ext cx="6707464"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654" y="9322651"/>
            <a:ext cx="1749774" cy="535516"/>
          </a:xfrm>
          <a:prstGeom prst="rect">
            <a:avLst/>
          </a:prstGeom>
        </p:spPr>
        <p:txBody>
          <a:bodyPr vert="horz" lIns="91440" tIns="45720" rIns="91440" bIns="45720" rtlCol="0" anchor="ctr"/>
          <a:lstStyle>
            <a:lvl1pPr algn="l">
              <a:defRPr sz="934">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2576056" y="9322651"/>
            <a:ext cx="2624659" cy="535516"/>
          </a:xfrm>
          <a:prstGeom prst="rect">
            <a:avLst/>
          </a:prstGeom>
        </p:spPr>
        <p:txBody>
          <a:bodyPr vert="horz" lIns="91440" tIns="45720" rIns="91440" bIns="45720" rtlCol="0" anchor="ctr"/>
          <a:lstStyle>
            <a:lvl1pPr algn="ctr">
              <a:defRPr sz="93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92343" y="9322651"/>
            <a:ext cx="1749774" cy="535516"/>
          </a:xfrm>
          <a:prstGeom prst="rect">
            <a:avLst/>
          </a:prstGeom>
        </p:spPr>
        <p:txBody>
          <a:bodyPr vert="horz" lIns="91440" tIns="45720" rIns="91440" bIns="45720" rtlCol="0" anchor="ctr"/>
          <a:lstStyle>
            <a:lvl1pPr algn="r">
              <a:defRPr sz="93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456984809"/>
      </p:ext>
    </p:extLst>
  </p:cSld>
  <p:clrMap bg1="lt1" tx1="dk1" bg2="lt2" tx2="dk2" accent1="accent1" accent2="accent2" accent3="accent3" accent4="accent4" accent5="accent5" accent6="accent6" hlink="hlink" folHlink="folHlink"/>
  <p:sldLayoutIdLst>
    <p:sldLayoutId id="2147483764" r:id="rId1"/>
  </p:sldLayoutIdLst>
  <p:txStyles>
    <p:titleStyle>
      <a:lvl1pPr algn="l" defTabSz="711197" rtl="0" eaLnBrk="1" latinLnBrk="0" hangingPunct="1">
        <a:lnSpc>
          <a:spcPct val="90000"/>
        </a:lnSpc>
        <a:spcBef>
          <a:spcPct val="0"/>
        </a:spcBef>
        <a:buNone/>
        <a:defRPr sz="3421" kern="1200">
          <a:solidFill>
            <a:schemeClr val="tx1"/>
          </a:solidFill>
          <a:latin typeface="+mj-lt"/>
          <a:ea typeface="+mj-ea"/>
          <a:cs typeface="+mj-cs"/>
        </a:defRPr>
      </a:lvl1pPr>
    </p:titleStyle>
    <p:bodyStyle>
      <a:lvl1pPr marL="177799" indent="-177799" algn="l" defTabSz="711197" rtl="0" eaLnBrk="1" latinLnBrk="0" hangingPunct="1">
        <a:lnSpc>
          <a:spcPct val="90000"/>
        </a:lnSpc>
        <a:spcBef>
          <a:spcPts val="778"/>
        </a:spcBef>
        <a:buFont typeface="Arial" panose="020B0604020202020204" pitchFamily="34" charset="0"/>
        <a:buChar char="•"/>
        <a:defRPr sz="2177" kern="1200">
          <a:solidFill>
            <a:schemeClr val="tx1"/>
          </a:solidFill>
          <a:latin typeface="+mn-lt"/>
          <a:ea typeface="+mn-ea"/>
          <a:cs typeface="+mn-cs"/>
        </a:defRPr>
      </a:lvl1pPr>
      <a:lvl2pPr marL="533397" indent="-177799" algn="l" defTabSz="711197" rtl="0" eaLnBrk="1" latinLnBrk="0" hangingPunct="1">
        <a:lnSpc>
          <a:spcPct val="90000"/>
        </a:lnSpc>
        <a:spcBef>
          <a:spcPts val="389"/>
        </a:spcBef>
        <a:buFont typeface="Arial" panose="020B0604020202020204" pitchFamily="34" charset="0"/>
        <a:buChar char="•"/>
        <a:defRPr sz="1866" kern="1200">
          <a:solidFill>
            <a:schemeClr val="tx1"/>
          </a:solidFill>
          <a:latin typeface="+mn-lt"/>
          <a:ea typeface="+mn-ea"/>
          <a:cs typeface="+mn-cs"/>
        </a:defRPr>
      </a:lvl2pPr>
      <a:lvl3pPr marL="888997" indent="-177799" algn="l" defTabSz="711197" rtl="0" eaLnBrk="1" latinLnBrk="0" hangingPunct="1">
        <a:lnSpc>
          <a:spcPct val="90000"/>
        </a:lnSpc>
        <a:spcBef>
          <a:spcPts val="389"/>
        </a:spcBef>
        <a:buFont typeface="Arial" panose="020B0604020202020204" pitchFamily="34" charset="0"/>
        <a:buChar char="•"/>
        <a:defRPr sz="1555" kern="1200">
          <a:solidFill>
            <a:schemeClr val="tx1"/>
          </a:solidFill>
          <a:latin typeface="+mn-lt"/>
          <a:ea typeface="+mn-ea"/>
          <a:cs typeface="+mn-cs"/>
        </a:defRPr>
      </a:lvl3pPr>
      <a:lvl4pPr marL="1244597"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4pPr>
      <a:lvl5pPr marL="1600194"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5pPr>
      <a:lvl6pPr marL="1955793"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6pPr>
      <a:lvl7pPr marL="2311392"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7pPr>
      <a:lvl8pPr marL="2666990"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8pPr>
      <a:lvl9pPr marL="3022589"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1197" rtl="0" eaLnBrk="1" latinLnBrk="0" hangingPunct="1">
        <a:defRPr sz="1400" kern="1200">
          <a:solidFill>
            <a:schemeClr val="tx1"/>
          </a:solidFill>
          <a:latin typeface="+mn-lt"/>
          <a:ea typeface="+mn-ea"/>
          <a:cs typeface="+mn-cs"/>
        </a:defRPr>
      </a:lvl1pPr>
      <a:lvl2pPr marL="355600" algn="l" defTabSz="711197" rtl="0" eaLnBrk="1" latinLnBrk="0" hangingPunct="1">
        <a:defRPr sz="1400" kern="1200">
          <a:solidFill>
            <a:schemeClr val="tx1"/>
          </a:solidFill>
          <a:latin typeface="+mn-lt"/>
          <a:ea typeface="+mn-ea"/>
          <a:cs typeface="+mn-cs"/>
        </a:defRPr>
      </a:lvl2pPr>
      <a:lvl3pPr marL="711197" algn="l" defTabSz="711197" rtl="0" eaLnBrk="1" latinLnBrk="0" hangingPunct="1">
        <a:defRPr sz="1400" kern="1200">
          <a:solidFill>
            <a:schemeClr val="tx1"/>
          </a:solidFill>
          <a:latin typeface="+mn-lt"/>
          <a:ea typeface="+mn-ea"/>
          <a:cs typeface="+mn-cs"/>
        </a:defRPr>
      </a:lvl3pPr>
      <a:lvl4pPr marL="1066796" algn="l" defTabSz="711197" rtl="0" eaLnBrk="1" latinLnBrk="0" hangingPunct="1">
        <a:defRPr sz="1400" kern="1200">
          <a:solidFill>
            <a:schemeClr val="tx1"/>
          </a:solidFill>
          <a:latin typeface="+mn-lt"/>
          <a:ea typeface="+mn-ea"/>
          <a:cs typeface="+mn-cs"/>
        </a:defRPr>
      </a:lvl4pPr>
      <a:lvl5pPr marL="1422394" algn="l" defTabSz="711197" rtl="0" eaLnBrk="1" latinLnBrk="0" hangingPunct="1">
        <a:defRPr sz="1400" kern="1200">
          <a:solidFill>
            <a:schemeClr val="tx1"/>
          </a:solidFill>
          <a:latin typeface="+mn-lt"/>
          <a:ea typeface="+mn-ea"/>
          <a:cs typeface="+mn-cs"/>
        </a:defRPr>
      </a:lvl5pPr>
      <a:lvl6pPr marL="1777994" algn="l" defTabSz="711197" rtl="0" eaLnBrk="1" latinLnBrk="0" hangingPunct="1">
        <a:defRPr sz="1400" kern="1200">
          <a:solidFill>
            <a:schemeClr val="tx1"/>
          </a:solidFill>
          <a:latin typeface="+mn-lt"/>
          <a:ea typeface="+mn-ea"/>
          <a:cs typeface="+mn-cs"/>
        </a:defRPr>
      </a:lvl6pPr>
      <a:lvl7pPr marL="2133592" algn="l" defTabSz="711197" rtl="0" eaLnBrk="1" latinLnBrk="0" hangingPunct="1">
        <a:defRPr sz="1400" kern="1200">
          <a:solidFill>
            <a:schemeClr val="tx1"/>
          </a:solidFill>
          <a:latin typeface="+mn-lt"/>
          <a:ea typeface="+mn-ea"/>
          <a:cs typeface="+mn-cs"/>
        </a:defRPr>
      </a:lvl7pPr>
      <a:lvl8pPr marL="2489191" algn="l" defTabSz="711197" rtl="0" eaLnBrk="1" latinLnBrk="0" hangingPunct="1">
        <a:defRPr sz="1400" kern="1200">
          <a:solidFill>
            <a:schemeClr val="tx1"/>
          </a:solidFill>
          <a:latin typeface="+mn-lt"/>
          <a:ea typeface="+mn-ea"/>
          <a:cs typeface="+mn-cs"/>
        </a:defRPr>
      </a:lvl8pPr>
      <a:lvl9pPr marL="2844790" algn="l" defTabSz="71119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4.svg"/><Relationship Id="rId10" Type="http://schemas.openxmlformats.org/officeDocument/2006/relationships/image" Target="../media/image19.jpeg"/><Relationship Id="rId4" Type="http://schemas.openxmlformats.org/officeDocument/2006/relationships/image" Target="../media/image3.png"/><Relationship Id="rId9"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7C41A-A88A-03F2-8358-3A820F0619F4}"/>
              </a:ext>
            </a:extLst>
          </p:cNvPr>
          <p:cNvSpPr/>
          <p:nvPr/>
        </p:nvSpPr>
        <p:spPr bwMode="auto">
          <a:xfrm>
            <a:off x="-19270" y="3"/>
            <a:ext cx="7459360" cy="174426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US"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5"/>
            <a:ext cx="7791669" cy="9198299"/>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799" y="5017066"/>
            <a:ext cx="7772399" cy="5039845"/>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3969554" y="7276825"/>
            <a:ext cx="3160475" cy="239293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662835" y="7276825"/>
            <a:ext cx="3160475" cy="239293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3971700" y="5010438"/>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669208" y="5010438"/>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3969554" y="2759602"/>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4001002" y="2793144"/>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660140" y="2759602"/>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694285" y="2793146"/>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 name="Title 31">
            <a:extLst>
              <a:ext uri="{FF2B5EF4-FFF2-40B4-BE49-F238E27FC236}">
                <a16:creationId xmlns:a16="http://schemas.microsoft.com/office/drawing/2014/main" id="{BD54868B-B3E4-A39E-9C5A-6886C4D788B4}"/>
              </a:ext>
            </a:extLst>
          </p:cNvPr>
          <p:cNvSpPr txBox="1">
            <a:spLocks/>
          </p:cNvSpPr>
          <p:nvPr/>
        </p:nvSpPr>
        <p:spPr>
          <a:xfrm>
            <a:off x="671547" y="674145"/>
            <a:ext cx="5152013" cy="78854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59990" rtl="0" eaLnBrk="1" fontAlgn="auto" latinLnBrk="0" hangingPunct="1">
              <a:lnSpc>
                <a:spcPct val="100000"/>
              </a:lnSpc>
              <a:spcBef>
                <a:spcPts val="0"/>
              </a:spcBef>
              <a:spcAft>
                <a:spcPts val="0"/>
              </a:spcAft>
              <a:buClrTx/>
              <a:buSzTx/>
              <a:buFontTx/>
              <a:buNone/>
              <a:tabLst/>
              <a:defRPr/>
            </a:pPr>
            <a:r>
              <a:rPr kumimoji="0" lang="en-US" sz="2562" b="0" i="0" u="none" strike="noStrike" kern="1200" cap="none" spc="-29"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677430" y="325420"/>
            <a:ext cx="999204" cy="209823"/>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671547" y="1549568"/>
            <a:ext cx="6458481" cy="615361"/>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r>
              <a:rPr kumimoji="0" lang="en-US" sz="113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906382" y="2803454"/>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4076966" y="2803453"/>
            <a:ext cx="2945624" cy="285912"/>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258"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1041424" y="8957549"/>
            <a:ext cx="2397904"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4236012" y="8957549"/>
            <a:ext cx="2627558"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779095" y="6432194"/>
            <a:ext cx="2940697"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4085813" y="6432194"/>
            <a:ext cx="2940697"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3998451" y="7813884"/>
            <a:ext cx="3097552" cy="1037978"/>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4007373" y="5044911"/>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4219469" y="5055219"/>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694285" y="7311299"/>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906382" y="7321607"/>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4001002" y="7311299"/>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4079429" y="7321607"/>
            <a:ext cx="2940697"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700655" y="5044911"/>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912752" y="5055219"/>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3746833" y="4981986"/>
            <a:ext cx="278736" cy="2787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3621" tIns="41811" rIns="83621" bIns="41811"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endParaRPr kumimoji="0" lang="en-US" sz="1647"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659465" y="4111815"/>
            <a:ext cx="278736" cy="2787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3621" tIns="41811" rIns="83621" bIns="41811"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endParaRPr kumimoji="0" lang="en-US" sz="1647"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656958" y="2336079"/>
            <a:ext cx="6458481" cy="32470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r>
              <a:rPr kumimoji="0" lang="en-US" sz="1510"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790703" y="4187389"/>
            <a:ext cx="2899346"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4001340" y="5438230"/>
            <a:ext cx="3101197" cy="97613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1183977" y="3301090"/>
            <a:ext cx="2135616" cy="799348"/>
            <a:chOff x="740180" y="5452436"/>
            <a:chExt cx="2335309" cy="874093"/>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874093"/>
              <a:chOff x="939058" y="4083045"/>
              <a:chExt cx="2354831" cy="2381395"/>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238917" tIns="191133" rIns="238917" bIns="19113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1218424" rtl="0" eaLnBrk="1" fontAlgn="base" latinLnBrk="0" hangingPunct="1">
                  <a:lnSpc>
                    <a:spcPct val="100000"/>
                  </a:lnSpc>
                  <a:spcBef>
                    <a:spcPct val="0"/>
                  </a:spcBef>
                  <a:spcAft>
                    <a:spcPct val="0"/>
                  </a:spcAft>
                  <a:buClrTx/>
                  <a:buSzTx/>
                  <a:buFontTx/>
                  <a:buNone/>
                  <a:tabLst/>
                  <a:defRPr/>
                </a:pPr>
                <a:endParaRPr kumimoji="0" lang="en-US" sz="2612"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901" y="5979428"/>
                <a:ext cx="1793147" cy="4850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458"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1"/>
                <a:ext cx="561480"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r>
                  <a:rPr kumimoji="0" lang="en-US" sz="549"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4409"/>
              <a:chOff x="1713430" y="5767854"/>
              <a:chExt cx="788352" cy="244409"/>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r>
                  <a:rPr kumimoji="0" lang="en-US" sz="549"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4409"/>
              <a:chOff x="2303516" y="6076925"/>
              <a:chExt cx="629238" cy="244409"/>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877"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7" y="6102818"/>
                <a:ext cx="437832"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8173" rtl="0" eaLnBrk="1" fontAlgn="auto" latinLnBrk="0" hangingPunct="1">
                  <a:lnSpc>
                    <a:spcPct val="100000"/>
                  </a:lnSpc>
                  <a:spcBef>
                    <a:spcPts val="0"/>
                  </a:spcBef>
                  <a:spcAft>
                    <a:spcPts val="0"/>
                  </a:spcAft>
                  <a:buClrTx/>
                  <a:buSzTx/>
                  <a:buFontTx/>
                  <a:buNone/>
                  <a:tabLst/>
                  <a:defRPr/>
                </a:pPr>
                <a:r>
                  <a:rPr kumimoji="0" lang="en-US" sz="549"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4490595" y="3220863"/>
            <a:ext cx="2118391" cy="968021"/>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4094332" y="4187389"/>
            <a:ext cx="2910919"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8173" rtl="0" eaLnBrk="1" fontAlgn="auto" latinLnBrk="0" hangingPunct="1">
              <a:lnSpc>
                <a:spcPct val="100000"/>
              </a:lnSpc>
              <a:spcBef>
                <a:spcPts val="0"/>
              </a:spcBef>
              <a:spcAft>
                <a:spcPts val="0"/>
              </a:spcAft>
              <a:buClrTx/>
              <a:buSzTx/>
              <a:buFontTx/>
              <a:buNone/>
              <a:tabLst/>
              <a:defRPr/>
            </a:pPr>
            <a:r>
              <a:rPr kumimoji="0" lang="en-US" sz="1007"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993552" y="7738176"/>
            <a:ext cx="2499044" cy="1174584"/>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81294" y="5438289"/>
            <a:ext cx="2736299" cy="1014401"/>
          </a:xfrm>
          <a:prstGeom prst="rect">
            <a:avLst/>
          </a:prstGeom>
        </p:spPr>
      </p:pic>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0" y="-13849"/>
            <a:ext cx="7791669" cy="2411936"/>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807762" y="1221708"/>
            <a:ext cx="6160872" cy="7578092"/>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67208" tIns="133767" rIns="167208" bIns="133767" numCol="1" spcCol="0" rtlCol="0" fromWordArt="0" anchor="t" anchorCtr="0" forceAA="0" compatLnSpc="1">
            <a:prstTxWarp prst="textNoShape">
              <a:avLst/>
            </a:prstTxWarp>
            <a:noAutofit/>
          </a:bodyPr>
          <a:lstStyle/>
          <a:p>
            <a:pPr marL="0" marR="0" lvl="0" indent="0" algn="l" defTabSz="852624" rtl="0" eaLnBrk="1" fontAlgn="base" latinLnBrk="0" hangingPunct="1">
              <a:lnSpc>
                <a:spcPct val="100000"/>
              </a:lnSpc>
              <a:spcBef>
                <a:spcPct val="0"/>
              </a:spcBef>
              <a:spcAft>
                <a:spcPct val="0"/>
              </a:spcAft>
              <a:buClrTx/>
              <a:buSzTx/>
              <a:buFontTx/>
              <a:buNone/>
              <a:tabLst/>
              <a:defRPr/>
            </a:pPr>
            <a:endParaRPr kumimoji="0" lang="en-US" sz="1829"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807756" y="1221706"/>
            <a:ext cx="6160873" cy="464563"/>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1169597" rtl="0" eaLnBrk="1" fontAlgn="auto" latinLnBrk="0" hangingPunct="1">
              <a:lnSpc>
                <a:spcPct val="100000"/>
              </a:lnSpc>
              <a:spcBef>
                <a:spcPct val="20000"/>
              </a:spcBef>
              <a:spcAft>
                <a:spcPts val="0"/>
              </a:spcAft>
              <a:buClrTx/>
              <a:buSzPct val="90000"/>
              <a:buFontTx/>
              <a:buNone/>
              <a:tabLst/>
              <a:defRPr/>
            </a:pPr>
            <a:endParaRPr kumimoji="0" lang="en-US" sz="1505"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807765" y="1221717"/>
          <a:ext cx="6160874" cy="7578076"/>
        </p:xfrm>
        <a:graphic>
          <a:graphicData uri="http://schemas.openxmlformats.org/drawingml/2006/table">
            <a:tbl>
              <a:tblPr firstRow="1" bandRow="1">
                <a:effectLst/>
                <a:tableStyleId>{2D5ABB26-0587-4C30-8999-92F81FD0307C}</a:tableStyleId>
              </a:tblPr>
              <a:tblGrid>
                <a:gridCol w="4644352">
                  <a:extLst>
                    <a:ext uri="{9D8B030D-6E8A-4147-A177-3AD203B41FA5}">
                      <a16:colId xmlns:a16="http://schemas.microsoft.com/office/drawing/2014/main" val="20000"/>
                    </a:ext>
                  </a:extLst>
                </a:gridCol>
                <a:gridCol w="758261">
                  <a:extLst>
                    <a:ext uri="{9D8B030D-6E8A-4147-A177-3AD203B41FA5}">
                      <a16:colId xmlns:a16="http://schemas.microsoft.com/office/drawing/2014/main" val="20001"/>
                    </a:ext>
                  </a:extLst>
                </a:gridCol>
                <a:gridCol w="758261">
                  <a:extLst>
                    <a:ext uri="{9D8B030D-6E8A-4147-A177-3AD203B41FA5}">
                      <a16:colId xmlns:a16="http://schemas.microsoft.com/office/drawing/2014/main" val="20002"/>
                    </a:ext>
                  </a:extLst>
                </a:gridCol>
              </a:tblGrid>
              <a:tr h="46915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10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112850" marR="45141" marT="9555"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10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9555" marR="9555" marT="9555"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10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9555" marR="9555" marT="9555"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21322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Work IQ</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Latest OpenAI  models: GPT-5.X</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Model choice</a:t>
                      </a:r>
                      <a:endParaRPr lang="en-US" sz="9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Chat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Search</a:t>
                      </a:r>
                      <a:r>
                        <a:rPr lang="en-US" sz="900" b="0" baseline="30000">
                          <a:solidFill>
                            <a:schemeClr val="tx2"/>
                          </a:solidFill>
                          <a:latin typeface="Segoe UI" panose="020B0502040204020203" pitchFamily="34" charset="0"/>
                          <a:ea typeface="+mn-ea"/>
                          <a:cs typeface="Segoe UI" panose="020B0502040204020203" pitchFamily="34" charset="0"/>
                        </a:rPr>
                        <a:t>2</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Notebooks</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Create</a:t>
                      </a:r>
                      <a:r>
                        <a:rPr lang="en-US" sz="900" b="0" baseline="30000">
                          <a:solidFill>
                            <a:schemeClr val="tx2"/>
                          </a:solidFill>
                          <a:latin typeface="Segoe UI" panose="020B0502040204020203" pitchFamily="34" charset="0"/>
                          <a:ea typeface="+mn-ea"/>
                          <a:cs typeface="Segoe UI" panose="020B0502040204020203" pitchFamily="34" charset="0"/>
                        </a:rPr>
                        <a:t>3</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Memory and personalization</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Voice on mobile, desktop, web</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Sora 2</a:t>
                      </a:r>
                      <a:r>
                        <a:rPr lang="en-US" sz="900" b="0" baseline="30000">
                          <a:solidFill>
                            <a:schemeClr val="tx2"/>
                          </a:solidFill>
                          <a:latin typeface="Segoe UI" panose="020B0502040204020203" pitchFamily="34" charset="0"/>
                          <a:ea typeface="+mn-ea"/>
                          <a:cs typeface="Segoe UI" panose="020B0502040204020203" pitchFamily="34" charset="0"/>
                        </a:rPr>
                        <a:t>4</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Copilot Mode in Edge</a:t>
                      </a:r>
                      <a:r>
                        <a:rPr lang="en-US" sz="900" b="0" baseline="30000">
                          <a:solidFill>
                            <a:schemeClr val="tx2"/>
                          </a:solidFill>
                          <a:latin typeface="Segoe UI" panose="020B0502040204020203" pitchFamily="34" charset="0"/>
                          <a:ea typeface="+mn-ea"/>
                          <a:cs typeface="Segoe UI" panose="020B0502040204020203" pitchFamily="34" charset="0"/>
                        </a:rPr>
                        <a:t>5</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Copilot in Outlook</a:t>
                      </a:r>
                      <a:r>
                        <a:rPr lang="en-US" sz="900" b="0" baseline="30000">
                          <a:solidFill>
                            <a:schemeClr val="tx2"/>
                          </a:solidFill>
                          <a:latin typeface="Segoe UI" panose="020B0502040204020203" pitchFamily="34" charset="0"/>
                          <a:ea typeface="+mn-ea"/>
                          <a:cs typeface="Segoe UI" panose="020B0502040204020203" pitchFamily="34" charset="0"/>
                        </a:rPr>
                        <a:t>6</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baseline="0">
                          <a:solidFill>
                            <a:schemeClr val="tx2"/>
                          </a:solidFill>
                          <a:latin typeface="Segoe UI" panose="020B0502040204020203" pitchFamily="34" charset="0"/>
                          <a:ea typeface="+mn-ea"/>
                          <a:cs typeface="Segoe UI" panose="020B0502040204020203" pitchFamily="34" charset="0"/>
                        </a:rPr>
                        <a:t>Copilot in Teams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900" b="0" kern="1200" baseline="30000" noProof="0">
                          <a:solidFill>
                            <a:schemeClr val="tx2"/>
                          </a:solidFill>
                          <a:latin typeface="Segoe UI" panose="020B0502040204020203" pitchFamily="34" charset="0"/>
                          <a:ea typeface="+mn-ea"/>
                          <a:cs typeface="Segoe UI" panose="020B0502040204020203" pitchFamily="34" charset="0"/>
                        </a:rPr>
                        <a:t>7</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2"/>
                          </a:solidFill>
                          <a:latin typeface="Segoe UI" panose="020B0502040204020203" pitchFamily="34" charset="0"/>
                          <a:ea typeface="+mn-ea"/>
                          <a:cs typeface="Segoe UI" panose="020B0502040204020203" pitchFamily="34" charset="0"/>
                        </a:rPr>
                        <a:t>Agent creation</a:t>
                      </a:r>
                      <a:r>
                        <a:rPr lang="en-US" sz="900" b="0">
                          <a:solidFill>
                            <a:schemeClr val="tx2"/>
                          </a:solidFill>
                          <a:latin typeface="Segoe UI" panose="020B0502040204020203" pitchFamily="34" charset="0"/>
                          <a:ea typeface="+mn-ea"/>
                          <a:cs typeface="Segoe UI" panose="020B0502040204020203" pitchFamily="34" charset="0"/>
                        </a:rPr>
                        <a:t> </a:t>
                      </a:r>
                      <a:r>
                        <a:rPr lang="en-US" sz="9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900" b="0" kern="1200" baseline="30000">
                          <a:solidFill>
                            <a:schemeClr val="tx2"/>
                          </a:solidFill>
                          <a:latin typeface="Segoe UI" panose="020B0502040204020203" pitchFamily="34" charset="0"/>
                          <a:ea typeface="+mn-ea"/>
                          <a:cs typeface="Segoe UI" panose="020B0502040204020203" pitchFamily="34" charset="0"/>
                        </a:rPr>
                        <a:t>4</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2"/>
                          </a:solidFill>
                          <a:latin typeface="Segoe UI" panose="020B0502040204020203" pitchFamily="34" charset="0"/>
                          <a:ea typeface="+mn-ea"/>
                          <a:cs typeface="Segoe UI" panose="020B0502040204020203" pitchFamily="34" charset="0"/>
                        </a:rPr>
                        <a:t>Agent usage </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21322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900" b="0" baseline="30000">
                          <a:solidFill>
                            <a:schemeClr val="tx2"/>
                          </a:solidFill>
                          <a:latin typeface="Segoe UI" panose="020B0502040204020203" pitchFamily="34" charset="0"/>
                          <a:ea typeface="+mn-ea"/>
                          <a:cs typeface="Segoe UI" panose="020B0502040204020203" pitchFamily="34" charset="0"/>
                        </a:rPr>
                        <a:t>8</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SharePoint Advanced Management </a:t>
                      </a: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807763" y="443605"/>
            <a:ext cx="6160872" cy="347146"/>
          </a:xfrm>
          <a:prstGeom prst="rect">
            <a:avLst/>
          </a:prstGeom>
          <a:noFill/>
          <a:ln/>
        </p:spPr>
        <p:txBody>
          <a:bodyPr wrap="square" lIns="0" tIns="0" rIns="0" bIns="0" rtlCol="0" anchor="t" anchorCtr="0">
            <a:spAutoFit/>
          </a:bodyPr>
          <a:lstStyle/>
          <a:p>
            <a:pPr marL="0" marR="0" lvl="0" indent="0" algn="l" defTabSz="1146420" rtl="0" eaLnBrk="1" fontAlgn="auto" latinLnBrk="0" hangingPunct="1">
              <a:lnSpc>
                <a:spcPct val="100000"/>
              </a:lnSpc>
              <a:spcBef>
                <a:spcPts val="0"/>
              </a:spcBef>
              <a:spcAft>
                <a:spcPts val="0"/>
              </a:spcAft>
              <a:buClrTx/>
              <a:buSzTx/>
              <a:buFontTx/>
              <a:buNone/>
              <a:tabLst/>
              <a:defRPr/>
            </a:pPr>
            <a:r>
              <a:rPr kumimoji="0" lang="en-US" sz="2256"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1092994" y="946229"/>
            <a:ext cx="3558962" cy="187797"/>
          </a:xfrm>
          <a:prstGeom prst="rect">
            <a:avLst/>
          </a:prstGeom>
          <a:noFill/>
        </p:spPr>
        <p:txBody>
          <a:bodyPr wrap="square" lIns="0" tIns="0" rIns="0" bIns="0" anchor="ctr">
            <a:noAutofit/>
          </a:bodyPr>
          <a:lstStyle/>
          <a:p>
            <a:pPr marL="0" marR="0" lvl="0" indent="0" algn="r" defTabSz="1173822"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8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113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113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113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88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88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8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1007"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1007"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8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5450184" y="998470"/>
            <a:ext cx="666849" cy="135422"/>
          </a:xfrm>
          <a:prstGeom prst="rect">
            <a:avLst/>
          </a:prstGeom>
          <a:noFill/>
        </p:spPr>
        <p:txBody>
          <a:bodyPr wrap="none" lIns="0" tIns="0" rIns="0" bIns="0" rtlCol="0">
            <a:spAutoFit/>
          </a:bodyPr>
          <a:lstStyle/>
          <a:p>
            <a:pPr marL="0" marR="0" lvl="0" indent="0" algn="ctr" defTabSz="115074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880"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880"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6239668" y="1001667"/>
            <a:ext cx="694815" cy="135422"/>
          </a:xfrm>
          <a:prstGeom prst="rect">
            <a:avLst/>
          </a:prstGeom>
          <a:noFill/>
        </p:spPr>
        <p:txBody>
          <a:bodyPr wrap="square" lIns="0" tIns="0" rIns="0" bIns="0" rtlCol="0">
            <a:spAutoFit/>
          </a:bodyPr>
          <a:lstStyle/>
          <a:p>
            <a:pPr marL="0" marR="0" lvl="0" indent="0" algn="ctr" defTabSz="115074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658335" y="9024593"/>
            <a:ext cx="6310300" cy="645651"/>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69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317133" marR="0" lvl="0" indent="-143843" algn="l" defTabSz="1127853" rtl="0" eaLnBrk="1" fontAlgn="base" latinLnBrk="0" hangingPunct="1">
              <a:lnSpc>
                <a:spcPct val="100000"/>
              </a:lnSpc>
              <a:spcBef>
                <a:spcPts val="0"/>
              </a:spcBef>
              <a:spcAft>
                <a:spcPts val="125"/>
              </a:spcAft>
              <a:buClrTx/>
              <a:buSzTx/>
              <a:buFontTx/>
              <a:buAutoNum type="arabicParenR"/>
              <a:tabLst/>
              <a:defRPr/>
            </a:pPr>
            <a:r>
              <a:rPr kumimoji="0" lang="en-US" sz="69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0" y="-11015"/>
            <a:ext cx="7772400" cy="8579416"/>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 y="5014247"/>
            <a:ext cx="7772398" cy="503984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2241" y="2829"/>
            <a:ext cx="7440336" cy="1825878"/>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US" sz="182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1435968" y="-11015"/>
            <a:ext cx="6336428" cy="1961460"/>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673352" y="798516"/>
            <a:ext cx="6454851" cy="38735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59714" rtl="0" eaLnBrk="1" fontAlgn="auto" latinLnBrk="0" hangingPunct="1">
              <a:lnSpc>
                <a:spcPct val="100000"/>
              </a:lnSpc>
              <a:spcBef>
                <a:spcPts val="0"/>
              </a:spcBef>
              <a:spcAft>
                <a:spcPts val="0"/>
              </a:spcAft>
              <a:buClrTx/>
              <a:buSzTx/>
              <a:buFontTx/>
              <a:buNone/>
              <a:tabLst/>
              <a:defRPr/>
            </a:pPr>
            <a:r>
              <a:rPr kumimoji="0" lang="en-US" sz="2517" b="0" i="0" u="none" strike="noStrike" kern="1200" cap="none" spc="-29"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679233" y="328062"/>
            <a:ext cx="998644" cy="209705"/>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673356" y="1319015"/>
            <a:ext cx="6454853" cy="232243"/>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417922" rtl="0" eaLnBrk="1" fontAlgn="auto" latinLnBrk="0" hangingPunct="1">
              <a:lnSpc>
                <a:spcPct val="100000"/>
              </a:lnSpc>
              <a:spcBef>
                <a:spcPts val="0"/>
              </a:spcBef>
              <a:spcAft>
                <a:spcPts val="0"/>
              </a:spcAft>
              <a:buClrTx/>
              <a:buSzTx/>
              <a:buFontTx/>
              <a:buNone/>
              <a:tabLst/>
              <a:defRPr/>
            </a:pPr>
            <a:r>
              <a:rPr kumimoji="0" lang="en-US" sz="1509"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2688035" y="1882061"/>
            <a:ext cx="2052624" cy="333740"/>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6303"/>
            </a:xfrm>
            <a:prstGeom prst="rect">
              <a:avLst/>
            </a:prstGeom>
            <a:grpFill/>
          </p:spPr>
          <p:txBody>
            <a:bodyPr wrap="square" lIns="115066" tIns="57533" rIns="115066" bIns="57533"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279"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4856704" y="1882063"/>
            <a:ext cx="2052624" cy="333741"/>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6302"/>
            </a:xfrm>
            <a:prstGeom prst="rect">
              <a:avLst/>
            </a:prstGeom>
            <a:noFill/>
          </p:spPr>
          <p:txBody>
            <a:bodyPr wrap="square" lIns="115066" tIns="57533" rIns="115066" bIns="57533"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258"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279"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661954" y="2173865"/>
            <a:ext cx="6414368" cy="7439215"/>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828950" y="2305204"/>
          <a:ext cx="6080380" cy="7176350"/>
        </p:xfrm>
        <a:graphic>
          <a:graphicData uri="http://schemas.openxmlformats.org/drawingml/2006/table">
            <a:tbl>
              <a:tblPr firstRow="1" bandRow="1">
                <a:tableStyleId>{5940675A-B579-460E-94D1-54222C63F5DA}</a:tableStyleId>
              </a:tblPr>
              <a:tblGrid>
                <a:gridCol w="1805403">
                  <a:extLst>
                    <a:ext uri="{9D8B030D-6E8A-4147-A177-3AD203B41FA5}">
                      <a16:colId xmlns:a16="http://schemas.microsoft.com/office/drawing/2014/main" val="2609573218"/>
                    </a:ext>
                  </a:extLst>
                </a:gridCol>
                <a:gridCol w="2130963">
                  <a:extLst>
                    <a:ext uri="{9D8B030D-6E8A-4147-A177-3AD203B41FA5}">
                      <a16:colId xmlns:a16="http://schemas.microsoft.com/office/drawing/2014/main" val="2021809884"/>
                    </a:ext>
                  </a:extLst>
                </a:gridCol>
                <a:gridCol w="2144014">
                  <a:extLst>
                    <a:ext uri="{9D8B030D-6E8A-4147-A177-3AD203B41FA5}">
                      <a16:colId xmlns:a16="http://schemas.microsoft.com/office/drawing/2014/main" val="230707671"/>
                    </a:ext>
                  </a:extLst>
                </a:gridCol>
              </a:tblGrid>
              <a:tr h="1056704">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47817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47817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10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63584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10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527448">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Creates clear reports and presentations from complex data</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946294" y="2326889"/>
            <a:ext cx="1223220" cy="863991"/>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946294" y="3062903"/>
            <a:ext cx="1223220" cy="207537"/>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85" y="2444577"/>
              <a:ext cx="809353"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007"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948429" y="3590566"/>
            <a:ext cx="1221086" cy="863991"/>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946294" y="4402371"/>
            <a:ext cx="1223220" cy="207537"/>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762" y="2444577"/>
              <a:ext cx="235796"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007"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948429" y="5052884"/>
            <a:ext cx="1221086" cy="86681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946294" y="5875753"/>
            <a:ext cx="1223220" cy="207537"/>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405" y="2444577"/>
              <a:ext cx="480514"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007"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944157" y="6624912"/>
            <a:ext cx="1221086" cy="86681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938769" y="7407686"/>
            <a:ext cx="1223220" cy="207537"/>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1199" y="2444577"/>
              <a:ext cx="138929"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007"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938768" y="8160865"/>
            <a:ext cx="1230745" cy="1054584"/>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852366" rtl="0" eaLnBrk="1" fontAlgn="base" latinLnBrk="0" hangingPunct="1">
                  <a:lnSpc>
                    <a:spcPct val="100000"/>
                  </a:lnSpc>
                  <a:spcBef>
                    <a:spcPct val="0"/>
                  </a:spcBef>
                  <a:spcAft>
                    <a:spcPct val="0"/>
                  </a:spcAft>
                  <a:buClrTx/>
                  <a:buSzTx/>
                  <a:buFontTx/>
                  <a:buNone/>
                  <a:tabLst/>
                  <a:defRPr/>
                </a:pPr>
                <a:endParaRPr kumimoji="0" lang="en-IN" sz="182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3499" y="2444577"/>
                <a:ext cx="354331" cy="123226"/>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417922" rtl="0" eaLnBrk="1" fontAlgn="auto" latinLnBrk="0" hangingPunct="1">
                  <a:lnSpc>
                    <a:spcPct val="100000"/>
                  </a:lnSpc>
                  <a:spcBef>
                    <a:spcPts val="0"/>
                  </a:spcBef>
                  <a:spcAft>
                    <a:spcPts val="0"/>
                  </a:spcAft>
                  <a:buClrTx/>
                  <a:buSzTx/>
                  <a:buFontTx/>
                  <a:buNone/>
                  <a:tabLst/>
                  <a:defRPr/>
                </a:pPr>
                <a:r>
                  <a:rPr kumimoji="0" lang="en-US" sz="1007"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8EFAFD-73F5-4ACC-94D9-04EFE09C58EB}">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763</Words>
  <Application>Microsoft Office PowerPoint</Application>
  <PresentationFormat>Custom</PresentationFormat>
  <Paragraphs>156</Paragraphs>
  <Slides>3</Slides>
  <Notes>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3</vt:i4>
      </vt:variant>
    </vt:vector>
  </HeadingPairs>
  <TitlesOfParts>
    <vt:vector size="17" baseType="lpstr">
      <vt:lpstr>Aptos</vt:lpstr>
      <vt:lpstr>Aptos Display</vt:lpstr>
      <vt:lpstr>Arial</vt:lpstr>
      <vt:lpstr>Calibri</vt:lpstr>
      <vt:lpstr>Segoe Sans Display</vt:lpstr>
      <vt:lpstr>Segoe Sans Display Semibold</vt:lpstr>
      <vt:lpstr>Segoe UI</vt:lpstr>
      <vt:lpstr>Segoe UI Semibold</vt:lpstr>
      <vt:lpstr>Segoe UI Variable Display Semib</vt:lpstr>
      <vt:lpstr>Wingdings</vt:lpstr>
      <vt:lpstr>CSP Template Diamond 06/23</vt:lpstr>
      <vt:lpstr>1_CSP Template Diamond 06/23</vt:lpstr>
      <vt:lpstr>1_Office Theme</vt:lpstr>
      <vt:lpstr>2_Office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Vandan Jain</cp:lastModifiedBy>
  <cp:revision>3</cp:revision>
  <dcterms:created xsi:type="dcterms:W3CDTF">2025-03-07T21:16:33Z</dcterms:created>
  <dcterms:modified xsi:type="dcterms:W3CDTF">2026-04-30T10:24:12Z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