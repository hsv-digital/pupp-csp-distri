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 id="2147483753" r:id="rId7"/>
    <p:sldMasterId id="2147483765" r:id="rId8"/>
  </p:sldMasterIdLst>
  <p:notesMasterIdLst>
    <p:notesMasterId r:id="rId13"/>
  </p:notesMasterIdLst>
  <p:sldIdLst>
    <p:sldId id="2147470025" r:id="rId9"/>
    <p:sldId id="275" r:id="rId10"/>
    <p:sldId id="2147470009" r:id="rId11"/>
    <p:sldId id="274" r:id="rId1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0F6CBD"/>
    <a:srgbClr val="912475"/>
    <a:srgbClr val="F2E5DE"/>
    <a:srgbClr val="FEFEFE"/>
    <a:srgbClr val="F2F2F2"/>
    <a:srgbClr val="FCF2F9"/>
    <a:srgbClr val="5EA6AB"/>
    <a:srgbClr val="E9FED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E4EF19-AEDC-4CBC-94FD-D62F2856D132}" v="2" dt="2026-04-30T10:23:12.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2236" y="68"/>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2.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4-30T10:23:42.701" v="440" actId="14100"/>
      <pc:docMkLst>
        <pc:docMk/>
      </pc:docMkLst>
      <pc:sldChg chg="modSp add mod">
        <pc:chgData name="Vandan Jain" userId="4244b45b-25d1-413d-855b-6597e767c081" providerId="ADAL" clId="{67AB2A15-26B8-47FB-BEC6-EFDC03C3B3B6}" dt="2026-04-30T10:23:42.701" v="440" actId="14100"/>
        <pc:sldMkLst>
          <pc:docMk/>
          <pc:sldMk cId="2160271917" sldId="274"/>
        </pc:sldMkLst>
        <pc:spChg chg="mod">
          <ac:chgData name="Vandan Jain" userId="4244b45b-25d1-413d-855b-6597e767c081" providerId="ADAL" clId="{67AB2A15-26B8-47FB-BEC6-EFDC03C3B3B6}" dt="2026-04-30T10:23:42.701" v="440" actId="14100"/>
          <ac:spMkLst>
            <pc:docMk/>
            <pc:sldMk cId="2160271917" sldId="274"/>
            <ac:spMk id="2" creationId="{693C7EB6-AE67-B8A3-76C1-AD14AC60ADC6}"/>
          </ac:spMkLst>
        </pc:spChg>
        <pc:picChg chg="mod">
          <ac:chgData name="Vandan Jain" userId="4244b45b-25d1-413d-855b-6597e767c081" providerId="ADAL" clId="{67AB2A15-26B8-47FB-BEC6-EFDC03C3B3B6}" dt="2026-04-30T10:23:36.389" v="439" actId="14100"/>
          <ac:picMkLst>
            <pc:docMk/>
            <pc:sldMk cId="2160271917" sldId="274"/>
            <ac:picMk id="4" creationId="{4AF6459C-86A0-0F90-7BE3-BC723C535424}"/>
          </ac:picMkLst>
        </pc:picChg>
        <pc:picChg chg="mod">
          <ac:chgData name="Vandan Jain" userId="4244b45b-25d1-413d-855b-6597e767c081" providerId="ADAL" clId="{67AB2A15-26B8-47FB-BEC6-EFDC03C3B3B6}" dt="2026-04-30T10:23:23.572" v="436" actId="14100"/>
          <ac:picMkLst>
            <pc:docMk/>
            <pc:sldMk cId="2160271917" sldId="274"/>
            <ac:picMk id="16" creationId="{811781A5-3B8D-8801-9498-F6DD74C0E210}"/>
          </ac:picMkLst>
        </pc:picChg>
        <pc:picChg chg="mod">
          <ac:chgData name="Vandan Jain" userId="4244b45b-25d1-413d-855b-6597e767c081" providerId="ADAL" clId="{67AB2A15-26B8-47FB-BEC6-EFDC03C3B3B6}" dt="2026-04-30T10:23:32.426" v="438" actId="14100"/>
          <ac:picMkLst>
            <pc:docMk/>
            <pc:sldMk cId="2160271917" sldId="274"/>
            <ac:picMk id="1106" creationId="{F5F64C2B-21EA-C031-DC01-E29061740BE5}"/>
          </ac:picMkLst>
        </pc:picChg>
      </pc:sldChg>
      <pc:sldChg chg="add">
        <pc:chgData name="Vandan Jain" userId="4244b45b-25d1-413d-855b-6597e767c081" providerId="ADAL" clId="{67AB2A15-26B8-47FB-BEC6-EFDC03C3B3B6}" dt="2026-04-28T16:41:42.897" v="396"/>
        <pc:sldMkLst>
          <pc:docMk/>
          <pc:sldMk cId="1144813852" sldId="275"/>
        </pc:sldMkLst>
      </pc:sldChg>
      <pc:sldChg chg="addSp delSp modSp add mod">
        <pc:chgData name="Vandan Jain" userId="4244b45b-25d1-413d-855b-6597e767c081" providerId="ADAL" clId="{67AB2A15-26B8-47FB-BEC6-EFDC03C3B3B6}" dt="2026-04-28T16:43:16.122" v="433" actId="1038"/>
        <pc:sldMkLst>
          <pc:docMk/>
          <pc:sldMk cId="502757189" sldId="2147470025"/>
        </pc:sldMkLst>
        <pc:spChg chg="mod ord">
          <ac:chgData name="Vandan Jain" userId="4244b45b-25d1-413d-855b-6597e767c081" providerId="ADAL" clId="{67AB2A15-26B8-47FB-BEC6-EFDC03C3B3B6}" dt="2026-04-28T16:42:39.787" v="410" actId="167"/>
          <ac:spMkLst>
            <pc:docMk/>
            <pc:sldMk cId="502757189" sldId="2147470025"/>
            <ac:spMk id="2" creationId="{B647C41A-A88A-03F2-8358-3A820F0619F4}"/>
          </ac:spMkLst>
        </pc:spChg>
        <pc:picChg chg="mod ord">
          <ac:chgData name="Vandan Jain" userId="4244b45b-25d1-413d-855b-6597e767c081" providerId="ADAL" clId="{67AB2A15-26B8-47FB-BEC6-EFDC03C3B3B6}" dt="2026-04-28T16:42:58.662" v="416" actId="166"/>
          <ac:picMkLst>
            <pc:docMk/>
            <pc:sldMk cId="502757189" sldId="2147470025"/>
            <ac:picMk id="4" creationId="{C3DDBFE9-EF63-81ED-A2DA-EA2DABA2F3C2}"/>
          </ac:picMkLst>
        </pc:picChg>
        <pc:picChg chg="add del mod">
          <ac:chgData name="Vandan Jain" userId="4244b45b-25d1-413d-855b-6597e767c081" providerId="ADAL" clId="{67AB2A15-26B8-47FB-BEC6-EFDC03C3B3B6}" dt="2026-04-28T16:43:13.019" v="432" actId="14100"/>
          <ac:picMkLst>
            <pc:docMk/>
            <pc:sldMk cId="502757189" sldId="2147470025"/>
            <ac:picMk id="16" creationId="{A537F37F-A3F1-D865-5110-03589F8C943E}"/>
          </ac:picMkLst>
        </pc:picChg>
        <pc:picChg chg="mod">
          <ac:chgData name="Vandan Jain" userId="4244b45b-25d1-413d-855b-6597e767c081" providerId="ADAL" clId="{67AB2A15-26B8-47FB-BEC6-EFDC03C3B3B6}" dt="2026-04-28T16:43:16.122" v="433" actId="1038"/>
          <ac:picMkLst>
            <pc:docMk/>
            <pc:sldMk cId="502757189" sldId="2147470025"/>
            <ac:picMk id="1106" creationId="{C3DDBFE9-EF63-81ED-A2DA-EA2DABA2F3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4/30/2026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236788" y="1143000"/>
            <a:ext cx="23844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236788" y="1143000"/>
            <a:ext cx="23844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4F23-3FD6-4A9A-2861-41FB1AFA2C82}"/>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DDB3D1-4F7B-6919-C9FB-41B32C3EABA8}"/>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7809580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1" y="3754488"/>
            <a:ext cx="6606540" cy="1393460"/>
          </a:xfrm>
        </p:spPr>
        <p:txBody>
          <a:bodyPr anchor="b"/>
          <a:lstStyle>
            <a:lvl1pPr algn="ctr">
              <a:defRPr sz="4528"/>
            </a:lvl1pPr>
          </a:lstStyle>
          <a:p>
            <a:r>
              <a:rPr lang="en-US"/>
              <a:t>Click to edit Master title style</a:t>
            </a:r>
          </a:p>
        </p:txBody>
      </p:sp>
      <p:sp>
        <p:nvSpPr>
          <p:cNvPr id="3" name="Subtitle 2"/>
          <p:cNvSpPr>
            <a:spLocks noGrp="1"/>
          </p:cNvSpPr>
          <p:nvPr>
            <p:ph type="subTitle" idx="1"/>
          </p:nvPr>
        </p:nvSpPr>
        <p:spPr>
          <a:xfrm>
            <a:off x="971551" y="5282990"/>
            <a:ext cx="5829300" cy="278724"/>
          </a:xfrm>
        </p:spPr>
        <p:txBody>
          <a:bodyPr/>
          <a:lstStyle>
            <a:lvl1pPr marL="0" indent="0" algn="ctr">
              <a:buNone/>
              <a:defRPr sz="1811"/>
            </a:lvl1pPr>
            <a:lvl2pPr marL="344964" indent="0" algn="ctr">
              <a:buNone/>
              <a:defRPr sz="1509"/>
            </a:lvl2pPr>
            <a:lvl3pPr marL="689928" indent="0" algn="ctr">
              <a:buNone/>
              <a:defRPr sz="1358"/>
            </a:lvl3pPr>
            <a:lvl4pPr marL="1034892" indent="0" algn="ctr">
              <a:buNone/>
              <a:defRPr sz="1208"/>
            </a:lvl4pPr>
            <a:lvl5pPr marL="1379856" indent="0" algn="ctr">
              <a:buNone/>
              <a:defRPr sz="1208"/>
            </a:lvl5pPr>
            <a:lvl6pPr marL="1724820" indent="0" algn="ctr">
              <a:buNone/>
              <a:defRPr sz="1208"/>
            </a:lvl6pPr>
            <a:lvl7pPr marL="2069784" indent="0" algn="ctr">
              <a:buNone/>
              <a:defRPr sz="1208"/>
            </a:lvl7pPr>
            <a:lvl8pPr marL="2414748" indent="0" algn="ctr">
              <a:buNone/>
              <a:defRPr sz="1208"/>
            </a:lvl8pPr>
            <a:lvl9pPr marL="2759712" indent="0" algn="ctr">
              <a:buNone/>
              <a:defRPr sz="1208"/>
            </a:lvl9pPr>
          </a:lstStyle>
          <a:p>
            <a:r>
              <a:rPr lang="en-US"/>
              <a:t>Click to edit Master subtitle style</a:t>
            </a:r>
          </a:p>
        </p:txBody>
      </p:sp>
    </p:spTree>
    <p:extLst>
      <p:ext uri="{BB962C8B-B14F-4D97-AF65-F5344CB8AC3E}">
        <p14:creationId xmlns:p14="http://schemas.microsoft.com/office/powerpoint/2010/main" val="382798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1" y="1646133"/>
            <a:ext cx="6606539" cy="3501814"/>
          </a:xfrm>
        </p:spPr>
        <p:txBody>
          <a:bodyPr anchor="b"/>
          <a:lstStyle>
            <a:lvl1pPr algn="ctr">
              <a:defRPr sz="4664"/>
            </a:lvl1pPr>
          </a:lstStyle>
          <a:p>
            <a:r>
              <a:rPr lang="en-US"/>
              <a:t>Click to edit Master title style</a:t>
            </a:r>
            <a:endParaRPr lang="en-US" dirty="0"/>
          </a:p>
        </p:txBody>
      </p:sp>
      <p:sp>
        <p:nvSpPr>
          <p:cNvPr id="3" name="Subtitle 2"/>
          <p:cNvSpPr>
            <a:spLocks noGrp="1"/>
          </p:cNvSpPr>
          <p:nvPr>
            <p:ph type="subTitle" idx="1"/>
          </p:nvPr>
        </p:nvSpPr>
        <p:spPr>
          <a:xfrm>
            <a:off x="971550" y="5282990"/>
            <a:ext cx="5829301" cy="2428451"/>
          </a:xfrm>
        </p:spPr>
        <p:txBody>
          <a:bodyPr/>
          <a:lstStyle>
            <a:lvl1pPr marL="0" indent="0" algn="ctr">
              <a:buNone/>
              <a:defRPr sz="1866"/>
            </a:lvl1pPr>
            <a:lvl2pPr marL="355419" indent="0" algn="ctr">
              <a:buNone/>
              <a:defRPr sz="1555"/>
            </a:lvl2pPr>
            <a:lvl3pPr marL="710838" indent="0" algn="ctr">
              <a:buNone/>
              <a:defRPr sz="1400"/>
            </a:lvl3pPr>
            <a:lvl4pPr marL="1066258" indent="0" algn="ctr">
              <a:buNone/>
              <a:defRPr sz="1243"/>
            </a:lvl4pPr>
            <a:lvl5pPr marL="1421676" indent="0" algn="ctr">
              <a:buNone/>
              <a:defRPr sz="1243"/>
            </a:lvl5pPr>
            <a:lvl6pPr marL="1777095" indent="0" algn="ctr">
              <a:buNone/>
              <a:defRPr sz="1243"/>
            </a:lvl6pPr>
            <a:lvl7pPr marL="2132514" indent="0" algn="ctr">
              <a:buNone/>
              <a:defRPr sz="1243"/>
            </a:lvl7pPr>
            <a:lvl8pPr marL="2487934" indent="0" algn="ctr">
              <a:buNone/>
              <a:defRPr sz="1243"/>
            </a:lvl8pPr>
            <a:lvl9pPr marL="2843352" indent="0" algn="ctr">
              <a:buNone/>
              <a:defRPr sz="124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77430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60455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6" y="2507620"/>
            <a:ext cx="6703695" cy="4184014"/>
          </a:xfrm>
        </p:spPr>
        <p:txBody>
          <a:bodyPr anchor="b"/>
          <a:lstStyle>
            <a:lvl1pPr>
              <a:defRPr sz="4664"/>
            </a:lvl1pPr>
          </a:lstStyle>
          <a:p>
            <a:r>
              <a:rPr lang="en-US"/>
              <a:t>Click to edit Master title style</a:t>
            </a:r>
            <a:endParaRPr lang="en-US" dirty="0"/>
          </a:p>
        </p:txBody>
      </p:sp>
      <p:sp>
        <p:nvSpPr>
          <p:cNvPr id="3" name="Text Placeholder 2"/>
          <p:cNvSpPr>
            <a:spLocks noGrp="1"/>
          </p:cNvSpPr>
          <p:nvPr>
            <p:ph type="body" idx="1"/>
          </p:nvPr>
        </p:nvSpPr>
        <p:spPr>
          <a:xfrm>
            <a:off x="530306" y="6731215"/>
            <a:ext cx="6703695" cy="2200275"/>
          </a:xfrm>
        </p:spPr>
        <p:txBody>
          <a:bodyPr/>
          <a:lstStyle>
            <a:lvl1pPr marL="0" indent="0">
              <a:buNone/>
              <a:defRPr sz="1866">
                <a:solidFill>
                  <a:schemeClr val="tx1">
                    <a:tint val="82000"/>
                  </a:schemeClr>
                </a:solidFill>
              </a:defRPr>
            </a:lvl1pPr>
            <a:lvl2pPr marL="355419" indent="0">
              <a:buNone/>
              <a:defRPr sz="1555">
                <a:solidFill>
                  <a:schemeClr val="tx1">
                    <a:tint val="82000"/>
                  </a:schemeClr>
                </a:solidFill>
              </a:defRPr>
            </a:lvl2pPr>
            <a:lvl3pPr marL="710838" indent="0">
              <a:buNone/>
              <a:defRPr sz="1400">
                <a:solidFill>
                  <a:schemeClr val="tx1">
                    <a:tint val="82000"/>
                  </a:schemeClr>
                </a:solidFill>
              </a:defRPr>
            </a:lvl3pPr>
            <a:lvl4pPr marL="1066258" indent="0">
              <a:buNone/>
              <a:defRPr sz="1243">
                <a:solidFill>
                  <a:schemeClr val="tx1">
                    <a:tint val="82000"/>
                  </a:schemeClr>
                </a:solidFill>
              </a:defRPr>
            </a:lvl4pPr>
            <a:lvl5pPr marL="1421676" indent="0">
              <a:buNone/>
              <a:defRPr sz="1243">
                <a:solidFill>
                  <a:schemeClr val="tx1">
                    <a:tint val="82000"/>
                  </a:schemeClr>
                </a:solidFill>
              </a:defRPr>
            </a:lvl5pPr>
            <a:lvl6pPr marL="1777095" indent="0">
              <a:buNone/>
              <a:defRPr sz="1243">
                <a:solidFill>
                  <a:schemeClr val="tx1">
                    <a:tint val="82000"/>
                  </a:schemeClr>
                </a:solidFill>
              </a:defRPr>
            </a:lvl6pPr>
            <a:lvl7pPr marL="2132514" indent="0">
              <a:buNone/>
              <a:defRPr sz="1243">
                <a:solidFill>
                  <a:schemeClr val="tx1">
                    <a:tint val="82000"/>
                  </a:schemeClr>
                </a:solidFill>
              </a:defRPr>
            </a:lvl7pPr>
            <a:lvl8pPr marL="2487934" indent="0">
              <a:buNone/>
              <a:defRPr sz="1243">
                <a:solidFill>
                  <a:schemeClr val="tx1">
                    <a:tint val="82000"/>
                  </a:schemeClr>
                </a:solidFill>
              </a:defRPr>
            </a:lvl8pPr>
            <a:lvl9pPr marL="2843352" indent="0">
              <a:buNone/>
              <a:defRPr sz="124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78687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4" y="2677584"/>
            <a:ext cx="3303269" cy="6381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69" cy="63819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4985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7" y="535520"/>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5" y="2465707"/>
            <a:ext cx="3288089" cy="1208404"/>
          </a:xfrm>
        </p:spPr>
        <p:txBody>
          <a:bodyPr anchor="b"/>
          <a:lstStyle>
            <a:lvl1pPr marL="0" indent="0">
              <a:buNone/>
              <a:defRPr sz="1866" b="1"/>
            </a:lvl1pPr>
            <a:lvl2pPr marL="355419" indent="0">
              <a:buNone/>
              <a:defRPr sz="1555" b="1"/>
            </a:lvl2pPr>
            <a:lvl3pPr marL="710838" indent="0">
              <a:buNone/>
              <a:defRPr sz="1400" b="1"/>
            </a:lvl3pPr>
            <a:lvl4pPr marL="1066258" indent="0">
              <a:buNone/>
              <a:defRPr sz="1243" b="1"/>
            </a:lvl4pPr>
            <a:lvl5pPr marL="1421676" indent="0">
              <a:buNone/>
              <a:defRPr sz="1243" b="1"/>
            </a:lvl5pPr>
            <a:lvl6pPr marL="1777095" indent="0">
              <a:buNone/>
              <a:defRPr sz="1243" b="1"/>
            </a:lvl6pPr>
            <a:lvl7pPr marL="2132514" indent="0">
              <a:buNone/>
              <a:defRPr sz="1243" b="1"/>
            </a:lvl7pPr>
            <a:lvl8pPr marL="2487934" indent="0">
              <a:buNone/>
              <a:defRPr sz="1243" b="1"/>
            </a:lvl8pPr>
            <a:lvl9pPr marL="2843352" indent="0">
              <a:buNone/>
              <a:defRPr sz="1243" b="1"/>
            </a:lvl9pPr>
          </a:lstStyle>
          <a:p>
            <a:pPr lvl="0"/>
            <a:r>
              <a:rPr lang="en-US"/>
              <a:t>Click to edit Master text styles</a:t>
            </a:r>
          </a:p>
        </p:txBody>
      </p:sp>
      <p:sp>
        <p:nvSpPr>
          <p:cNvPr id="4" name="Content Placeholder 3"/>
          <p:cNvSpPr>
            <a:spLocks noGrp="1"/>
          </p:cNvSpPr>
          <p:nvPr>
            <p:ph sz="half" idx="2"/>
          </p:nvPr>
        </p:nvSpPr>
        <p:spPr>
          <a:xfrm>
            <a:off x="535365" y="3674112"/>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9" y="2465707"/>
            <a:ext cx="3304282" cy="1208404"/>
          </a:xfrm>
        </p:spPr>
        <p:txBody>
          <a:bodyPr anchor="b"/>
          <a:lstStyle>
            <a:lvl1pPr marL="0" indent="0">
              <a:buNone/>
              <a:defRPr sz="1866" b="1"/>
            </a:lvl1pPr>
            <a:lvl2pPr marL="355419" indent="0">
              <a:buNone/>
              <a:defRPr sz="1555" b="1"/>
            </a:lvl2pPr>
            <a:lvl3pPr marL="710838" indent="0">
              <a:buNone/>
              <a:defRPr sz="1400" b="1"/>
            </a:lvl3pPr>
            <a:lvl4pPr marL="1066258" indent="0">
              <a:buNone/>
              <a:defRPr sz="1243" b="1"/>
            </a:lvl4pPr>
            <a:lvl5pPr marL="1421676" indent="0">
              <a:buNone/>
              <a:defRPr sz="1243" b="1"/>
            </a:lvl5pPr>
            <a:lvl6pPr marL="1777095" indent="0">
              <a:buNone/>
              <a:defRPr sz="1243" b="1"/>
            </a:lvl6pPr>
            <a:lvl7pPr marL="2132514" indent="0">
              <a:buNone/>
              <a:defRPr sz="1243" b="1"/>
            </a:lvl7pPr>
            <a:lvl8pPr marL="2487934" indent="0">
              <a:buNone/>
              <a:defRPr sz="1243" b="1"/>
            </a:lvl8pPr>
            <a:lvl9pPr marL="2843352" indent="0">
              <a:buNone/>
              <a:defRPr sz="1243" b="1"/>
            </a:lvl9pPr>
          </a:lstStyle>
          <a:p>
            <a:pPr lvl="0"/>
            <a:r>
              <a:rPr lang="en-US"/>
              <a:t>Click to edit Master text styles</a:t>
            </a:r>
          </a:p>
        </p:txBody>
      </p:sp>
      <p:sp>
        <p:nvSpPr>
          <p:cNvPr id="6" name="Content Placeholder 5"/>
          <p:cNvSpPr>
            <a:spLocks noGrp="1"/>
          </p:cNvSpPr>
          <p:nvPr>
            <p:ph sz="quarter" idx="4"/>
          </p:nvPr>
        </p:nvSpPr>
        <p:spPr>
          <a:xfrm>
            <a:off x="3934779" y="3674112"/>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15041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13668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80719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2"/>
            <a:ext cx="2506801" cy="2346959"/>
          </a:xfrm>
        </p:spPr>
        <p:txBody>
          <a:bodyPr anchor="b"/>
          <a:lstStyle>
            <a:lvl1pPr>
              <a:defRPr sz="2488"/>
            </a:lvl1pPr>
          </a:lstStyle>
          <a:p>
            <a:r>
              <a:rPr lang="en-US"/>
              <a:t>Click to edit Master title style</a:t>
            </a:r>
            <a:endParaRPr lang="en-US" dirty="0"/>
          </a:p>
        </p:txBody>
      </p:sp>
      <p:sp>
        <p:nvSpPr>
          <p:cNvPr id="3" name="Content Placeholder 2"/>
          <p:cNvSpPr>
            <a:spLocks noGrp="1"/>
          </p:cNvSpPr>
          <p:nvPr>
            <p:ph idx="1"/>
          </p:nvPr>
        </p:nvSpPr>
        <p:spPr>
          <a:xfrm>
            <a:off x="3304283" y="1448227"/>
            <a:ext cx="3934777" cy="7147984"/>
          </a:xfrm>
        </p:spPr>
        <p:txBody>
          <a:bodyPr/>
          <a:lstStyle>
            <a:lvl1pPr>
              <a:defRPr sz="2488"/>
            </a:lvl1pPr>
            <a:lvl2pPr>
              <a:defRPr sz="2177"/>
            </a:lvl2pPr>
            <a:lvl3pPr>
              <a:defRPr sz="1866"/>
            </a:lvl3pPr>
            <a:lvl4pPr>
              <a:defRPr sz="1555"/>
            </a:lvl4pPr>
            <a:lvl5pPr>
              <a:defRPr sz="1555"/>
            </a:lvl5pPr>
            <a:lvl6pPr>
              <a:defRPr sz="1555"/>
            </a:lvl6pPr>
            <a:lvl7pPr>
              <a:defRPr sz="1555"/>
            </a:lvl7pPr>
            <a:lvl8pPr>
              <a:defRPr sz="1555"/>
            </a:lvl8pPr>
            <a:lvl9pPr>
              <a:defRPr sz="155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2"/>
            <a:ext cx="2506801" cy="5590330"/>
          </a:xfrm>
        </p:spPr>
        <p:txBody>
          <a:bodyPr/>
          <a:lstStyle>
            <a:lvl1pPr marL="0" indent="0">
              <a:buNone/>
              <a:defRPr sz="1243"/>
            </a:lvl1pPr>
            <a:lvl2pPr marL="355419" indent="0">
              <a:buNone/>
              <a:defRPr sz="1089"/>
            </a:lvl2pPr>
            <a:lvl3pPr marL="710838" indent="0">
              <a:buNone/>
              <a:defRPr sz="933"/>
            </a:lvl3pPr>
            <a:lvl4pPr marL="1066258" indent="0">
              <a:buNone/>
              <a:defRPr sz="778"/>
            </a:lvl4pPr>
            <a:lvl5pPr marL="1421676" indent="0">
              <a:buNone/>
              <a:defRPr sz="778"/>
            </a:lvl5pPr>
            <a:lvl6pPr marL="1777095" indent="0">
              <a:buNone/>
              <a:defRPr sz="778"/>
            </a:lvl6pPr>
            <a:lvl7pPr marL="2132514" indent="0">
              <a:buNone/>
              <a:defRPr sz="778"/>
            </a:lvl7pPr>
            <a:lvl8pPr marL="2487934" indent="0">
              <a:buNone/>
              <a:defRPr sz="778"/>
            </a:lvl8pPr>
            <a:lvl9pPr marL="2843352" indent="0">
              <a:buNone/>
              <a:defRPr sz="77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86901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2"/>
            <a:ext cx="2506801" cy="2346959"/>
          </a:xfrm>
        </p:spPr>
        <p:txBody>
          <a:bodyPr anchor="b"/>
          <a:lstStyle>
            <a:lvl1pPr>
              <a:defRPr sz="2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3" y="1448227"/>
            <a:ext cx="3934777" cy="7147984"/>
          </a:xfrm>
        </p:spPr>
        <p:txBody>
          <a:bodyPr anchor="t"/>
          <a:lstStyle>
            <a:lvl1pPr marL="0" indent="0">
              <a:buNone/>
              <a:defRPr sz="2488"/>
            </a:lvl1pPr>
            <a:lvl2pPr marL="355419" indent="0">
              <a:buNone/>
              <a:defRPr sz="2177"/>
            </a:lvl2pPr>
            <a:lvl3pPr marL="710838" indent="0">
              <a:buNone/>
              <a:defRPr sz="1866"/>
            </a:lvl3pPr>
            <a:lvl4pPr marL="1066258" indent="0">
              <a:buNone/>
              <a:defRPr sz="1555"/>
            </a:lvl4pPr>
            <a:lvl5pPr marL="1421676" indent="0">
              <a:buNone/>
              <a:defRPr sz="1555"/>
            </a:lvl5pPr>
            <a:lvl6pPr marL="1777095" indent="0">
              <a:buNone/>
              <a:defRPr sz="1555"/>
            </a:lvl6pPr>
            <a:lvl7pPr marL="2132514" indent="0">
              <a:buNone/>
              <a:defRPr sz="1555"/>
            </a:lvl7pPr>
            <a:lvl8pPr marL="2487934" indent="0">
              <a:buNone/>
              <a:defRPr sz="1555"/>
            </a:lvl8pPr>
            <a:lvl9pPr marL="2843352" indent="0">
              <a:buNone/>
              <a:defRPr sz="1555"/>
            </a:lvl9pPr>
          </a:lstStyle>
          <a:p>
            <a:r>
              <a:rPr lang="en-US"/>
              <a:t>Click icon to add picture</a:t>
            </a:r>
            <a:endParaRPr lang="en-US" dirty="0"/>
          </a:p>
        </p:txBody>
      </p:sp>
      <p:sp>
        <p:nvSpPr>
          <p:cNvPr id="4" name="Text Placeholder 3"/>
          <p:cNvSpPr>
            <a:spLocks noGrp="1"/>
          </p:cNvSpPr>
          <p:nvPr>
            <p:ph type="body" sz="half" idx="2"/>
          </p:nvPr>
        </p:nvSpPr>
        <p:spPr>
          <a:xfrm>
            <a:off x="535365" y="3017522"/>
            <a:ext cx="2506801" cy="5590330"/>
          </a:xfrm>
        </p:spPr>
        <p:txBody>
          <a:bodyPr/>
          <a:lstStyle>
            <a:lvl1pPr marL="0" indent="0">
              <a:buNone/>
              <a:defRPr sz="1243"/>
            </a:lvl1pPr>
            <a:lvl2pPr marL="355419" indent="0">
              <a:buNone/>
              <a:defRPr sz="1089"/>
            </a:lvl2pPr>
            <a:lvl3pPr marL="710838" indent="0">
              <a:buNone/>
              <a:defRPr sz="933"/>
            </a:lvl3pPr>
            <a:lvl4pPr marL="1066258" indent="0">
              <a:buNone/>
              <a:defRPr sz="778"/>
            </a:lvl4pPr>
            <a:lvl5pPr marL="1421676" indent="0">
              <a:buNone/>
              <a:defRPr sz="778"/>
            </a:lvl5pPr>
            <a:lvl6pPr marL="1777095" indent="0">
              <a:buNone/>
              <a:defRPr sz="778"/>
            </a:lvl6pPr>
            <a:lvl7pPr marL="2132514" indent="0">
              <a:buNone/>
              <a:defRPr sz="778"/>
            </a:lvl7pPr>
            <a:lvl8pPr marL="2487934" indent="0">
              <a:buNone/>
              <a:defRPr sz="778"/>
            </a:lvl8pPr>
            <a:lvl9pPr marL="2843352" indent="0">
              <a:buNone/>
              <a:defRPr sz="77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85758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17178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3" y="535516"/>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5" y="535516"/>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87770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3260" y="1646135"/>
            <a:ext cx="6610254" cy="3501813"/>
          </a:xfrm>
        </p:spPr>
        <p:txBody>
          <a:bodyPr anchor="b"/>
          <a:lstStyle>
            <a:lvl1pPr algn="ctr">
              <a:defRPr sz="4667"/>
            </a:lvl1pPr>
          </a:lstStyle>
          <a:p>
            <a:r>
              <a:rPr lang="en-US"/>
              <a:t>Click to edit Master title style</a:t>
            </a:r>
          </a:p>
        </p:txBody>
      </p:sp>
      <p:sp>
        <p:nvSpPr>
          <p:cNvPr id="3" name="Subtitle 2"/>
          <p:cNvSpPr>
            <a:spLocks noGrp="1"/>
          </p:cNvSpPr>
          <p:nvPr>
            <p:ph type="subTitle" idx="1"/>
          </p:nvPr>
        </p:nvSpPr>
        <p:spPr>
          <a:xfrm>
            <a:off x="972098" y="5282990"/>
            <a:ext cx="5832577" cy="2428451"/>
          </a:xfrm>
        </p:spPr>
        <p:txBody>
          <a:bodyPr/>
          <a:lstStyle>
            <a:lvl1pPr marL="0" indent="0" algn="ctr">
              <a:buNone/>
              <a:defRPr sz="1866"/>
            </a:lvl1pPr>
            <a:lvl2pPr marL="355600" indent="0" algn="ctr">
              <a:buNone/>
              <a:defRPr sz="1555"/>
            </a:lvl2pPr>
            <a:lvl3pPr marL="711197" indent="0" algn="ctr">
              <a:buNone/>
              <a:defRPr sz="1400"/>
            </a:lvl3pPr>
            <a:lvl4pPr marL="1066796" indent="0" algn="ctr">
              <a:buNone/>
              <a:defRPr sz="1244"/>
            </a:lvl4pPr>
            <a:lvl5pPr marL="1422394" indent="0" algn="ctr">
              <a:buNone/>
              <a:defRPr sz="1244"/>
            </a:lvl5pPr>
            <a:lvl6pPr marL="1777994" indent="0" algn="ctr">
              <a:buNone/>
              <a:defRPr sz="1244"/>
            </a:lvl6pPr>
            <a:lvl7pPr marL="2133592" indent="0" algn="ctr">
              <a:buNone/>
              <a:defRPr sz="1244"/>
            </a:lvl7pPr>
            <a:lvl8pPr marL="2489191" indent="0" algn="ctr">
              <a:buNone/>
              <a:defRPr sz="1244"/>
            </a:lvl8pPr>
            <a:lvl9pPr marL="2844790" indent="0" algn="ctr">
              <a:buNone/>
              <a:defRPr sz="1244"/>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15572027"/>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50"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6" y="749450"/>
            <a:ext cx="7024308" cy="25130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8" cy="87694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1"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6617" tIns="85294" rIns="106617" bIns="85294" numCol="1" spcCol="0" rtlCol="0" fromWordArt="0" anchor="t" anchorCtr="0" forceAA="0" compatLnSpc="1">
            <a:prstTxWarp prst="textNoShape">
              <a:avLst/>
            </a:prstTxWarp>
            <a:noAutofit/>
          </a:bodyPr>
          <a:lstStyle/>
          <a:p>
            <a:pPr algn="ctr" defTabSz="543663" fontAlgn="base">
              <a:lnSpc>
                <a:spcPct val="90000"/>
              </a:lnSpc>
              <a:spcBef>
                <a:spcPct val="0"/>
              </a:spcBef>
              <a:spcAft>
                <a:spcPct val="0"/>
              </a:spcAft>
            </a:pPr>
            <a:endParaRPr lang="en-US" sz="1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6617" tIns="85294" rIns="106617" bIns="85294" numCol="1" spcCol="0" rtlCol="0" fromWordArt="0" anchor="t" anchorCtr="0" forceAA="0" compatLnSpc="1">
            <a:prstTxWarp prst="textNoShape">
              <a:avLst/>
            </a:prstTxWarp>
            <a:noAutofit/>
          </a:bodyPr>
          <a:lstStyle/>
          <a:p>
            <a:pPr algn="ctr" defTabSz="543663" fontAlgn="base">
              <a:lnSpc>
                <a:spcPct val="90000"/>
              </a:lnSpc>
              <a:spcBef>
                <a:spcPct val="0"/>
              </a:spcBef>
              <a:spcAft>
                <a:spcPct val="0"/>
              </a:spcAft>
            </a:pPr>
            <a:endParaRPr lang="en-US" sz="140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7" y="1810206"/>
            <a:ext cx="4525518" cy="905104"/>
          </a:xfrm>
          <a:prstGeom prst="rect">
            <a:avLst/>
          </a:prstGeom>
        </p:spPr>
      </p:pic>
    </p:spTree>
    <p:extLst>
      <p:ext uri="{BB962C8B-B14F-4D97-AF65-F5344CB8AC3E}">
        <p14:creationId xmlns:p14="http://schemas.microsoft.com/office/powerpoint/2010/main" val="1203139573"/>
      </p:ext>
    </p:extLst>
  </p:cSld>
  <p:clrMap bg1="lt1" tx1="dk1" bg2="lt2" tx2="dk2" accent1="accent1" accent2="accent2" accent3="accent3" accent4="accent4" accent5="accent5" accent6="accent6" hlink="hlink" folHlink="folHlink"/>
  <p:sldLayoutIdLst>
    <p:sldLayoutId id="2147483749" r:id="rId1"/>
  </p:sldLayoutIdLst>
  <p:transition>
    <p:fade/>
  </p:transition>
  <p:hf sldNum="0" hdr="0" ftr="0" dt="0"/>
  <p:txStyles>
    <p:titleStyle>
      <a:lvl1pPr algn="l" defTabSz="543820" rtl="0" eaLnBrk="1" latinLnBrk="0" hangingPunct="1">
        <a:lnSpc>
          <a:spcPct val="100000"/>
        </a:lnSpc>
        <a:spcBef>
          <a:spcPct val="0"/>
        </a:spcBef>
        <a:buNone/>
        <a:defRPr lang="en-US" sz="1633" b="0" kern="1200" cap="none" spc="-29" baseline="0" dirty="0" smtClean="0">
          <a:ln w="3175">
            <a:noFill/>
          </a:ln>
          <a:solidFill>
            <a:srgbClr val="000000"/>
          </a:solidFill>
          <a:effectLst/>
          <a:latin typeface="+mj-lt"/>
          <a:ea typeface="+mn-ea"/>
          <a:cs typeface="Segoe UI" pitchFamily="34" charset="0"/>
        </a:defRPr>
      </a:lvl1pPr>
    </p:titleStyle>
    <p:bodyStyle>
      <a:lvl1pPr marL="0" marR="0" indent="0" algn="l" defTabSz="543820" rtl="0" eaLnBrk="1" fontAlgn="auto" latinLnBrk="0" hangingPunct="1">
        <a:lnSpc>
          <a:spcPct val="100000"/>
        </a:lnSpc>
        <a:spcBef>
          <a:spcPts val="1050"/>
        </a:spcBef>
        <a:spcAft>
          <a:spcPts val="0"/>
        </a:spcAft>
        <a:buClrTx/>
        <a:buSzPct val="90000"/>
        <a:buFont typeface="Wingdings" panose="05000000000000000000" pitchFamily="2" charset="2"/>
        <a:buNone/>
        <a:tabLst/>
        <a:defRPr sz="1050" kern="1200" spc="0" baseline="0">
          <a:solidFill>
            <a:srgbClr val="000000"/>
          </a:solidFill>
          <a:latin typeface="+mj-lt"/>
          <a:ea typeface="+mn-ea"/>
          <a:cs typeface="Segoe UI Semilight" panose="020B0402040204020203" pitchFamily="34" charset="0"/>
        </a:defRPr>
      </a:lvl1pPr>
      <a:lvl2pPr marL="0" marR="0" indent="0" algn="l" defTabSz="543820" rtl="0" eaLnBrk="1" fontAlgn="auto" latinLnBrk="0" hangingPunct="1">
        <a:lnSpc>
          <a:spcPct val="100000"/>
        </a:lnSpc>
        <a:spcBef>
          <a:spcPts val="700"/>
        </a:spcBef>
        <a:spcAft>
          <a:spcPts val="0"/>
        </a:spcAft>
        <a:buClrTx/>
        <a:buSzPct val="90000"/>
        <a:buFont typeface="Wingdings" panose="05000000000000000000" pitchFamily="2" charset="2"/>
        <a:buNone/>
        <a:tabLst/>
        <a:defRPr sz="933" kern="1200" spc="0" baseline="0">
          <a:solidFill>
            <a:srgbClr val="000000"/>
          </a:solidFill>
          <a:latin typeface="+mn-lt"/>
          <a:ea typeface="+mn-ea"/>
          <a:cs typeface="+mn-cs"/>
        </a:defRPr>
      </a:lvl2pPr>
      <a:lvl3pPr marL="116622" marR="0" indent="-116622" algn="l" defTabSz="543820" rtl="0" eaLnBrk="1" fontAlgn="auto" latinLnBrk="0" hangingPunct="1">
        <a:lnSpc>
          <a:spcPct val="100000"/>
        </a:lnSpc>
        <a:spcBef>
          <a:spcPts val="35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3pPr>
      <a:lvl4pPr marL="234576" marR="0" indent="-105515" algn="l" defTabSz="54382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4pPr>
      <a:lvl5pPr marL="351863" marR="0" indent="-117288" algn="l" defTabSz="54382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5pPr>
      <a:lvl6pPr marL="1495504"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6pPr>
      <a:lvl7pPr marL="1767415"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7pPr>
      <a:lvl8pPr marL="2039325"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8pPr>
      <a:lvl9pPr marL="2311236"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9pPr>
    </p:bodyStyle>
    <p:otherStyle>
      <a:defPPr>
        <a:defRPr lang="en-US"/>
      </a:defPPr>
      <a:lvl1pPr marL="0" algn="l" defTabSz="543820" rtl="0" eaLnBrk="1" latinLnBrk="0" hangingPunct="1">
        <a:defRPr sz="1050" kern="1200">
          <a:solidFill>
            <a:schemeClr val="tx1"/>
          </a:solidFill>
          <a:latin typeface="+mn-lt"/>
          <a:ea typeface="+mn-ea"/>
          <a:cs typeface="+mn-cs"/>
        </a:defRPr>
      </a:lvl1pPr>
      <a:lvl2pPr marL="271911" algn="l" defTabSz="543820" rtl="0" eaLnBrk="1" latinLnBrk="0" hangingPunct="1">
        <a:defRPr sz="1050" kern="1200">
          <a:solidFill>
            <a:schemeClr val="tx1"/>
          </a:solidFill>
          <a:latin typeface="+mn-lt"/>
          <a:ea typeface="+mn-ea"/>
          <a:cs typeface="+mn-cs"/>
        </a:defRPr>
      </a:lvl2pPr>
      <a:lvl3pPr marL="543820" algn="l" defTabSz="543820" rtl="0" eaLnBrk="1" latinLnBrk="0" hangingPunct="1">
        <a:defRPr sz="1050" kern="1200">
          <a:solidFill>
            <a:schemeClr val="tx1"/>
          </a:solidFill>
          <a:latin typeface="+mn-lt"/>
          <a:ea typeface="+mn-ea"/>
          <a:cs typeface="+mn-cs"/>
        </a:defRPr>
      </a:lvl3pPr>
      <a:lvl4pPr marL="815730" algn="l" defTabSz="543820" rtl="0" eaLnBrk="1" latinLnBrk="0" hangingPunct="1">
        <a:defRPr sz="1050" kern="1200">
          <a:solidFill>
            <a:schemeClr val="tx1"/>
          </a:solidFill>
          <a:latin typeface="+mn-lt"/>
          <a:ea typeface="+mn-ea"/>
          <a:cs typeface="+mn-cs"/>
        </a:defRPr>
      </a:lvl4pPr>
      <a:lvl5pPr marL="1087640" algn="l" defTabSz="543820" rtl="0" eaLnBrk="1" latinLnBrk="0" hangingPunct="1">
        <a:defRPr sz="1050" kern="1200">
          <a:solidFill>
            <a:schemeClr val="tx1"/>
          </a:solidFill>
          <a:latin typeface="+mn-lt"/>
          <a:ea typeface="+mn-ea"/>
          <a:cs typeface="+mn-cs"/>
        </a:defRPr>
      </a:lvl5pPr>
      <a:lvl6pPr marL="1359550" algn="l" defTabSz="543820" rtl="0" eaLnBrk="1" latinLnBrk="0" hangingPunct="1">
        <a:defRPr sz="1050" kern="1200">
          <a:solidFill>
            <a:schemeClr val="tx1"/>
          </a:solidFill>
          <a:latin typeface="+mn-lt"/>
          <a:ea typeface="+mn-ea"/>
          <a:cs typeface="+mn-cs"/>
        </a:defRPr>
      </a:lvl6pPr>
      <a:lvl7pPr marL="1631460" algn="l" defTabSz="543820" rtl="0" eaLnBrk="1" latinLnBrk="0" hangingPunct="1">
        <a:defRPr sz="1050" kern="1200">
          <a:solidFill>
            <a:schemeClr val="tx1"/>
          </a:solidFill>
          <a:latin typeface="+mn-lt"/>
          <a:ea typeface="+mn-ea"/>
          <a:cs typeface="+mn-cs"/>
        </a:defRPr>
      </a:lvl7pPr>
      <a:lvl8pPr marL="1903370" algn="l" defTabSz="543820" rtl="0" eaLnBrk="1" latinLnBrk="0" hangingPunct="1">
        <a:defRPr sz="1050" kern="1200">
          <a:solidFill>
            <a:schemeClr val="tx1"/>
          </a:solidFill>
          <a:latin typeface="+mn-lt"/>
          <a:ea typeface="+mn-ea"/>
          <a:cs typeface="+mn-cs"/>
        </a:defRPr>
      </a:lvl8pPr>
      <a:lvl9pPr marL="2175281" algn="l" defTabSz="543820" rtl="0" eaLnBrk="1" latinLnBrk="0" hangingPunct="1">
        <a:defRPr sz="105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5" y="535520"/>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5" y="2677584"/>
            <a:ext cx="6703695" cy="6381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50"/>
            <a:ext cx="1748789" cy="535516"/>
          </a:xfrm>
          <a:prstGeom prst="rect">
            <a:avLst/>
          </a:prstGeom>
        </p:spPr>
        <p:txBody>
          <a:bodyPr vert="horz" lIns="91440" tIns="45720" rIns="91440" bIns="45720" rtlCol="0" anchor="ctr"/>
          <a:lstStyle>
            <a:lvl1pPr algn="l">
              <a:defRPr sz="933">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2574610" y="9322650"/>
            <a:ext cx="2623185" cy="535516"/>
          </a:xfrm>
          <a:prstGeom prst="rect">
            <a:avLst/>
          </a:prstGeom>
        </p:spPr>
        <p:txBody>
          <a:bodyPr vert="horz" lIns="91440" tIns="45720" rIns="91440" bIns="45720" rtlCol="0" anchor="ctr"/>
          <a:lstStyle>
            <a:lvl1pPr algn="ctr">
              <a:defRPr sz="933">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5489260" y="9322650"/>
            <a:ext cx="1748789" cy="535516"/>
          </a:xfrm>
          <a:prstGeom prst="rect">
            <a:avLst/>
          </a:prstGeom>
        </p:spPr>
        <p:txBody>
          <a:bodyPr vert="horz" lIns="91440" tIns="45720" rIns="91440" bIns="45720" rtlCol="0" anchor="ctr"/>
          <a:lstStyle>
            <a:lvl1pPr algn="r">
              <a:defRPr sz="933">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718403469"/>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874448" rtl="0" eaLnBrk="1" latinLnBrk="0" hangingPunct="1">
        <a:lnSpc>
          <a:spcPct val="90000"/>
        </a:lnSpc>
        <a:spcBef>
          <a:spcPct val="0"/>
        </a:spcBef>
        <a:buNone/>
        <a:defRPr sz="4208" kern="1200">
          <a:solidFill>
            <a:schemeClr val="tx1"/>
          </a:solidFill>
          <a:latin typeface="+mj-lt"/>
          <a:ea typeface="+mj-ea"/>
          <a:cs typeface="+mj-cs"/>
        </a:defRPr>
      </a:lvl1pPr>
    </p:titleStyle>
    <p:bodyStyle>
      <a:lvl1pPr marL="218612" indent="-218612" algn="l" defTabSz="874448" rtl="0" eaLnBrk="1" latinLnBrk="0" hangingPunct="1">
        <a:lnSpc>
          <a:spcPct val="90000"/>
        </a:lnSpc>
        <a:spcBef>
          <a:spcPts val="957"/>
        </a:spcBef>
        <a:buFont typeface="Arial" panose="020B0604020202020204" pitchFamily="34" charset="0"/>
        <a:buChar char="•"/>
        <a:defRPr sz="2678" kern="1200">
          <a:solidFill>
            <a:schemeClr val="tx1"/>
          </a:solidFill>
          <a:latin typeface="+mn-lt"/>
          <a:ea typeface="+mn-ea"/>
          <a:cs typeface="+mn-cs"/>
        </a:defRPr>
      </a:lvl1pPr>
      <a:lvl2pPr marL="655835" indent="-218612" algn="l" defTabSz="874448" rtl="0" eaLnBrk="1" latinLnBrk="0" hangingPunct="1">
        <a:lnSpc>
          <a:spcPct val="90000"/>
        </a:lnSpc>
        <a:spcBef>
          <a:spcPts val="478"/>
        </a:spcBef>
        <a:buFont typeface="Arial" panose="020B0604020202020204" pitchFamily="34" charset="0"/>
        <a:buChar char="•"/>
        <a:defRPr sz="2295" kern="1200">
          <a:solidFill>
            <a:schemeClr val="tx1"/>
          </a:solidFill>
          <a:latin typeface="+mn-lt"/>
          <a:ea typeface="+mn-ea"/>
          <a:cs typeface="+mn-cs"/>
        </a:defRPr>
      </a:lvl2pPr>
      <a:lvl3pPr marL="1093059" indent="-218612" algn="l" defTabSz="874448" rtl="0" eaLnBrk="1" latinLnBrk="0" hangingPunct="1">
        <a:lnSpc>
          <a:spcPct val="90000"/>
        </a:lnSpc>
        <a:spcBef>
          <a:spcPts val="478"/>
        </a:spcBef>
        <a:buFont typeface="Arial" panose="020B0604020202020204" pitchFamily="34" charset="0"/>
        <a:buChar char="•"/>
        <a:defRPr sz="1913" kern="1200">
          <a:solidFill>
            <a:schemeClr val="tx1"/>
          </a:solidFill>
          <a:latin typeface="+mn-lt"/>
          <a:ea typeface="+mn-ea"/>
          <a:cs typeface="+mn-cs"/>
        </a:defRPr>
      </a:lvl3pPr>
      <a:lvl4pPr marL="1530282"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4pPr>
      <a:lvl5pPr marL="1967506"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5pPr>
      <a:lvl6pPr marL="2404730"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6pPr>
      <a:lvl7pPr marL="2841953"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7pPr>
      <a:lvl8pPr marL="3279176"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8pPr>
      <a:lvl9pPr marL="3716400" indent="-218612" algn="l" defTabSz="874448" rtl="0" eaLnBrk="1" latinLnBrk="0" hangingPunct="1">
        <a:lnSpc>
          <a:spcPct val="90000"/>
        </a:lnSpc>
        <a:spcBef>
          <a:spcPts val="478"/>
        </a:spcBef>
        <a:buFont typeface="Arial" panose="020B0604020202020204" pitchFamily="34" charset="0"/>
        <a:buChar char="•"/>
        <a:defRPr sz="1722" kern="1200">
          <a:solidFill>
            <a:schemeClr val="tx1"/>
          </a:solidFill>
          <a:latin typeface="+mn-lt"/>
          <a:ea typeface="+mn-ea"/>
          <a:cs typeface="+mn-cs"/>
        </a:defRPr>
      </a:lvl9pPr>
    </p:bodyStyle>
    <p:otherStyle>
      <a:defPPr>
        <a:defRPr lang="en-US"/>
      </a:defPPr>
      <a:lvl1pPr marL="0" algn="l" defTabSz="874448" rtl="0" eaLnBrk="1" latinLnBrk="0" hangingPunct="1">
        <a:defRPr sz="1722" kern="1200">
          <a:solidFill>
            <a:schemeClr val="tx1"/>
          </a:solidFill>
          <a:latin typeface="+mn-lt"/>
          <a:ea typeface="+mn-ea"/>
          <a:cs typeface="+mn-cs"/>
        </a:defRPr>
      </a:lvl1pPr>
      <a:lvl2pPr marL="437223" algn="l" defTabSz="874448" rtl="0" eaLnBrk="1" latinLnBrk="0" hangingPunct="1">
        <a:defRPr sz="1722" kern="1200">
          <a:solidFill>
            <a:schemeClr val="tx1"/>
          </a:solidFill>
          <a:latin typeface="+mn-lt"/>
          <a:ea typeface="+mn-ea"/>
          <a:cs typeface="+mn-cs"/>
        </a:defRPr>
      </a:lvl2pPr>
      <a:lvl3pPr marL="874448" algn="l" defTabSz="874448" rtl="0" eaLnBrk="1" latinLnBrk="0" hangingPunct="1">
        <a:defRPr sz="1722" kern="1200">
          <a:solidFill>
            <a:schemeClr val="tx1"/>
          </a:solidFill>
          <a:latin typeface="+mn-lt"/>
          <a:ea typeface="+mn-ea"/>
          <a:cs typeface="+mn-cs"/>
        </a:defRPr>
      </a:lvl3pPr>
      <a:lvl4pPr marL="1311671" algn="l" defTabSz="874448" rtl="0" eaLnBrk="1" latinLnBrk="0" hangingPunct="1">
        <a:defRPr sz="1722" kern="1200">
          <a:solidFill>
            <a:schemeClr val="tx1"/>
          </a:solidFill>
          <a:latin typeface="+mn-lt"/>
          <a:ea typeface="+mn-ea"/>
          <a:cs typeface="+mn-cs"/>
        </a:defRPr>
      </a:lvl4pPr>
      <a:lvl5pPr marL="1748894" algn="l" defTabSz="874448" rtl="0" eaLnBrk="1" latinLnBrk="0" hangingPunct="1">
        <a:defRPr sz="1722" kern="1200">
          <a:solidFill>
            <a:schemeClr val="tx1"/>
          </a:solidFill>
          <a:latin typeface="+mn-lt"/>
          <a:ea typeface="+mn-ea"/>
          <a:cs typeface="+mn-cs"/>
        </a:defRPr>
      </a:lvl5pPr>
      <a:lvl6pPr marL="2186117" algn="l" defTabSz="874448" rtl="0" eaLnBrk="1" latinLnBrk="0" hangingPunct="1">
        <a:defRPr sz="1722" kern="1200">
          <a:solidFill>
            <a:schemeClr val="tx1"/>
          </a:solidFill>
          <a:latin typeface="+mn-lt"/>
          <a:ea typeface="+mn-ea"/>
          <a:cs typeface="+mn-cs"/>
        </a:defRPr>
      </a:lvl6pPr>
      <a:lvl7pPr marL="2623341" algn="l" defTabSz="874448" rtl="0" eaLnBrk="1" latinLnBrk="0" hangingPunct="1">
        <a:defRPr sz="1722" kern="1200">
          <a:solidFill>
            <a:schemeClr val="tx1"/>
          </a:solidFill>
          <a:latin typeface="+mn-lt"/>
          <a:ea typeface="+mn-ea"/>
          <a:cs typeface="+mn-cs"/>
        </a:defRPr>
      </a:lvl7pPr>
      <a:lvl8pPr marL="3060565" algn="l" defTabSz="874448" rtl="0" eaLnBrk="1" latinLnBrk="0" hangingPunct="1">
        <a:defRPr sz="1722" kern="1200">
          <a:solidFill>
            <a:schemeClr val="tx1"/>
          </a:solidFill>
          <a:latin typeface="+mn-lt"/>
          <a:ea typeface="+mn-ea"/>
          <a:cs typeface="+mn-cs"/>
        </a:defRPr>
      </a:lvl8pPr>
      <a:lvl9pPr marL="3497788" algn="l" defTabSz="874448" rtl="0" eaLnBrk="1" latinLnBrk="0" hangingPunct="1">
        <a:defRPr sz="1722"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655" y="535520"/>
            <a:ext cx="6707464"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655" y="2677585"/>
            <a:ext cx="6707464"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654" y="9322651"/>
            <a:ext cx="1749774" cy="535516"/>
          </a:xfrm>
          <a:prstGeom prst="rect">
            <a:avLst/>
          </a:prstGeom>
        </p:spPr>
        <p:txBody>
          <a:bodyPr vert="horz" lIns="91440" tIns="45720" rIns="91440" bIns="45720" rtlCol="0" anchor="ctr"/>
          <a:lstStyle>
            <a:lvl1pPr algn="l">
              <a:defRPr sz="934">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2576056" y="9322651"/>
            <a:ext cx="2624659" cy="535516"/>
          </a:xfrm>
          <a:prstGeom prst="rect">
            <a:avLst/>
          </a:prstGeom>
        </p:spPr>
        <p:txBody>
          <a:bodyPr vert="horz" lIns="91440" tIns="45720" rIns="91440" bIns="45720" rtlCol="0" anchor="ctr"/>
          <a:lstStyle>
            <a:lvl1pPr algn="ctr">
              <a:defRPr sz="93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92343" y="9322651"/>
            <a:ext cx="1749774" cy="535516"/>
          </a:xfrm>
          <a:prstGeom prst="rect">
            <a:avLst/>
          </a:prstGeom>
        </p:spPr>
        <p:txBody>
          <a:bodyPr vert="horz" lIns="91440" tIns="45720" rIns="91440" bIns="45720" rtlCol="0" anchor="ctr"/>
          <a:lstStyle>
            <a:lvl1pPr algn="r">
              <a:defRPr sz="93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871632630"/>
      </p:ext>
    </p:extLst>
  </p:cSld>
  <p:clrMap bg1="lt1" tx1="dk1" bg2="lt2" tx2="dk2" accent1="accent1" accent2="accent2" accent3="accent3" accent4="accent4" accent5="accent5" accent6="accent6" hlink="hlink" folHlink="folHlink"/>
  <p:sldLayoutIdLst>
    <p:sldLayoutId id="2147483766" r:id="rId1"/>
  </p:sldLayoutIdLst>
  <p:txStyles>
    <p:titleStyle>
      <a:lvl1pPr algn="l" defTabSz="711197" rtl="0" eaLnBrk="1" latinLnBrk="0" hangingPunct="1">
        <a:lnSpc>
          <a:spcPct val="90000"/>
        </a:lnSpc>
        <a:spcBef>
          <a:spcPct val="0"/>
        </a:spcBef>
        <a:buNone/>
        <a:defRPr sz="3421" kern="1200">
          <a:solidFill>
            <a:schemeClr val="tx1"/>
          </a:solidFill>
          <a:latin typeface="+mj-lt"/>
          <a:ea typeface="+mj-ea"/>
          <a:cs typeface="+mj-cs"/>
        </a:defRPr>
      </a:lvl1pPr>
    </p:titleStyle>
    <p:bodyStyle>
      <a:lvl1pPr marL="177799" indent="-177799" algn="l" defTabSz="711197" rtl="0" eaLnBrk="1" latinLnBrk="0" hangingPunct="1">
        <a:lnSpc>
          <a:spcPct val="90000"/>
        </a:lnSpc>
        <a:spcBef>
          <a:spcPts val="778"/>
        </a:spcBef>
        <a:buFont typeface="Arial" panose="020B0604020202020204" pitchFamily="34" charset="0"/>
        <a:buChar char="•"/>
        <a:defRPr sz="2177" kern="1200">
          <a:solidFill>
            <a:schemeClr val="tx1"/>
          </a:solidFill>
          <a:latin typeface="+mn-lt"/>
          <a:ea typeface="+mn-ea"/>
          <a:cs typeface="+mn-cs"/>
        </a:defRPr>
      </a:lvl1pPr>
      <a:lvl2pPr marL="533397" indent="-177799" algn="l" defTabSz="711197" rtl="0" eaLnBrk="1" latinLnBrk="0" hangingPunct="1">
        <a:lnSpc>
          <a:spcPct val="90000"/>
        </a:lnSpc>
        <a:spcBef>
          <a:spcPts val="389"/>
        </a:spcBef>
        <a:buFont typeface="Arial" panose="020B0604020202020204" pitchFamily="34" charset="0"/>
        <a:buChar char="•"/>
        <a:defRPr sz="1866" kern="1200">
          <a:solidFill>
            <a:schemeClr val="tx1"/>
          </a:solidFill>
          <a:latin typeface="+mn-lt"/>
          <a:ea typeface="+mn-ea"/>
          <a:cs typeface="+mn-cs"/>
        </a:defRPr>
      </a:lvl2pPr>
      <a:lvl3pPr marL="888997" indent="-177799" algn="l" defTabSz="711197" rtl="0" eaLnBrk="1" latinLnBrk="0" hangingPunct="1">
        <a:lnSpc>
          <a:spcPct val="90000"/>
        </a:lnSpc>
        <a:spcBef>
          <a:spcPts val="389"/>
        </a:spcBef>
        <a:buFont typeface="Arial" panose="020B0604020202020204" pitchFamily="34" charset="0"/>
        <a:buChar char="•"/>
        <a:defRPr sz="1555" kern="1200">
          <a:solidFill>
            <a:schemeClr val="tx1"/>
          </a:solidFill>
          <a:latin typeface="+mn-lt"/>
          <a:ea typeface="+mn-ea"/>
          <a:cs typeface="+mn-cs"/>
        </a:defRPr>
      </a:lvl3pPr>
      <a:lvl4pPr marL="1244597"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4pPr>
      <a:lvl5pPr marL="1600194"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5pPr>
      <a:lvl6pPr marL="1955793"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6pPr>
      <a:lvl7pPr marL="2311392"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7pPr>
      <a:lvl8pPr marL="2666990"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8pPr>
      <a:lvl9pPr marL="3022589" indent="-177799" algn="l" defTabSz="711197" rtl="0" eaLnBrk="1" latinLnBrk="0" hangingPunct="1">
        <a:lnSpc>
          <a:spcPct val="90000"/>
        </a:lnSpc>
        <a:spcBef>
          <a:spcPts val="389"/>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1197" rtl="0" eaLnBrk="1" latinLnBrk="0" hangingPunct="1">
        <a:defRPr sz="1400" kern="1200">
          <a:solidFill>
            <a:schemeClr val="tx1"/>
          </a:solidFill>
          <a:latin typeface="+mn-lt"/>
          <a:ea typeface="+mn-ea"/>
          <a:cs typeface="+mn-cs"/>
        </a:defRPr>
      </a:lvl1pPr>
      <a:lvl2pPr marL="355600" algn="l" defTabSz="711197" rtl="0" eaLnBrk="1" latinLnBrk="0" hangingPunct="1">
        <a:defRPr sz="1400" kern="1200">
          <a:solidFill>
            <a:schemeClr val="tx1"/>
          </a:solidFill>
          <a:latin typeface="+mn-lt"/>
          <a:ea typeface="+mn-ea"/>
          <a:cs typeface="+mn-cs"/>
        </a:defRPr>
      </a:lvl2pPr>
      <a:lvl3pPr marL="711197" algn="l" defTabSz="711197" rtl="0" eaLnBrk="1" latinLnBrk="0" hangingPunct="1">
        <a:defRPr sz="1400" kern="1200">
          <a:solidFill>
            <a:schemeClr val="tx1"/>
          </a:solidFill>
          <a:latin typeface="+mn-lt"/>
          <a:ea typeface="+mn-ea"/>
          <a:cs typeface="+mn-cs"/>
        </a:defRPr>
      </a:lvl3pPr>
      <a:lvl4pPr marL="1066796" algn="l" defTabSz="711197" rtl="0" eaLnBrk="1" latinLnBrk="0" hangingPunct="1">
        <a:defRPr sz="1400" kern="1200">
          <a:solidFill>
            <a:schemeClr val="tx1"/>
          </a:solidFill>
          <a:latin typeface="+mn-lt"/>
          <a:ea typeface="+mn-ea"/>
          <a:cs typeface="+mn-cs"/>
        </a:defRPr>
      </a:lvl4pPr>
      <a:lvl5pPr marL="1422394" algn="l" defTabSz="711197" rtl="0" eaLnBrk="1" latinLnBrk="0" hangingPunct="1">
        <a:defRPr sz="1400" kern="1200">
          <a:solidFill>
            <a:schemeClr val="tx1"/>
          </a:solidFill>
          <a:latin typeface="+mn-lt"/>
          <a:ea typeface="+mn-ea"/>
          <a:cs typeface="+mn-cs"/>
        </a:defRPr>
      </a:lvl5pPr>
      <a:lvl6pPr marL="1777994" algn="l" defTabSz="711197" rtl="0" eaLnBrk="1" latinLnBrk="0" hangingPunct="1">
        <a:defRPr sz="1400" kern="1200">
          <a:solidFill>
            <a:schemeClr val="tx1"/>
          </a:solidFill>
          <a:latin typeface="+mn-lt"/>
          <a:ea typeface="+mn-ea"/>
          <a:cs typeface="+mn-cs"/>
        </a:defRPr>
      </a:lvl6pPr>
      <a:lvl7pPr marL="2133592" algn="l" defTabSz="711197" rtl="0" eaLnBrk="1" latinLnBrk="0" hangingPunct="1">
        <a:defRPr sz="1400" kern="1200">
          <a:solidFill>
            <a:schemeClr val="tx1"/>
          </a:solidFill>
          <a:latin typeface="+mn-lt"/>
          <a:ea typeface="+mn-ea"/>
          <a:cs typeface="+mn-cs"/>
        </a:defRPr>
      </a:lvl7pPr>
      <a:lvl8pPr marL="2489191" algn="l" defTabSz="711197" rtl="0" eaLnBrk="1" latinLnBrk="0" hangingPunct="1">
        <a:defRPr sz="1400" kern="1200">
          <a:solidFill>
            <a:schemeClr val="tx1"/>
          </a:solidFill>
          <a:latin typeface="+mn-lt"/>
          <a:ea typeface="+mn-ea"/>
          <a:cs typeface="+mn-cs"/>
        </a:defRPr>
      </a:lvl8pPr>
      <a:lvl9pPr marL="2844790" algn="l" defTabSz="71119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hyperlink" Target="https://www.microsoft.com/en-us/investor/events/fy-2025/earnings-fy-2025-q1" TargetMode="External"/><Relationship Id="rId4" Type="http://schemas.openxmlformats.org/officeDocument/2006/relationships/image" Target="../media/image3.pn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2.png"/><Relationship Id="rId7"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4.svg"/><Relationship Id="rId10" Type="http://schemas.openxmlformats.org/officeDocument/2006/relationships/image" Target="../media/image23.jpeg"/><Relationship Id="rId4" Type="http://schemas.openxmlformats.org/officeDocument/2006/relationships/image" Target="../media/image3.png"/><Relationship Id="rId9"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7C41A-A88A-03F2-8358-3A820F0619F4}"/>
              </a:ext>
            </a:extLst>
          </p:cNvPr>
          <p:cNvSpPr/>
          <p:nvPr/>
        </p:nvSpPr>
        <p:spPr bwMode="auto">
          <a:xfrm>
            <a:off x="-19270" y="3"/>
            <a:ext cx="7459360" cy="174426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US"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5"/>
            <a:ext cx="7791669" cy="9198299"/>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799" y="5017066"/>
            <a:ext cx="7772399" cy="5039845"/>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3969554" y="7276825"/>
            <a:ext cx="3160475" cy="239293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662835" y="7276825"/>
            <a:ext cx="3160475" cy="239293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3971700" y="5010438"/>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669208" y="5010438"/>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3969554" y="2759602"/>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4001002" y="2793144"/>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660140" y="2759602"/>
            <a:ext cx="3160475" cy="212203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694285" y="2793146"/>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5" name="Title 31">
            <a:extLst>
              <a:ext uri="{FF2B5EF4-FFF2-40B4-BE49-F238E27FC236}">
                <a16:creationId xmlns:a16="http://schemas.microsoft.com/office/drawing/2014/main" id="{BD54868B-B3E4-A39E-9C5A-6886C4D788B4}"/>
              </a:ext>
            </a:extLst>
          </p:cNvPr>
          <p:cNvSpPr txBox="1">
            <a:spLocks/>
          </p:cNvSpPr>
          <p:nvPr/>
        </p:nvSpPr>
        <p:spPr>
          <a:xfrm>
            <a:off x="671547" y="674145"/>
            <a:ext cx="5152013" cy="78854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59990">
              <a:defRPr/>
            </a:pPr>
            <a:r>
              <a:rPr lang="en-US" sz="2562" spc="-29" dirty="0">
                <a:solidFill>
                  <a:prstClr val="black"/>
                </a:solidFill>
                <a:latin typeface="Segoe Sans Display Semibold" pitchFamily="2" charset="0"/>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677430" y="325420"/>
            <a:ext cx="999204" cy="209823"/>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671547" y="1549568"/>
            <a:ext cx="6458481" cy="615361"/>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r>
              <a:rPr lang="en-US" sz="1133" dirty="0">
                <a:solidFill>
                  <a:srgbClr val="000000">
                    <a:lumMod val="85000"/>
                    <a:lumOff val="15000"/>
                  </a:srgbClr>
                </a:solidFill>
                <a:latin typeface="Segoe UI" panose="020B0502040204020203" pitchFamily="34" charset="0"/>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906382" y="2803454"/>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4076966" y="2803453"/>
            <a:ext cx="2945624" cy="285912"/>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Advanced Office and Chat capabilities</a:t>
            </a:r>
            <a:endParaRPr lang="en-US" sz="1258" dirty="0">
              <a:solidFill>
                <a:srgbClr val="FFFFFF"/>
              </a:solidFill>
              <a:latin typeface="Segoe UI"/>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1041424" y="8957549"/>
            <a:ext cx="2397904"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4236012" y="8957549"/>
            <a:ext cx="2627558"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779095" y="6432194"/>
            <a:ext cx="2940697"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4085813" y="6432194"/>
            <a:ext cx="2940697"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3998451" y="7813884"/>
            <a:ext cx="3097552" cy="1037978"/>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4007373" y="5044911"/>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4219469" y="5055219"/>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694285" y="7311299"/>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906382" y="7321607"/>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4001002" y="7311299"/>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4079429" y="7321607"/>
            <a:ext cx="2940697"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700655" y="5044911"/>
            <a:ext cx="3097552" cy="333929"/>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912752" y="5055219"/>
            <a:ext cx="2673361" cy="2859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258" b="1" dirty="0">
                <a:solidFill>
                  <a:srgbClr val="FFFFFF"/>
                </a:solidFill>
                <a:latin typeface="Segoe Sans Display" pitchFamily="2" charset="0"/>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3746833" y="4981986"/>
            <a:ext cx="278736" cy="2787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3621" tIns="41811" rIns="83621" bIns="41811"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endParaRPr lang="en-US" sz="1647">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659465" y="4111815"/>
            <a:ext cx="278736" cy="2787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3621" tIns="41811" rIns="83621" bIns="41811"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endParaRPr lang="en-US" sz="1647">
              <a:solidFill>
                <a:srgbClr val="000000"/>
              </a:solidFill>
              <a:latin typeface="Segoe UI"/>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656958" y="2336079"/>
            <a:ext cx="6458481" cy="32470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r>
              <a:rPr lang="en-US" sz="1510" dirty="0">
                <a:solidFill>
                  <a:srgbClr val="A02B93"/>
                </a:solidFill>
                <a:latin typeface="Segoe UI Semibold" panose="020B0702040204020203" pitchFamily="34" charset="0"/>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790703" y="4187389"/>
            <a:ext cx="2899346"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4001340" y="5438230"/>
            <a:ext cx="3101197" cy="97613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1183977" y="3301090"/>
            <a:ext cx="2135616" cy="799348"/>
            <a:chOff x="740180" y="5452436"/>
            <a:chExt cx="2335309" cy="874093"/>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874093"/>
              <a:chOff x="939058" y="4083045"/>
              <a:chExt cx="2354831" cy="2381395"/>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238917" tIns="191133" rIns="238917" bIns="19113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1218424" fontAlgn="base">
                  <a:spcBef>
                    <a:spcPct val="0"/>
                  </a:spcBef>
                  <a:spcAft>
                    <a:spcPct val="0"/>
                  </a:spcAft>
                  <a:defRPr/>
                </a:pPr>
                <a:endParaRPr lang="en-US" sz="2612">
                  <a:noFill/>
                  <a:latin typeface="Segoe UI Variable Display Semib" pitchFamily="2" charset="0"/>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901" y="5979428"/>
                <a:ext cx="1793147" cy="48501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458" b="1" dirty="0">
                    <a:solidFill>
                      <a:srgbClr val="000000"/>
                    </a:solidFill>
                    <a:latin typeface="Segoe UI"/>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1"/>
                <a:ext cx="561480"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r>
                  <a:rPr lang="en-US" sz="549" dirty="0">
                    <a:solidFill>
                      <a:srgbClr val="000000"/>
                    </a:solidFill>
                    <a:latin typeface="Segoe UI Semibold"/>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4409"/>
              <a:chOff x="1713430" y="5767854"/>
              <a:chExt cx="788352" cy="244409"/>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r>
                  <a:rPr lang="en-US" sz="549" dirty="0">
                    <a:solidFill>
                      <a:srgbClr val="000000"/>
                    </a:solidFill>
                    <a:latin typeface="Segoe UI Semibold"/>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4409"/>
              <a:chOff x="2303516" y="6076925"/>
              <a:chExt cx="629238" cy="244409"/>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877" fontAlgn="base">
                  <a:spcBef>
                    <a:spcPct val="0"/>
                  </a:spcBef>
                  <a:spcAft>
                    <a:spcPct val="0"/>
                  </a:spcAft>
                  <a:defRPr/>
                </a:pPr>
                <a:endParaRPr lang="en-IN" sz="1829"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7" y="6102818"/>
                <a:ext cx="437832" cy="1933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8173">
                  <a:defRPr/>
                </a:pPr>
                <a:r>
                  <a:rPr lang="en-US" sz="549" dirty="0">
                    <a:solidFill>
                      <a:srgbClr val="000000"/>
                    </a:solidFill>
                    <a:latin typeface="Segoe UI Semibold"/>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4490595" y="3220863"/>
            <a:ext cx="2118391" cy="968021"/>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4094332" y="4187389"/>
            <a:ext cx="2910919" cy="557268"/>
          </a:xfrm>
          <a:prstGeom prst="rect">
            <a:avLst/>
          </a:prstGeom>
          <a:noFill/>
        </p:spPr>
        <p:txBody>
          <a:bodyPr wrap="square" lIns="45301" rIns="4530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8173">
              <a:defRPr/>
            </a:pPr>
            <a:r>
              <a:rPr lang="en-US" sz="1007" dirty="0">
                <a:solidFill>
                  <a:srgbClr val="000000"/>
                </a:solidFill>
                <a:latin typeface="Segoe UI"/>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993552" y="7738176"/>
            <a:ext cx="2499044" cy="1174584"/>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81294" y="5438289"/>
            <a:ext cx="2736299" cy="1014401"/>
          </a:xfrm>
          <a:prstGeom prst="rect">
            <a:avLst/>
          </a:prstGeom>
        </p:spPr>
      </p:pic>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0" y="-13849"/>
            <a:ext cx="7791669" cy="2411936"/>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807762" y="1221708"/>
            <a:ext cx="6160872" cy="7578092"/>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67208" tIns="133767" rIns="167208" bIns="133767" numCol="1" spcCol="0" rtlCol="0" fromWordArt="0" anchor="t" anchorCtr="0" forceAA="0" compatLnSpc="1">
            <a:prstTxWarp prst="textNoShape">
              <a:avLst/>
            </a:prstTxWarp>
            <a:noAutofit/>
          </a:bodyPr>
          <a:lstStyle/>
          <a:p>
            <a:pPr defTabSz="852624" fontAlgn="base">
              <a:spcBef>
                <a:spcPct val="0"/>
              </a:spcBef>
              <a:spcAft>
                <a:spcPct val="0"/>
              </a:spcAft>
              <a:defRPr/>
            </a:pPr>
            <a:endParaRPr lang="en-US" sz="1829"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807756" y="1221706"/>
            <a:ext cx="6160873" cy="464563"/>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1169597">
              <a:spcBef>
                <a:spcPct val="20000"/>
              </a:spcBef>
              <a:buSzPct val="90000"/>
              <a:defRPr/>
            </a:pPr>
            <a:endParaRPr lang="en-US" sz="1505"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807765" y="1221717"/>
          <a:ext cx="6160874" cy="7578076"/>
        </p:xfrm>
        <a:graphic>
          <a:graphicData uri="http://schemas.openxmlformats.org/drawingml/2006/table">
            <a:tbl>
              <a:tblPr firstRow="1" bandRow="1">
                <a:effectLst/>
                <a:tableStyleId>{2D5ABB26-0587-4C30-8999-92F81FD0307C}</a:tableStyleId>
              </a:tblPr>
              <a:tblGrid>
                <a:gridCol w="4644352">
                  <a:extLst>
                    <a:ext uri="{9D8B030D-6E8A-4147-A177-3AD203B41FA5}">
                      <a16:colId xmlns:a16="http://schemas.microsoft.com/office/drawing/2014/main" val="20000"/>
                    </a:ext>
                  </a:extLst>
                </a:gridCol>
                <a:gridCol w="758261">
                  <a:extLst>
                    <a:ext uri="{9D8B030D-6E8A-4147-A177-3AD203B41FA5}">
                      <a16:colId xmlns:a16="http://schemas.microsoft.com/office/drawing/2014/main" val="20001"/>
                    </a:ext>
                  </a:extLst>
                </a:gridCol>
                <a:gridCol w="758261">
                  <a:extLst>
                    <a:ext uri="{9D8B030D-6E8A-4147-A177-3AD203B41FA5}">
                      <a16:colId xmlns:a16="http://schemas.microsoft.com/office/drawing/2014/main" val="20002"/>
                    </a:ext>
                  </a:extLst>
                </a:gridCol>
              </a:tblGrid>
              <a:tr h="46915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10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112850" marR="45141" marT="9555"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10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9555" marR="9555" marT="9555"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10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10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9555" marR="9555" marT="9555"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21322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Work IQ</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Latest OpenAI  models: GPT-5.X</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Model choice</a:t>
                      </a:r>
                      <a:endParaRPr lang="en-US" sz="9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Chat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Search</a:t>
                      </a:r>
                      <a:r>
                        <a:rPr lang="en-US" sz="900" b="0" baseline="30000">
                          <a:solidFill>
                            <a:schemeClr val="tx2"/>
                          </a:solidFill>
                          <a:latin typeface="Segoe UI" panose="020B0502040204020203" pitchFamily="34" charset="0"/>
                          <a:ea typeface="+mn-ea"/>
                          <a:cs typeface="Segoe UI" panose="020B0502040204020203" pitchFamily="34" charset="0"/>
                        </a:rPr>
                        <a:t>2</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Notebooks</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Create</a:t>
                      </a:r>
                      <a:r>
                        <a:rPr lang="en-US" sz="900" b="0" baseline="30000">
                          <a:solidFill>
                            <a:schemeClr val="tx2"/>
                          </a:solidFill>
                          <a:latin typeface="Segoe UI" panose="020B0502040204020203" pitchFamily="34" charset="0"/>
                          <a:ea typeface="+mn-ea"/>
                          <a:cs typeface="Segoe UI" panose="020B0502040204020203" pitchFamily="34" charset="0"/>
                        </a:rPr>
                        <a:t>3</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Memory and personalization</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Voice on mobile, desktop, web</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Sora 2</a:t>
                      </a:r>
                      <a:r>
                        <a:rPr lang="en-US" sz="900" b="0" baseline="30000">
                          <a:solidFill>
                            <a:schemeClr val="tx2"/>
                          </a:solidFill>
                          <a:latin typeface="Segoe UI" panose="020B0502040204020203" pitchFamily="34" charset="0"/>
                          <a:ea typeface="+mn-ea"/>
                          <a:cs typeface="Segoe UI" panose="020B0502040204020203" pitchFamily="34" charset="0"/>
                        </a:rPr>
                        <a:t>4</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Copilot Mode in Edge</a:t>
                      </a:r>
                      <a:r>
                        <a:rPr lang="en-US" sz="900" b="0" baseline="30000">
                          <a:solidFill>
                            <a:schemeClr val="tx2"/>
                          </a:solidFill>
                          <a:latin typeface="Segoe UI" panose="020B0502040204020203" pitchFamily="34" charset="0"/>
                          <a:ea typeface="+mn-ea"/>
                          <a:cs typeface="Segoe UI" panose="020B0502040204020203" pitchFamily="34" charset="0"/>
                        </a:rPr>
                        <a:t>5</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Copilot in Outlook</a:t>
                      </a:r>
                      <a:r>
                        <a:rPr lang="en-US" sz="900" b="0" baseline="30000">
                          <a:solidFill>
                            <a:schemeClr val="tx2"/>
                          </a:solidFill>
                          <a:latin typeface="Segoe UI" panose="020B0502040204020203" pitchFamily="34" charset="0"/>
                          <a:ea typeface="+mn-ea"/>
                          <a:cs typeface="Segoe UI" panose="020B0502040204020203" pitchFamily="34" charset="0"/>
                        </a:rPr>
                        <a:t>6</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9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baseline="0">
                          <a:solidFill>
                            <a:schemeClr val="tx2"/>
                          </a:solidFill>
                          <a:latin typeface="Segoe UI" panose="020B0502040204020203" pitchFamily="34" charset="0"/>
                          <a:ea typeface="+mn-ea"/>
                          <a:cs typeface="Segoe UI" panose="020B0502040204020203" pitchFamily="34" charset="0"/>
                        </a:rPr>
                        <a:t>Copilot in Teams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2132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a:solidFill>
                          <a:schemeClr val="tx1"/>
                        </a:solidFill>
                        <a:latin typeface="Segoe UI" panose="020B0502040204020203" pitchFamily="34" charset="0"/>
                        <a:cs typeface="Segoe UI" panose="020B0502040204020203" pitchFamily="34" charset="0"/>
                      </a:endParaRP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900" b="0" kern="1200" baseline="30000" noProof="0">
                          <a:solidFill>
                            <a:schemeClr val="tx2"/>
                          </a:solidFill>
                          <a:latin typeface="Segoe UI" panose="020B0502040204020203" pitchFamily="34" charset="0"/>
                          <a:ea typeface="+mn-ea"/>
                          <a:cs typeface="Segoe UI" panose="020B0502040204020203" pitchFamily="34" charset="0"/>
                        </a:rPr>
                        <a:t>7</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2"/>
                          </a:solidFill>
                          <a:latin typeface="Segoe UI" panose="020B0502040204020203" pitchFamily="34" charset="0"/>
                          <a:ea typeface="+mn-ea"/>
                          <a:cs typeface="Segoe UI" panose="020B0502040204020203" pitchFamily="34" charset="0"/>
                        </a:rPr>
                        <a:t>Agent creation</a:t>
                      </a:r>
                      <a:r>
                        <a:rPr lang="en-US" sz="900" b="0">
                          <a:solidFill>
                            <a:schemeClr val="tx2"/>
                          </a:solidFill>
                          <a:latin typeface="Segoe UI" panose="020B0502040204020203" pitchFamily="34" charset="0"/>
                          <a:ea typeface="+mn-ea"/>
                          <a:cs typeface="Segoe UI" panose="020B0502040204020203" pitchFamily="34" charset="0"/>
                        </a:rPr>
                        <a:t> </a:t>
                      </a:r>
                      <a:r>
                        <a:rPr lang="en-US" sz="9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900" b="0" kern="1200" baseline="30000">
                          <a:solidFill>
                            <a:schemeClr val="tx2"/>
                          </a:solidFill>
                          <a:latin typeface="Segoe UI" panose="020B0502040204020203" pitchFamily="34" charset="0"/>
                          <a:ea typeface="+mn-ea"/>
                          <a:cs typeface="Segoe UI" panose="020B0502040204020203" pitchFamily="34" charset="0"/>
                        </a:rPr>
                        <a:t>4</a:t>
                      </a:r>
                      <a:endParaRPr lang="en-US" sz="900" b="0" kern="120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2"/>
                          </a:solidFill>
                          <a:latin typeface="Segoe UI" panose="020B0502040204020203" pitchFamily="34" charset="0"/>
                          <a:ea typeface="+mn-ea"/>
                          <a:cs typeface="Segoe UI" panose="020B0502040204020203" pitchFamily="34" charset="0"/>
                        </a:rPr>
                        <a:t>Agent usage </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21322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9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90604" marR="0" marT="9555"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23318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900" b="0" baseline="30000">
                          <a:solidFill>
                            <a:schemeClr val="tx2"/>
                          </a:solidFill>
                          <a:latin typeface="Segoe UI" panose="020B0502040204020203" pitchFamily="34" charset="0"/>
                          <a:ea typeface="+mn-ea"/>
                          <a:cs typeface="Segoe UI" panose="020B0502040204020203" pitchFamily="34" charset="0"/>
                        </a:rPr>
                        <a:t>8</a:t>
                      </a:r>
                      <a:endParaRPr lang="en-US" sz="900" b="0">
                        <a:solidFill>
                          <a:schemeClr val="tx2"/>
                        </a:solidFill>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9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33183">
                <a:tc>
                  <a:txBody>
                    <a:bodyPr/>
                    <a:lstStyle/>
                    <a:p>
                      <a:r>
                        <a:rPr lang="en-US" sz="900" b="0">
                          <a:solidFill>
                            <a:schemeClr val="tx2"/>
                          </a:solidFill>
                          <a:latin typeface="Segoe UI" panose="020B0502040204020203" pitchFamily="34" charset="0"/>
                          <a:ea typeface="+mn-ea"/>
                          <a:cs typeface="Segoe UI" panose="020B0502040204020203" pitchFamily="34" charset="0"/>
                        </a:rPr>
                        <a:t>SharePoint Advanced Management </a:t>
                      </a: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9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9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5066" marR="115066" marT="11507" marB="11507"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807763" y="443605"/>
            <a:ext cx="6160872" cy="347146"/>
          </a:xfrm>
          <a:prstGeom prst="rect">
            <a:avLst/>
          </a:prstGeom>
          <a:noFill/>
          <a:ln/>
        </p:spPr>
        <p:txBody>
          <a:bodyPr wrap="square" lIns="0" tIns="0" rIns="0" bIns="0" rtlCol="0" anchor="t" anchorCtr="0">
            <a:spAutoFit/>
          </a:bodyPr>
          <a:lstStyle/>
          <a:p>
            <a:pPr defTabSz="1146420">
              <a:defRPr/>
            </a:pPr>
            <a:r>
              <a:rPr lang="en-US" sz="2256" dirty="0">
                <a:solidFill>
                  <a:srgbClr val="B740C5"/>
                </a:solidFill>
                <a:latin typeface="Segoe UI Semibold"/>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1092994" y="946229"/>
            <a:ext cx="3558962" cy="187797"/>
          </a:xfrm>
          <a:prstGeom prst="rect">
            <a:avLst/>
          </a:prstGeom>
          <a:noFill/>
        </p:spPr>
        <p:txBody>
          <a:bodyPr wrap="square" lIns="0" tIns="0" rIns="0" bIns="0" anchor="ctr">
            <a:noAutofit/>
          </a:bodyPr>
          <a:lstStyle/>
          <a:p>
            <a:pPr algn="r" defTabSz="1173822">
              <a:defRPr/>
            </a:pPr>
            <a:r>
              <a:rPr lang="en-US" sz="880">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80">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113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1133">
                <a:solidFill>
                  <a:srgbClr val="C03BC4"/>
                </a:solidFill>
                <a:latin typeface="Segoe UI Semibold" panose="020B0702040204020203" pitchFamily="34" charset="0"/>
                <a:cs typeface="Segoe UI Semibold" panose="020B0702040204020203" pitchFamily="34" charset="0"/>
              </a:rPr>
              <a:t>ο</a:t>
            </a:r>
            <a:r>
              <a:rPr lang="en-US" sz="1133">
                <a:solidFill>
                  <a:srgbClr val="8661C5"/>
                </a:solidFill>
                <a:latin typeface="Segoe UI Semibold" panose="020B0702040204020203" pitchFamily="34" charset="0"/>
                <a:cs typeface="Segoe UI Semibold" panose="020B0702040204020203" pitchFamily="34" charset="0"/>
              </a:rPr>
              <a:t> </a:t>
            </a:r>
            <a:r>
              <a:rPr lang="en-US" sz="880">
                <a:solidFill>
                  <a:srgbClr val="000000"/>
                </a:solidFill>
                <a:latin typeface="Segoe UI Semibold" panose="020B0702040204020203" pitchFamily="34" charset="0"/>
                <a:cs typeface="Segoe UI Semibold" panose="020B0702040204020203" pitchFamily="34" charset="0"/>
              </a:rPr>
              <a:t>Limited</a:t>
            </a:r>
            <a:r>
              <a:rPr lang="en-US" sz="880">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80">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1007">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1007"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80">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5450184" y="998470"/>
            <a:ext cx="666849" cy="135422"/>
          </a:xfrm>
          <a:prstGeom prst="rect">
            <a:avLst/>
          </a:prstGeom>
          <a:noFill/>
        </p:spPr>
        <p:txBody>
          <a:bodyPr wrap="none" lIns="0" tIns="0" rIns="0" bIns="0" rtlCol="0">
            <a:spAutoFit/>
          </a:bodyPr>
          <a:lstStyle/>
          <a:p>
            <a:pPr algn="ctr" defTabSz="1150740">
              <a:defRPr/>
            </a:pPr>
            <a:r>
              <a:rPr lang="en-US" sz="880">
                <a:ln w="3175">
                  <a:noFill/>
                </a:ln>
                <a:solidFill>
                  <a:prstClr val="black"/>
                </a:solidFill>
                <a:latin typeface="Segoe UI Semibold" panose="020B0702040204020203" pitchFamily="34" charset="0"/>
                <a:cs typeface="Segoe UI Semibold" panose="020B0702040204020203" pitchFamily="34" charset="0"/>
              </a:rPr>
              <a:t>Copilot Chat</a:t>
            </a:r>
            <a:r>
              <a:rPr lang="en-US" sz="880" baseline="30000">
                <a:ln w="3175">
                  <a:noFill/>
                </a:ln>
                <a:solidFill>
                  <a:prstClr val="black"/>
                </a:solidFill>
                <a:latin typeface="Segoe UI Semibold" panose="020B0702040204020203" pitchFamily="34" charset="0"/>
                <a:cs typeface="Segoe UI Semibold" panose="020B0702040204020203" pitchFamily="34" charset="0"/>
              </a:rPr>
              <a:t>1</a:t>
            </a:r>
            <a:endParaRPr lang="en-US" sz="880">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6239668" y="1001667"/>
            <a:ext cx="694815" cy="135422"/>
          </a:xfrm>
          <a:prstGeom prst="rect">
            <a:avLst/>
          </a:prstGeom>
          <a:noFill/>
        </p:spPr>
        <p:txBody>
          <a:bodyPr wrap="square" lIns="0" tIns="0" rIns="0" bIns="0" rtlCol="0">
            <a:spAutoFit/>
          </a:bodyPr>
          <a:lstStyle/>
          <a:p>
            <a:pPr algn="ctr" defTabSz="1150740">
              <a:defRPr/>
            </a:pPr>
            <a:r>
              <a:rPr lang="en-US" sz="880">
                <a:ln w="3175">
                  <a:noFill/>
                </a:ln>
                <a:solidFill>
                  <a:prstClr val="black"/>
                </a:solidFill>
                <a:latin typeface="Segoe UI Semibold" panose="020B0702040204020203" pitchFamily="34" charset="0"/>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658335" y="9024593"/>
            <a:ext cx="6310300" cy="645651"/>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Applies to  customers with 2K or more M365 seats</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Lexical search included for Copilot Chat users</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Access to brand kits and surveys requires M365 Copilot license </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Available via </a:t>
            </a:r>
            <a:r>
              <a:rPr lang="en-US" sz="692">
                <a:solidFill>
                  <a:srgbClr val="091F2C"/>
                </a:solidFill>
                <a:latin typeface="Segoe UI" panose="020B0502040204020203" pitchFamily="34" charset="0"/>
                <a:cs typeface="Segoe UI" panose="020B0502040204020203" pitchFamily="34" charset="0"/>
                <a:hlinkClick r:id="rId4"/>
              </a:rPr>
              <a:t>Frontier </a:t>
            </a:r>
            <a:r>
              <a:rPr lang="en-US" sz="692">
                <a:solidFill>
                  <a:srgbClr val="091F2C"/>
                </a:solidFill>
                <a:latin typeface="Segoe UI" panose="020B0502040204020203" pitchFamily="34" charset="0"/>
                <a:cs typeface="Segoe UI" panose="020B0502040204020203" pitchFamily="34" charset="0"/>
              </a:rPr>
              <a:t>program, pricing final upon GA</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692" err="1">
                <a:solidFill>
                  <a:srgbClr val="091F2C"/>
                </a:solidFill>
                <a:latin typeface="Segoe UI" panose="020B0502040204020203" pitchFamily="34" charset="0"/>
                <a:cs typeface="Segoe UI" panose="020B0502040204020203" pitchFamily="34" charset="0"/>
              </a:rPr>
              <a:t>pu</a:t>
            </a:r>
            <a:r>
              <a:rPr lang="en-US" sz="692">
                <a:solidFill>
                  <a:srgbClr val="091F2C"/>
                </a:solidFill>
                <a:latin typeface="Segoe UI" panose="020B0502040204020203" pitchFamily="34" charset="0"/>
                <a:cs typeface="Segoe UI" panose="020B0502040204020203" pitchFamily="34" charset="0"/>
              </a:rPr>
              <a:t>/pm</a:t>
            </a:r>
          </a:p>
          <a:p>
            <a:pPr marL="317133" indent="-143843" defTabSz="1127853" fontAlgn="base">
              <a:spcAft>
                <a:spcPts val="125"/>
              </a:spcAft>
              <a:buFontTx/>
              <a:buAutoNum type="arabicParenR"/>
              <a:defRPr/>
            </a:pPr>
            <a:r>
              <a:rPr lang="en-US" sz="69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637"/>
            <a:ext cx="7772399" cy="10065036"/>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10769" y="2066161"/>
            <a:ext cx="2057819" cy="339785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12543" y="4173490"/>
            <a:ext cx="1668491" cy="698019"/>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IN" sz="1464"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8174"/>
            <a:ext cx="7787180" cy="1909129"/>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326" y="-4341"/>
            <a:ext cx="7764802" cy="187322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US"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4342"/>
            <a:ext cx="7787180" cy="1909129"/>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41385" y="718974"/>
            <a:ext cx="5114935" cy="78816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459952">
              <a:spcBef>
                <a:spcPts val="0"/>
              </a:spcBef>
            </a:pPr>
            <a:r>
              <a:rPr lang="en-US" sz="2561">
                <a:solidFill>
                  <a:srgbClr val="C03BC4"/>
                </a:solidFill>
                <a:cs typeface="Segoe Sans Display Semilight" pitchFamily="2" charset="0"/>
              </a:rPr>
              <a:t>Microsoft Purview Suite </a:t>
            </a:r>
            <a:r>
              <a:rPr lang="en-US" sz="2561">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471673" y="2092707"/>
            <a:ext cx="4600436" cy="562975"/>
          </a:xfrm>
          <a:prstGeom prst="rect">
            <a:avLst/>
          </a:prstGeom>
          <a:noFill/>
        </p:spPr>
        <p:txBody>
          <a:bodyPr wrap="square" lIns="0" tIns="0" rIns="0" bIns="0" rtlCol="0" anchor="t" anchorCtr="0">
            <a:spAutoFit/>
          </a:bodyPr>
          <a:lstStyle/>
          <a:p>
            <a:pPr marL="0" marR="0" lvl="0" indent="0" algn="l" defTabSz="836275" rtl="0" eaLnBrk="1" fontAlgn="auto" latinLnBrk="0" hangingPunct="1">
              <a:lnSpc>
                <a:spcPct val="100000"/>
              </a:lnSpc>
              <a:spcBef>
                <a:spcPts val="0"/>
              </a:spcBef>
              <a:spcAft>
                <a:spcPts val="1647"/>
              </a:spcAft>
              <a:buClrTx/>
              <a:buSzTx/>
              <a:buFontTx/>
              <a:buNone/>
              <a:tabLst/>
              <a:defRPr/>
            </a:pPr>
            <a:r>
              <a:rPr kumimoji="0" lang="en-US" sz="1829"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491605" y="2765428"/>
            <a:ext cx="5070026" cy="2577629"/>
          </a:xfrm>
          <a:prstGeom prst="rect">
            <a:avLst/>
          </a:prstGeom>
          <a:noFill/>
        </p:spPr>
        <p:txBody>
          <a:bodyPr wrap="square" lIns="0" tIns="0" rIns="0" bIns="0" rtlCol="0" anchor="t" anchorCtr="0">
            <a:spAutoFit/>
          </a:bodyPr>
          <a:lstStyle/>
          <a:p>
            <a:pPr marL="0" marR="0" lvl="0" indent="0" algn="l" defTabSz="836275" rtl="0" eaLnBrk="1" fontAlgn="auto" latinLnBrk="0" hangingPunct="1">
              <a:lnSpc>
                <a:spcPct val="100000"/>
              </a:lnSpc>
              <a:spcBef>
                <a:spcPts val="0"/>
              </a:spcBef>
              <a:spcAft>
                <a:spcPts val="731"/>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2400" b="0" i="0" u="none" strike="noStrike" kern="1200" cap="none" spc="0" normalizeH="0" baseline="0" noProof="0">
              <a:ln>
                <a:noFill/>
              </a:ln>
              <a:solidFill>
                <a:srgbClr val="000000"/>
              </a:solidFill>
              <a:effectLst/>
              <a:uLnTx/>
              <a:uFillTx/>
              <a:latin typeface="Segoe UI"/>
              <a:ea typeface="+mn-lt"/>
              <a:cs typeface="Segoe UI"/>
            </a:endParaRPr>
          </a:p>
          <a:p>
            <a:pPr marL="167255" marR="0" lvl="0" indent="-167255" algn="l" defTabSz="418138" rtl="0" eaLnBrk="1" fontAlgn="auto" latinLnBrk="0" hangingPunct="1">
              <a:lnSpc>
                <a:spcPct val="100000"/>
              </a:lnSpc>
              <a:spcBef>
                <a:spcPts val="549"/>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4911" y="4277643"/>
            <a:ext cx="1476618" cy="489713"/>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65843" tIns="32922" rIns="65843" bIns="32922" numCol="1" spcCol="0" rtlCol="0" fromWordArt="0" anchor="ctr" anchorCtr="0" forceAA="0" compatLnSpc="1">
                <a:prstTxWarp prst="textNoShape">
                  <a:avLst/>
                </a:prstTxWarp>
                <a:noAutofit/>
              </a:bodyPr>
              <a:lstStyle/>
              <a:p>
                <a:pPr marL="0" marR="0" lvl="0" indent="0" algn="ctr" defTabSz="836275" rtl="0" eaLnBrk="1" fontAlgn="base" latinLnBrk="0" hangingPunct="1">
                  <a:lnSpc>
                    <a:spcPct val="100000"/>
                  </a:lnSpc>
                  <a:spcBef>
                    <a:spcPct val="0"/>
                  </a:spcBef>
                  <a:spcAft>
                    <a:spcPct val="0"/>
                  </a:spcAft>
                  <a:buClrTx/>
                  <a:buSzTx/>
                  <a:buFontTx/>
                  <a:buNone/>
                  <a:tabLst/>
                  <a:defRPr/>
                </a:pPr>
                <a:endParaRPr kumimoji="0" lang="en-US" sz="1647"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270497" y="314622"/>
            <a:ext cx="1655280" cy="209823"/>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40785" y="2532528"/>
            <a:ext cx="1802201" cy="1309718"/>
          </a:xfrm>
          <a:prstGeom prst="rect">
            <a:avLst/>
          </a:prstGeom>
          <a:noFill/>
        </p:spPr>
        <p:txBody>
          <a:bodyPr wrap="square" lIns="0" tIns="0" rIns="0" bIns="0">
            <a:spAutoFit/>
          </a:bodyPr>
          <a:lstStyle/>
          <a:p>
            <a:pPr marL="0" marR="0" lvl="0" indent="0" algn="ctr" defTabSz="836245" rtl="0" eaLnBrk="1" fontAlgn="auto" latinLnBrk="0" hangingPunct="1">
              <a:lnSpc>
                <a:spcPct val="100000"/>
              </a:lnSpc>
              <a:spcBef>
                <a:spcPts val="1097"/>
              </a:spcBef>
              <a:spcAft>
                <a:spcPts val="0"/>
              </a:spcAft>
              <a:buClrTx/>
              <a:buSzTx/>
              <a:buFontTx/>
              <a:buNone/>
              <a:tabLst/>
              <a:defRPr/>
            </a:pPr>
            <a:r>
              <a:rPr kumimoji="0" lang="en-US" sz="1647"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836245" rtl="0" eaLnBrk="1" fontAlgn="auto" latinLnBrk="0" hangingPunct="1">
              <a:lnSpc>
                <a:spcPct val="100000"/>
              </a:lnSpc>
              <a:spcBef>
                <a:spcPts val="549"/>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24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pic>
        <p:nvPicPr>
          <p:cNvPr id="6" name="Rectangle 34658333" descr="preencoded.png">
            <a:extLst>
              <a:ext uri="{FF2B5EF4-FFF2-40B4-BE49-F238E27FC236}">
                <a16:creationId xmlns:a16="http://schemas.microsoft.com/office/drawing/2014/main" id="{B4B6EACD-AEF3-328C-9596-D61023B5C61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87325" y="5696445"/>
            <a:ext cx="7397750" cy="3642981"/>
          </a:xfrm>
          <a:prstGeom prst="rect">
            <a:avLst/>
          </a:prstGeom>
        </p:spPr>
      </p:pic>
      <p:sp>
        <p:nvSpPr>
          <p:cNvPr id="7" name="Rectangle 6">
            <a:extLst>
              <a:ext uri="{FF2B5EF4-FFF2-40B4-BE49-F238E27FC236}">
                <a16:creationId xmlns:a16="http://schemas.microsoft.com/office/drawing/2014/main" id="{3BAE62EA-B268-0B97-3EDC-355FC47FEB95}"/>
              </a:ext>
            </a:extLst>
          </p:cNvPr>
          <p:cNvSpPr/>
          <p:nvPr/>
        </p:nvSpPr>
        <p:spPr>
          <a:xfrm>
            <a:off x="5576331" y="6660340"/>
            <a:ext cx="1809347" cy="2376000"/>
          </a:xfrm>
          <a:prstGeom prst="rect">
            <a:avLst/>
          </a:prstGeom>
          <a:solidFill>
            <a:srgbClr val="F8F2F7"/>
          </a:solidFill>
          <a:ln w="9525"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2BF553EF-BE9C-D8AE-CE23-DE63974B3372}"/>
              </a:ext>
            </a:extLst>
          </p:cNvPr>
          <p:cNvSpPr/>
          <p:nvPr/>
        </p:nvSpPr>
        <p:spPr>
          <a:xfrm>
            <a:off x="371474" y="6701160"/>
            <a:ext cx="1835811" cy="2376000"/>
          </a:xfrm>
          <a:prstGeom prst="rect">
            <a:avLst/>
          </a:prstGeom>
          <a:solidFill>
            <a:srgbClr val="F8F2F7"/>
          </a:solidFill>
          <a:ln w="9525"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Left Bracket 8">
            <a:extLst>
              <a:ext uri="{FF2B5EF4-FFF2-40B4-BE49-F238E27FC236}">
                <a16:creationId xmlns:a16="http://schemas.microsoft.com/office/drawing/2014/main" id="{3590D0CE-6006-CE5D-F29E-71E3686750B5}"/>
              </a:ext>
            </a:extLst>
          </p:cNvPr>
          <p:cNvSpPr/>
          <p:nvPr/>
        </p:nvSpPr>
        <p:spPr>
          <a:xfrm rot="16200000" flipH="1">
            <a:off x="3571646" y="2901726"/>
            <a:ext cx="629108" cy="6998956"/>
          </a:xfrm>
          <a:prstGeom prst="leftBracket">
            <a:avLst>
              <a:gd name="adj" fmla="val 0"/>
            </a:avLst>
          </a:prstGeom>
          <a:ln w="9525" cap="rnd">
            <a:solidFill>
              <a:schemeClr val="bg2">
                <a:lumMod val="90000"/>
              </a:scheme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itle 1">
            <a:extLst>
              <a:ext uri="{FF2B5EF4-FFF2-40B4-BE49-F238E27FC236}">
                <a16:creationId xmlns:a16="http://schemas.microsoft.com/office/drawing/2014/main" id="{AE669242-A775-1B3D-588B-FC9C220A0757}"/>
              </a:ext>
            </a:extLst>
          </p:cNvPr>
          <p:cNvSpPr txBox="1">
            <a:spLocks/>
          </p:cNvSpPr>
          <p:nvPr/>
        </p:nvSpPr>
        <p:spPr>
          <a:xfrm>
            <a:off x="1352766" y="5882261"/>
            <a:ext cx="5078656" cy="589061"/>
          </a:xfrm>
          <a:prstGeom prst="rect">
            <a:avLst/>
          </a:prstGeom>
          <a:solidFill>
            <a:srgbClr val="FFFFFF"/>
          </a:solidFill>
          <a:ln w="9525">
            <a:noFill/>
          </a:ln>
        </p:spPr>
        <p:txBody>
          <a:bodyPr vert="horz" wrap="square" lIns="91440" tIns="45720" rIns="91440" bIns="45720"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14367" rtl="0" eaLnBrk="1" fontAlgn="auto"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w="3175">
                  <a:noFill/>
                </a:ln>
                <a:solidFill>
                  <a:srgbClr val="912475"/>
                </a:solidFill>
                <a:effectLst/>
                <a:uLnTx/>
                <a:uFillTx/>
                <a:latin typeface="Segoe UI Semibold"/>
                <a:ea typeface="+mj-lt"/>
                <a:cs typeface="Segoe UI Semibold"/>
              </a:rPr>
              <a:t>Save 47% per license with the Microsoft Purview Suite for Business Premium</a:t>
            </a:r>
          </a:p>
        </p:txBody>
      </p:sp>
      <p:grpSp>
        <p:nvGrpSpPr>
          <p:cNvPr id="11" name="Group 10">
            <a:extLst>
              <a:ext uri="{FF2B5EF4-FFF2-40B4-BE49-F238E27FC236}">
                <a16:creationId xmlns:a16="http://schemas.microsoft.com/office/drawing/2014/main" id="{6D0E581D-B458-6136-3E13-07990E84D856}"/>
              </a:ext>
            </a:extLst>
          </p:cNvPr>
          <p:cNvGrpSpPr/>
          <p:nvPr/>
        </p:nvGrpSpPr>
        <p:grpSpPr>
          <a:xfrm>
            <a:off x="3916864" y="7216194"/>
            <a:ext cx="1421701" cy="1421700"/>
            <a:chOff x="3916864" y="6500445"/>
            <a:chExt cx="1421701" cy="1421700"/>
          </a:xfrm>
        </p:grpSpPr>
        <p:sp>
          <p:nvSpPr>
            <p:cNvPr id="12" name="Freeform 5">
              <a:extLst>
                <a:ext uri="{FF2B5EF4-FFF2-40B4-BE49-F238E27FC236}">
                  <a16:creationId xmlns:a16="http://schemas.microsoft.com/office/drawing/2014/main" id="{D15B20F1-6E5B-3428-95B2-DDA83381DC81}"/>
                </a:ext>
              </a:extLst>
            </p:cNvPr>
            <p:cNvSpPr>
              <a:spLocks noChangeAspect="1"/>
            </p:cNvSpPr>
            <p:nvPr/>
          </p:nvSpPr>
          <p:spPr bwMode="auto">
            <a:xfrm>
              <a:off x="3916864" y="6500445"/>
              <a:ext cx="1421701" cy="1421700"/>
            </a:xfrm>
            <a:custGeom>
              <a:avLst/>
              <a:gdLst>
                <a:gd name="T0" fmla="*/ 200 w 400"/>
                <a:gd name="T1" fmla="*/ 0 h 400"/>
                <a:gd name="T2" fmla="*/ 200 w 400"/>
                <a:gd name="T3" fmla="*/ 0 h 400"/>
                <a:gd name="T4" fmla="*/ 253 w 400"/>
                <a:gd name="T5" fmla="*/ 7 h 400"/>
                <a:gd name="T6" fmla="*/ 301 w 400"/>
                <a:gd name="T7" fmla="*/ 28 h 400"/>
                <a:gd name="T8" fmla="*/ 341 w 400"/>
                <a:gd name="T9" fmla="*/ 59 h 400"/>
                <a:gd name="T10" fmla="*/ 372 w 400"/>
                <a:gd name="T11" fmla="*/ 99 h 400"/>
                <a:gd name="T12" fmla="*/ 393 w 400"/>
                <a:gd name="T13" fmla="*/ 147 h 400"/>
                <a:gd name="T14" fmla="*/ 400 w 400"/>
                <a:gd name="T15" fmla="*/ 200 h 400"/>
                <a:gd name="T16" fmla="*/ 393 w 400"/>
                <a:gd name="T17" fmla="*/ 253 h 400"/>
                <a:gd name="T18" fmla="*/ 372 w 400"/>
                <a:gd name="T19" fmla="*/ 301 h 400"/>
                <a:gd name="T20" fmla="*/ 341 w 400"/>
                <a:gd name="T21" fmla="*/ 342 h 400"/>
                <a:gd name="T22" fmla="*/ 301 w 400"/>
                <a:gd name="T23" fmla="*/ 373 h 400"/>
                <a:gd name="T24" fmla="*/ 253 w 400"/>
                <a:gd name="T25" fmla="*/ 393 h 400"/>
                <a:gd name="T26" fmla="*/ 200 w 400"/>
                <a:gd name="T27" fmla="*/ 400 h 400"/>
                <a:gd name="T28" fmla="*/ 147 w 400"/>
                <a:gd name="T29" fmla="*/ 393 h 400"/>
                <a:gd name="T30" fmla="*/ 99 w 400"/>
                <a:gd name="T31" fmla="*/ 373 h 400"/>
                <a:gd name="T32" fmla="*/ 58 w 400"/>
                <a:gd name="T33" fmla="*/ 342 h 400"/>
                <a:gd name="T34" fmla="*/ 27 w 400"/>
                <a:gd name="T35" fmla="*/ 301 h 400"/>
                <a:gd name="T36" fmla="*/ 7 w 400"/>
                <a:gd name="T37" fmla="*/ 253 h 400"/>
                <a:gd name="T38" fmla="*/ 0 w 400"/>
                <a:gd name="T39" fmla="*/ 200 h 400"/>
                <a:gd name="T40" fmla="*/ 7 w 400"/>
                <a:gd name="T41" fmla="*/ 147 h 400"/>
                <a:gd name="T42" fmla="*/ 27 w 400"/>
                <a:gd name="T43" fmla="*/ 99 h 400"/>
                <a:gd name="T44" fmla="*/ 58 w 400"/>
                <a:gd name="T45" fmla="*/ 59 h 400"/>
                <a:gd name="T46" fmla="*/ 99 w 400"/>
                <a:gd name="T47" fmla="*/ 28 h 400"/>
                <a:gd name="T48" fmla="*/ 147 w 400"/>
                <a:gd name="T49" fmla="*/ 7 h 400"/>
                <a:gd name="T50" fmla="*/ 200 w 400"/>
                <a:gd name="T5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0" h="400">
                  <a:moveTo>
                    <a:pt x="200" y="0"/>
                  </a:moveTo>
                  <a:lnTo>
                    <a:pt x="200" y="0"/>
                  </a:lnTo>
                  <a:cubicBezTo>
                    <a:pt x="218" y="0"/>
                    <a:pt x="236" y="3"/>
                    <a:pt x="253" y="7"/>
                  </a:cubicBezTo>
                  <a:cubicBezTo>
                    <a:pt x="270" y="12"/>
                    <a:pt x="286" y="19"/>
                    <a:pt x="301" y="28"/>
                  </a:cubicBezTo>
                  <a:cubicBezTo>
                    <a:pt x="316" y="36"/>
                    <a:pt x="329" y="47"/>
                    <a:pt x="341" y="59"/>
                  </a:cubicBezTo>
                  <a:cubicBezTo>
                    <a:pt x="353" y="71"/>
                    <a:pt x="364" y="84"/>
                    <a:pt x="372" y="99"/>
                  </a:cubicBezTo>
                  <a:cubicBezTo>
                    <a:pt x="381" y="114"/>
                    <a:pt x="388" y="130"/>
                    <a:pt x="393" y="147"/>
                  </a:cubicBezTo>
                  <a:cubicBezTo>
                    <a:pt x="397" y="164"/>
                    <a:pt x="400" y="182"/>
                    <a:pt x="400" y="200"/>
                  </a:cubicBezTo>
                  <a:cubicBezTo>
                    <a:pt x="400" y="219"/>
                    <a:pt x="397" y="236"/>
                    <a:pt x="393" y="253"/>
                  </a:cubicBezTo>
                  <a:cubicBezTo>
                    <a:pt x="388" y="270"/>
                    <a:pt x="381" y="286"/>
                    <a:pt x="372" y="301"/>
                  </a:cubicBezTo>
                  <a:cubicBezTo>
                    <a:pt x="364" y="316"/>
                    <a:pt x="353" y="329"/>
                    <a:pt x="341" y="342"/>
                  </a:cubicBezTo>
                  <a:cubicBezTo>
                    <a:pt x="329" y="354"/>
                    <a:pt x="316" y="364"/>
                    <a:pt x="301" y="373"/>
                  </a:cubicBezTo>
                  <a:cubicBezTo>
                    <a:pt x="286" y="381"/>
                    <a:pt x="270" y="388"/>
                    <a:pt x="253" y="393"/>
                  </a:cubicBezTo>
                  <a:cubicBezTo>
                    <a:pt x="236" y="398"/>
                    <a:pt x="218" y="400"/>
                    <a:pt x="200" y="400"/>
                  </a:cubicBezTo>
                  <a:cubicBezTo>
                    <a:pt x="181" y="400"/>
                    <a:pt x="164" y="398"/>
                    <a:pt x="147" y="393"/>
                  </a:cubicBezTo>
                  <a:cubicBezTo>
                    <a:pt x="130" y="388"/>
                    <a:pt x="114" y="381"/>
                    <a:pt x="99" y="373"/>
                  </a:cubicBezTo>
                  <a:cubicBezTo>
                    <a:pt x="84" y="364"/>
                    <a:pt x="71" y="354"/>
                    <a:pt x="58" y="342"/>
                  </a:cubicBezTo>
                  <a:cubicBezTo>
                    <a:pt x="46" y="329"/>
                    <a:pt x="36" y="316"/>
                    <a:pt x="27" y="301"/>
                  </a:cubicBezTo>
                  <a:cubicBezTo>
                    <a:pt x="19" y="286"/>
                    <a:pt x="12" y="270"/>
                    <a:pt x="7" y="253"/>
                  </a:cubicBezTo>
                  <a:cubicBezTo>
                    <a:pt x="2" y="236"/>
                    <a:pt x="0" y="219"/>
                    <a:pt x="0" y="200"/>
                  </a:cubicBezTo>
                  <a:cubicBezTo>
                    <a:pt x="0" y="182"/>
                    <a:pt x="2" y="164"/>
                    <a:pt x="7" y="147"/>
                  </a:cubicBezTo>
                  <a:cubicBezTo>
                    <a:pt x="12" y="130"/>
                    <a:pt x="19" y="114"/>
                    <a:pt x="27" y="99"/>
                  </a:cubicBezTo>
                  <a:cubicBezTo>
                    <a:pt x="36" y="84"/>
                    <a:pt x="46" y="71"/>
                    <a:pt x="58" y="59"/>
                  </a:cubicBezTo>
                  <a:cubicBezTo>
                    <a:pt x="71" y="47"/>
                    <a:pt x="84" y="36"/>
                    <a:pt x="99" y="28"/>
                  </a:cubicBezTo>
                  <a:cubicBezTo>
                    <a:pt x="114" y="19"/>
                    <a:pt x="130" y="12"/>
                    <a:pt x="147" y="7"/>
                  </a:cubicBezTo>
                  <a:cubicBezTo>
                    <a:pt x="164" y="3"/>
                    <a:pt x="181" y="0"/>
                    <a:pt x="200" y="0"/>
                  </a:cubicBezTo>
                  <a:close/>
                </a:path>
              </a:pathLst>
            </a:custGeom>
            <a:solidFill>
              <a:srgbClr val="B740C5"/>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1910">
                      <a:srgbClr val="000000"/>
                    </a:gs>
                    <a:gs pos="53933">
                      <a:srgbClr val="000000"/>
                    </a:gs>
                  </a:gsLst>
                  <a:path path="circle">
                    <a:fillToRect l="100000" b="100000"/>
                  </a:path>
                </a:gradFill>
                <a:effectLst/>
                <a:uLnTx/>
                <a:uFillTx/>
                <a:latin typeface="Segoe Sans Display" pitchFamily="2" charset="0"/>
                <a:ea typeface="+mn-ea"/>
                <a:cs typeface="Segoe Sans Display" pitchFamily="2" charset="0"/>
              </a:endParaRPr>
            </a:p>
          </p:txBody>
        </p:sp>
        <p:sp>
          <p:nvSpPr>
            <p:cNvPr id="16" name="Oval 15">
              <a:extLst>
                <a:ext uri="{FF2B5EF4-FFF2-40B4-BE49-F238E27FC236}">
                  <a16:creationId xmlns:a16="http://schemas.microsoft.com/office/drawing/2014/main" id="{8E6A6ABB-D1B7-0993-943B-0E2F43F72D10}"/>
                </a:ext>
              </a:extLst>
            </p:cNvPr>
            <p:cNvSpPr/>
            <p:nvPr/>
          </p:nvSpPr>
          <p:spPr bwMode="auto">
            <a:xfrm>
              <a:off x="4092534" y="6676115"/>
              <a:ext cx="1070360" cy="1070359"/>
            </a:xfrm>
            <a:prstGeom prst="ellipse">
              <a:avLst/>
            </a:prstGeom>
            <a:solidFill>
              <a:srgbClr val="FFFFFF"/>
            </a:solidFill>
            <a:ln w="28575" cap="flat" cmpd="sng" algn="ctr">
              <a:noFill/>
              <a:prstDash val="solid"/>
              <a:headEnd type="none" w="med" len="med"/>
              <a:tailEnd type="none" w="med" len="med"/>
            </a:ln>
            <a:effectLst/>
          </p:spPr>
          <p:txBody>
            <a:bodyPr rot="0" spcFirstLastPara="0" vertOverflow="overflow" horzOverflow="overflow" vert="horz" wrap="none" lIns="0" tIns="91440" rIns="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052252"/>
                  </a:solidFill>
                  <a:effectLst/>
                  <a:uLnTx/>
                  <a:uFillTx/>
                  <a:latin typeface="Segoe Sans Display Semibold"/>
                  <a:ea typeface="+mn-ea"/>
                  <a:cs typeface="Segoe Sans Display" pitchFamily="2" charset="0"/>
                </a:rPr>
                <a:t>$10</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Microsoft Purview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Suite for Business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Premium*</a:t>
              </a:r>
              <a:endParaRPr kumimoji="0" lang="en-US" sz="10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endParaRPr>
            </a:p>
          </p:txBody>
        </p:sp>
      </p:grpSp>
      <p:grpSp>
        <p:nvGrpSpPr>
          <p:cNvPr id="18" name="Group 17">
            <a:extLst>
              <a:ext uri="{FF2B5EF4-FFF2-40B4-BE49-F238E27FC236}">
                <a16:creationId xmlns:a16="http://schemas.microsoft.com/office/drawing/2014/main" id="{06F1F8A8-7D53-BC62-6080-D6D2CCFA8D6E}"/>
              </a:ext>
            </a:extLst>
          </p:cNvPr>
          <p:cNvGrpSpPr/>
          <p:nvPr/>
        </p:nvGrpSpPr>
        <p:grpSpPr>
          <a:xfrm>
            <a:off x="2225040" y="6808980"/>
            <a:ext cx="3322320" cy="2252893"/>
            <a:chOff x="2198563" y="6252709"/>
            <a:chExt cx="3375273" cy="1925585"/>
          </a:xfrm>
        </p:grpSpPr>
        <p:sp>
          <p:nvSpPr>
            <p:cNvPr id="19" name="Right Brace 18">
              <a:extLst>
                <a:ext uri="{FF2B5EF4-FFF2-40B4-BE49-F238E27FC236}">
                  <a16:creationId xmlns:a16="http://schemas.microsoft.com/office/drawing/2014/main" id="{1BC18C89-C90E-F6BC-5AC4-E216BEE6E183}"/>
                </a:ext>
                <a:ext uri="{C183D7F6-B498-43B3-948B-1728B52AA6E4}">
                  <adec:decorative xmlns:adec="http://schemas.microsoft.com/office/drawing/2017/decorative" val="1"/>
                </a:ext>
              </a:extLst>
            </p:cNvPr>
            <p:cNvSpPr/>
            <p:nvPr/>
          </p:nvSpPr>
          <p:spPr>
            <a:xfrm>
              <a:off x="2198563" y="6252709"/>
              <a:ext cx="194085" cy="1925585"/>
            </a:xfrm>
            <a:prstGeom prst="rightBrace">
              <a:avLst/>
            </a:prstGeom>
            <a:noFill/>
            <a:ln w="19050" cap="flat" cmpd="sng" algn="ctr">
              <a:solidFill>
                <a:srgbClr val="912475"/>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a:ea typeface="+mn-ea"/>
                <a:cs typeface="+mn-cs"/>
              </a:endParaRPr>
            </a:p>
          </p:txBody>
        </p:sp>
        <p:sp>
          <p:nvSpPr>
            <p:cNvPr id="21" name="Right Brace 20">
              <a:extLst>
                <a:ext uri="{FF2B5EF4-FFF2-40B4-BE49-F238E27FC236}">
                  <a16:creationId xmlns:a16="http://schemas.microsoft.com/office/drawing/2014/main" id="{51CF8F86-6648-1657-0BEF-1CA7137EEFB7}"/>
                </a:ext>
                <a:ext uri="{C183D7F6-B498-43B3-948B-1728B52AA6E4}">
                  <adec:decorative xmlns:adec="http://schemas.microsoft.com/office/drawing/2017/decorative" val="1"/>
                </a:ext>
              </a:extLst>
            </p:cNvPr>
            <p:cNvSpPr/>
            <p:nvPr/>
          </p:nvSpPr>
          <p:spPr>
            <a:xfrm flipH="1">
              <a:off x="5379751" y="6252709"/>
              <a:ext cx="194085" cy="1925585"/>
            </a:xfrm>
            <a:prstGeom prst="rightBrace">
              <a:avLst/>
            </a:prstGeom>
            <a:noFill/>
            <a:ln w="19050" cap="flat" cmpd="sng" algn="ctr">
              <a:solidFill>
                <a:srgbClr val="B740C5"/>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a:ea typeface="+mn-ea"/>
                <a:cs typeface="+mn-cs"/>
              </a:endParaRPr>
            </a:p>
          </p:txBody>
        </p:sp>
      </p:grpSp>
      <p:grpSp>
        <p:nvGrpSpPr>
          <p:cNvPr id="22" name="Group 21">
            <a:extLst>
              <a:ext uri="{FF2B5EF4-FFF2-40B4-BE49-F238E27FC236}">
                <a16:creationId xmlns:a16="http://schemas.microsoft.com/office/drawing/2014/main" id="{CA14AD1E-F7C7-D875-A77D-813A7929594A}"/>
              </a:ext>
            </a:extLst>
          </p:cNvPr>
          <p:cNvGrpSpPr/>
          <p:nvPr/>
        </p:nvGrpSpPr>
        <p:grpSpPr>
          <a:xfrm>
            <a:off x="2442306" y="7216194"/>
            <a:ext cx="1421701" cy="1421700"/>
            <a:chOff x="2442306" y="6500445"/>
            <a:chExt cx="1421701" cy="1421700"/>
          </a:xfrm>
        </p:grpSpPr>
        <p:sp>
          <p:nvSpPr>
            <p:cNvPr id="25" name="Freeform 5">
              <a:extLst>
                <a:ext uri="{FF2B5EF4-FFF2-40B4-BE49-F238E27FC236}">
                  <a16:creationId xmlns:a16="http://schemas.microsoft.com/office/drawing/2014/main" id="{D1CE9D20-73E8-2282-B491-1580616B59A5}"/>
                </a:ext>
                <a:ext uri="{C183D7F6-B498-43B3-948B-1728B52AA6E4}">
                  <adec:decorative xmlns:adec="http://schemas.microsoft.com/office/drawing/2017/decorative" val="1"/>
                </a:ext>
              </a:extLst>
            </p:cNvPr>
            <p:cNvSpPr>
              <a:spLocks noChangeAspect="1"/>
            </p:cNvSpPr>
            <p:nvPr/>
          </p:nvSpPr>
          <p:spPr bwMode="auto">
            <a:xfrm>
              <a:off x="2442306" y="6500445"/>
              <a:ext cx="1421701" cy="1421700"/>
            </a:xfrm>
            <a:custGeom>
              <a:avLst/>
              <a:gdLst>
                <a:gd name="T0" fmla="*/ 200 w 400"/>
                <a:gd name="T1" fmla="*/ 0 h 400"/>
                <a:gd name="T2" fmla="*/ 200 w 400"/>
                <a:gd name="T3" fmla="*/ 0 h 400"/>
                <a:gd name="T4" fmla="*/ 253 w 400"/>
                <a:gd name="T5" fmla="*/ 7 h 400"/>
                <a:gd name="T6" fmla="*/ 301 w 400"/>
                <a:gd name="T7" fmla="*/ 28 h 400"/>
                <a:gd name="T8" fmla="*/ 341 w 400"/>
                <a:gd name="T9" fmla="*/ 59 h 400"/>
                <a:gd name="T10" fmla="*/ 372 w 400"/>
                <a:gd name="T11" fmla="*/ 99 h 400"/>
                <a:gd name="T12" fmla="*/ 393 w 400"/>
                <a:gd name="T13" fmla="*/ 147 h 400"/>
                <a:gd name="T14" fmla="*/ 400 w 400"/>
                <a:gd name="T15" fmla="*/ 200 h 400"/>
                <a:gd name="T16" fmla="*/ 393 w 400"/>
                <a:gd name="T17" fmla="*/ 253 h 400"/>
                <a:gd name="T18" fmla="*/ 372 w 400"/>
                <a:gd name="T19" fmla="*/ 301 h 400"/>
                <a:gd name="T20" fmla="*/ 341 w 400"/>
                <a:gd name="T21" fmla="*/ 342 h 400"/>
                <a:gd name="T22" fmla="*/ 301 w 400"/>
                <a:gd name="T23" fmla="*/ 373 h 400"/>
                <a:gd name="T24" fmla="*/ 253 w 400"/>
                <a:gd name="T25" fmla="*/ 393 h 400"/>
                <a:gd name="T26" fmla="*/ 200 w 400"/>
                <a:gd name="T27" fmla="*/ 400 h 400"/>
                <a:gd name="T28" fmla="*/ 147 w 400"/>
                <a:gd name="T29" fmla="*/ 393 h 400"/>
                <a:gd name="T30" fmla="*/ 99 w 400"/>
                <a:gd name="T31" fmla="*/ 373 h 400"/>
                <a:gd name="T32" fmla="*/ 58 w 400"/>
                <a:gd name="T33" fmla="*/ 342 h 400"/>
                <a:gd name="T34" fmla="*/ 27 w 400"/>
                <a:gd name="T35" fmla="*/ 301 h 400"/>
                <a:gd name="T36" fmla="*/ 7 w 400"/>
                <a:gd name="T37" fmla="*/ 253 h 400"/>
                <a:gd name="T38" fmla="*/ 0 w 400"/>
                <a:gd name="T39" fmla="*/ 200 h 400"/>
                <a:gd name="T40" fmla="*/ 7 w 400"/>
                <a:gd name="T41" fmla="*/ 147 h 400"/>
                <a:gd name="T42" fmla="*/ 27 w 400"/>
                <a:gd name="T43" fmla="*/ 99 h 400"/>
                <a:gd name="T44" fmla="*/ 58 w 400"/>
                <a:gd name="T45" fmla="*/ 59 h 400"/>
                <a:gd name="T46" fmla="*/ 99 w 400"/>
                <a:gd name="T47" fmla="*/ 28 h 400"/>
                <a:gd name="T48" fmla="*/ 147 w 400"/>
                <a:gd name="T49" fmla="*/ 7 h 400"/>
                <a:gd name="T50" fmla="*/ 200 w 400"/>
                <a:gd name="T5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0" h="400">
                  <a:moveTo>
                    <a:pt x="200" y="0"/>
                  </a:moveTo>
                  <a:lnTo>
                    <a:pt x="200" y="0"/>
                  </a:lnTo>
                  <a:cubicBezTo>
                    <a:pt x="218" y="0"/>
                    <a:pt x="236" y="3"/>
                    <a:pt x="253" y="7"/>
                  </a:cubicBezTo>
                  <a:cubicBezTo>
                    <a:pt x="270" y="12"/>
                    <a:pt x="286" y="19"/>
                    <a:pt x="301" y="28"/>
                  </a:cubicBezTo>
                  <a:cubicBezTo>
                    <a:pt x="316" y="36"/>
                    <a:pt x="329" y="47"/>
                    <a:pt x="341" y="59"/>
                  </a:cubicBezTo>
                  <a:cubicBezTo>
                    <a:pt x="353" y="71"/>
                    <a:pt x="364" y="84"/>
                    <a:pt x="372" y="99"/>
                  </a:cubicBezTo>
                  <a:cubicBezTo>
                    <a:pt x="381" y="114"/>
                    <a:pt x="388" y="130"/>
                    <a:pt x="393" y="147"/>
                  </a:cubicBezTo>
                  <a:cubicBezTo>
                    <a:pt x="397" y="164"/>
                    <a:pt x="400" y="182"/>
                    <a:pt x="400" y="200"/>
                  </a:cubicBezTo>
                  <a:cubicBezTo>
                    <a:pt x="400" y="219"/>
                    <a:pt x="397" y="236"/>
                    <a:pt x="393" y="253"/>
                  </a:cubicBezTo>
                  <a:cubicBezTo>
                    <a:pt x="388" y="270"/>
                    <a:pt x="381" y="286"/>
                    <a:pt x="372" y="301"/>
                  </a:cubicBezTo>
                  <a:cubicBezTo>
                    <a:pt x="364" y="316"/>
                    <a:pt x="353" y="329"/>
                    <a:pt x="341" y="342"/>
                  </a:cubicBezTo>
                  <a:cubicBezTo>
                    <a:pt x="329" y="354"/>
                    <a:pt x="316" y="364"/>
                    <a:pt x="301" y="373"/>
                  </a:cubicBezTo>
                  <a:cubicBezTo>
                    <a:pt x="286" y="381"/>
                    <a:pt x="270" y="388"/>
                    <a:pt x="253" y="393"/>
                  </a:cubicBezTo>
                  <a:cubicBezTo>
                    <a:pt x="236" y="398"/>
                    <a:pt x="218" y="400"/>
                    <a:pt x="200" y="400"/>
                  </a:cubicBezTo>
                  <a:cubicBezTo>
                    <a:pt x="181" y="400"/>
                    <a:pt x="164" y="398"/>
                    <a:pt x="147" y="393"/>
                  </a:cubicBezTo>
                  <a:cubicBezTo>
                    <a:pt x="130" y="388"/>
                    <a:pt x="114" y="381"/>
                    <a:pt x="99" y="373"/>
                  </a:cubicBezTo>
                  <a:cubicBezTo>
                    <a:pt x="84" y="364"/>
                    <a:pt x="71" y="354"/>
                    <a:pt x="58" y="342"/>
                  </a:cubicBezTo>
                  <a:cubicBezTo>
                    <a:pt x="46" y="329"/>
                    <a:pt x="36" y="316"/>
                    <a:pt x="27" y="301"/>
                  </a:cubicBezTo>
                  <a:cubicBezTo>
                    <a:pt x="19" y="286"/>
                    <a:pt x="12" y="270"/>
                    <a:pt x="7" y="253"/>
                  </a:cubicBezTo>
                  <a:cubicBezTo>
                    <a:pt x="2" y="236"/>
                    <a:pt x="0" y="219"/>
                    <a:pt x="0" y="200"/>
                  </a:cubicBezTo>
                  <a:cubicBezTo>
                    <a:pt x="0" y="182"/>
                    <a:pt x="2" y="164"/>
                    <a:pt x="7" y="147"/>
                  </a:cubicBezTo>
                  <a:cubicBezTo>
                    <a:pt x="12" y="130"/>
                    <a:pt x="19" y="114"/>
                    <a:pt x="27" y="99"/>
                  </a:cubicBezTo>
                  <a:cubicBezTo>
                    <a:pt x="36" y="84"/>
                    <a:pt x="46" y="71"/>
                    <a:pt x="58" y="59"/>
                  </a:cubicBezTo>
                  <a:cubicBezTo>
                    <a:pt x="71" y="47"/>
                    <a:pt x="84" y="36"/>
                    <a:pt x="99" y="28"/>
                  </a:cubicBezTo>
                  <a:cubicBezTo>
                    <a:pt x="114" y="19"/>
                    <a:pt x="130" y="12"/>
                    <a:pt x="147" y="7"/>
                  </a:cubicBezTo>
                  <a:cubicBezTo>
                    <a:pt x="164" y="3"/>
                    <a:pt x="181" y="0"/>
                    <a:pt x="200" y="0"/>
                  </a:cubicBezTo>
                  <a:close/>
                </a:path>
              </a:pathLst>
            </a:custGeom>
            <a:solidFill>
              <a:srgbClr val="912475"/>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76437">
                      <a:srgbClr val="FFFFFF"/>
                    </a:gs>
                    <a:gs pos="55747">
                      <a:srgbClr val="FFFFFF"/>
                    </a:gs>
                  </a:gsLst>
                  <a:path path="circle">
                    <a:fillToRect l="100000" b="100000"/>
                  </a:path>
                </a:gradFill>
                <a:effectLst/>
                <a:uLnTx/>
                <a:uFillTx/>
                <a:latin typeface="Segoe Sans Display" pitchFamily="2" charset="0"/>
                <a:ea typeface="+mn-ea"/>
                <a:cs typeface="Segoe Sans Display" pitchFamily="2" charset="0"/>
              </a:endParaRPr>
            </a:p>
          </p:txBody>
        </p:sp>
        <p:sp>
          <p:nvSpPr>
            <p:cNvPr id="27" name="Oval 26">
              <a:extLst>
                <a:ext uri="{FF2B5EF4-FFF2-40B4-BE49-F238E27FC236}">
                  <a16:creationId xmlns:a16="http://schemas.microsoft.com/office/drawing/2014/main" id="{8447743A-882B-3948-B5C7-2F4E9EF09A69}"/>
                </a:ext>
                <a:ext uri="{C183D7F6-B498-43B3-948B-1728B52AA6E4}">
                  <adec:decorative xmlns:adec="http://schemas.microsoft.com/office/drawing/2017/decorative" val="1"/>
                </a:ext>
              </a:extLst>
            </p:cNvPr>
            <p:cNvSpPr/>
            <p:nvPr/>
          </p:nvSpPr>
          <p:spPr bwMode="auto">
            <a:xfrm>
              <a:off x="2617977" y="6676116"/>
              <a:ext cx="1070360" cy="1070360"/>
            </a:xfrm>
            <a:prstGeom prst="ellipse">
              <a:avLst/>
            </a:prstGeom>
            <a:solidFill>
              <a:srgbClr val="FFFFFF"/>
            </a:solidFill>
            <a:ln w="28575" cap="flat" cmpd="sng" algn="ctr">
              <a:noFill/>
              <a:prstDash val="solid"/>
              <a:headEnd type="none" w="med" len="med"/>
              <a:tailEnd type="none" w="med" len="med"/>
            </a:ln>
            <a:effectLst/>
          </p:spPr>
          <p:txBody>
            <a:bodyPr rot="0" spcFirstLastPara="0" vertOverflow="overflow" horzOverflow="overflow" vert="horz" wrap="none" lIns="0" tIns="91440" rIns="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endParaRPr>
            </a:p>
          </p:txBody>
        </p:sp>
        <p:sp>
          <p:nvSpPr>
            <p:cNvPr id="28" name="TextBox 27">
              <a:extLst>
                <a:ext uri="{FF2B5EF4-FFF2-40B4-BE49-F238E27FC236}">
                  <a16:creationId xmlns:a16="http://schemas.microsoft.com/office/drawing/2014/main" id="{2B40F71F-1C1D-6777-DA8A-2AE09C3F7EFA}"/>
                </a:ext>
              </a:extLst>
            </p:cNvPr>
            <p:cNvSpPr txBox="1"/>
            <p:nvPr/>
          </p:nvSpPr>
          <p:spPr>
            <a:xfrm>
              <a:off x="2607904" y="6934296"/>
              <a:ext cx="109050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100" normalizeH="0" baseline="0" noProof="0">
                  <a:ln>
                    <a:noFill/>
                  </a:ln>
                  <a:solidFill>
                    <a:srgbClr val="052252"/>
                  </a:solidFill>
                  <a:effectLst/>
                  <a:uLnTx/>
                  <a:uFillTx/>
                  <a:latin typeface="Segoe Sans Display Semibold"/>
                  <a:ea typeface="+mn-ea"/>
                  <a:cs typeface="Segoe Sans Display" pitchFamily="2" charset="0"/>
                </a:rPr>
                <a:t>&gt;$19.00</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value of </a:t>
              </a:r>
              <a:b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b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individual  licenses</a:t>
              </a:r>
              <a:endParaRPr kumimoji="0" lang="en-US" sz="14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29" name="Title 1">
            <a:extLst>
              <a:ext uri="{FF2B5EF4-FFF2-40B4-BE49-F238E27FC236}">
                <a16:creationId xmlns:a16="http://schemas.microsoft.com/office/drawing/2014/main" id="{5E1FF252-E1C6-1F21-1D71-56EF20D1D9D0}"/>
              </a:ext>
            </a:extLst>
          </p:cNvPr>
          <p:cNvSpPr txBox="1">
            <a:spLocks/>
          </p:cNvSpPr>
          <p:nvPr/>
        </p:nvSpPr>
        <p:spPr>
          <a:xfrm>
            <a:off x="2780538" y="6816256"/>
            <a:ext cx="2211324" cy="365760"/>
          </a:xfrm>
          <a:prstGeom prst="rect">
            <a:avLst/>
          </a:prstGeom>
          <a:noFill/>
          <a:ln w="9525">
            <a:noFill/>
          </a:ln>
        </p:spPr>
        <p:txBody>
          <a:bodyPr vert="horz" wrap="square" lIns="91440" tIns="45720" rIns="91440" bIns="45720"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14367" rtl="0" eaLnBrk="1" fontAlgn="auto"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w="3175">
                  <a:noFill/>
                </a:ln>
                <a:solidFill>
                  <a:srgbClr val="000000"/>
                </a:solidFill>
                <a:effectLst/>
                <a:uLnTx/>
                <a:uFillTx/>
                <a:latin typeface="Segoe UI Semibold"/>
                <a:ea typeface="+mj-lt"/>
                <a:cs typeface="Segoe UI Semibold"/>
              </a:rPr>
              <a:t>Per user, per month </a:t>
            </a:r>
            <a:endParaRPr kumimoji="0" lang="en-US" sz="2800" b="0" i="0" u="none" strike="noStrike" kern="1200" cap="none" spc="-50" normalizeH="0" baseline="0" noProof="0">
              <a:ln w="3175">
                <a:noFill/>
              </a:ln>
              <a:solidFill>
                <a:srgbClr val="000000"/>
              </a:solidFill>
              <a:effectLst/>
              <a:uLnTx/>
              <a:uFillTx/>
              <a:latin typeface="Segoe UI Semibold"/>
              <a:ea typeface="+mn-ea"/>
              <a:cs typeface="Segoe UI" pitchFamily="34" charset="0"/>
            </a:endParaRPr>
          </a:p>
        </p:txBody>
      </p:sp>
      <p:sp>
        <p:nvSpPr>
          <p:cNvPr id="30" name="TextBox 29">
            <a:extLst>
              <a:ext uri="{FF2B5EF4-FFF2-40B4-BE49-F238E27FC236}">
                <a16:creationId xmlns:a16="http://schemas.microsoft.com/office/drawing/2014/main" id="{05972822-D490-5A45-2E5B-A8903FD224AA}"/>
              </a:ext>
            </a:extLst>
          </p:cNvPr>
          <p:cNvSpPr txBox="1"/>
          <p:nvPr/>
        </p:nvSpPr>
        <p:spPr>
          <a:xfrm>
            <a:off x="5667380" y="6951884"/>
            <a:ext cx="1718297" cy="1464503"/>
          </a:xfrm>
          <a:prstGeom prst="rect">
            <a:avLst/>
          </a:prstGeom>
          <a:noFill/>
        </p:spPr>
        <p:txBody>
          <a:bodyPr wrap="square" lIns="91440" tIns="45720" rIns="91440" bIns="4572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Microsoft Purview Suite for Business Premium</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Save ~47% </a:t>
            </a: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per license</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Prepare for Enable </a:t>
            </a: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end-to-end</a:t>
            </a: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data security + compliance</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GenAI + regulatory requirements</a:t>
            </a:r>
          </a:p>
        </p:txBody>
      </p:sp>
      <p:sp>
        <p:nvSpPr>
          <p:cNvPr id="31" name="TextBox 30">
            <a:extLst>
              <a:ext uri="{FF2B5EF4-FFF2-40B4-BE49-F238E27FC236}">
                <a16:creationId xmlns:a16="http://schemas.microsoft.com/office/drawing/2014/main" id="{C841B42B-5DFB-ED82-5456-4A667AFC4E16}"/>
              </a:ext>
            </a:extLst>
          </p:cNvPr>
          <p:cNvSpPr txBox="1"/>
          <p:nvPr/>
        </p:nvSpPr>
        <p:spPr>
          <a:xfrm>
            <a:off x="372563" y="6822800"/>
            <a:ext cx="1904144" cy="2239074"/>
          </a:xfrm>
          <a:prstGeom prst="rect">
            <a:avLst/>
          </a:prstGeom>
          <a:noFill/>
        </p:spPr>
        <p:txBody>
          <a:bodyPr wrap="square" lIns="91440" tIns="45720" rIns="91440" bIns="4572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400" b="0" i="0" u="none" strike="noStrike" kern="1200" cap="none" spc="0" normalizeH="0" baseline="0" noProof="0">
                <a:ln>
                  <a:noFill/>
                </a:ln>
                <a:solidFill>
                  <a:srgbClr val="912475"/>
                </a:solidFill>
                <a:effectLst/>
                <a:uLnTx/>
                <a:uFillTx/>
                <a:latin typeface="Segoe UI Semibold"/>
                <a:ea typeface="+mn-ea"/>
                <a:cs typeface="Segoe UI" panose="020B0502040204020203" pitchFamily="34" charset="0"/>
              </a:rPr>
              <a:t>Microsoft Purview</a:t>
            </a: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1000" b="0" i="0" u="none" strike="noStrike" kern="1200" cap="none" spc="0" normalizeH="0" baseline="0" noProof="0">
                <a:ln>
                  <a:noFill/>
                </a:ln>
                <a:solidFill>
                  <a:srgbClr val="000000"/>
                </a:solidFill>
                <a:effectLst/>
                <a:uLnTx/>
                <a:uFillTx/>
                <a:latin typeface="Segoe Sans Display Semibold"/>
                <a:ea typeface="+mn-ea"/>
                <a:cs typeface="Segoe Sans Display Semibold"/>
              </a:rPr>
              <a:t>Standalone bundles</a:t>
            </a:r>
          </a:p>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Information Protection + Governance</a:t>
            </a:r>
            <a:r>
              <a:rPr kumimoji="0" lang="en-US" sz="1050" b="0" i="0" u="none" strike="noStrike" kern="1200" cap="none" spc="0" normalizeH="0" baseline="0" noProof="0">
                <a:ln>
                  <a:noFill/>
                </a:ln>
                <a:solidFill>
                  <a:srgbClr val="912475"/>
                </a:solidFill>
                <a:effectLst/>
                <a:uLnTx/>
                <a:uFillTx/>
                <a:latin typeface="Segoe Sans Display"/>
                <a:ea typeface="+mn-ea"/>
                <a:cs typeface="Segoe Sans Display"/>
              </a:rPr>
              <a:t>	</a:t>
            </a:r>
            <a:r>
              <a:rPr kumimoji="0" lang="en-US" sz="1050" b="0" i="0" u="none" strike="noStrike" kern="1200" cap="none" spc="0" normalizeH="0" baseline="0" noProof="0">
                <a:ln>
                  <a:noFill/>
                </a:ln>
                <a:solidFill>
                  <a:srgbClr val="0078D4"/>
                </a:solidFill>
                <a:effectLst/>
                <a:uLnTx/>
                <a:uFillTx/>
                <a:latin typeface="Segoe Sans Display"/>
                <a:ea typeface="+mn-ea"/>
                <a:cs typeface="Segoe Sans Display"/>
              </a:rPr>
              <a: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$7</a:t>
            </a:r>
            <a:endParaRPr kumimoji="0" lang="en-US" sz="1050" b="1" i="0" u="none" strike="noStrike" kern="1200" cap="none" spc="0" normalizeH="0" baseline="0" noProof="0">
              <a:ln>
                <a:noFill/>
              </a:ln>
              <a:solidFill>
                <a:srgbClr val="000000"/>
              </a:solidFill>
              <a:effectLst/>
              <a:uLnTx/>
              <a:uFillTx/>
              <a:latin typeface="Segoe Sans Display"/>
              <a:ea typeface="+mn-ea"/>
              <a:cs typeface="Segoe Sans Display"/>
            </a:endParaRP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Data Loss Prevention Information Protection Data Lifecycle Management …and more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Insider Risk Mgmt.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$6</a:t>
            </a: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Insider Risk Management      Communication Compliance          Privileged Access </a:t>
            </a:r>
            <a:r>
              <a:rPr kumimoji="0" lang="en-US" sz="800" b="0" i="0" u="none" strike="noStrike" kern="1200" cap="none" spc="0" normalizeH="0" baseline="0" noProof="0" err="1">
                <a:ln>
                  <a:noFill/>
                </a:ln>
                <a:solidFill>
                  <a:srgbClr val="000000"/>
                </a:solidFill>
                <a:effectLst/>
                <a:uLnTx/>
                <a:uFillTx/>
                <a:latin typeface="Segoe Sans Display"/>
                <a:ea typeface="+mn-ea"/>
                <a:cs typeface="Segoe Sans Display"/>
              </a:rPr>
              <a:t>Mgmt</a:t>
            </a: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 …and more</a:t>
            </a:r>
          </a:p>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eDiscovery + Audit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$6</a:t>
            </a: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eDiscovery (Premium) Audit (Premium)</a:t>
            </a:r>
          </a:p>
        </p:txBody>
      </p:sp>
      <p:sp>
        <p:nvSpPr>
          <p:cNvPr id="33" name="TextBox 32">
            <a:extLst>
              <a:ext uri="{FF2B5EF4-FFF2-40B4-BE49-F238E27FC236}">
                <a16:creationId xmlns:a16="http://schemas.microsoft.com/office/drawing/2014/main" id="{6E630E0B-09CF-4BF6-FE86-5786B5E8AE74}"/>
              </a:ext>
            </a:extLst>
          </p:cNvPr>
          <p:cNvSpPr txBox="1"/>
          <p:nvPr/>
        </p:nvSpPr>
        <p:spPr>
          <a:xfrm>
            <a:off x="228353" y="9444278"/>
            <a:ext cx="5253041" cy="461665"/>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1 First Annual Generative AI study: Business Rewards vs. Security Risks, Q3 2023, ISMG, N=400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2 Microsoft data security index 2024 report.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3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hlinkClick r:id="rId10">
                  <a:extLst>
                    <a:ext uri="{A12FA001-AC4F-418D-AE19-62706E023703}">
                      <ahyp:hlinkClr xmlns:ahyp="http://schemas.microsoft.com/office/drawing/2018/hyperlinkcolor" val="tx"/>
                    </a:ext>
                  </a:extLst>
                </a:hlinkClick>
              </a:rPr>
              <a:t>Microsoft FY25 Q1 Earnings Conference Call</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October 2024</a:t>
            </a:r>
          </a:p>
        </p:txBody>
      </p:sp>
    </p:spTree>
    <p:extLst>
      <p:ext uri="{BB962C8B-B14F-4D97-AF65-F5344CB8AC3E}">
        <p14:creationId xmlns:p14="http://schemas.microsoft.com/office/powerpoint/2010/main" val="690653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0" y="-11015"/>
            <a:ext cx="7772400" cy="8579416"/>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 y="5014247"/>
            <a:ext cx="7772398" cy="503984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2241" y="2829"/>
            <a:ext cx="7440336" cy="1825878"/>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US" sz="1827"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1435968" y="-11015"/>
            <a:ext cx="6336428" cy="1961460"/>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673352" y="798516"/>
            <a:ext cx="6454851" cy="38735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59714">
              <a:defRPr/>
            </a:pPr>
            <a:r>
              <a:rPr lang="en-US" sz="2517" spc="-29">
                <a:solidFill>
                  <a:prstClr val="black"/>
                </a:solidFill>
                <a:latin typeface="Segoe Sans Display Semibold"/>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679233" y="328062"/>
            <a:ext cx="998644" cy="209705"/>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673356" y="1319015"/>
            <a:ext cx="6454853" cy="232243"/>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417922">
              <a:defRPr/>
            </a:pPr>
            <a:r>
              <a:rPr lang="en-US" sz="1509">
                <a:solidFill>
                  <a:srgbClr val="000000">
                    <a:lumMod val="85000"/>
                    <a:lumOff val="15000"/>
                  </a:srgbClr>
                </a:solidFill>
                <a:latin typeface="Segoe UI" panose="020B0502040204020203" pitchFamily="34" charset="0"/>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2688035" y="1882061"/>
            <a:ext cx="2052624" cy="333740"/>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6303"/>
            </a:xfrm>
            <a:prstGeom prst="rect">
              <a:avLst/>
            </a:prstGeom>
            <a:grpFill/>
          </p:spPr>
          <p:txBody>
            <a:bodyPr wrap="square" lIns="115066" tIns="57533" rIns="115066" bIns="57533"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258" b="1">
                  <a:solidFill>
                    <a:srgbClr val="FFFFFF"/>
                  </a:solidFill>
                  <a:latin typeface="Segoe UI Semibold"/>
                  <a:cs typeface="Segoe UI Semibold"/>
                </a:rPr>
                <a:t>Copilot Chat</a:t>
              </a:r>
              <a:endParaRPr lang="en-US" sz="1279" b="1">
                <a:solidFill>
                  <a:srgbClr val="FFFFFF"/>
                </a:solidFill>
                <a:latin typeface="Segoe UI Semibold" panose="020B0702040204020203" pitchFamily="34" charset="0"/>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4856704" y="1882063"/>
            <a:ext cx="2052624" cy="333741"/>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6302"/>
            </a:xfrm>
            <a:prstGeom prst="rect">
              <a:avLst/>
            </a:prstGeom>
            <a:noFill/>
          </p:spPr>
          <p:txBody>
            <a:bodyPr wrap="square" lIns="115066" tIns="57533" rIns="115066" bIns="57533"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258" b="1">
                  <a:solidFill>
                    <a:srgbClr val="FFFFFF"/>
                  </a:solidFill>
                  <a:latin typeface="Segoe UI Semibold"/>
                  <a:cs typeface="Segoe UI Semibold"/>
                </a:rPr>
                <a:t>Copilot Business</a:t>
              </a:r>
              <a:endParaRPr lang="en-US" sz="1279" b="1">
                <a:solidFill>
                  <a:srgbClr val="FFFFFF"/>
                </a:solidFill>
                <a:latin typeface="Segoe UI Semibold" panose="020B0702040204020203" pitchFamily="34" charset="0"/>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661954" y="2173865"/>
            <a:ext cx="6414368" cy="7439215"/>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gradFill>
                <a:gsLst>
                  <a:gs pos="0">
                    <a:srgbClr val="FFFFFF"/>
                  </a:gs>
                  <a:gs pos="100000">
                    <a:srgbClr val="FFFFFF"/>
                  </a:gs>
                </a:gsLst>
                <a:lin ang="5400000" scaled="0"/>
              </a:gradFill>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828950" y="2305204"/>
          <a:ext cx="6080380" cy="7176350"/>
        </p:xfrm>
        <a:graphic>
          <a:graphicData uri="http://schemas.openxmlformats.org/drawingml/2006/table">
            <a:tbl>
              <a:tblPr firstRow="1" bandRow="1">
                <a:tableStyleId>{5940675A-B579-460E-94D1-54222C63F5DA}</a:tableStyleId>
              </a:tblPr>
              <a:tblGrid>
                <a:gridCol w="1805403">
                  <a:extLst>
                    <a:ext uri="{9D8B030D-6E8A-4147-A177-3AD203B41FA5}">
                      <a16:colId xmlns:a16="http://schemas.microsoft.com/office/drawing/2014/main" val="2609573218"/>
                    </a:ext>
                  </a:extLst>
                </a:gridCol>
                <a:gridCol w="2130963">
                  <a:extLst>
                    <a:ext uri="{9D8B030D-6E8A-4147-A177-3AD203B41FA5}">
                      <a16:colId xmlns:a16="http://schemas.microsoft.com/office/drawing/2014/main" val="2021809884"/>
                    </a:ext>
                  </a:extLst>
                </a:gridCol>
                <a:gridCol w="2144014">
                  <a:extLst>
                    <a:ext uri="{9D8B030D-6E8A-4147-A177-3AD203B41FA5}">
                      <a16:colId xmlns:a16="http://schemas.microsoft.com/office/drawing/2014/main" val="230707671"/>
                    </a:ext>
                  </a:extLst>
                </a:gridCol>
              </a:tblGrid>
              <a:tr h="1056704">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47817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47817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10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635846">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10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527448">
                <a:tc>
                  <a:txBody>
                    <a:bodyPr/>
                    <a:lstStyle/>
                    <a:p>
                      <a:endParaRPr lang="en-IN" sz="1000"/>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1000" dirty="0">
                          <a:solidFill>
                            <a:srgbClr val="000000"/>
                          </a:solidFill>
                          <a:latin typeface="Segoe UI"/>
                          <a:cs typeface="Segoe UI"/>
                        </a:rPr>
                        <a:t>Creates clear reports and presentations from complex data</a:t>
                      </a:r>
                    </a:p>
                  </a:txBody>
                  <a:tcPr marL="115002" marR="115002" marT="57501" marB="57501">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946294" y="2326889"/>
            <a:ext cx="1223220" cy="863991"/>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946294" y="3062903"/>
            <a:ext cx="1223220" cy="207537"/>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85" y="2444577"/>
              <a:ext cx="809353"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007" b="1">
                  <a:solidFill>
                    <a:srgbClr val="FFFFFF"/>
                  </a:solidFill>
                  <a:latin typeface="Segoe UI Semibold" panose="020B0702040204020203" pitchFamily="34" charset="0"/>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948429" y="3590566"/>
            <a:ext cx="1221086" cy="863991"/>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946294" y="4402371"/>
            <a:ext cx="1223220" cy="207537"/>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762" y="2444577"/>
              <a:ext cx="235796"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007" b="1">
                  <a:solidFill>
                    <a:srgbClr val="FFFFFF"/>
                  </a:solidFill>
                  <a:latin typeface="Segoe UI Semibold" panose="020B0702040204020203" pitchFamily="34" charset="0"/>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948429" y="5052884"/>
            <a:ext cx="1221086" cy="86681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946294" y="5875753"/>
            <a:ext cx="1223220" cy="207537"/>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405" y="2444577"/>
              <a:ext cx="480514"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007" b="1">
                  <a:solidFill>
                    <a:srgbClr val="FFFFFF"/>
                  </a:solidFill>
                  <a:latin typeface="Segoe UI Semibold" panose="020B0702040204020203" pitchFamily="34" charset="0"/>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944157" y="6624912"/>
            <a:ext cx="1221086" cy="86681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938769" y="7407686"/>
            <a:ext cx="1223220" cy="207537"/>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1199" y="2444577"/>
              <a:ext cx="138929" cy="123227"/>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007" b="1">
                  <a:solidFill>
                    <a:srgbClr val="FFFFFF"/>
                  </a:solidFill>
                  <a:latin typeface="Segoe UI Semibold" panose="020B0702040204020203" pitchFamily="34" charset="0"/>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938768" y="8160865"/>
            <a:ext cx="1230745" cy="1054584"/>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148" tIns="133717" rIns="167148" bIns="133717"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852366" fontAlgn="base">
                  <a:spcBef>
                    <a:spcPct val="0"/>
                  </a:spcBef>
                  <a:spcAft>
                    <a:spcPct val="0"/>
                  </a:spcAft>
                  <a:defRPr/>
                </a:pPr>
                <a:endParaRPr lang="en-IN" sz="1827" err="1">
                  <a:solidFill>
                    <a:srgbClr val="C03BC4"/>
                  </a:solidFill>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3499" y="2444577"/>
                <a:ext cx="354331" cy="123226"/>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417922">
                  <a:defRPr/>
                </a:pPr>
                <a:r>
                  <a:rPr lang="en-US" sz="1007" b="1">
                    <a:solidFill>
                      <a:srgbClr val="FFFFFF"/>
                    </a:solidFill>
                    <a:latin typeface="Segoe UI Semibold" panose="020B0702040204020203" pitchFamily="34" charset="0"/>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8EFAFD-73F5-4ACC-94D9-04EFE09C58EB}">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TotalTime>
  <Words>1027</Words>
  <Application>Microsoft Office PowerPoint</Application>
  <PresentationFormat>Custom</PresentationFormat>
  <Paragraphs>189</Paragraphs>
  <Slides>4</Slides>
  <Notes>4</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4</vt:i4>
      </vt:variant>
    </vt:vector>
  </HeadingPairs>
  <TitlesOfParts>
    <vt:vector size="20" baseType="lpstr">
      <vt:lpstr>Aptos</vt:lpstr>
      <vt:lpstr>Aptos Display</vt:lpstr>
      <vt:lpstr>Arial</vt:lpstr>
      <vt:lpstr>Calibri</vt:lpstr>
      <vt:lpstr>Segoe Sans Display</vt:lpstr>
      <vt:lpstr>Segoe Sans Display Semibold</vt:lpstr>
      <vt:lpstr>Segoe Sans Display Semilight</vt:lpstr>
      <vt:lpstr>Segoe UI</vt:lpstr>
      <vt:lpstr>Segoe UI Semibold</vt:lpstr>
      <vt:lpstr>Segoe UI Variable Display Semib</vt:lpstr>
      <vt:lpstr>Wingdings</vt:lpstr>
      <vt:lpstr>CSP Template Diamond 06/23</vt:lpstr>
      <vt:lpstr>1_CSP Template Diamond 06/23</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Vandan Jain</cp:lastModifiedBy>
  <cp:revision>1</cp:revision>
  <dcterms:created xsi:type="dcterms:W3CDTF">2025-03-07T21:16:33Z</dcterms:created>
  <dcterms:modified xsi:type="dcterms:W3CDTF">2026-04-30T10:23:47Z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