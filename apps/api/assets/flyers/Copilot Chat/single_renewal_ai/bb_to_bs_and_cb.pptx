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6" r:id="rId3"/>
  </p:sldMasterIdLst>
  <p:notesMasterIdLst>
    <p:notesMasterId r:id="rId9"/>
  </p:notesMasterIdLst>
  <p:sldIdLst>
    <p:sldId id="2147470025" r:id="rId4"/>
    <p:sldId id="275" r:id="rId5"/>
    <p:sldId id="274"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855467-BE0D-4A9C-B69B-2B07AB3A1A08}" v="2" dt="2026-04-30T10:16:49.1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9"/>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16:49.109" v="40"/>
      <pc:docMkLst>
        <pc:docMk/>
      </pc:docMkLst>
      <pc:sldChg chg="add">
        <pc:chgData name="Vandan Jain" userId="4244b45b-25d1-413d-855b-6597e767c081" providerId="ADAL" clId="{67AB2A15-26B8-47FB-BEC6-EFDC03C3B3B6}" dt="2026-04-30T10:16:49.109" v="40"/>
        <pc:sldMkLst>
          <pc:docMk/>
          <pc:sldMk cId="2160271917" sldId="274"/>
        </pc:sldMkLst>
      </pc:sldChg>
      <pc:sldChg chg="add">
        <pc:chgData name="Vandan Jain" userId="4244b45b-25d1-413d-855b-6597e767c081" providerId="ADAL" clId="{67AB2A15-26B8-47FB-BEC6-EFDC03C3B3B6}" dt="2026-04-28T15:58:35.851" v="36"/>
        <pc:sldMkLst>
          <pc:docMk/>
          <pc:sldMk cId="1144813852" sldId="275"/>
        </pc:sldMkLst>
      </pc:sldChg>
      <pc:sldChg chg="add">
        <pc:chgData name="Vandan Jain" userId="4244b45b-25d1-413d-855b-6597e767c081" providerId="ADAL" clId="{67AB2A15-26B8-47FB-BEC6-EFDC03C3B3B6}" dt="2026-04-28T15:58:35.851" v="36"/>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48802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35347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19344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73630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07345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237870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19852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36506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34830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37499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68481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466662253"/>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266541274"/>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149151860"/>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svg"/><Relationship Id="rId10" Type="http://schemas.openxmlformats.org/officeDocument/2006/relationships/image" Target="../media/image21.jpeg"/><Relationship Id="rId4" Type="http://schemas.openxmlformats.org/officeDocument/2006/relationships/image" Target="../media/image15.png"/><Relationship Id="rId9" Type="http://schemas.openxmlformats.org/officeDocument/2006/relationships/image" Target="../media/image20.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84775"/>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600" b="1">
                <a:solidFill>
                  <a:prstClr val="white"/>
                </a:solidFill>
                <a:latin typeface="Segoe UI Semibold"/>
                <a:ea typeface="Segoe UI Semibold" panose="020B0502040204020203" pitchFamily="34" charset="0"/>
                <a:cs typeface="Segoe UI Semibold"/>
              </a:rPr>
              <a:t>Copilot Business + </a:t>
            </a:r>
            <a:r>
              <a:rPr kumimoji="0" lang="en-IN" sz="16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a:t>
            </a:r>
            <a:r>
              <a:rPr lang="en-IN" sz="1600" b="1">
                <a:solidFill>
                  <a:prstClr val="white"/>
                </a:solidFill>
                <a:latin typeface="Segoe UI Semibold"/>
                <a:ea typeface="Segoe UI Semibold" panose="020B0502040204020203" pitchFamily="34" charset="0"/>
                <a:cs typeface="Segoe UI Semibold"/>
              </a:rPr>
              <a:t>Standard bundle</a:t>
            </a:r>
            <a:endParaRPr lang="en-US"/>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33.5</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22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0476141F-8F89-2F93-EC9F-620543AD7FFE}"/>
              </a:ext>
            </a:extLst>
          </p:cNvPr>
          <p:cNvGraphicFramePr>
            <a:graphicFrameLocks noGrp="1"/>
          </p:cNvGraphicFramePr>
          <p:nvPr>
            <p:extLst>
              <p:ext uri="{D42A27DB-BD31-4B8C-83A1-F6EECF244321}">
                <p14:modId xmlns:p14="http://schemas.microsoft.com/office/powerpoint/2010/main" val="1719307073"/>
              </p:ext>
            </p:extLst>
          </p:nvPr>
        </p:nvGraphicFramePr>
        <p:xfrm>
          <a:off x="409573" y="628345"/>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408803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23</cp:revision>
  <dcterms:created xsi:type="dcterms:W3CDTF">2026-02-21T17:45:29Z</dcterms:created>
  <dcterms:modified xsi:type="dcterms:W3CDTF">2026-04-30T10:16:51Z</dcterms:modified>
</cp:coreProperties>
</file>