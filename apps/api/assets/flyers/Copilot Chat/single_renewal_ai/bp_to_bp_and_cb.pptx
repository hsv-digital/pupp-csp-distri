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2" r:id="rId3"/>
  </p:sldMasterIdLst>
  <p:notesMasterIdLst>
    <p:notesMasterId r:id="rId9"/>
  </p:notesMasterIdLst>
  <p:sldIdLst>
    <p:sldId id="2147470025" r:id="rId4"/>
    <p:sldId id="275" r:id="rId5"/>
    <p:sldId id="274"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5D33A-1AF8-4CFB-A2BD-CAF25BAF21B0}" v="2" dt="2026-04-30T10:17:29.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17:29.530" v="31"/>
      <pc:docMkLst>
        <pc:docMk/>
      </pc:docMkLst>
      <pc:sldChg chg="add">
        <pc:chgData name="Vandan Jain" userId="4244b45b-25d1-413d-855b-6597e767c081" providerId="ADAL" clId="{67AB2A15-26B8-47FB-BEC6-EFDC03C3B3B6}" dt="2026-04-30T10:17:29.530" v="31"/>
        <pc:sldMkLst>
          <pc:docMk/>
          <pc:sldMk cId="2160271917" sldId="274"/>
        </pc:sldMkLst>
      </pc:sldChg>
      <pc:sldChg chg="add">
        <pc:chgData name="Vandan Jain" userId="4244b45b-25d1-413d-855b-6597e767c081" providerId="ADAL" clId="{67AB2A15-26B8-47FB-BEC6-EFDC03C3B3B6}" dt="2026-04-28T15:58:56.454" v="30"/>
        <pc:sldMkLst>
          <pc:docMk/>
          <pc:sldMk cId="1144813852" sldId="275"/>
        </pc:sldMkLst>
      </pc:sldChg>
      <pc:sldChg chg="add">
        <pc:chgData name="Vandan Jain" userId="4244b45b-25d1-413d-855b-6597e767c081" providerId="ADAL" clId="{67AB2A15-26B8-47FB-BEC6-EFDC03C3B3B6}" dt="2026-04-28T15:58:56.454" v="30"/>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71795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29259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848985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7446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349637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434571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61858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34274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40891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427725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579080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25756295"/>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04381007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519370172"/>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svg"/><Relationship Id="rId10" Type="http://schemas.openxmlformats.org/officeDocument/2006/relationships/image" Target="../media/image21.jpeg"/><Relationship Id="rId4" Type="http://schemas.openxmlformats.org/officeDocument/2006/relationships/image" Target="../media/image15.png"/><Relationship Id="rId9" Type="http://schemas.openxmlformats.org/officeDocument/2006/relationships/image" Target="../media/image20.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F0304307-2C98-2546-1EAF-A575B5F91751}"/>
              </a:ext>
            </a:extLst>
          </p:cNvPr>
          <p:cNvGraphicFramePr>
            <a:graphicFrameLocks noGrp="1"/>
          </p:cNvGraphicFramePr>
          <p:nvPr>
            <p:extLst>
              <p:ext uri="{D42A27DB-BD31-4B8C-83A1-F6EECF244321}">
                <p14:modId xmlns:p14="http://schemas.microsoft.com/office/powerpoint/2010/main" val="1148512876"/>
              </p:ext>
            </p:extLst>
          </p:nvPr>
        </p:nvGraphicFramePr>
        <p:xfrm>
          <a:off x="409575" y="66158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60304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2026-04-30T10:17:31Z</dcterms:modified>
</cp:coreProperties>
</file>