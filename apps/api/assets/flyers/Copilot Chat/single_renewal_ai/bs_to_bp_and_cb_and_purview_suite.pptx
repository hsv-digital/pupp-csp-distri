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 id="2147483656" r:id="rId3"/>
    <p:sldMasterId id="2147483668" r:id="rId4"/>
  </p:sldMasterIdLst>
  <p:notesMasterIdLst>
    <p:notesMasterId r:id="rId11"/>
  </p:notesMasterIdLst>
  <p:sldIdLst>
    <p:sldId id="2147470025" r:id="rId5"/>
    <p:sldId id="275" r:id="rId6"/>
    <p:sldId id="2147470008" r:id="rId7"/>
    <p:sldId id="274"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C986DD-A597-4E01-92CA-3368FE34697A}" v="2" dt="2026-04-30T10:18:31.8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762"/>
    <p:restoredTop sz="89116" autoAdjust="0"/>
  </p:normalViewPr>
  <p:slideViewPr>
    <p:cSldViewPr snapToGrid="0" snapToObjects="1">
      <p:cViewPr varScale="1">
        <p:scale>
          <a:sx n="92" d="100"/>
          <a:sy n="92" d="100"/>
        </p:scale>
        <p:origin x="2140"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18:31.862" v="28"/>
      <pc:docMkLst>
        <pc:docMk/>
      </pc:docMkLst>
      <pc:sldChg chg="add">
        <pc:chgData name="Vandan Jain" userId="4244b45b-25d1-413d-855b-6597e767c081" providerId="ADAL" clId="{67AB2A15-26B8-47FB-BEC6-EFDC03C3B3B6}" dt="2026-04-30T10:18:31.862" v="28"/>
        <pc:sldMkLst>
          <pc:docMk/>
          <pc:sldMk cId="2160271917" sldId="274"/>
        </pc:sldMkLst>
      </pc:sldChg>
      <pc:sldChg chg="add">
        <pc:chgData name="Vandan Jain" userId="4244b45b-25d1-413d-855b-6597e767c081" providerId="ADAL" clId="{67AB2A15-26B8-47FB-BEC6-EFDC03C3B3B6}" dt="2026-04-28T15:59:37.552" v="25"/>
        <pc:sldMkLst>
          <pc:docMk/>
          <pc:sldMk cId="1144813852" sldId="275"/>
        </pc:sldMkLst>
      </pc:sldChg>
      <pc:sldChg chg="add">
        <pc:chgData name="Vandan Jain" userId="4244b45b-25d1-413d-855b-6597e767c081" providerId="ADAL" clId="{67AB2A15-26B8-47FB-BEC6-EFDC03C3B3B6}" dt="2026-04-28T15:59:37.552" v="25"/>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428708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953844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12696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85234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46405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4897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02021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25026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946431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75350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05603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93439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3171926459"/>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324052367"/>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776741250"/>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841875493"/>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2.png"/><Relationship Id="rId7"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4.svg"/><Relationship Id="rId10" Type="http://schemas.openxmlformats.org/officeDocument/2006/relationships/image" Target="../media/image22.jpeg"/><Relationship Id="rId4" Type="http://schemas.openxmlformats.org/officeDocument/2006/relationships/image" Target="../media/image3.png"/><Relationship Id="rId9" Type="http://schemas.openxmlformats.org/officeDocument/2006/relationships/image" Target="../media/image21.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5293"/>
            <a:ext cx="5667374" cy="8025342"/>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943FF451-9415-375B-1AD2-577DDF648052}"/>
              </a:ext>
            </a:extLst>
          </p:cNvPr>
          <p:cNvGrpSpPr/>
          <p:nvPr/>
        </p:nvGrpSpPr>
        <p:grpSpPr>
          <a:xfrm>
            <a:off x="285583" y="1668139"/>
            <a:ext cx="1640799" cy="2800463"/>
            <a:chOff x="262356"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62356"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29294"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04863" y="3456630"/>
              <a:ext cx="1177379" cy="390472"/>
              <a:chOff x="504863" y="3456630"/>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4863" y="3456630"/>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14250" y="3486830"/>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1164419" y="3564362"/>
                <a:ext cx="320040" cy="320040"/>
                <a:chOff x="1164419" y="3564362"/>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64419" y="3564362"/>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75138" y="3675081"/>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66025" y="2096831"/>
              <a:ext cx="1436982" cy="994183"/>
            </a:xfrm>
            <a:prstGeom prst="rect">
              <a:avLst/>
            </a:prstGeom>
            <a:noFill/>
          </p:spPr>
          <p:txBody>
            <a:bodyPr wrap="square" lIns="0" tIns="0" rIns="0" bIns="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6020720"/>
            <a:ext cx="4848225" cy="1711294"/>
          </a:xfrm>
          <a:prstGeom prst="roundRect">
            <a:avLst>
              <a:gd name="adj" fmla="val 6250"/>
            </a:avLst>
          </a:prstGeom>
          <a:solidFill>
            <a:srgbClr val="B740C5"/>
          </a:solidFill>
          <a:ln w="952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6129304"/>
            <a:ext cx="4529521" cy="738664"/>
          </a:xfrm>
          <a:prstGeom prst="rect">
            <a:avLst/>
          </a:prstGeom>
          <a:noFill/>
        </p:spPr>
        <p:txBody>
          <a:bodyPr wrap="square" lIns="91440" tIns="45720" rIns="91440" bIns="45720" anchor="t">
            <a:spAutoFit/>
          </a:bodyPr>
          <a:lstStyle/>
          <a:p>
            <a:pPr algn="ctr">
              <a:defRPr/>
            </a:pPr>
            <a:r>
              <a:rPr lang="en-IN" sz="1400" b="1" dirty="0">
                <a:solidFill>
                  <a:schemeClr val="bg1"/>
                </a:solidFill>
                <a:latin typeface="Segoe UI Semibold"/>
                <a:ea typeface="Segoe UI Semibold" panose="020B0502040204020203" pitchFamily="34" charset="0"/>
                <a:cs typeface="Segoe UI Semibold"/>
              </a:rPr>
              <a:t>Take advantage of the limited time offer on </a:t>
            </a:r>
            <a:r>
              <a:rPr lang="en-IN" sz="1400" b="1">
                <a:solidFill>
                  <a:schemeClr val="bg1"/>
                </a:solidFill>
                <a:latin typeface="Segoe UI Semibold"/>
                <a:ea typeface="Segoe UI Semibold" panose="020B0502040204020203" pitchFamily="34" charset="0"/>
                <a:cs typeface="Segoe UI Semibold"/>
              </a:rPr>
              <a:t>Copilot Business</a:t>
            </a:r>
            <a:r>
              <a:rPr lang="en-IN" sz="1400" b="1" dirty="0">
                <a:solidFill>
                  <a:schemeClr val="bg1"/>
                </a:solidFill>
                <a:latin typeface="Segoe UI Semibold"/>
                <a:ea typeface="Segoe UI Semibold" panose="020B0502040204020203" pitchFamily="34" charset="0"/>
                <a:cs typeface="Segoe UI Semibold"/>
              </a:rPr>
              <a:t>, Business Premium, and Purview Suite</a:t>
            </a:r>
            <a:endParaRPr lang="en-IN" sz="1400">
              <a:solidFill>
                <a:schemeClr val="bg1"/>
              </a:solidFill>
              <a:latin typeface="Segoe UI Semibold"/>
              <a:ea typeface="Segoe UI Semibold" panose="020B0502040204020203" pitchFamily="34" charset="0"/>
              <a:cs typeface="Segoe UI Semibold"/>
            </a:endParaRPr>
          </a:p>
          <a:p>
            <a:pPr lvl="0" algn="ctr">
              <a:defRPr/>
            </a:pPr>
            <a:endParaRPr lang="en-IN" sz="1400" b="1" dirty="0">
              <a:solidFill>
                <a:schemeClr val="bg1"/>
              </a:solidFill>
              <a:latin typeface="Segoe UI Semibold" panose="020B0502040204020203" pitchFamily="34" charset="0"/>
              <a:ea typeface="Segoe UI Semibold" panose="020B0502040204020203" pitchFamily="34" charset="0"/>
              <a:cs typeface="Segoe UI Semibold" panose="020B0502040204020203" pitchFamily="34" charset="0"/>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7925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7925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7925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9209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sp>
        <p:nvSpPr>
          <p:cNvPr id="27" name="Actual cost of the solution per user">
            <a:extLst>
              <a:ext uri="{FF2B5EF4-FFF2-40B4-BE49-F238E27FC236}">
                <a16:creationId xmlns:a16="http://schemas.microsoft.com/office/drawing/2014/main" id="{891D069D-7FAA-ABB2-416A-F6629574FCFA}"/>
              </a:ext>
            </a:extLst>
          </p:cNvPr>
          <p:cNvSpPr/>
          <p:nvPr/>
        </p:nvSpPr>
        <p:spPr>
          <a:xfrm>
            <a:off x="2032155" y="6920998"/>
            <a:ext cx="91459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dirty="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dirty="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BCC9252B-0CE4-76BC-E0E4-CA03A147903A}"/>
              </a:ext>
            </a:extLst>
          </p:cNvPr>
          <p:cNvGrpSpPr/>
          <p:nvPr/>
        </p:nvGrpSpPr>
        <p:grpSpPr>
          <a:xfrm>
            <a:off x="3246829" y="68014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4695"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panose="020B0802040204020203" pitchFamily="34" charset="0"/>
                  <a:ea typeface="Segoe UI Semibold" panose="020B0502040204020203" pitchFamily="34" charset="0"/>
                  <a:cs typeface="Segoe UI Bold" panose="020B0802040204020203" pitchFamily="34" charset="0"/>
                </a:rPr>
                <a:t>~30%</a:t>
              </a:r>
              <a:endParaRPr kumimoji="0" lang="en-US" sz="1200" b="1" i="0" u="none" strike="noStrike" kern="1200" cap="none" spc="0" normalizeH="0" baseline="0" noProof="0">
                <a:ln>
                  <a:noFill/>
                </a:ln>
                <a:solidFill>
                  <a:srgbClr val="B740C5"/>
                </a:solidFill>
                <a:effectLst/>
                <a:uLnTx/>
                <a:uFillTx/>
                <a:latin typeface="Segoe UI Bold" panose="020B0802040204020203" pitchFamily="34" charset="0"/>
                <a:ea typeface="Segoe UI Semibold" panose="020B0502040204020203" pitchFamily="34" charset="0"/>
                <a:cs typeface="Segoe UI Bold" panose="020B0802040204020203" pitchFamily="34" charset="0"/>
              </a:endParaRPr>
            </a:p>
          </p:txBody>
        </p:sp>
      </p:grpSp>
      <p:sp>
        <p:nvSpPr>
          <p:cNvPr id="2" name="ADD ACTUAL PRICE">
            <a:extLst>
              <a:ext uri="{FF2B5EF4-FFF2-40B4-BE49-F238E27FC236}">
                <a16:creationId xmlns:a16="http://schemas.microsoft.com/office/drawing/2014/main" id="{6AA9F7A3-BDDD-D331-5B03-D0CA8027AFDE}"/>
              </a:ext>
            </a:extLst>
          </p:cNvPr>
          <p:cNvSpPr/>
          <p:nvPr/>
        </p:nvSpPr>
        <p:spPr>
          <a:xfrm>
            <a:off x="2032155" y="7347088"/>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CFA0F42B-5514-9DD9-23C0-B45E1BE347C9}"/>
              </a:ext>
            </a:extLst>
          </p:cNvPr>
          <p:cNvGraphicFramePr>
            <a:graphicFrameLocks noGrp="1"/>
          </p:cNvGraphicFramePr>
          <p:nvPr>
            <p:extLst>
              <p:ext uri="{D42A27DB-BD31-4B8C-83A1-F6EECF244321}">
                <p14:modId xmlns:p14="http://schemas.microsoft.com/office/powerpoint/2010/main" val="754002419"/>
              </p:ext>
            </p:extLst>
          </p:nvPr>
        </p:nvGraphicFramePr>
        <p:xfrm>
          <a:off x="409575" y="81212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TotalTime>
  <Words>1211</Words>
  <Application>Microsoft Office PowerPoint</Application>
  <PresentationFormat>Custom</PresentationFormat>
  <Paragraphs>213</Paragraphs>
  <Slides>6</Slides>
  <Notes>6</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3_CSP Template Diamond 06/23</vt:lpstr>
      <vt:lpstr>1_Office Theme</vt:lpstr>
      <vt:lpstr>2_Office Theme</vt:lpstr>
      <vt:lpstr>PowerPoint Presentation</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30</cp:revision>
  <dcterms:created xsi:type="dcterms:W3CDTF">2026-02-21T17:45:29Z</dcterms:created>
  <dcterms:modified xsi:type="dcterms:W3CDTF">2026-04-30T10:18:34Z</dcterms:modified>
</cp:coreProperties>
</file>