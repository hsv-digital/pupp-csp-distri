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 id="2147483666" r:id="rId3"/>
  </p:sldMasterIdLst>
  <p:notesMasterIdLst>
    <p:notesMasterId r:id="rId9"/>
  </p:notesMasterIdLst>
  <p:sldIdLst>
    <p:sldId id="2147470025" r:id="rId4"/>
    <p:sldId id="275" r:id="rId5"/>
    <p:sldId id="274"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F31997-1003-4661-961F-151ACA45E798}" v="3" dt="2026-04-30T10:16:03.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7" d="100"/>
          <a:sy n="87" d="100"/>
        </p:scale>
        <p:origin x="2368" y="31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16:15.929" v="240" actId="14100"/>
      <pc:docMkLst>
        <pc:docMk/>
      </pc:docMkLst>
      <pc:sldChg chg="modSp add mod">
        <pc:chgData name="Vandan Jain" userId="4244b45b-25d1-413d-855b-6597e767c081" providerId="ADAL" clId="{67AB2A15-26B8-47FB-BEC6-EFDC03C3B3B6}" dt="2026-04-30T10:16:15.929" v="240" actId="14100"/>
        <pc:sldMkLst>
          <pc:docMk/>
          <pc:sldMk cId="2160271917" sldId="274"/>
        </pc:sldMkLst>
        <pc:picChg chg="mod">
          <ac:chgData name="Vandan Jain" userId="4244b45b-25d1-413d-855b-6597e767c081" providerId="ADAL" clId="{67AB2A15-26B8-47FB-BEC6-EFDC03C3B3B6}" dt="2026-04-30T10:16:15.929" v="240" actId="14100"/>
          <ac:picMkLst>
            <pc:docMk/>
            <pc:sldMk cId="2160271917" sldId="274"/>
            <ac:picMk id="16" creationId="{811781A5-3B8D-8801-9498-F6DD74C0E210}"/>
          </ac:picMkLst>
        </pc:picChg>
      </pc:sldChg>
      <pc:sldChg chg="modSp add mod">
        <pc:chgData name="Vandan Jain" userId="4244b45b-25d1-413d-855b-6597e767c081" providerId="ADAL" clId="{67AB2A15-26B8-47FB-BEC6-EFDC03C3B3B6}" dt="2026-04-28T15:57:06.173" v="237" actId="20577"/>
        <pc:sldMkLst>
          <pc:docMk/>
          <pc:sldMk cId="1144813852" sldId="275"/>
        </pc:sldMkLst>
        <pc:spChg chg="mod">
          <ac:chgData name="Vandan Jain" userId="4244b45b-25d1-413d-855b-6597e767c081" providerId="ADAL" clId="{67AB2A15-26B8-47FB-BEC6-EFDC03C3B3B6}" dt="2026-04-28T15:57:06.173" v="237" actId="20577"/>
          <ac:spMkLst>
            <pc:docMk/>
            <pc:sldMk cId="1144813852" sldId="275"/>
            <ac:spMk id="7" creationId="{62DBE37D-DAAD-7A64-9FA1-9E966FAF09BC}"/>
          </ac:spMkLst>
        </pc:spChg>
      </pc:sldChg>
      <pc:sldChg chg="add">
        <pc:chgData name="Vandan Jain" userId="4244b45b-25d1-413d-855b-6597e767c081" providerId="ADAL" clId="{67AB2A15-26B8-47FB-BEC6-EFDC03C3B3B6}" dt="2026-04-28T15:55:30.358" v="202"/>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7973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10962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812186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0871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31924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64517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6500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43761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48416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674573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7205857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4695703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606789870"/>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318513"/>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svg"/><Relationship Id="rId10" Type="http://schemas.openxmlformats.org/officeDocument/2006/relationships/image" Target="../media/image21.jpeg"/><Relationship Id="rId4" Type="http://schemas.openxmlformats.org/officeDocument/2006/relationships/image" Target="../media/image15.png"/><Relationship Id="rId9" Type="http://schemas.openxmlformats.org/officeDocument/2006/relationships/image" Target="../media/image20.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US"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6760">
              <a:defRPr/>
            </a:pPr>
            <a:r>
              <a:rPr lang="en-US" sz="2043" spc="-23" dirty="0">
                <a:solidFill>
                  <a:prstClr val="black"/>
                </a:solidFill>
                <a:latin typeface="Segoe Sans Display Semibold" pitchFamily="2" charset="0"/>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903" dirty="0">
                <a:solidFill>
                  <a:srgbClr val="000000">
                    <a:lumMod val="85000"/>
                    <a:lumOff val="15000"/>
                  </a:srgbClr>
                </a:solidFill>
                <a:latin typeface="Segoe UI" panose="020B0502040204020203" pitchFamily="34" charset="0"/>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Advanced Office and Chat capabilities</a:t>
            </a:r>
            <a:endParaRPr lang="en-US" sz="1003" dirty="0">
              <a:solidFill>
                <a:srgbClr val="FFFFFF"/>
              </a:solidFill>
              <a:latin typeface="Segoe UI"/>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endParaRPr lang="en-US" sz="1313">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endParaRPr lang="en-US" sz="1313">
              <a:solidFill>
                <a:srgbClr val="000000"/>
              </a:solidFill>
              <a:latin typeface="Segoe UI"/>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1204" dirty="0">
                <a:solidFill>
                  <a:srgbClr val="A02B93"/>
                </a:solidFill>
                <a:latin typeface="Segoe UI Semibold" panose="020B0702040204020203" pitchFamily="34" charset="0"/>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71475" fontAlgn="base">
                  <a:spcBef>
                    <a:spcPct val="0"/>
                  </a:spcBef>
                  <a:spcAft>
                    <a:spcPct val="0"/>
                  </a:spcAft>
                  <a:defRPr/>
                </a:pPr>
                <a:endParaRPr lang="en-US" sz="2083">
                  <a:noFill/>
                  <a:latin typeface="Segoe UI Variable Display Semib" pitchFamily="2" charset="0"/>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365" b="1" dirty="0">
                    <a:solidFill>
                      <a:srgbClr val="000000"/>
                    </a:solidFill>
                    <a:latin typeface="Segoe UI"/>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438" dirty="0">
                    <a:solidFill>
                      <a:srgbClr val="000000"/>
                    </a:solidFill>
                    <a:latin typeface="Segoe UI Semibold"/>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438" dirty="0">
                    <a:solidFill>
                      <a:srgbClr val="000000"/>
                    </a:solidFill>
                    <a:latin typeface="Segoe UI Semibold"/>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438" dirty="0">
                    <a:solidFill>
                      <a:srgbClr val="000000"/>
                    </a:solidFill>
                    <a:latin typeface="Segoe UI Semibold"/>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defTabSz="679815" fontAlgn="base">
              <a:spcBef>
                <a:spcPct val="0"/>
              </a:spcBef>
              <a:spcAft>
                <a:spcPct val="0"/>
              </a:spcAft>
              <a:defRPr/>
            </a:pPr>
            <a:endParaRPr lang="en-US" sz="1458"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932544">
              <a:spcBef>
                <a:spcPct val="20000"/>
              </a:spcBef>
              <a:buSzPct val="90000"/>
              <a:defRPr/>
            </a:pPr>
            <a:endParaRPr lang="en-US" sz="1200"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defTabSz="914065">
              <a:defRPr/>
            </a:pPr>
            <a:r>
              <a:rPr lang="en-US" sz="1799" dirty="0">
                <a:solidFill>
                  <a:srgbClr val="B740C5"/>
                </a:solidFill>
                <a:latin typeface="Segoe UI Semibold"/>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algn="r" defTabSz="935913">
              <a:defRPr/>
            </a:pPr>
            <a:r>
              <a:rPr lang="en-US" sz="702">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90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903">
                <a:solidFill>
                  <a:srgbClr val="C03BC4"/>
                </a:solidFill>
                <a:latin typeface="Segoe UI Semibold" panose="020B0702040204020203" pitchFamily="34" charset="0"/>
                <a:cs typeface="Segoe UI Semibold" panose="020B0702040204020203" pitchFamily="34" charset="0"/>
              </a:rPr>
              <a:t>ο</a:t>
            </a:r>
            <a:r>
              <a:rPr lang="en-US" sz="903">
                <a:solidFill>
                  <a:srgbClr val="8661C5"/>
                </a:solidFill>
                <a:latin typeface="Segoe UI Semibold" panose="020B0702040204020203" pitchFamily="34" charset="0"/>
                <a:cs typeface="Segoe UI Semibold" panose="020B0702040204020203" pitchFamily="34" charset="0"/>
              </a:rPr>
              <a:t> </a:t>
            </a:r>
            <a:r>
              <a:rPr lang="en-US" sz="702">
                <a:solidFill>
                  <a:srgbClr val="000000"/>
                </a:solidFill>
                <a:latin typeface="Segoe UI Semibold" panose="020B0702040204020203" pitchFamily="34" charset="0"/>
                <a:cs typeface="Segoe UI Semibold" panose="020B0702040204020203" pitchFamily="34" charset="0"/>
              </a:rPr>
              <a:t>Limited</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03">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03"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Copilot Chat</a:t>
            </a:r>
            <a:r>
              <a:rPr lang="en-US" sz="702" baseline="30000">
                <a:ln w="3175">
                  <a:noFill/>
                </a:ln>
                <a:solidFill>
                  <a:prstClr val="black"/>
                </a:solidFill>
                <a:latin typeface="Segoe UI Semibold" panose="020B0702040204020203" pitchFamily="34" charset="0"/>
                <a:cs typeface="Segoe UI Semibold" panose="020B0702040204020203" pitchFamily="34" charset="0"/>
              </a:rPr>
              <a:t>1</a:t>
            </a:r>
            <a:endParaRPr lang="en-US" sz="702">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Applies to  customers with 2K or more M365 seats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Lexical search included for Copilot Chat users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Access to brand kits and surveys requires M365 Copilot license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Available via </a:t>
            </a:r>
            <a:r>
              <a:rPr lang="en-US" sz="552">
                <a:solidFill>
                  <a:srgbClr val="091F2C"/>
                </a:solidFill>
                <a:latin typeface="Segoe UI" panose="020B0502040204020203" pitchFamily="34" charset="0"/>
                <a:cs typeface="Segoe UI" panose="020B0502040204020203" pitchFamily="34" charset="0"/>
                <a:hlinkClick r:id="rId4"/>
              </a:rPr>
              <a:t>Frontier </a:t>
            </a:r>
            <a:r>
              <a:rPr lang="en-US" sz="552">
                <a:solidFill>
                  <a:srgbClr val="091F2C"/>
                </a:solidFill>
                <a:latin typeface="Segoe UI" panose="020B0502040204020203" pitchFamily="34" charset="0"/>
                <a:cs typeface="Segoe UI" panose="020B0502040204020203" pitchFamily="34" charset="0"/>
              </a:rPr>
              <a:t>program, pricing final upon GA</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552" err="1">
                <a:solidFill>
                  <a:srgbClr val="091F2C"/>
                </a:solidFill>
                <a:latin typeface="Segoe UI" panose="020B0502040204020203" pitchFamily="34" charset="0"/>
                <a:cs typeface="Segoe UI" panose="020B0502040204020203" pitchFamily="34" charset="0"/>
              </a:rPr>
              <a:t>pu</a:t>
            </a:r>
            <a:r>
              <a:rPr lang="en-US" sz="552">
                <a:solidFill>
                  <a:srgbClr val="091F2C"/>
                </a:solidFill>
                <a:latin typeface="Segoe UI" panose="020B0502040204020203" pitchFamily="34" charset="0"/>
                <a:cs typeface="Segoe UI" panose="020B0502040204020203" pitchFamily="34" charset="0"/>
              </a:rPr>
              <a:t>/pm</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9609" fontAlgn="base">
              <a:spcBef>
                <a:spcPct val="0"/>
              </a:spcBef>
              <a:spcAft>
                <a:spcPct val="0"/>
              </a:spcAft>
              <a:defRPr/>
            </a:pPr>
            <a:endParaRPr lang="en-US" sz="1457"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6540">
              <a:defRPr/>
            </a:pPr>
            <a:r>
              <a:rPr lang="en-US" sz="2007" spc="-23">
                <a:solidFill>
                  <a:prstClr val="black"/>
                </a:solidFill>
                <a:latin typeface="Segoe Sans Display Semibold"/>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218">
              <a:defRPr/>
            </a:pPr>
            <a:r>
              <a:rPr lang="en-US" sz="1203">
                <a:solidFill>
                  <a:srgbClr val="000000">
                    <a:lumMod val="85000"/>
                    <a:lumOff val="15000"/>
                  </a:srgbClr>
                </a:solidFill>
                <a:latin typeface="Segoe UI" panose="020B0502040204020203" pitchFamily="34" charset="0"/>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9609" fontAlgn="base">
                <a:spcBef>
                  <a:spcPct val="0"/>
                </a:spcBef>
                <a:spcAft>
                  <a:spcPct val="0"/>
                </a:spcAft>
                <a:defRPr/>
              </a:pPr>
              <a:endParaRPr lang="en-IN" sz="1457" err="1">
                <a:solidFill>
                  <a:srgbClr val="C03BC4"/>
                </a:solidFill>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218">
                <a:defRPr/>
              </a:pPr>
              <a:r>
                <a:rPr lang="en-US" sz="1003" b="1">
                  <a:solidFill>
                    <a:srgbClr val="FFFFFF"/>
                  </a:solidFill>
                  <a:latin typeface="Segoe UI Semibold"/>
                  <a:cs typeface="Segoe UI Semibold"/>
                </a:rPr>
                <a:t>Copilot Chat</a:t>
              </a:r>
              <a:endParaRPr lang="en-US" sz="1020" b="1">
                <a:solidFill>
                  <a:srgbClr val="FFFFFF"/>
                </a:solidFill>
                <a:latin typeface="Segoe UI Semibold" panose="020B0702040204020203" pitchFamily="34" charset="0"/>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9609" fontAlgn="base">
                <a:spcBef>
                  <a:spcPct val="0"/>
                </a:spcBef>
                <a:spcAft>
                  <a:spcPct val="0"/>
                </a:spcAft>
                <a:defRPr/>
              </a:pPr>
              <a:endParaRPr lang="en-IN" sz="1457" err="1">
                <a:solidFill>
                  <a:srgbClr val="C03BC4"/>
                </a:solidFill>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218">
                <a:defRPr/>
              </a:pPr>
              <a:r>
                <a:rPr lang="en-US" sz="1003" b="1">
                  <a:solidFill>
                    <a:srgbClr val="FFFFFF"/>
                  </a:solidFill>
                  <a:latin typeface="Segoe UI Semibold"/>
                  <a:cs typeface="Segoe UI Semibold"/>
                </a:rPr>
                <a:t>Copilot Business</a:t>
              </a:r>
              <a:endParaRPr lang="en-US" sz="1020" b="1">
                <a:solidFill>
                  <a:srgbClr val="FFFFFF"/>
                </a:solidFill>
                <a:latin typeface="Segoe UI Semibold" panose="020B0702040204020203" pitchFamily="34" charset="0"/>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9609" fontAlgn="base">
              <a:spcBef>
                <a:spcPct val="0"/>
              </a:spcBef>
              <a:spcAft>
                <a:spcPct val="0"/>
              </a:spcAft>
              <a:defRPr/>
            </a:pPr>
            <a:endParaRPr lang="en-IN" sz="1457" err="1">
              <a:gradFill>
                <a:gsLst>
                  <a:gs pos="0">
                    <a:srgbClr val="FFFFFF"/>
                  </a:gs>
                  <a:gs pos="100000">
                    <a:srgbClr val="FFFFFF"/>
                  </a:gs>
                </a:gsLst>
                <a:lin ang="5400000" scaled="0"/>
              </a:gradFill>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9609" fontAlgn="base">
                <a:spcBef>
                  <a:spcPct val="0"/>
                </a:spcBef>
                <a:spcAft>
                  <a:spcPct val="0"/>
                </a:spcAft>
                <a:defRPr/>
              </a:pPr>
              <a:endParaRPr lang="en-IN" sz="1457" err="1">
                <a:solidFill>
                  <a:srgbClr val="C03BC4"/>
                </a:solidFill>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218">
                <a:defRPr/>
              </a:pPr>
              <a:r>
                <a:rPr lang="en-US" sz="803" b="1">
                  <a:solidFill>
                    <a:srgbClr val="FFFFFF"/>
                  </a:solidFill>
                  <a:latin typeface="Segoe UI Semibold" panose="020B0702040204020203" pitchFamily="34" charset="0"/>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9609" fontAlgn="base">
                <a:spcBef>
                  <a:spcPct val="0"/>
                </a:spcBef>
                <a:spcAft>
                  <a:spcPct val="0"/>
                </a:spcAft>
                <a:defRPr/>
              </a:pPr>
              <a:endParaRPr lang="en-IN" sz="1457" err="1">
                <a:solidFill>
                  <a:srgbClr val="C03BC4"/>
                </a:solidFill>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218">
                <a:defRPr/>
              </a:pPr>
              <a:r>
                <a:rPr lang="en-US" sz="803" b="1">
                  <a:solidFill>
                    <a:srgbClr val="FFFFFF"/>
                  </a:solidFill>
                  <a:latin typeface="Segoe UI Semibold" panose="020B0702040204020203" pitchFamily="34" charset="0"/>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9609" fontAlgn="base">
                <a:spcBef>
                  <a:spcPct val="0"/>
                </a:spcBef>
                <a:spcAft>
                  <a:spcPct val="0"/>
                </a:spcAft>
                <a:defRPr/>
              </a:pPr>
              <a:endParaRPr lang="en-IN" sz="1457" err="1">
                <a:solidFill>
                  <a:srgbClr val="C03BC4"/>
                </a:solidFill>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218">
                <a:defRPr/>
              </a:pPr>
              <a:r>
                <a:rPr lang="en-US" sz="803" b="1">
                  <a:solidFill>
                    <a:srgbClr val="FFFFFF"/>
                  </a:solidFill>
                  <a:latin typeface="Segoe UI Semibold" panose="020B0702040204020203" pitchFamily="34" charset="0"/>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9609" fontAlgn="base">
                <a:spcBef>
                  <a:spcPct val="0"/>
                </a:spcBef>
                <a:spcAft>
                  <a:spcPct val="0"/>
                </a:spcAft>
                <a:defRPr/>
              </a:pPr>
              <a:endParaRPr lang="en-IN" sz="1457" err="1">
                <a:solidFill>
                  <a:srgbClr val="C03BC4"/>
                </a:solidFill>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218">
                <a:defRPr/>
              </a:pPr>
              <a:r>
                <a:rPr lang="en-US" sz="803" b="1">
                  <a:solidFill>
                    <a:srgbClr val="FFFFFF"/>
                  </a:solidFill>
                  <a:latin typeface="Segoe UI Semibold" panose="020B0702040204020203" pitchFamily="34" charset="0"/>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9609" fontAlgn="base">
                  <a:spcBef>
                    <a:spcPct val="0"/>
                  </a:spcBef>
                  <a:spcAft>
                    <a:spcPct val="0"/>
                  </a:spcAft>
                  <a:defRPr/>
                </a:pPr>
                <a:endParaRPr lang="en-IN" sz="1457" err="1">
                  <a:solidFill>
                    <a:srgbClr val="C03BC4"/>
                  </a:solidFill>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218">
                  <a:defRPr/>
                </a:pPr>
                <a:r>
                  <a:rPr lang="en-US" sz="803" b="1">
                    <a:solidFill>
                      <a:srgbClr val="FFFFFF"/>
                    </a:solidFill>
                    <a:latin typeface="Segoe UI Semibold" panose="020B0702040204020203" pitchFamily="34" charset="0"/>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dirty="0">
                <a:solidFill>
                  <a:schemeClr val="bg1"/>
                </a:solidFill>
                <a:latin typeface="Segoe UI Semibold"/>
                <a:ea typeface="Segoe UI Semibold" panose="020B0502040204020203" pitchFamily="34" charset="0"/>
                <a:cs typeface="Segoe UI Semibold"/>
              </a:rPr>
              <a:t>on Copilot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Premium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25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5E0DE550-9114-D02C-2074-289C34FAA803}"/>
              </a:ext>
            </a:extLst>
          </p:cNvPr>
          <p:cNvGraphicFramePr>
            <a:graphicFrameLocks noGrp="1"/>
          </p:cNvGraphicFramePr>
          <p:nvPr>
            <p:extLst>
              <p:ext uri="{D42A27DB-BD31-4B8C-83A1-F6EECF244321}">
                <p14:modId xmlns:p14="http://schemas.microsoft.com/office/powerpoint/2010/main" val="4193211724"/>
              </p:ext>
            </p:extLst>
          </p:nvPr>
        </p:nvGraphicFramePr>
        <p:xfrm>
          <a:off x="409573" y="654269"/>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603042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cp:revision>
  <dcterms:created xsi:type="dcterms:W3CDTF">2026-02-21T17:45:29Z</dcterms:created>
  <dcterms:modified xsi:type="dcterms:W3CDTF">2026-04-30T10:16:16Z</dcterms:modified>
</cp:coreProperties>
</file>