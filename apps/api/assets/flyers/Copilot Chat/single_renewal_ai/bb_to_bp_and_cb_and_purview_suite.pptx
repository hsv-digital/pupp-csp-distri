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6" r:id="rId3"/>
    <p:sldMasterId id="2147483668" r:id="rId4"/>
  </p:sldMasterIdLst>
  <p:notesMasterIdLst>
    <p:notesMasterId r:id="rId11"/>
  </p:notesMasterIdLst>
  <p:sldIdLst>
    <p:sldId id="2147470025" r:id="rId5"/>
    <p:sldId id="275" r:id="rId6"/>
    <p:sldId id="2147470008" r:id="rId7"/>
    <p:sldId id="274" r:id="rId8"/>
    <p:sldId id="214747002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99EBB0-4342-4CF7-BFFA-A89252334E0A}" v="2" dt="2026-04-30T10:16:34.2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762"/>
    <p:restoredTop sz="89116" autoAdjust="0"/>
  </p:normalViewPr>
  <p:slideViewPr>
    <p:cSldViewPr snapToGrid="0" snapToObjects="1">
      <p:cViewPr varScale="1">
        <p:scale>
          <a:sx n="92" d="100"/>
          <a:sy n="92" d="100"/>
        </p:scale>
        <p:origin x="2140"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sldOrd delMainMaster">
      <pc:chgData name="Vandan Jain" userId="4244b45b-25d1-413d-855b-6597e767c081" providerId="ADAL" clId="{67AB2A15-26B8-47FB-BEC6-EFDC03C3B3B6}" dt="2026-04-30T10:16:34.190" v="34"/>
      <pc:docMkLst>
        <pc:docMk/>
      </pc:docMkLst>
      <pc:sldChg chg="add">
        <pc:chgData name="Vandan Jain" userId="4244b45b-25d1-413d-855b-6597e767c081" providerId="ADAL" clId="{67AB2A15-26B8-47FB-BEC6-EFDC03C3B3B6}" dt="2026-04-30T10:16:34.190" v="34"/>
        <pc:sldMkLst>
          <pc:docMk/>
          <pc:sldMk cId="2160271917" sldId="274"/>
        </pc:sldMkLst>
      </pc:sldChg>
      <pc:sldChg chg="add">
        <pc:chgData name="Vandan Jain" userId="4244b45b-25d1-413d-855b-6597e767c081" providerId="ADAL" clId="{67AB2A15-26B8-47FB-BEC6-EFDC03C3B3B6}" dt="2026-04-28T15:57:54.089" v="30"/>
        <pc:sldMkLst>
          <pc:docMk/>
          <pc:sldMk cId="1144813852" sldId="275"/>
        </pc:sldMkLst>
      </pc:sldChg>
      <pc:sldChg chg="add">
        <pc:chgData name="Vandan Jain" userId="4244b45b-25d1-413d-855b-6597e767c081" providerId="ADAL" clId="{67AB2A15-26B8-47FB-BEC6-EFDC03C3B3B6}" dt="2026-04-28T15:57:54.089" v="30"/>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072938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39870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634939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953335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614854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324057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01100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303903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42963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70176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954015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168909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84431037"/>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1679521787"/>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283201385"/>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573851666"/>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sv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314"/>
            <a:ext cx="5667374" cy="8013735"/>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9" y="565908"/>
            <a:ext cx="4123882"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18" name="Group 17">
            <a:extLst>
              <a:ext uri="{FF2B5EF4-FFF2-40B4-BE49-F238E27FC236}">
                <a16:creationId xmlns:a16="http://schemas.microsoft.com/office/drawing/2014/main" id="{943FF451-9415-375B-1AD2-577DDF648052}"/>
              </a:ext>
            </a:extLst>
          </p:cNvPr>
          <p:cNvGrpSpPr/>
          <p:nvPr/>
        </p:nvGrpSpPr>
        <p:grpSpPr>
          <a:xfrm>
            <a:off x="291976" y="1670703"/>
            <a:ext cx="1640799" cy="2800463"/>
            <a:chOff x="1913997" y="1691352"/>
            <a:chExt cx="1640799" cy="2800463"/>
          </a:xfrm>
        </p:grpSpPr>
        <p:sp>
          <p:nvSpPr>
            <p:cNvPr id="4" name="Rectangle: Rounded Corners 3">
              <a:extLst>
                <a:ext uri="{FF2B5EF4-FFF2-40B4-BE49-F238E27FC236}">
                  <a16:creationId xmlns:a16="http://schemas.microsoft.com/office/drawing/2014/main" id="{1F261787-A532-6E06-5DBB-DC560E196235}"/>
                </a:ext>
              </a:extLst>
            </p:cNvPr>
            <p:cNvSpPr/>
            <p:nvPr/>
          </p:nvSpPr>
          <p:spPr bwMode="auto">
            <a:xfrm>
              <a:off x="1913997"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6" name="Rectangle: Rounded Corners 5">
              <a:extLst>
                <a:ext uri="{FF2B5EF4-FFF2-40B4-BE49-F238E27FC236}">
                  <a16:creationId xmlns:a16="http://schemas.microsoft.com/office/drawing/2014/main" id="{2D7F975A-EFFC-ED2A-C751-F90289DD4D12}"/>
                </a:ext>
              </a:extLst>
            </p:cNvPr>
            <p:cNvSpPr/>
            <p:nvPr/>
          </p:nvSpPr>
          <p:spPr bwMode="auto">
            <a:xfrm>
              <a:off x="2080935"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grpSp>
          <p:nvGrpSpPr>
            <p:cNvPr id="7" name="Group 6">
              <a:extLst>
                <a:ext uri="{FF2B5EF4-FFF2-40B4-BE49-F238E27FC236}">
                  <a16:creationId xmlns:a16="http://schemas.microsoft.com/office/drawing/2014/main" id="{B5803776-5E8B-2132-6273-96CF7F5813DA}"/>
                </a:ext>
              </a:extLst>
            </p:cNvPr>
            <p:cNvGrpSpPr/>
            <p:nvPr/>
          </p:nvGrpSpPr>
          <p:grpSpPr>
            <a:xfrm>
              <a:off x="2156504" y="3456630"/>
              <a:ext cx="1177379" cy="390472"/>
              <a:chOff x="513820" y="3456630"/>
              <a:chExt cx="1614691" cy="535504"/>
            </a:xfrm>
          </p:grpSpPr>
          <p:pic>
            <p:nvPicPr>
              <p:cNvPr id="9" name="Picture 8">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3820" y="3456630"/>
                <a:ext cx="529765" cy="535504"/>
              </a:xfrm>
              <a:prstGeom prst="rect">
                <a:avLst/>
              </a:prstGeom>
            </p:spPr>
          </p:pic>
          <p:pic>
            <p:nvPicPr>
              <p:cNvPr id="10"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23207" y="3486830"/>
                <a:ext cx="505304" cy="505304"/>
              </a:xfrm>
              <a:prstGeom prst="rect">
                <a:avLst/>
              </a:prstGeom>
            </p:spPr>
          </p:pic>
          <p:grpSp>
            <p:nvGrpSpPr>
              <p:cNvPr id="11" name="Group 10">
                <a:extLst>
                  <a:ext uri="{FF2B5EF4-FFF2-40B4-BE49-F238E27FC236}">
                    <a16:creationId xmlns:a16="http://schemas.microsoft.com/office/drawing/2014/main" id="{F1199295-2F99-24A2-64CB-B2F820A1503C}"/>
                  </a:ext>
                </a:extLst>
              </p:cNvPr>
              <p:cNvGrpSpPr/>
              <p:nvPr/>
            </p:nvGrpSpPr>
            <p:grpSpPr>
              <a:xfrm>
                <a:off x="1173376" y="3564362"/>
                <a:ext cx="320040" cy="320040"/>
                <a:chOff x="1173376" y="3564362"/>
                <a:chExt cx="479596" cy="479596"/>
              </a:xfrm>
            </p:grpSpPr>
            <p:sp>
              <p:nvSpPr>
                <p:cNvPr id="12" name="Oval 11">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73376" y="3564362"/>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6"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84095" y="3675081"/>
                  <a:ext cx="258158" cy="258158"/>
                </a:xfrm>
                <a:prstGeom prst="rect">
                  <a:avLst/>
                </a:prstGeom>
                <a:effectLst>
                  <a:outerShdw blurRad="63500" dist="63500" dir="2700000" algn="ctr" rotWithShape="0">
                    <a:schemeClr val="bg1">
                      <a:alpha val="20000"/>
                    </a:schemeClr>
                  </a:outerShdw>
                </a:effectLst>
              </p:spPr>
            </p:pic>
          </p:grpSp>
        </p:grpSp>
        <p:sp>
          <p:nvSpPr>
            <p:cNvPr id="8" name="TextBox 4">
              <a:extLst>
                <a:ext uri="{FF2B5EF4-FFF2-40B4-BE49-F238E27FC236}">
                  <a16:creationId xmlns:a16="http://schemas.microsoft.com/office/drawing/2014/main" id="{40A7A011-A5B1-B465-6A3F-B4941EFA893C}"/>
                </a:ext>
              </a:extLst>
            </p:cNvPr>
            <p:cNvSpPr txBox="1"/>
            <p:nvPr/>
          </p:nvSpPr>
          <p:spPr>
            <a:xfrm>
              <a:off x="2017666" y="2096831"/>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dirty="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BD30C3D3-0310-1217-1428-3DC3CFAF8EEE}"/>
              </a:ext>
            </a:extLst>
          </p:cNvPr>
          <p:cNvGraphicFramePr>
            <a:graphicFrameLocks noGrp="1"/>
          </p:cNvGraphicFramePr>
          <p:nvPr>
            <p:extLst>
              <p:ext uri="{D42A27DB-BD31-4B8C-83A1-F6EECF244321}">
                <p14:modId xmlns:p14="http://schemas.microsoft.com/office/powerpoint/2010/main" val="3231754911"/>
              </p:ext>
            </p:extLst>
          </p:nvPr>
        </p:nvGraphicFramePr>
        <p:xfrm>
          <a:off x="409575" y="60556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460</TotalTime>
  <Words>1305</Words>
  <Application>Microsoft Office PowerPoint</Application>
  <PresentationFormat>Custom</PresentationFormat>
  <Paragraphs>215</Paragraphs>
  <Slides>6</Slides>
  <Notes>6</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3_CSP Template Diamond 06/23</vt:lpstr>
      <vt:lpstr>1_Office Theme</vt:lpstr>
      <vt:lpstr>2_Office Theme</vt:lpstr>
      <vt:lpstr>PowerPoint Presentation</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31</cp:revision>
  <dcterms:created xsi:type="dcterms:W3CDTF">2026-02-21T17:45:29Z</dcterms:created>
  <dcterms:modified xsi:type="dcterms:W3CDTF">2026-04-30T10:16:38Z</dcterms:modified>
</cp:coreProperties>
</file>