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 id="2147483656" r:id="rId3"/>
    <p:sldMasterId id="2147483668" r:id="rId4"/>
  </p:sldMasterIdLst>
  <p:notesMasterIdLst>
    <p:notesMasterId r:id="rId11"/>
  </p:notesMasterIdLst>
  <p:sldIdLst>
    <p:sldId id="2147470025" r:id="rId5"/>
    <p:sldId id="275" r:id="rId6"/>
    <p:sldId id="2147470008" r:id="rId7"/>
    <p:sldId id="274"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08698-F77B-421E-93AC-A56C0509058A}" v="2" dt="2026-04-30T10:21:27.2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1:27.246" v="32"/>
      <pc:docMkLst>
        <pc:docMk/>
      </pc:docMkLst>
      <pc:sldChg chg="add">
        <pc:chgData name="Vandan Jain" userId="4244b45b-25d1-413d-855b-6597e767c081" providerId="ADAL" clId="{67AB2A15-26B8-47FB-BEC6-EFDC03C3B3B6}" dt="2026-04-30T10:21:27.246" v="32"/>
        <pc:sldMkLst>
          <pc:docMk/>
          <pc:sldMk cId="2160271917" sldId="274"/>
        </pc:sldMkLst>
      </pc:sldChg>
      <pc:sldChg chg="add">
        <pc:chgData name="Vandan Jain" userId="4244b45b-25d1-413d-855b-6597e767c081" providerId="ADAL" clId="{67AB2A15-26B8-47FB-BEC6-EFDC03C3B3B6}" dt="2026-04-28T16:38:05.855" v="28"/>
        <pc:sldMkLst>
          <pc:docMk/>
          <pc:sldMk cId="1144813852" sldId="275"/>
        </pc:sldMkLst>
      </pc:sldChg>
      <pc:sldChg chg="add">
        <pc:chgData name="Vandan Jain" userId="4244b45b-25d1-413d-855b-6597e767c081" providerId="ADAL" clId="{67AB2A15-26B8-47FB-BEC6-EFDC03C3B3B6}" dt="2026-04-28T16:38:05.855" v="28"/>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01451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07964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60110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374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3195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99728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25698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375055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617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64702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902472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63280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151273249"/>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061901247"/>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81237308"/>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960077098"/>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2.png"/><Relationship Id="rId7"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4.svg"/><Relationship Id="rId10" Type="http://schemas.openxmlformats.org/officeDocument/2006/relationships/image" Target="../media/image22.jpeg"/><Relationship Id="rId4" Type="http://schemas.openxmlformats.org/officeDocument/2006/relationships/image" Target="../media/image3.png"/><Relationship Id="rId9" Type="http://schemas.openxmlformats.org/officeDocument/2006/relationships/image" Target="../media/image21.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0"/>
            <a:ext cx="5667374" cy="8020049"/>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481" y="1705900"/>
            <a:ext cx="1640799" cy="2800463"/>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2E74C90A-6204-0081-BF4D-51823BC97C84}"/>
              </a:ext>
            </a:extLst>
          </p:cNvPr>
          <p:cNvGraphicFramePr>
            <a:graphicFrameLocks noGrp="1"/>
          </p:cNvGraphicFramePr>
          <p:nvPr>
            <p:extLst>
              <p:ext uri="{D42A27DB-BD31-4B8C-83A1-F6EECF244321}">
                <p14:modId xmlns:p14="http://schemas.microsoft.com/office/powerpoint/2010/main" val="968851710"/>
              </p:ext>
            </p:extLst>
          </p:nvPr>
        </p:nvGraphicFramePr>
        <p:xfrm>
          <a:off x="409573" y="691677"/>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2844283105"/>
                    </a:ext>
                  </a:extLst>
                </a:gridCol>
                <a:gridCol w="2424113">
                  <a:extLst>
                    <a:ext uri="{9D8B030D-6E8A-4147-A177-3AD203B41FA5}">
                      <a16:colId xmlns:a16="http://schemas.microsoft.com/office/drawing/2014/main" val="185026923"/>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794126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4062384"/>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4014656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9581456"/>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1199056"/>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9615764"/>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3883859"/>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5436986"/>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81782117"/>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9149474"/>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1305</Words>
  <Application>Microsoft Office PowerPoint</Application>
  <PresentationFormat>Custom</PresentationFormat>
  <Paragraphs>215</Paragraphs>
  <Slides>6</Slides>
  <Notes>6</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3_CSP Template Diamond 06/23</vt:lpstr>
      <vt:lpstr>1_Office Theme</vt:lpstr>
      <vt:lpstr>2_Office Theme</vt:lpstr>
      <vt:lpstr>PowerPoint Presentation</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2026-04-30T10:21:29Z</dcterms:modified>
</cp:coreProperties>
</file>