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 id="2147483656" r:id="rId3"/>
    <p:sldMasterId id="2147483668" r:id="rId4"/>
  </p:sldMasterIdLst>
  <p:notesMasterIdLst>
    <p:notesMasterId r:id="rId11"/>
  </p:notesMasterIdLst>
  <p:sldIdLst>
    <p:sldId id="2147470025" r:id="rId5"/>
    <p:sldId id="275" r:id="rId6"/>
    <p:sldId id="2147470008" r:id="rId7"/>
    <p:sldId id="274" r:id="rId8"/>
    <p:sldId id="2147470014" r:id="rId9"/>
    <p:sldId id="2147470015" r:id="rId10"/>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BB4EAD-D3D8-469A-8170-FD0F9AF94E21}" v="2" dt="2026-04-30T10:22:04.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68"/>
    <p:restoredTop sz="92717" autoAdjust="0"/>
  </p:normalViewPr>
  <p:slideViewPr>
    <p:cSldViewPr snapToGrid="0" snapToObjects="1">
      <p:cViewPr varScale="1">
        <p:scale>
          <a:sx n="92" d="100"/>
          <a:sy n="92" d="100"/>
        </p:scale>
        <p:origin x="2200"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2:04.857" v="25"/>
      <pc:docMkLst>
        <pc:docMk/>
      </pc:docMkLst>
      <pc:sldChg chg="add">
        <pc:chgData name="Vandan Jain" userId="4244b45b-25d1-413d-855b-6597e767c081" providerId="ADAL" clId="{67AB2A15-26B8-47FB-BEC6-EFDC03C3B3B6}" dt="2026-04-30T10:22:04.857" v="25"/>
        <pc:sldMkLst>
          <pc:docMk/>
          <pc:sldMk cId="2160271917" sldId="274"/>
        </pc:sldMkLst>
      </pc:sldChg>
      <pc:sldChg chg="add">
        <pc:chgData name="Vandan Jain" userId="4244b45b-25d1-413d-855b-6597e767c081" providerId="ADAL" clId="{67AB2A15-26B8-47FB-BEC6-EFDC03C3B3B6}" dt="2026-04-28T16:38:45.263" v="21"/>
        <pc:sldMkLst>
          <pc:docMk/>
          <pc:sldMk cId="1144813852" sldId="275"/>
        </pc:sldMkLst>
      </pc:sldChg>
      <pc:sldChg chg="add">
        <pc:chgData name="Vandan Jain" userId="4244b45b-25d1-413d-855b-6597e767c081" providerId="ADAL" clId="{67AB2A15-26B8-47FB-BEC6-EFDC03C3B3B6}" dt="2026-04-28T16:38:45.263" v="21"/>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185119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994829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5606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594851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814754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804790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29746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49115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237390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951204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61086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16433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2860582075"/>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4322918" y="1474221"/>
            <a:ext cx="3608415" cy="659972"/>
          </a:xfrm>
          <a:prstGeom prst="rect">
            <a:avLst/>
          </a:prstGeom>
        </p:spPr>
      </p:pic>
    </p:spTree>
    <p:extLst>
      <p:ext uri="{BB962C8B-B14F-4D97-AF65-F5344CB8AC3E}">
        <p14:creationId xmlns:p14="http://schemas.microsoft.com/office/powerpoint/2010/main" val="3703494142"/>
      </p:ext>
    </p:extLst>
  </p:cSld>
  <p:clrMap bg1="lt1" tx1="dk1" bg2="lt2" tx2="dk2" accent1="accent1" accent2="accent2" accent3="accent3" accent4="accent4" accent5="accent5" accent6="accent6" hlink="hlink" folHlink="folHlink"/>
  <p:sldLayoutIdLst>
    <p:sldLayoutId id="2147483653"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804517497"/>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252603"/>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2.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4.svg"/><Relationship Id="rId10" Type="http://schemas.openxmlformats.org/officeDocument/2006/relationships/image" Target="../media/image22.jpeg"/><Relationship Id="rId4" Type="http://schemas.openxmlformats.org/officeDocument/2006/relationships/image" Target="../media/image3.png"/><Relationship Id="rId9" Type="http://schemas.openxmlformats.org/officeDocument/2006/relationships/image" Target="../media/image21.jpe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4502"/>
            <a:ext cx="5667374" cy="8015547"/>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588"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23547"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76853" y="5229235"/>
            <a:ext cx="1631230" cy="245306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6517"/>
            <a:ext cx="5672920" cy="1390790"/>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1" y="-346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3461"/>
            <a:ext cx="5672920" cy="1390790"/>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80998" y="565908"/>
            <a:ext cx="422989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rgbClr val="C03BC4"/>
                </a:solidFill>
                <a:cs typeface="Segoe Sans Display Semilight" pitchFamily="2" charset="0"/>
              </a:rPr>
              <a:t>Microsoft Purview Suite </a:t>
            </a:r>
            <a:r>
              <a:rPr lang="en-US" sz="2042" dirty="0">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81408" y="1668617"/>
            <a:ext cx="3168918" cy="448713"/>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1313"/>
              </a:spcAft>
              <a:buClrTx/>
              <a:buSzTx/>
              <a:buFontTx/>
              <a:buNone/>
              <a:tabLst/>
              <a:defRPr/>
            </a:pPr>
            <a:r>
              <a:rPr kumimoji="0" lang="en-US" sz="1458" b="0" i="0" u="none" strike="noStrike" kern="1200" cap="none" spc="0" normalizeH="0" baseline="0" noProof="0" dirty="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7300" y="2205010"/>
            <a:ext cx="3301901" cy="2359620"/>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ct val="100000"/>
              </a:lnSpc>
              <a:spcBef>
                <a:spcPts val="0"/>
              </a:spcBef>
              <a:spcAft>
                <a:spcPts val="583"/>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1600" b="0" i="0" u="none" strike="noStrike" kern="1200" cap="none" spc="0" normalizeH="0" baseline="0" noProof="0" dirty="0">
              <a:ln>
                <a:noFill/>
              </a:ln>
              <a:solidFill>
                <a:srgbClr val="000000"/>
              </a:solidFill>
              <a:effectLst/>
              <a:uLnTx/>
              <a:uFillTx/>
              <a:latin typeface="Segoe UI"/>
              <a:ea typeface="+mn-lt"/>
              <a:cs typeface="Segoe UI"/>
            </a:endParaRPr>
          </a:p>
          <a:p>
            <a:pPr marL="133356" marR="0" lvl="0" indent="-133356" algn="l" defTabSz="333390" rtl="0" eaLnBrk="1" fontAlgn="auto" latinLnBrk="0" hangingPunct="1">
              <a:lnSpc>
                <a:spcPct val="100000"/>
              </a:lnSpc>
              <a:spcBef>
                <a:spcPts val="438"/>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Safeguard sensitive data across clouds, apps, and endpoints.</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Identify and remediate critical risks within your organization.</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Sans Display"/>
                <a:ea typeface="+mn-ea"/>
                <a:cs typeface="Segoe Sans Display"/>
              </a:rPr>
              <a:t>Investigate and respond to legal requirements with relevant data.</a:t>
            </a:r>
          </a:p>
          <a:p>
            <a:pPr marL="133356" marR="0" lvl="0" indent="-133356" algn="l" defTabSz="333390" rtl="0" eaLnBrk="1" fontAlgn="auto" latinLnBrk="0" hangingPunct="1">
              <a:lnSpc>
                <a:spcPct val="100000"/>
              </a:lnSpc>
              <a:spcBef>
                <a:spcPts val="0"/>
              </a:spcBef>
              <a:spcAft>
                <a:spcPts val="583"/>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Segoe UI"/>
                <a:ea typeface="+mn-lt"/>
                <a:cs typeface="Segoe UI"/>
              </a:rPr>
              <a:t>Built-in assessments and actions for 350+ regional regulations</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9739" y="2486454"/>
            <a:ext cx="245843" cy="5103405"/>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333390"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srgbClr val="000000"/>
              </a:solidFill>
              <a:effectLst/>
              <a:uLnTx/>
              <a:uFillTx/>
              <a:latin typeface="Segoe UI"/>
              <a:ea typeface="+mn-ea"/>
              <a:cs typeface="+mn-cs"/>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1438" y="4835740"/>
            <a:ext cx="4591038" cy="151632"/>
          </a:xfrm>
          <a:prstGeom prst="rect">
            <a:avLst/>
          </a:prstGeom>
          <a:solidFill>
            <a:srgbClr val="F2F0F0"/>
          </a:solid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auto"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w="3175">
                  <a:noFill/>
                </a:ln>
                <a:solidFill>
                  <a:srgbClr val="C03BC4"/>
                </a:solidFill>
                <a:effectLst/>
                <a:uLnTx/>
                <a:uFillTx/>
                <a:latin typeface="Segoe UI Semibold"/>
                <a:ea typeface="+mj-lt"/>
                <a:cs typeface="Segoe UI Semibold"/>
              </a:rPr>
              <a:t>Unified solutions to secure and govern data for the era of AI</a:t>
            </a:r>
            <a:endParaRPr kumimoji="0" lang="en-US" sz="2625" b="0" i="0" u="none" strike="noStrike" kern="1200" cap="none" spc="-36" normalizeH="0" baseline="0" noProof="0" dirty="0">
              <a:ln w="3175">
                <a:noFill/>
              </a:ln>
              <a:solidFill>
                <a:srgbClr val="C03BC4"/>
              </a:solidFill>
              <a:effectLst/>
              <a:uLnTx/>
              <a:uFillTx/>
              <a:latin typeface="Segoe UI Semibold"/>
              <a:ea typeface="+mn-ea"/>
              <a:cs typeface="Segoe UI" pitchFamily="34" charset="0"/>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9517" y="5941176"/>
            <a:ext cx="1552595"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96363" y="5941176"/>
            <a:ext cx="1543383"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45847" y="5941176"/>
            <a:ext cx="1512508" cy="38151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021" b="0" i="0" u="none" strike="noStrike" kern="1200" cap="none" spc="0" normalizeH="0" baseline="0" noProof="0" dirty="0">
                <a:ln>
                  <a:noFill/>
                </a:ln>
                <a:solidFill>
                  <a:srgbClr val="000000"/>
                </a:solidFill>
                <a:effectLst/>
                <a:uLnTx/>
                <a:uFillTx/>
                <a:latin typeface="Segoe Sans Display Semibold"/>
                <a:ea typeface="+mn-ea"/>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764" y="6351055"/>
            <a:ext cx="1367417"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Gain visibility into overshared content.</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Remediate excessive permissions.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104785" y="6351055"/>
            <a:ext cx="1515676"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Get alerts and reports of risky behavior and AI use.</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Protect sensitive files and Copilot interactions.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63913" y="6351055"/>
            <a:ext cx="1466850" cy="1112485"/>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Inspect interaction content and audit logs. </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Investigate for compliance and ethical violations.</a:t>
            </a:r>
          </a:p>
          <a:p>
            <a:pPr marL="125021" marR="0" lvl="0" indent="-125021" algn="l" defTabSz="666756" rtl="0" eaLnBrk="1" fontAlgn="auto" latinLnBrk="0" hangingPunct="1">
              <a:lnSpc>
                <a:spcPct val="100000"/>
              </a:lnSpc>
              <a:spcBef>
                <a:spcPts val="0"/>
              </a:spcBef>
              <a:spcAft>
                <a:spcPts val="438"/>
              </a:spcAft>
              <a:buClrTx/>
              <a:buSzPct val="100000"/>
              <a:buFont typeface="Wingdings" panose="05000000000000000000" pitchFamily="2" charset="2"/>
              <a:buChar char=""/>
              <a:tabLst/>
              <a:defRPr/>
            </a:pPr>
            <a:r>
              <a:rPr kumimoji="0" lang="en-US" sz="875" b="0" i="0" u="none" strike="noStrike" kern="1200" cap="none" spc="0" normalizeH="0" baseline="0" noProof="0" dirty="0">
                <a:ln>
                  <a:noFill/>
                </a:ln>
                <a:solidFill>
                  <a:srgbClr val="000000"/>
                </a:solidFill>
                <a:effectLst/>
                <a:uLnTx/>
                <a:uFillTx/>
                <a:latin typeface="Segoe Sans Display"/>
                <a:ea typeface="+mn-ea"/>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5493" y="5424725"/>
            <a:ext cx="354034" cy="354032"/>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70709" y="5424723"/>
            <a:ext cx="354034" cy="354032"/>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404880" y="5424723"/>
            <a:ext cx="354034" cy="354032"/>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446" y="1398131"/>
            <a:ext cx="5124483"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820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94717"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51232" y="5229234"/>
            <a:ext cx="1282470" cy="33337"/>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8229"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9188"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90146" y="5879148"/>
            <a:ext cx="1389698"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90094" y="1671081"/>
            <a:ext cx="1640799" cy="2800463"/>
            <a:chOff x="278481" y="1705900"/>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8481" y="1705900"/>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45419" y="3376010"/>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16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20988" y="3471178"/>
              <a:ext cx="1177379" cy="390472"/>
              <a:chOff x="520988" y="3471178"/>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0988" y="3471178"/>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630375" y="3501378"/>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1180544" y="3578910"/>
                <a:ext cx="320040" cy="320040"/>
                <a:chOff x="1180544" y="3578910"/>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1180544" y="3578910"/>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500" tIns="26250" rIns="52500" bIns="26250" numCol="1" spcCol="0" rtlCol="0" fromWordArt="0" anchor="ctr" anchorCtr="0" forceAA="0" compatLnSpc="1">
                  <a:prstTxWarp prst="textNoShape">
                    <a:avLst/>
                  </a:prstTxWarp>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80" rtl="0" eaLnBrk="1" fontAlgn="base" latinLnBrk="0" hangingPunct="1">
                    <a:lnSpc>
                      <a:spcPct val="100000"/>
                    </a:lnSpc>
                    <a:spcBef>
                      <a:spcPct val="0"/>
                    </a:spcBef>
                    <a:spcAft>
                      <a:spcPct val="0"/>
                    </a:spcAft>
                    <a:buClrTx/>
                    <a:buSzTx/>
                    <a:buFontTx/>
                    <a:buNone/>
                    <a:tabLst/>
                    <a:defRPr/>
                  </a:pPr>
                  <a:endParaRPr kumimoji="0" lang="en-US" sz="1313"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91263" y="3689629"/>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82150" y="2111379"/>
              <a:ext cx="1436982" cy="994183"/>
            </a:xfrm>
            <a:prstGeom prst="rect">
              <a:avLst/>
            </a:prstGeom>
            <a:noFill/>
          </p:spPr>
          <p:txBody>
            <a:bodyPr wrap="square" lIns="0" tIns="0" rIns="0" bIns="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6" rtl="0" eaLnBrk="1" fontAlgn="auto" latinLnBrk="0" hangingPunct="1">
                <a:lnSpc>
                  <a:spcPct val="100000"/>
                </a:lnSpc>
                <a:spcBef>
                  <a:spcPts val="875"/>
                </a:spcBef>
                <a:spcAft>
                  <a:spcPts val="0"/>
                </a:spcAft>
                <a:buClrTx/>
                <a:buSzTx/>
                <a:buFontTx/>
                <a:buNone/>
                <a:tabLst/>
                <a:defRPr/>
              </a:pPr>
              <a:r>
                <a:rPr kumimoji="0" lang="en-US" sz="1313"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666756" rtl="0" eaLnBrk="1" fontAlgn="auto" latinLnBrk="0" hangingPunct="1">
                <a:lnSpc>
                  <a:spcPct val="100000"/>
                </a:lnSpc>
                <a:spcBef>
                  <a:spcPts val="438"/>
                </a:spcBef>
                <a:spcAft>
                  <a:spcPts val="0"/>
                </a:spcAft>
                <a:buClrTx/>
                <a:buSzTx/>
                <a:buFontTx/>
                <a:buNone/>
                <a:tabLst/>
                <a:defRPr/>
              </a:pPr>
              <a:r>
                <a:rPr kumimoji="0" lang="en-US" sz="1167"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175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23220"/>
          </a:xfrm>
          <a:prstGeom prst="rect">
            <a:avLst/>
          </a:prstGeom>
          <a:noFill/>
        </p:spPr>
        <p:txBody>
          <a:bodyPr wrap="square" lIns="91440" tIns="45720" rIns="91440" bIns="45720" anchor="t">
            <a:spAutoFit/>
          </a:bodyPr>
          <a:lstStyle/>
          <a:p>
            <a:pPr algn="ctr">
              <a:defRPr/>
            </a:pPr>
            <a:r>
              <a:rPr kumimoji="0" lang="en-IN" sz="1400" b="1" i="0" u="none" strike="noStrike" kern="1200" cap="none" spc="0" normalizeH="0" baseline="0" noProof="0" dirty="0">
                <a:ln>
                  <a:noFill/>
                </a:ln>
                <a:solidFill>
                  <a:prstClr val="white"/>
                </a:solidFill>
                <a:effectLst/>
                <a:uLnTx/>
                <a:uFillTx/>
                <a:latin typeface="Segoe UI Semibold"/>
                <a:ea typeface="Segoe UI Semibold" panose="020B0502040204020203" pitchFamily="34" charset="0"/>
                <a:cs typeface="Segoe UI Semibold"/>
              </a:rPr>
              <a:t>Take advantage of the limited time offer on </a:t>
            </a:r>
            <a:r>
              <a:rPr lang="en-IN" sz="1400" b="1">
                <a:solidFill>
                  <a:prstClr val="white"/>
                </a:solidFill>
                <a:latin typeface="Segoe UI Semibold"/>
                <a:ea typeface="Segoe UI Semibold" panose="020B0502040204020203" pitchFamily="34" charset="0"/>
                <a:cs typeface="Segoe UI Semibold"/>
              </a:rPr>
              <a:t>Copilot Business, </a:t>
            </a:r>
            <a:r>
              <a:rPr kumimoji="0" lang="en-IN" sz="1400" b="1" i="0" u="none" strike="noStrike" kern="1200" cap="none" spc="0" normalizeH="0" baseline="0" noProof="0">
                <a:ln>
                  <a:noFill/>
                </a:ln>
                <a:solidFill>
                  <a:prstClr val="white"/>
                </a:solidFill>
                <a:effectLst/>
                <a:uLnTx/>
                <a:uFillTx/>
                <a:latin typeface="Segoe UI Semibold"/>
                <a:ea typeface="Segoe UI Semibold" panose="020B0502040204020203" pitchFamily="34" charset="0"/>
                <a:cs typeface="Segoe UI Semibold"/>
              </a:rPr>
              <a:t>Business Premium</a:t>
            </a:r>
            <a:r>
              <a:rPr lang="en-IN" sz="1400" b="1">
                <a:solidFill>
                  <a:prstClr val="white"/>
                </a:solidFill>
                <a:latin typeface="Segoe UI Semibold"/>
                <a:ea typeface="Segoe UI Semibold" panose="020B0502040204020203" pitchFamily="34" charset="0"/>
                <a:cs typeface="Segoe UI Semibold"/>
              </a:rPr>
              <a:t>, and Purview Suite</a:t>
            </a:r>
            <a:endParaRPr lang="en-IN" sz="1400">
              <a:solidFill>
                <a:prstClr val="white"/>
              </a:solidFill>
              <a:latin typeface="Segoe UI Semibold"/>
              <a:ea typeface="Segoe UI Semibold" panose="020B0502040204020203" pitchFamily="34" charset="0"/>
              <a:cs typeface="Segoe UI Semibold"/>
            </a:endParaRP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53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a:cs typeface="Segoe UI Regular" pitchFamily="34" charset="-120"/>
                </a:rPr>
                <a:t>$</a:t>
              </a:r>
              <a:r>
                <a:rPr lang="en-US" sz="1600" b="1">
                  <a:solidFill>
                    <a:srgbClr val="B740C5"/>
                  </a:solidFill>
                  <a:latin typeface="Segoe UI Regular" pitchFamily="34" charset="0"/>
                  <a:ea typeface="Segoe UI Regular"/>
                  <a:cs typeface="Segoe UI Regular" pitchFamily="34" charset="-120"/>
                </a:rPr>
                <a:t>37</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r>
                <a:rPr lang="en-US" sz="3200" b="1">
                  <a:solidFill>
                    <a:srgbClr val="B740C5"/>
                  </a:solidFill>
                  <a:latin typeface="Segoe UI Bold"/>
                  <a:ea typeface="Segoe UI Semibold" panose="020B0502040204020203" pitchFamily="34" charset="0"/>
                  <a:cs typeface="Segoe UI Bold"/>
                </a:rPr>
                <a:t>30</a:t>
              </a:r>
              <a:r>
                <a:rPr kumimoji="0" lang="en-US" sz="3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rPr>
                <a:t>%</a:t>
              </a:r>
              <a:endParaRPr kumimoji="0" lang="en-US" sz="1200" b="1" i="0" u="none" strike="noStrike" kern="1200" cap="none" spc="0" normalizeH="0" baseline="0" noProof="0">
                <a:ln>
                  <a:noFill/>
                </a:ln>
                <a:solidFill>
                  <a:srgbClr val="B740C5"/>
                </a:solidFill>
                <a:effectLst/>
                <a:uLnTx/>
                <a:uFillTx/>
                <a:latin typeface="Segoe UI Bold"/>
                <a:ea typeface="Segoe UI Semibold" panose="020B0502040204020203" pitchFamily="34" charset="0"/>
                <a:cs typeface="Segoe UI Bold"/>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53195"/>
            <a:ext cx="4848225"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DFF55B80-537B-C09E-F3D4-DACAD8DB8494}"/>
              </a:ext>
            </a:extLst>
          </p:cNvPr>
          <p:cNvGraphicFramePr>
            <a:graphicFrameLocks noGrp="1"/>
          </p:cNvGraphicFramePr>
          <p:nvPr>
            <p:extLst>
              <p:ext uri="{D42A27DB-BD31-4B8C-83A1-F6EECF244321}">
                <p14:modId xmlns:p14="http://schemas.microsoft.com/office/powerpoint/2010/main" val="34760830"/>
              </p:ext>
            </p:extLst>
          </p:nvPr>
        </p:nvGraphicFramePr>
        <p:xfrm>
          <a:off x="409573" y="65339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TotalTime>
  <Words>1305</Words>
  <Application>Microsoft Office PowerPoint</Application>
  <PresentationFormat>Custom</PresentationFormat>
  <Paragraphs>215</Paragraphs>
  <Slides>6</Slides>
  <Notes>6</Notes>
  <HiddenSlides>0</HiddenSlides>
  <MMClips>0</MMClips>
  <ScaleCrop>false</ScaleCrop>
  <HeadingPairs>
    <vt:vector size="6" baseType="variant">
      <vt:variant>
        <vt:lpstr>Fonts Used</vt:lpstr>
      </vt:variant>
      <vt:variant>
        <vt:i4>13</vt:i4>
      </vt:variant>
      <vt:variant>
        <vt:lpstr>Theme</vt:lpstr>
      </vt:variant>
      <vt:variant>
        <vt:i4>4</vt:i4>
      </vt:variant>
      <vt:variant>
        <vt:lpstr>Slide Titles</vt:lpstr>
      </vt:variant>
      <vt:variant>
        <vt:i4>6</vt:i4>
      </vt:variant>
    </vt:vector>
  </HeadingPairs>
  <TitlesOfParts>
    <vt:vector size="23" baseType="lpstr">
      <vt:lpstr>Aptos</vt:lpstr>
      <vt:lpstr>Aptos Display</vt:lpstr>
      <vt:lpstr>Arial</vt:lpstr>
      <vt:lpstr>Calibri</vt:lpstr>
      <vt:lpstr>Segoe Sans Display</vt:lpstr>
      <vt:lpstr>Segoe Sans Display Semibold</vt:lpstr>
      <vt:lpstr>Segoe Sans Display Semilight</vt:lpstr>
      <vt:lpstr>Segoe UI</vt:lpstr>
      <vt:lpstr>Segoe UI Bold</vt:lpstr>
      <vt:lpstr>Segoe UI Regular</vt:lpstr>
      <vt:lpstr>Segoe UI Semibold</vt:lpstr>
      <vt:lpstr>Segoe UI Variable Display Semib</vt:lpstr>
      <vt:lpstr>Wingdings</vt:lpstr>
      <vt:lpstr>Office Theme</vt:lpstr>
      <vt:lpstr>3_CSP Template Diamond 06/23</vt:lpstr>
      <vt:lpstr>1_Office Theme</vt:lpstr>
      <vt:lpstr>2_Office Theme</vt:lpstr>
      <vt:lpstr>PowerPoint Presentation</vt:lpstr>
      <vt:lpstr>PowerPoint Presentation</vt:lpstr>
      <vt:lpstr>Microsoft Purview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21</cp:revision>
  <dcterms:created xsi:type="dcterms:W3CDTF">2026-02-21T17:45:29Z</dcterms:created>
  <dcterms:modified xsi:type="dcterms:W3CDTF">2026-04-30T10:22:07Z</dcterms:modified>
</cp:coreProperties>
</file>