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2" r:id="rId3"/>
  </p:sldMasterIdLst>
  <p:notesMasterIdLst>
    <p:notesMasterId r:id="rId9"/>
  </p:notesMasterIdLst>
  <p:sldIdLst>
    <p:sldId id="2147470025" r:id="rId4"/>
    <p:sldId id="275" r:id="rId5"/>
    <p:sldId id="274"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280904-FCD8-4F0D-9855-3FFE7E8EA19D}" v="2" dt="2026-04-30T10:21:51.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1:51.359" v="38"/>
      <pc:docMkLst>
        <pc:docMk/>
      </pc:docMkLst>
      <pc:sldChg chg="add">
        <pc:chgData name="Vandan Jain" userId="4244b45b-25d1-413d-855b-6597e767c081" providerId="ADAL" clId="{67AB2A15-26B8-47FB-BEC6-EFDC03C3B3B6}" dt="2026-04-30T10:21:51.359" v="38"/>
        <pc:sldMkLst>
          <pc:docMk/>
          <pc:sldMk cId="2160271917" sldId="274"/>
        </pc:sldMkLst>
      </pc:sldChg>
      <pc:sldChg chg="add">
        <pc:chgData name="Vandan Jain" userId="4244b45b-25d1-413d-855b-6597e767c081" providerId="ADAL" clId="{67AB2A15-26B8-47FB-BEC6-EFDC03C3B3B6}" dt="2026-04-28T16:38:32.148" v="37"/>
        <pc:sldMkLst>
          <pc:docMk/>
          <pc:sldMk cId="1144813852" sldId="275"/>
        </pc:sldMkLst>
      </pc:sldChg>
      <pc:sldChg chg="add">
        <pc:chgData name="Vandan Jain" userId="4244b45b-25d1-413d-855b-6597e767c081" providerId="ADAL" clId="{67AB2A15-26B8-47FB-BEC6-EFDC03C3B3B6}" dt="2026-04-28T16:38:32.148" v="37"/>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06298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22482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21219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059844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41472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3902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3233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42688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9610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20591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1100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1436964"/>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09693948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877327209"/>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4A7DFA0C-D773-999C-83A2-EC47ED55DE40}"/>
              </a:ext>
            </a:extLst>
          </p:cNvPr>
          <p:cNvGraphicFramePr>
            <a:graphicFrameLocks noGrp="1"/>
          </p:cNvGraphicFramePr>
          <p:nvPr>
            <p:extLst>
              <p:ext uri="{D42A27DB-BD31-4B8C-83A1-F6EECF244321}">
                <p14:modId xmlns:p14="http://schemas.microsoft.com/office/powerpoint/2010/main" val="3954392591"/>
              </p:ext>
            </p:extLst>
          </p:nvPr>
        </p:nvGraphicFramePr>
        <p:xfrm>
          <a:off x="409573" y="64695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2026-04-30T10:21:53Z</dcterms:modified>
</cp:coreProperties>
</file>