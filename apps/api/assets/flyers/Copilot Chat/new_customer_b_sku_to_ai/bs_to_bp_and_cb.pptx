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4" r:id="rId2"/>
    <p:sldMasterId id="2147483666" r:id="rId3"/>
  </p:sldMasterIdLst>
  <p:notesMasterIdLst>
    <p:notesMasterId r:id="rId9"/>
  </p:notesMasterIdLst>
  <p:sldIdLst>
    <p:sldId id="2147470025" r:id="rId4"/>
    <p:sldId id="275" r:id="rId5"/>
    <p:sldId id="274" r:id="rId6"/>
    <p:sldId id="214747001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427402-C2B8-4FAA-8731-AFCAAC0EFCA2}" v="2" dt="2026-04-30T10:22:18.0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4"/>
    <p:restoredTop sz="92390" autoAdjust="0"/>
  </p:normalViewPr>
  <p:slideViewPr>
    <p:cSldViewPr snapToGrid="0" snapToObjects="1">
      <p:cViewPr varScale="1">
        <p:scale>
          <a:sx n="92" d="100"/>
          <a:sy n="92" d="100"/>
        </p:scale>
        <p:origin x="2168"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22:18.002" v="35"/>
      <pc:docMkLst>
        <pc:docMk/>
      </pc:docMkLst>
      <pc:sldChg chg="add">
        <pc:chgData name="Vandan Jain" userId="4244b45b-25d1-413d-855b-6597e767c081" providerId="ADAL" clId="{67AB2A15-26B8-47FB-BEC6-EFDC03C3B3B6}" dt="2026-04-30T10:22:18.002" v="35"/>
        <pc:sldMkLst>
          <pc:docMk/>
          <pc:sldMk cId="2160271917" sldId="274"/>
        </pc:sldMkLst>
      </pc:sldChg>
      <pc:sldChg chg="add">
        <pc:chgData name="Vandan Jain" userId="4244b45b-25d1-413d-855b-6597e767c081" providerId="ADAL" clId="{67AB2A15-26B8-47FB-BEC6-EFDC03C3B3B6}" dt="2026-04-28T16:38:58.027" v="33"/>
        <pc:sldMkLst>
          <pc:docMk/>
          <pc:sldMk cId="1144813852" sldId="275"/>
        </pc:sldMkLst>
      </pc:sldChg>
      <pc:sldChg chg="add">
        <pc:chgData name="Vandan Jain" userId="4244b45b-25d1-413d-855b-6597e767c081" providerId="ADAL" clId="{67AB2A15-26B8-47FB-BEC6-EFDC03C3B3B6}" dt="2026-04-28T16:38:58.027" v="33"/>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40773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221067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80476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9039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75573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500864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780514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827552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048920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2622809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5359957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4076826840"/>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080961881"/>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645118004"/>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png"/><Relationship Id="rId7"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3.svg"/><Relationship Id="rId10" Type="http://schemas.openxmlformats.org/officeDocument/2006/relationships/image" Target="../media/image18.jpeg"/><Relationship Id="rId4" Type="http://schemas.openxmlformats.org/officeDocument/2006/relationships/image" Target="../media/image2.png"/><Relationship Id="rId9" Type="http://schemas.openxmlformats.org/officeDocument/2006/relationships/image" Target="../media/image17.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830997"/>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Take advantage of the limited time offer </a:t>
            </a:r>
            <a:r>
              <a:rPr lang="en-IN" sz="1600" b="1" dirty="0">
                <a:solidFill>
                  <a:schemeClr val="bg1"/>
                </a:solidFill>
                <a:latin typeface="Segoe UI Semibold"/>
                <a:ea typeface="Segoe UI Semibold" panose="020B0502040204020203" pitchFamily="34" charset="0"/>
                <a:cs typeface="Segoe UI Semibold"/>
              </a:rPr>
              <a:t>on Copilot Business + </a:t>
            </a: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Business </a:t>
            </a:r>
            <a:r>
              <a:rPr lang="en-IN" sz="1600" b="1" dirty="0">
                <a:solidFill>
                  <a:schemeClr val="bg1"/>
                </a:solidFill>
                <a:latin typeface="Segoe UI Semibold"/>
                <a:ea typeface="Segoe UI Semibold" panose="020B0502040204020203" pitchFamily="34" charset="0"/>
                <a:cs typeface="Segoe UI Semibold"/>
              </a:rPr>
              <a:t>Premium bundle</a:t>
            </a:r>
            <a:endParaRPr lang="en-IN" sz="1600"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43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25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8E003144-BE07-430C-AAB7-83F4DF1732B5}"/>
              </a:ext>
            </a:extLst>
          </p:cNvPr>
          <p:cNvGraphicFramePr>
            <a:graphicFrameLocks noGrp="1"/>
          </p:cNvGraphicFramePr>
          <p:nvPr>
            <p:extLst>
              <p:ext uri="{D42A27DB-BD31-4B8C-83A1-F6EECF244321}">
                <p14:modId xmlns:p14="http://schemas.microsoft.com/office/powerpoint/2010/main" val="2487931506"/>
              </p:ext>
            </p:extLst>
          </p:nvPr>
        </p:nvGraphicFramePr>
        <p:xfrm>
          <a:off x="409685" y="644876"/>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TotalTime>
  <Words>1092</Words>
  <Application>Microsoft Office PowerPoint</Application>
  <PresentationFormat>Custom</PresentationFormat>
  <Paragraphs>192</Paragraphs>
  <Slides>5</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19</cp:revision>
  <dcterms:created xsi:type="dcterms:W3CDTF">2026-02-21T17:45:29Z</dcterms:created>
  <dcterms:modified xsi:type="dcterms:W3CDTF">2026-04-30T10:22:20Z</dcterms:modified>
</cp:coreProperties>
</file>