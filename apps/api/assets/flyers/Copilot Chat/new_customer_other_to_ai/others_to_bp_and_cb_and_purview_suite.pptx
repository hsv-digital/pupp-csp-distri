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 id="2147483652" r:id="rId3"/>
    <p:sldMasterId id="2147483654" r:id="rId4"/>
  </p:sldMasterIdLst>
  <p:notesMasterIdLst>
    <p:notesMasterId r:id="rId10"/>
  </p:notesMasterIdLst>
  <p:sldIdLst>
    <p:sldId id="2147470023" r:id="rId5"/>
    <p:sldId id="2147470008" r:id="rId6"/>
    <p:sldId id="274" r:id="rId7"/>
    <p:sldId id="2147470024" r:id="rId8"/>
    <p:sldId id="2147470015" r:id="rId9"/>
  </p:sldIdLst>
  <p:sldSz cx="5667375" cy="8020050"/>
  <p:notesSz cx="8020050" cy="56673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26" userDrawn="1">
          <p15:clr>
            <a:srgbClr val="A4A3A4"/>
          </p15:clr>
        </p15:guide>
        <p15:guide id="2" pos="17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226F"/>
    <a:srgbClr val="B740C5"/>
    <a:srgbClr val="0078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E4A55B8-B2A3-4DF2-BC64-AEFF45159008}" v="2" dt="2026-04-30T10:20:30.9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2443" y="62"/>
      </p:cViewPr>
      <p:guideLst>
        <p:guide orient="horz" pos="2526"/>
        <p:guide pos="178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slideMaster" Target="slideMasters/slideMaster2.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ndan Jain" userId="4244b45b-25d1-413d-855b-6597e767c081" providerId="ADAL" clId="{67AB2A15-26B8-47FB-BEC6-EFDC03C3B3B6}"/>
    <pc:docChg chg="custSel addSld delSld modSld delMainMaster">
      <pc:chgData name="Vandan Jain" userId="4244b45b-25d1-413d-855b-6597e767c081" providerId="ADAL" clId="{67AB2A15-26B8-47FB-BEC6-EFDC03C3B3B6}" dt="2026-04-30T10:20:36.050" v="65" actId="20577"/>
      <pc:docMkLst>
        <pc:docMk/>
      </pc:docMkLst>
      <pc:sldChg chg="modSp add mod">
        <pc:chgData name="Vandan Jain" userId="4244b45b-25d1-413d-855b-6597e767c081" providerId="ADAL" clId="{67AB2A15-26B8-47FB-BEC6-EFDC03C3B3B6}" dt="2026-04-30T10:20:36.050" v="65" actId="20577"/>
        <pc:sldMkLst>
          <pc:docMk/>
          <pc:sldMk cId="2160271917" sldId="274"/>
        </pc:sldMkLst>
        <pc:spChg chg="mod">
          <ac:chgData name="Vandan Jain" userId="4244b45b-25d1-413d-855b-6597e767c081" providerId="ADAL" clId="{67AB2A15-26B8-47FB-BEC6-EFDC03C3B3B6}" dt="2026-04-30T10:20:36.050" v="65" actId="20577"/>
          <ac:spMkLst>
            <pc:docMk/>
            <pc:sldMk cId="2160271917" sldId="274"/>
            <ac:spMk id="34" creationId="{AAC621D8-A3E4-DEB9-FA24-9E823079B667}"/>
          </ac:spMkLst>
        </pc:spChg>
      </pc:sldChg>
      <pc:sldChg chg="add del">
        <pc:chgData name="Vandan Jain" userId="4244b45b-25d1-413d-855b-6597e767c081" providerId="ADAL" clId="{67AB2A15-26B8-47FB-BEC6-EFDC03C3B3B6}" dt="2026-04-30T10:20:24.433" v="46" actId="47"/>
        <pc:sldMkLst>
          <pc:docMk/>
          <pc:sldMk cId="1144813852" sldId="275"/>
        </pc:sldMkLst>
      </pc:sldChg>
      <pc:sldChg chg="add del">
        <pc:chgData name="Vandan Jain" userId="4244b45b-25d1-413d-855b-6597e767c081" providerId="ADAL" clId="{67AB2A15-26B8-47FB-BEC6-EFDC03C3B3B6}" dt="2026-04-30T10:20:18.930" v="44" actId="47"/>
        <pc:sldMkLst>
          <pc:docMk/>
          <pc:sldMk cId="0" sldId="323"/>
        </pc:sldMkLst>
      </pc:sldChg>
      <pc:sldMasterChg chg="del delSldLayout">
        <pc:chgData name="Vandan Jain" userId="4244b45b-25d1-413d-855b-6597e767c081" providerId="ADAL" clId="{67AB2A15-26B8-47FB-BEC6-EFDC03C3B3B6}" dt="2026-04-30T10:20:24.433" v="46" actId="47"/>
        <pc:sldMasterMkLst>
          <pc:docMk/>
          <pc:sldMasterMk cId="3562166631" sldId="2147483654"/>
        </pc:sldMasterMkLst>
        <pc:sldLayoutChg chg="del">
          <pc:chgData name="Vandan Jain" userId="4244b45b-25d1-413d-855b-6597e767c081" providerId="ADAL" clId="{67AB2A15-26B8-47FB-BEC6-EFDC03C3B3B6}" dt="2026-04-30T10:20:24.433" v="46" actId="47"/>
          <pc:sldLayoutMkLst>
            <pc:docMk/>
            <pc:sldMasterMk cId="3562166631" sldId="2147483654"/>
            <pc:sldLayoutMk cId="3782226538" sldId="2147483655"/>
          </pc:sldLayoutMkLst>
        </pc:sldLayoutChg>
      </pc:sldMasterChg>
      <pc:sldMasterChg chg="del delSldLayout">
        <pc:chgData name="Vandan Jain" userId="4244b45b-25d1-413d-855b-6597e767c081" providerId="ADAL" clId="{67AB2A15-26B8-47FB-BEC6-EFDC03C3B3B6}" dt="2026-04-30T10:20:18.930" v="44" actId="47"/>
        <pc:sldMasterMkLst>
          <pc:docMk/>
          <pc:sldMasterMk cId="4169533665" sldId="2147483654"/>
        </pc:sldMasterMkLst>
        <pc:sldLayoutChg chg="del">
          <pc:chgData name="Vandan Jain" userId="4244b45b-25d1-413d-855b-6597e767c081" providerId="ADAL" clId="{67AB2A15-26B8-47FB-BEC6-EFDC03C3B3B6}" dt="2026-04-30T10:20:18.930" v="44" actId="47"/>
          <pc:sldLayoutMkLst>
            <pc:docMk/>
            <pc:sldMasterMk cId="4169533665" sldId="2147483654"/>
            <pc:sldLayoutMk cId="2818616582" sldId="2147483655"/>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979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13399-8C83-AF56-B2F0-A97ACDD18D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B37BFC-486C-B9BD-0E17-CEF04F33951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8165880-E896-D2D4-83B6-3FD05B53FB2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3062FE-6677-CD01-D640-BA1BE21938B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3232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CB40D-F18F-E16C-414E-278D7AAC53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6318DB-B491-3618-A4E0-CB26CC5CA8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4EDBEC-0C05-EE12-A0EE-36643DBB1D8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7D118F1-5568-F7B6-9411-F33C2DFF4FC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412330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616C1-7F56-413A-6A3A-878BD15D07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DB7EBA-9CA2-10DB-2146-DAC4924D5943}"/>
              </a:ext>
            </a:extLst>
          </p:cNvPr>
          <p:cNvSpPr>
            <a:spLocks noGrp="1" noRot="1" noChangeAspect="1"/>
          </p:cNvSpPr>
          <p:nvPr>
            <p:ph type="sldImg"/>
          </p:nvPr>
        </p:nvSpPr>
        <p:spPr>
          <a:xfrm>
            <a:off x="2338388" y="1143000"/>
            <a:ext cx="2181225" cy="3086100"/>
          </a:xfrm>
        </p:spPr>
        <p:txBody>
          <a:bodyPr/>
          <a:lstStyle/>
          <a:p>
            <a:endParaRPr lang="en-US"/>
          </a:p>
        </p:txBody>
      </p:sp>
      <p:sp>
        <p:nvSpPr>
          <p:cNvPr id="3" name="Notes Placeholder 2">
            <a:extLst>
              <a:ext uri="{FF2B5EF4-FFF2-40B4-BE49-F238E27FC236}">
                <a16:creationId xmlns:a16="http://schemas.microsoft.com/office/drawing/2014/main" id="{B3877D13-BD51-E463-928D-5D7E02A1F29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EFF1E35-579A-C40A-F3DC-CB4E963B2E7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017630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82735-F5C0-9D94-8980-3AD175EAC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42EAF3-859A-62A3-022B-886C16A07F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244E4C-145D-CAFC-9CF7-05D753B353E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19EAFC-CBF7-1A7A-C8BE-DD745F3F511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78912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963E1-146A-595C-6874-BC841CAE81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742B3E-DC18-0B4F-2E3B-70E397FCE2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367CD0-A4C6-103B-FA86-B1148C74D32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19F050F-0226-2E53-C9EA-02BDB186ED9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81402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3" y="2993635"/>
            <a:ext cx="4817269" cy="1111073"/>
          </a:xfrm>
        </p:spPr>
        <p:txBody>
          <a:bodyPr anchor="b"/>
          <a:lstStyle>
            <a:lvl1pPr algn="ctr">
              <a:defRPr sz="3610"/>
            </a:lvl1pPr>
          </a:lstStyle>
          <a:p>
            <a:r>
              <a:rPr lang="en-US"/>
              <a:t>Click to edit Master title style</a:t>
            </a:r>
          </a:p>
        </p:txBody>
      </p:sp>
      <p:sp>
        <p:nvSpPr>
          <p:cNvPr id="3" name="Subtitle 2"/>
          <p:cNvSpPr>
            <a:spLocks noGrp="1"/>
          </p:cNvSpPr>
          <p:nvPr>
            <p:ph type="subTitle" idx="1"/>
          </p:nvPr>
        </p:nvSpPr>
        <p:spPr>
          <a:xfrm>
            <a:off x="708422" y="4212384"/>
            <a:ext cx="4250531" cy="222240"/>
          </a:xfrm>
        </p:spPr>
        <p:txBody>
          <a:bodyPr/>
          <a:lstStyle>
            <a:lvl1pPr marL="0" indent="0" algn="ctr">
              <a:buNone/>
              <a:defRPr sz="1444"/>
            </a:lvl1pPr>
            <a:lvl2pPr marL="275047" indent="0" algn="ctr">
              <a:buNone/>
              <a:defRPr sz="1203"/>
            </a:lvl2pPr>
            <a:lvl3pPr marL="550094" indent="0" algn="ctr">
              <a:buNone/>
              <a:defRPr sz="1083"/>
            </a:lvl3pPr>
            <a:lvl4pPr marL="825141" indent="0" algn="ctr">
              <a:buNone/>
              <a:defRPr sz="963"/>
            </a:lvl4pPr>
            <a:lvl5pPr marL="1100188" indent="0" algn="ctr">
              <a:buNone/>
              <a:defRPr sz="963"/>
            </a:lvl5pPr>
            <a:lvl6pPr marL="1375235" indent="0" algn="ctr">
              <a:buNone/>
              <a:defRPr sz="963"/>
            </a:lvl6pPr>
            <a:lvl7pPr marL="1650282" indent="0" algn="ctr">
              <a:buNone/>
              <a:defRPr sz="963"/>
            </a:lvl7pPr>
            <a:lvl8pPr marL="1925329" indent="0" algn="ctr">
              <a:buNone/>
              <a:defRPr sz="963"/>
            </a:lvl8pPr>
            <a:lvl9pPr marL="2200376" indent="0" algn="ctr">
              <a:buNone/>
              <a:defRPr sz="963"/>
            </a:lvl9pPr>
          </a:lstStyle>
          <a:p>
            <a:r>
              <a:rPr lang="en-US"/>
              <a:t>Click to edit Master subtitle style</a:t>
            </a:r>
          </a:p>
        </p:txBody>
      </p:sp>
    </p:spTree>
    <p:extLst>
      <p:ext uri="{BB962C8B-B14F-4D97-AF65-F5344CB8AC3E}">
        <p14:creationId xmlns:p14="http://schemas.microsoft.com/office/powerpoint/2010/main" val="3861094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3" y="2993635"/>
            <a:ext cx="4817269" cy="1111073"/>
          </a:xfrm>
        </p:spPr>
        <p:txBody>
          <a:bodyPr anchor="b"/>
          <a:lstStyle>
            <a:lvl1pPr algn="ctr">
              <a:defRPr sz="3610"/>
            </a:lvl1pPr>
          </a:lstStyle>
          <a:p>
            <a:r>
              <a:rPr lang="en-US"/>
              <a:t>Click to edit Master title style</a:t>
            </a:r>
          </a:p>
        </p:txBody>
      </p:sp>
      <p:sp>
        <p:nvSpPr>
          <p:cNvPr id="3" name="Subtitle 2"/>
          <p:cNvSpPr>
            <a:spLocks noGrp="1"/>
          </p:cNvSpPr>
          <p:nvPr>
            <p:ph type="subTitle" idx="1"/>
          </p:nvPr>
        </p:nvSpPr>
        <p:spPr>
          <a:xfrm>
            <a:off x="708422" y="4212384"/>
            <a:ext cx="4250531" cy="222240"/>
          </a:xfrm>
        </p:spPr>
        <p:txBody>
          <a:bodyPr/>
          <a:lstStyle>
            <a:lvl1pPr marL="0" indent="0" algn="ctr">
              <a:buNone/>
              <a:defRPr sz="1444"/>
            </a:lvl1pPr>
            <a:lvl2pPr marL="275047" indent="0" algn="ctr">
              <a:buNone/>
              <a:defRPr sz="1203"/>
            </a:lvl2pPr>
            <a:lvl3pPr marL="550094" indent="0" algn="ctr">
              <a:buNone/>
              <a:defRPr sz="1083"/>
            </a:lvl3pPr>
            <a:lvl4pPr marL="825141" indent="0" algn="ctr">
              <a:buNone/>
              <a:defRPr sz="963"/>
            </a:lvl4pPr>
            <a:lvl5pPr marL="1100188" indent="0" algn="ctr">
              <a:buNone/>
              <a:defRPr sz="963"/>
            </a:lvl5pPr>
            <a:lvl6pPr marL="1375235" indent="0" algn="ctr">
              <a:buNone/>
              <a:defRPr sz="963"/>
            </a:lvl6pPr>
            <a:lvl7pPr marL="1650282" indent="0" algn="ctr">
              <a:buNone/>
              <a:defRPr sz="963"/>
            </a:lvl7pPr>
            <a:lvl8pPr marL="1925329" indent="0" algn="ctr">
              <a:buNone/>
              <a:defRPr sz="963"/>
            </a:lvl8pPr>
            <a:lvl9pPr marL="2200376" indent="0" algn="ctr">
              <a:buNone/>
              <a:defRPr sz="963"/>
            </a:lvl9pPr>
          </a:lstStyle>
          <a:p>
            <a:r>
              <a:rPr lang="en-US"/>
              <a:t>Click to edit Master subtitle style</a:t>
            </a:r>
          </a:p>
        </p:txBody>
      </p:sp>
    </p:spTree>
    <p:extLst>
      <p:ext uri="{BB962C8B-B14F-4D97-AF65-F5344CB8AC3E}">
        <p14:creationId xmlns:p14="http://schemas.microsoft.com/office/powerpoint/2010/main" val="35910946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4" y="1312542"/>
            <a:ext cx="4817268" cy="2792166"/>
          </a:xfrm>
        </p:spPr>
        <p:txBody>
          <a:bodyPr anchor="b"/>
          <a:lstStyle>
            <a:lvl1pPr algn="ctr">
              <a:defRPr sz="3719"/>
            </a:lvl1pPr>
          </a:lstStyle>
          <a:p>
            <a:r>
              <a:rPr lang="en-US"/>
              <a:t>Click to edit Master title style</a:t>
            </a:r>
            <a:endParaRPr lang="en-US" dirty="0"/>
          </a:p>
        </p:txBody>
      </p:sp>
      <p:sp>
        <p:nvSpPr>
          <p:cNvPr id="3" name="Subtitle 2"/>
          <p:cNvSpPr>
            <a:spLocks noGrp="1"/>
          </p:cNvSpPr>
          <p:nvPr>
            <p:ph type="subTitle" idx="1"/>
          </p:nvPr>
        </p:nvSpPr>
        <p:spPr>
          <a:xfrm>
            <a:off x="708422" y="4212384"/>
            <a:ext cx="4250532" cy="1936322"/>
          </a:xfrm>
        </p:spPr>
        <p:txBody>
          <a:bodyPr/>
          <a:lstStyle>
            <a:lvl1pPr marL="0" indent="0" algn="ctr">
              <a:buNone/>
              <a:defRPr sz="1488"/>
            </a:lvl1pPr>
            <a:lvl2pPr marL="283383" indent="0" algn="ctr">
              <a:buNone/>
              <a:defRPr sz="1240"/>
            </a:lvl2pPr>
            <a:lvl3pPr marL="566766" indent="0" algn="ctr">
              <a:buNone/>
              <a:defRPr sz="1116"/>
            </a:lvl3pPr>
            <a:lvl4pPr marL="850150" indent="0" algn="ctr">
              <a:buNone/>
              <a:defRPr sz="991"/>
            </a:lvl4pPr>
            <a:lvl5pPr marL="1133532" indent="0" algn="ctr">
              <a:buNone/>
              <a:defRPr sz="991"/>
            </a:lvl5pPr>
            <a:lvl6pPr marL="1416915" indent="0" algn="ctr">
              <a:buNone/>
              <a:defRPr sz="991"/>
            </a:lvl6pPr>
            <a:lvl7pPr marL="1700298" indent="0" algn="ctr">
              <a:buNone/>
              <a:defRPr sz="991"/>
            </a:lvl7pPr>
            <a:lvl8pPr marL="1983682" indent="0" algn="ctr">
              <a:buNone/>
              <a:defRPr sz="991"/>
            </a:lvl8pPr>
            <a:lvl9pPr marL="2267064" indent="0" algn="ctr">
              <a:buNone/>
              <a:defRPr sz="991"/>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08-05-2026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4251518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08-05-2026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8936588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681" y="1999447"/>
            <a:ext cx="4888111" cy="3336117"/>
          </a:xfrm>
        </p:spPr>
        <p:txBody>
          <a:bodyPr anchor="b"/>
          <a:lstStyle>
            <a:lvl1pPr>
              <a:defRPr sz="3719"/>
            </a:lvl1pPr>
          </a:lstStyle>
          <a:p>
            <a:r>
              <a:rPr lang="en-US"/>
              <a:t>Click to edit Master title style</a:t>
            </a:r>
            <a:endParaRPr lang="en-US" dirty="0"/>
          </a:p>
        </p:txBody>
      </p:sp>
      <p:sp>
        <p:nvSpPr>
          <p:cNvPr id="3" name="Text Placeholder 2"/>
          <p:cNvSpPr>
            <a:spLocks noGrp="1"/>
          </p:cNvSpPr>
          <p:nvPr>
            <p:ph type="body" idx="1"/>
          </p:nvPr>
        </p:nvSpPr>
        <p:spPr>
          <a:xfrm>
            <a:off x="386681" y="5367124"/>
            <a:ext cx="4888111" cy="1754386"/>
          </a:xfrm>
        </p:spPr>
        <p:txBody>
          <a:bodyPr/>
          <a:lstStyle>
            <a:lvl1pPr marL="0" indent="0">
              <a:buNone/>
              <a:defRPr sz="1488">
                <a:solidFill>
                  <a:schemeClr val="tx1">
                    <a:tint val="82000"/>
                  </a:schemeClr>
                </a:solidFill>
              </a:defRPr>
            </a:lvl1pPr>
            <a:lvl2pPr marL="283383" indent="0">
              <a:buNone/>
              <a:defRPr sz="1240">
                <a:solidFill>
                  <a:schemeClr val="tx1">
                    <a:tint val="82000"/>
                  </a:schemeClr>
                </a:solidFill>
              </a:defRPr>
            </a:lvl2pPr>
            <a:lvl3pPr marL="566766" indent="0">
              <a:buNone/>
              <a:defRPr sz="1116">
                <a:solidFill>
                  <a:schemeClr val="tx1">
                    <a:tint val="82000"/>
                  </a:schemeClr>
                </a:solidFill>
              </a:defRPr>
            </a:lvl3pPr>
            <a:lvl4pPr marL="850150" indent="0">
              <a:buNone/>
              <a:defRPr sz="991">
                <a:solidFill>
                  <a:schemeClr val="tx1">
                    <a:tint val="82000"/>
                  </a:schemeClr>
                </a:solidFill>
              </a:defRPr>
            </a:lvl4pPr>
            <a:lvl5pPr marL="1133532" indent="0">
              <a:buNone/>
              <a:defRPr sz="991">
                <a:solidFill>
                  <a:schemeClr val="tx1">
                    <a:tint val="82000"/>
                  </a:schemeClr>
                </a:solidFill>
              </a:defRPr>
            </a:lvl5pPr>
            <a:lvl6pPr marL="1416915" indent="0">
              <a:buNone/>
              <a:defRPr sz="991">
                <a:solidFill>
                  <a:schemeClr val="tx1">
                    <a:tint val="82000"/>
                  </a:schemeClr>
                </a:solidFill>
              </a:defRPr>
            </a:lvl6pPr>
            <a:lvl7pPr marL="1700298" indent="0">
              <a:buNone/>
              <a:defRPr sz="991">
                <a:solidFill>
                  <a:schemeClr val="tx1">
                    <a:tint val="82000"/>
                  </a:schemeClr>
                </a:solidFill>
              </a:defRPr>
            </a:lvl7pPr>
            <a:lvl8pPr marL="1983682" indent="0">
              <a:buNone/>
              <a:defRPr sz="991">
                <a:solidFill>
                  <a:schemeClr val="tx1">
                    <a:tint val="82000"/>
                  </a:schemeClr>
                </a:solidFill>
              </a:defRPr>
            </a:lvl8pPr>
            <a:lvl9pPr marL="2267064" indent="0">
              <a:buNone/>
              <a:defRPr sz="991">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2F6F66-F0E3-45FA-BF06-9237F73415C1}" type="datetimeFigureOut">
              <a:rPr lang="en-IN" smtClean="0"/>
              <a:t>08-05-2026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7381874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9633" y="2134967"/>
            <a:ext cx="2408634" cy="50886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869109" y="2134967"/>
            <a:ext cx="2408634" cy="50886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2F6F66-F0E3-45FA-BF06-9237F73415C1}" type="datetimeFigureOut">
              <a:rPr lang="en-IN" smtClean="0"/>
              <a:t>08-05-2026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6723882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90371" y="426996"/>
            <a:ext cx="4888111" cy="1550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0370" y="1966027"/>
            <a:ext cx="2397565" cy="963519"/>
          </a:xfrm>
        </p:spPr>
        <p:txBody>
          <a:bodyPr anchor="b"/>
          <a:lstStyle>
            <a:lvl1pPr marL="0" indent="0">
              <a:buNone/>
              <a:defRPr sz="1488" b="1"/>
            </a:lvl1pPr>
            <a:lvl2pPr marL="283383" indent="0">
              <a:buNone/>
              <a:defRPr sz="1240" b="1"/>
            </a:lvl2pPr>
            <a:lvl3pPr marL="566766" indent="0">
              <a:buNone/>
              <a:defRPr sz="1116" b="1"/>
            </a:lvl3pPr>
            <a:lvl4pPr marL="850150" indent="0">
              <a:buNone/>
              <a:defRPr sz="991" b="1"/>
            </a:lvl4pPr>
            <a:lvl5pPr marL="1133532" indent="0">
              <a:buNone/>
              <a:defRPr sz="991" b="1"/>
            </a:lvl5pPr>
            <a:lvl6pPr marL="1416915" indent="0">
              <a:buNone/>
              <a:defRPr sz="991" b="1"/>
            </a:lvl6pPr>
            <a:lvl7pPr marL="1700298" indent="0">
              <a:buNone/>
              <a:defRPr sz="991" b="1"/>
            </a:lvl7pPr>
            <a:lvl8pPr marL="1983682" indent="0">
              <a:buNone/>
              <a:defRPr sz="991" b="1"/>
            </a:lvl8pPr>
            <a:lvl9pPr marL="2267064" indent="0">
              <a:buNone/>
              <a:defRPr sz="991" b="1"/>
            </a:lvl9pPr>
          </a:lstStyle>
          <a:p>
            <a:pPr lvl="0"/>
            <a:r>
              <a:rPr lang="en-US"/>
              <a:t>Click to edit Master text styles</a:t>
            </a:r>
          </a:p>
        </p:txBody>
      </p:sp>
      <p:sp>
        <p:nvSpPr>
          <p:cNvPr id="4" name="Content Placeholder 3"/>
          <p:cNvSpPr>
            <a:spLocks noGrp="1"/>
          </p:cNvSpPr>
          <p:nvPr>
            <p:ph sz="half" idx="2"/>
          </p:nvPr>
        </p:nvSpPr>
        <p:spPr>
          <a:xfrm>
            <a:off x="390370" y="2929547"/>
            <a:ext cx="2397565" cy="43089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869110" y="1966027"/>
            <a:ext cx="2409372" cy="963519"/>
          </a:xfrm>
        </p:spPr>
        <p:txBody>
          <a:bodyPr anchor="b"/>
          <a:lstStyle>
            <a:lvl1pPr marL="0" indent="0">
              <a:buNone/>
              <a:defRPr sz="1488" b="1"/>
            </a:lvl1pPr>
            <a:lvl2pPr marL="283383" indent="0">
              <a:buNone/>
              <a:defRPr sz="1240" b="1"/>
            </a:lvl2pPr>
            <a:lvl3pPr marL="566766" indent="0">
              <a:buNone/>
              <a:defRPr sz="1116" b="1"/>
            </a:lvl3pPr>
            <a:lvl4pPr marL="850150" indent="0">
              <a:buNone/>
              <a:defRPr sz="991" b="1"/>
            </a:lvl4pPr>
            <a:lvl5pPr marL="1133532" indent="0">
              <a:buNone/>
              <a:defRPr sz="991" b="1"/>
            </a:lvl5pPr>
            <a:lvl6pPr marL="1416915" indent="0">
              <a:buNone/>
              <a:defRPr sz="991" b="1"/>
            </a:lvl6pPr>
            <a:lvl7pPr marL="1700298" indent="0">
              <a:buNone/>
              <a:defRPr sz="991" b="1"/>
            </a:lvl7pPr>
            <a:lvl8pPr marL="1983682" indent="0">
              <a:buNone/>
              <a:defRPr sz="991" b="1"/>
            </a:lvl8pPr>
            <a:lvl9pPr marL="2267064" indent="0">
              <a:buNone/>
              <a:defRPr sz="991" b="1"/>
            </a:lvl9pPr>
          </a:lstStyle>
          <a:p>
            <a:pPr lvl="0"/>
            <a:r>
              <a:rPr lang="en-US"/>
              <a:t>Click to edit Master text styles</a:t>
            </a:r>
          </a:p>
        </p:txBody>
      </p:sp>
      <p:sp>
        <p:nvSpPr>
          <p:cNvPr id="6" name="Content Placeholder 5"/>
          <p:cNvSpPr>
            <a:spLocks noGrp="1"/>
          </p:cNvSpPr>
          <p:nvPr>
            <p:ph sz="quarter" idx="4"/>
          </p:nvPr>
        </p:nvSpPr>
        <p:spPr>
          <a:xfrm>
            <a:off x="2869110" y="2929547"/>
            <a:ext cx="2409372" cy="43089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2F6F66-F0E3-45FA-BF06-9237F73415C1}" type="datetimeFigureOut">
              <a:rPr lang="en-IN" smtClean="0"/>
              <a:t>08-05-2026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4850254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2F6F66-F0E3-45FA-BF06-9237F73415C1}" type="datetimeFigureOut">
              <a:rPr lang="en-IN" smtClean="0"/>
              <a:t>08-05-2026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9643935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2F6F66-F0E3-45FA-BF06-9237F73415C1}" type="datetimeFigureOut">
              <a:rPr lang="en-IN" smtClean="0"/>
              <a:t>08-05-2026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7617995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0370" y="534672"/>
            <a:ext cx="1827876" cy="1871344"/>
          </a:xfrm>
        </p:spPr>
        <p:txBody>
          <a:bodyPr anchor="b"/>
          <a:lstStyle>
            <a:lvl1pPr>
              <a:defRPr sz="1984"/>
            </a:lvl1pPr>
          </a:lstStyle>
          <a:p>
            <a:r>
              <a:rPr lang="en-US"/>
              <a:t>Click to edit Master title style</a:t>
            </a:r>
            <a:endParaRPr lang="en-US" dirty="0"/>
          </a:p>
        </p:txBody>
      </p:sp>
      <p:sp>
        <p:nvSpPr>
          <p:cNvPr id="3" name="Content Placeholder 2"/>
          <p:cNvSpPr>
            <a:spLocks noGrp="1"/>
          </p:cNvSpPr>
          <p:nvPr>
            <p:ph idx="1"/>
          </p:nvPr>
        </p:nvSpPr>
        <p:spPr>
          <a:xfrm>
            <a:off x="2409373" y="1154742"/>
            <a:ext cx="2869108" cy="5699434"/>
          </a:xfrm>
        </p:spPr>
        <p:txBody>
          <a:bodyPr/>
          <a:lstStyle>
            <a:lvl1pPr>
              <a:defRPr sz="1984"/>
            </a:lvl1pPr>
            <a:lvl2pPr>
              <a:defRPr sz="1736"/>
            </a:lvl2pPr>
            <a:lvl3pPr>
              <a:defRPr sz="1488"/>
            </a:lvl3pPr>
            <a:lvl4pPr>
              <a:defRPr sz="1240"/>
            </a:lvl4pPr>
            <a:lvl5pPr>
              <a:defRPr sz="1240"/>
            </a:lvl5pPr>
            <a:lvl6pPr>
              <a:defRPr sz="1240"/>
            </a:lvl6pPr>
            <a:lvl7pPr>
              <a:defRPr sz="1240"/>
            </a:lvl7pPr>
            <a:lvl8pPr>
              <a:defRPr sz="1240"/>
            </a:lvl8pPr>
            <a:lvl9pPr>
              <a:defRPr sz="12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90370" y="2406016"/>
            <a:ext cx="1827876" cy="4457441"/>
          </a:xfrm>
        </p:spPr>
        <p:txBody>
          <a:bodyPr/>
          <a:lstStyle>
            <a:lvl1pPr marL="0" indent="0">
              <a:buNone/>
              <a:defRPr sz="991"/>
            </a:lvl1pPr>
            <a:lvl2pPr marL="283383" indent="0">
              <a:buNone/>
              <a:defRPr sz="868"/>
            </a:lvl2pPr>
            <a:lvl3pPr marL="566766" indent="0">
              <a:buNone/>
              <a:defRPr sz="744"/>
            </a:lvl3pPr>
            <a:lvl4pPr marL="850150" indent="0">
              <a:buNone/>
              <a:defRPr sz="620"/>
            </a:lvl4pPr>
            <a:lvl5pPr marL="1133532" indent="0">
              <a:buNone/>
              <a:defRPr sz="620"/>
            </a:lvl5pPr>
            <a:lvl6pPr marL="1416915" indent="0">
              <a:buNone/>
              <a:defRPr sz="620"/>
            </a:lvl6pPr>
            <a:lvl7pPr marL="1700298" indent="0">
              <a:buNone/>
              <a:defRPr sz="620"/>
            </a:lvl7pPr>
            <a:lvl8pPr marL="1983682" indent="0">
              <a:buNone/>
              <a:defRPr sz="620"/>
            </a:lvl8pPr>
            <a:lvl9pPr marL="2267064" indent="0">
              <a:buNone/>
              <a:defRPr sz="620"/>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08-05-2026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5214682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0370" y="534672"/>
            <a:ext cx="1827876" cy="1871344"/>
          </a:xfrm>
        </p:spPr>
        <p:txBody>
          <a:bodyPr anchor="b"/>
          <a:lstStyle>
            <a:lvl1pPr>
              <a:defRPr sz="1984"/>
            </a:lvl1pPr>
          </a:lstStyle>
          <a:p>
            <a:r>
              <a:rPr lang="en-US"/>
              <a:t>Click to edit Master title style</a:t>
            </a:r>
            <a:endParaRPr lang="en-US" dirty="0"/>
          </a:p>
        </p:txBody>
      </p:sp>
      <p:sp>
        <p:nvSpPr>
          <p:cNvPr id="3" name="Picture Placeholder 2"/>
          <p:cNvSpPr>
            <a:spLocks noGrp="1" noChangeAspect="1"/>
          </p:cNvSpPr>
          <p:nvPr>
            <p:ph type="pic" idx="1"/>
          </p:nvPr>
        </p:nvSpPr>
        <p:spPr>
          <a:xfrm>
            <a:off x="2409373" y="1154742"/>
            <a:ext cx="2869108" cy="5699434"/>
          </a:xfrm>
        </p:spPr>
        <p:txBody>
          <a:bodyPr anchor="t"/>
          <a:lstStyle>
            <a:lvl1pPr marL="0" indent="0">
              <a:buNone/>
              <a:defRPr sz="1984"/>
            </a:lvl1pPr>
            <a:lvl2pPr marL="283383" indent="0">
              <a:buNone/>
              <a:defRPr sz="1736"/>
            </a:lvl2pPr>
            <a:lvl3pPr marL="566766" indent="0">
              <a:buNone/>
              <a:defRPr sz="1488"/>
            </a:lvl3pPr>
            <a:lvl4pPr marL="850150" indent="0">
              <a:buNone/>
              <a:defRPr sz="1240"/>
            </a:lvl4pPr>
            <a:lvl5pPr marL="1133532" indent="0">
              <a:buNone/>
              <a:defRPr sz="1240"/>
            </a:lvl5pPr>
            <a:lvl6pPr marL="1416915" indent="0">
              <a:buNone/>
              <a:defRPr sz="1240"/>
            </a:lvl6pPr>
            <a:lvl7pPr marL="1700298" indent="0">
              <a:buNone/>
              <a:defRPr sz="1240"/>
            </a:lvl7pPr>
            <a:lvl8pPr marL="1983682" indent="0">
              <a:buNone/>
              <a:defRPr sz="1240"/>
            </a:lvl8pPr>
            <a:lvl9pPr marL="2267064" indent="0">
              <a:buNone/>
              <a:defRPr sz="1240"/>
            </a:lvl9pPr>
          </a:lstStyle>
          <a:p>
            <a:r>
              <a:rPr lang="en-US"/>
              <a:t>Click icon to add picture</a:t>
            </a:r>
            <a:endParaRPr lang="en-US" dirty="0"/>
          </a:p>
        </p:txBody>
      </p:sp>
      <p:sp>
        <p:nvSpPr>
          <p:cNvPr id="4" name="Text Placeholder 3"/>
          <p:cNvSpPr>
            <a:spLocks noGrp="1"/>
          </p:cNvSpPr>
          <p:nvPr>
            <p:ph type="body" sz="half" idx="2"/>
          </p:nvPr>
        </p:nvSpPr>
        <p:spPr>
          <a:xfrm>
            <a:off x="390370" y="2406016"/>
            <a:ext cx="1827876" cy="4457441"/>
          </a:xfrm>
        </p:spPr>
        <p:txBody>
          <a:bodyPr/>
          <a:lstStyle>
            <a:lvl1pPr marL="0" indent="0">
              <a:buNone/>
              <a:defRPr sz="991"/>
            </a:lvl1pPr>
            <a:lvl2pPr marL="283383" indent="0">
              <a:buNone/>
              <a:defRPr sz="868"/>
            </a:lvl2pPr>
            <a:lvl3pPr marL="566766" indent="0">
              <a:buNone/>
              <a:defRPr sz="744"/>
            </a:lvl3pPr>
            <a:lvl4pPr marL="850150" indent="0">
              <a:buNone/>
              <a:defRPr sz="620"/>
            </a:lvl4pPr>
            <a:lvl5pPr marL="1133532" indent="0">
              <a:buNone/>
              <a:defRPr sz="620"/>
            </a:lvl5pPr>
            <a:lvl6pPr marL="1416915" indent="0">
              <a:buNone/>
              <a:defRPr sz="620"/>
            </a:lvl6pPr>
            <a:lvl7pPr marL="1700298" indent="0">
              <a:buNone/>
              <a:defRPr sz="620"/>
            </a:lvl7pPr>
            <a:lvl8pPr marL="1983682" indent="0">
              <a:buNone/>
              <a:defRPr sz="620"/>
            </a:lvl8pPr>
            <a:lvl9pPr marL="2267064" indent="0">
              <a:buNone/>
              <a:defRPr sz="620"/>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08-05-2026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1304469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08-05-2026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8147983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055715" y="426993"/>
            <a:ext cx="1222028" cy="67966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9633" y="426993"/>
            <a:ext cx="3595241" cy="67966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08-05-2026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908471926"/>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theme" Target="../theme/theme4.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267200" y="597573"/>
            <a:ext cx="5121891" cy="200376"/>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271561" y="1678741"/>
            <a:ext cx="5121891" cy="699230"/>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5667375" cy="802005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272034" cy="68437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36017" cy="34218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302104249"/>
      </p:ext>
    </p:extLst>
  </p:cSld>
  <p:clrMap bg1="lt1" tx1="dk1" bg2="lt2" tx2="dk2" accent1="accent1" accent2="accent2" accent3="accent3" accent4="accent4" accent5="accent5" accent6="accent6" hlink="hlink" folHlink="folHlink"/>
  <p:sldLayoutIdLst>
    <p:sldLayoutId id="2147483651" r:id="rId1"/>
  </p:sldLayoutIdLst>
  <p:transition>
    <p:fade/>
  </p:transition>
  <p:hf sldNum="0" hdr="0" ftr="0" dt="0"/>
  <p:txStyles>
    <p:titleStyle>
      <a:lvl1pPr algn="l" defTabSz="433599" rtl="0" eaLnBrk="1" latinLnBrk="0" hangingPunct="1">
        <a:lnSpc>
          <a:spcPct val="100000"/>
        </a:lnSpc>
        <a:spcBef>
          <a:spcPct val="0"/>
        </a:spcBef>
        <a:buNone/>
        <a:defRPr lang="en-US" sz="1302" b="0" kern="1200" cap="none" spc="-23" baseline="0" dirty="0" smtClean="0">
          <a:ln w="3175">
            <a:noFill/>
          </a:ln>
          <a:solidFill>
            <a:srgbClr val="000000"/>
          </a:solidFill>
          <a:effectLst/>
          <a:latin typeface="+mj-lt"/>
          <a:ea typeface="+mn-ea"/>
          <a:cs typeface="Segoe UI" pitchFamily="34" charset="0"/>
        </a:defRPr>
      </a:lvl1pPr>
    </p:titleStyle>
    <p:bodyStyle>
      <a:lvl1pPr marL="0" marR="0" indent="0" algn="l" defTabSz="433599" rtl="0" eaLnBrk="1" fontAlgn="auto" latinLnBrk="0" hangingPunct="1">
        <a:lnSpc>
          <a:spcPct val="100000"/>
        </a:lnSpc>
        <a:spcBef>
          <a:spcPts val="837"/>
        </a:spcBef>
        <a:spcAft>
          <a:spcPts val="0"/>
        </a:spcAft>
        <a:buClrTx/>
        <a:buSzPct val="90000"/>
        <a:buFont typeface="Wingdings" panose="05000000000000000000" pitchFamily="2" charset="2"/>
        <a:buNone/>
        <a:tabLst/>
        <a:defRPr sz="837" kern="1200" spc="0" baseline="0">
          <a:solidFill>
            <a:srgbClr val="000000"/>
          </a:solidFill>
          <a:latin typeface="+mj-lt"/>
          <a:ea typeface="+mn-ea"/>
          <a:cs typeface="Segoe UI Semilight" panose="020B0402040204020203" pitchFamily="34" charset="0"/>
        </a:defRPr>
      </a:lvl1pPr>
      <a:lvl2pPr marL="0" marR="0" indent="0" algn="l" defTabSz="433599" rtl="0" eaLnBrk="1" fontAlgn="auto" latinLnBrk="0" hangingPunct="1">
        <a:lnSpc>
          <a:spcPct val="100000"/>
        </a:lnSpc>
        <a:spcBef>
          <a:spcPts val="558"/>
        </a:spcBef>
        <a:spcAft>
          <a:spcPts val="0"/>
        </a:spcAft>
        <a:buClrTx/>
        <a:buSzPct val="90000"/>
        <a:buFont typeface="Wingdings" panose="05000000000000000000" pitchFamily="2" charset="2"/>
        <a:buNone/>
        <a:tabLst/>
        <a:defRPr sz="744" kern="1200" spc="0" baseline="0">
          <a:solidFill>
            <a:srgbClr val="000000"/>
          </a:solidFill>
          <a:latin typeface="+mn-lt"/>
          <a:ea typeface="+mn-ea"/>
          <a:cs typeface="+mn-cs"/>
        </a:defRPr>
      </a:lvl2pPr>
      <a:lvl3pPr marL="92985" marR="0" indent="-92985" algn="l" defTabSz="433599" rtl="0" eaLnBrk="1" fontAlgn="auto" latinLnBrk="0" hangingPunct="1">
        <a:lnSpc>
          <a:spcPct val="100000"/>
        </a:lnSpc>
        <a:spcBef>
          <a:spcPts val="279"/>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3pPr>
      <a:lvl4pPr marL="187032" marR="0" indent="-84129"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4pPr>
      <a:lvl5pPr marL="280548" marR="0" indent="-93516"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5pPr>
      <a:lvl6pPr marL="11923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6pPr>
      <a:lvl7pPr marL="14091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7pPr>
      <a:lvl8pPr marL="16259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8pPr>
      <a:lvl9pPr marL="18427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9pPr>
    </p:bodyStyle>
    <p:otherStyle>
      <a:defPPr>
        <a:defRPr lang="en-US"/>
      </a:defPPr>
      <a:lvl1pPr marL="0" algn="l" defTabSz="433599" rtl="0" eaLnBrk="1" latinLnBrk="0" hangingPunct="1">
        <a:defRPr sz="837" kern="1200">
          <a:solidFill>
            <a:schemeClr val="tx1"/>
          </a:solidFill>
          <a:latin typeface="+mn-lt"/>
          <a:ea typeface="+mn-ea"/>
          <a:cs typeface="+mn-cs"/>
        </a:defRPr>
      </a:lvl1pPr>
      <a:lvl2pPr marL="216800" algn="l" defTabSz="433599" rtl="0" eaLnBrk="1" latinLnBrk="0" hangingPunct="1">
        <a:defRPr sz="837" kern="1200">
          <a:solidFill>
            <a:schemeClr val="tx1"/>
          </a:solidFill>
          <a:latin typeface="+mn-lt"/>
          <a:ea typeface="+mn-ea"/>
          <a:cs typeface="+mn-cs"/>
        </a:defRPr>
      </a:lvl2pPr>
      <a:lvl3pPr marL="433599" algn="l" defTabSz="433599" rtl="0" eaLnBrk="1" latinLnBrk="0" hangingPunct="1">
        <a:defRPr sz="837" kern="1200">
          <a:solidFill>
            <a:schemeClr val="tx1"/>
          </a:solidFill>
          <a:latin typeface="+mn-lt"/>
          <a:ea typeface="+mn-ea"/>
          <a:cs typeface="+mn-cs"/>
        </a:defRPr>
      </a:lvl3pPr>
      <a:lvl4pPr marL="650399" algn="l" defTabSz="433599" rtl="0" eaLnBrk="1" latinLnBrk="0" hangingPunct="1">
        <a:defRPr sz="837" kern="1200">
          <a:solidFill>
            <a:schemeClr val="tx1"/>
          </a:solidFill>
          <a:latin typeface="+mn-lt"/>
          <a:ea typeface="+mn-ea"/>
          <a:cs typeface="+mn-cs"/>
        </a:defRPr>
      </a:lvl4pPr>
      <a:lvl5pPr marL="867198" algn="l" defTabSz="433599" rtl="0" eaLnBrk="1" latinLnBrk="0" hangingPunct="1">
        <a:defRPr sz="837" kern="1200">
          <a:solidFill>
            <a:schemeClr val="tx1"/>
          </a:solidFill>
          <a:latin typeface="+mn-lt"/>
          <a:ea typeface="+mn-ea"/>
          <a:cs typeface="+mn-cs"/>
        </a:defRPr>
      </a:lvl5pPr>
      <a:lvl6pPr marL="1083998" algn="l" defTabSz="433599" rtl="0" eaLnBrk="1" latinLnBrk="0" hangingPunct="1">
        <a:defRPr sz="837" kern="1200">
          <a:solidFill>
            <a:schemeClr val="tx1"/>
          </a:solidFill>
          <a:latin typeface="+mn-lt"/>
          <a:ea typeface="+mn-ea"/>
          <a:cs typeface="+mn-cs"/>
        </a:defRPr>
      </a:lvl6pPr>
      <a:lvl7pPr marL="1300797" algn="l" defTabSz="433599" rtl="0" eaLnBrk="1" latinLnBrk="0" hangingPunct="1">
        <a:defRPr sz="837" kern="1200">
          <a:solidFill>
            <a:schemeClr val="tx1"/>
          </a:solidFill>
          <a:latin typeface="+mn-lt"/>
          <a:ea typeface="+mn-ea"/>
          <a:cs typeface="+mn-cs"/>
        </a:defRPr>
      </a:lvl7pPr>
      <a:lvl8pPr marL="1517597" algn="l" defTabSz="433599" rtl="0" eaLnBrk="1" latinLnBrk="0" hangingPunct="1">
        <a:defRPr sz="837" kern="1200">
          <a:solidFill>
            <a:schemeClr val="tx1"/>
          </a:solidFill>
          <a:latin typeface="+mn-lt"/>
          <a:ea typeface="+mn-ea"/>
          <a:cs typeface="+mn-cs"/>
        </a:defRPr>
      </a:lvl8pPr>
      <a:lvl9pPr marL="1734397" algn="l" defTabSz="433599" rtl="0" eaLnBrk="1" latinLnBrk="0" hangingPunct="1">
        <a:defRPr sz="837"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267200" y="597573"/>
            <a:ext cx="5121891" cy="200376"/>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271561" y="1678741"/>
            <a:ext cx="5121891" cy="699230"/>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5667375" cy="802005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272034" cy="68437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36017" cy="34218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pic>
        <p:nvPicPr>
          <p:cNvPr id="5" name="Graphic 4">
            <a:extLst>
              <a:ext uri="{FF2B5EF4-FFF2-40B4-BE49-F238E27FC236}">
                <a16:creationId xmlns:a16="http://schemas.microsoft.com/office/drawing/2014/main" id="{A47DE8FB-8705-13E5-38E7-D0D35B44ADB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rot="5400000">
            <a:off x="4322918" y="1474221"/>
            <a:ext cx="3608415" cy="659972"/>
          </a:xfrm>
          <a:prstGeom prst="rect">
            <a:avLst/>
          </a:prstGeom>
        </p:spPr>
      </p:pic>
    </p:spTree>
    <p:extLst>
      <p:ext uri="{BB962C8B-B14F-4D97-AF65-F5344CB8AC3E}">
        <p14:creationId xmlns:p14="http://schemas.microsoft.com/office/powerpoint/2010/main" val="2738656235"/>
      </p:ext>
    </p:extLst>
  </p:cSld>
  <p:clrMap bg1="lt1" tx1="dk1" bg2="lt2" tx2="dk2" accent1="accent1" accent2="accent2" accent3="accent3" accent4="accent4" accent5="accent5" accent6="accent6" hlink="hlink" folHlink="folHlink"/>
  <p:sldLayoutIdLst>
    <p:sldLayoutId id="2147483653" r:id="rId1"/>
  </p:sldLayoutIdLst>
  <p:transition>
    <p:fade/>
  </p:transition>
  <p:hf sldNum="0" hdr="0" ftr="0" dt="0"/>
  <p:txStyles>
    <p:titleStyle>
      <a:lvl1pPr algn="l" defTabSz="433599" rtl="0" eaLnBrk="1" latinLnBrk="0" hangingPunct="1">
        <a:lnSpc>
          <a:spcPct val="100000"/>
        </a:lnSpc>
        <a:spcBef>
          <a:spcPct val="0"/>
        </a:spcBef>
        <a:buNone/>
        <a:defRPr lang="en-US" sz="1302" b="0" kern="1200" cap="none" spc="-23" baseline="0" dirty="0" smtClean="0">
          <a:ln w="3175">
            <a:noFill/>
          </a:ln>
          <a:solidFill>
            <a:srgbClr val="000000"/>
          </a:solidFill>
          <a:effectLst/>
          <a:latin typeface="+mj-lt"/>
          <a:ea typeface="+mn-ea"/>
          <a:cs typeface="Segoe UI" pitchFamily="34" charset="0"/>
        </a:defRPr>
      </a:lvl1pPr>
    </p:titleStyle>
    <p:bodyStyle>
      <a:lvl1pPr marL="0" marR="0" indent="0" algn="l" defTabSz="433599" rtl="0" eaLnBrk="1" fontAlgn="auto" latinLnBrk="0" hangingPunct="1">
        <a:lnSpc>
          <a:spcPct val="100000"/>
        </a:lnSpc>
        <a:spcBef>
          <a:spcPts val="837"/>
        </a:spcBef>
        <a:spcAft>
          <a:spcPts val="0"/>
        </a:spcAft>
        <a:buClrTx/>
        <a:buSzPct val="90000"/>
        <a:buFont typeface="Wingdings" panose="05000000000000000000" pitchFamily="2" charset="2"/>
        <a:buNone/>
        <a:tabLst/>
        <a:defRPr sz="837" kern="1200" spc="0" baseline="0">
          <a:solidFill>
            <a:srgbClr val="000000"/>
          </a:solidFill>
          <a:latin typeface="+mj-lt"/>
          <a:ea typeface="+mn-ea"/>
          <a:cs typeface="Segoe UI Semilight" panose="020B0402040204020203" pitchFamily="34" charset="0"/>
        </a:defRPr>
      </a:lvl1pPr>
      <a:lvl2pPr marL="0" marR="0" indent="0" algn="l" defTabSz="433599" rtl="0" eaLnBrk="1" fontAlgn="auto" latinLnBrk="0" hangingPunct="1">
        <a:lnSpc>
          <a:spcPct val="100000"/>
        </a:lnSpc>
        <a:spcBef>
          <a:spcPts val="558"/>
        </a:spcBef>
        <a:spcAft>
          <a:spcPts val="0"/>
        </a:spcAft>
        <a:buClrTx/>
        <a:buSzPct val="90000"/>
        <a:buFont typeface="Wingdings" panose="05000000000000000000" pitchFamily="2" charset="2"/>
        <a:buNone/>
        <a:tabLst/>
        <a:defRPr sz="744" kern="1200" spc="0" baseline="0">
          <a:solidFill>
            <a:srgbClr val="000000"/>
          </a:solidFill>
          <a:latin typeface="+mn-lt"/>
          <a:ea typeface="+mn-ea"/>
          <a:cs typeface="+mn-cs"/>
        </a:defRPr>
      </a:lvl2pPr>
      <a:lvl3pPr marL="92985" marR="0" indent="-92985" algn="l" defTabSz="433599" rtl="0" eaLnBrk="1" fontAlgn="auto" latinLnBrk="0" hangingPunct="1">
        <a:lnSpc>
          <a:spcPct val="100000"/>
        </a:lnSpc>
        <a:spcBef>
          <a:spcPts val="279"/>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3pPr>
      <a:lvl4pPr marL="187032" marR="0" indent="-84129"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4pPr>
      <a:lvl5pPr marL="280548" marR="0" indent="-93516"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5pPr>
      <a:lvl6pPr marL="11923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6pPr>
      <a:lvl7pPr marL="14091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7pPr>
      <a:lvl8pPr marL="16259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8pPr>
      <a:lvl9pPr marL="18427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9pPr>
    </p:bodyStyle>
    <p:otherStyle>
      <a:defPPr>
        <a:defRPr lang="en-US"/>
      </a:defPPr>
      <a:lvl1pPr marL="0" algn="l" defTabSz="433599" rtl="0" eaLnBrk="1" latinLnBrk="0" hangingPunct="1">
        <a:defRPr sz="837" kern="1200">
          <a:solidFill>
            <a:schemeClr val="tx1"/>
          </a:solidFill>
          <a:latin typeface="+mn-lt"/>
          <a:ea typeface="+mn-ea"/>
          <a:cs typeface="+mn-cs"/>
        </a:defRPr>
      </a:lvl1pPr>
      <a:lvl2pPr marL="216800" algn="l" defTabSz="433599" rtl="0" eaLnBrk="1" latinLnBrk="0" hangingPunct="1">
        <a:defRPr sz="837" kern="1200">
          <a:solidFill>
            <a:schemeClr val="tx1"/>
          </a:solidFill>
          <a:latin typeface="+mn-lt"/>
          <a:ea typeface="+mn-ea"/>
          <a:cs typeface="+mn-cs"/>
        </a:defRPr>
      </a:lvl2pPr>
      <a:lvl3pPr marL="433599" algn="l" defTabSz="433599" rtl="0" eaLnBrk="1" latinLnBrk="0" hangingPunct="1">
        <a:defRPr sz="837" kern="1200">
          <a:solidFill>
            <a:schemeClr val="tx1"/>
          </a:solidFill>
          <a:latin typeface="+mn-lt"/>
          <a:ea typeface="+mn-ea"/>
          <a:cs typeface="+mn-cs"/>
        </a:defRPr>
      </a:lvl3pPr>
      <a:lvl4pPr marL="650399" algn="l" defTabSz="433599" rtl="0" eaLnBrk="1" latinLnBrk="0" hangingPunct="1">
        <a:defRPr sz="837" kern="1200">
          <a:solidFill>
            <a:schemeClr val="tx1"/>
          </a:solidFill>
          <a:latin typeface="+mn-lt"/>
          <a:ea typeface="+mn-ea"/>
          <a:cs typeface="+mn-cs"/>
        </a:defRPr>
      </a:lvl4pPr>
      <a:lvl5pPr marL="867198" algn="l" defTabSz="433599" rtl="0" eaLnBrk="1" latinLnBrk="0" hangingPunct="1">
        <a:defRPr sz="837" kern="1200">
          <a:solidFill>
            <a:schemeClr val="tx1"/>
          </a:solidFill>
          <a:latin typeface="+mn-lt"/>
          <a:ea typeface="+mn-ea"/>
          <a:cs typeface="+mn-cs"/>
        </a:defRPr>
      </a:lvl5pPr>
      <a:lvl6pPr marL="1083998" algn="l" defTabSz="433599" rtl="0" eaLnBrk="1" latinLnBrk="0" hangingPunct="1">
        <a:defRPr sz="837" kern="1200">
          <a:solidFill>
            <a:schemeClr val="tx1"/>
          </a:solidFill>
          <a:latin typeface="+mn-lt"/>
          <a:ea typeface="+mn-ea"/>
          <a:cs typeface="+mn-cs"/>
        </a:defRPr>
      </a:lvl6pPr>
      <a:lvl7pPr marL="1300797" algn="l" defTabSz="433599" rtl="0" eaLnBrk="1" latinLnBrk="0" hangingPunct="1">
        <a:defRPr sz="837" kern="1200">
          <a:solidFill>
            <a:schemeClr val="tx1"/>
          </a:solidFill>
          <a:latin typeface="+mn-lt"/>
          <a:ea typeface="+mn-ea"/>
          <a:cs typeface="+mn-cs"/>
        </a:defRPr>
      </a:lvl7pPr>
      <a:lvl8pPr marL="1517597" algn="l" defTabSz="433599" rtl="0" eaLnBrk="1" latinLnBrk="0" hangingPunct="1">
        <a:defRPr sz="837" kern="1200">
          <a:solidFill>
            <a:schemeClr val="tx1"/>
          </a:solidFill>
          <a:latin typeface="+mn-lt"/>
          <a:ea typeface="+mn-ea"/>
          <a:cs typeface="+mn-cs"/>
        </a:defRPr>
      </a:lvl8pPr>
      <a:lvl9pPr marL="1734397" algn="l" defTabSz="433599" rtl="0" eaLnBrk="1" latinLnBrk="0" hangingPunct="1">
        <a:defRPr sz="837"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9633" y="426996"/>
            <a:ext cx="4888111" cy="1550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89633" y="2134967"/>
            <a:ext cx="4888111" cy="508864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9632" y="7433400"/>
            <a:ext cx="1275159" cy="426993"/>
          </a:xfrm>
          <a:prstGeom prst="rect">
            <a:avLst/>
          </a:prstGeom>
        </p:spPr>
        <p:txBody>
          <a:bodyPr vert="horz" lIns="91440" tIns="45720" rIns="91440" bIns="45720" rtlCol="0" anchor="ctr"/>
          <a:lstStyle>
            <a:lvl1pPr algn="l">
              <a:defRPr sz="744">
                <a:solidFill>
                  <a:schemeClr val="tx1">
                    <a:tint val="82000"/>
                  </a:schemeClr>
                </a:solidFill>
              </a:defRPr>
            </a:lvl1pPr>
          </a:lstStyle>
          <a:p>
            <a:fld id="{B72F6F66-F0E3-45FA-BF06-9237F73415C1}" type="datetimeFigureOut">
              <a:rPr lang="en-IN" smtClean="0"/>
              <a:t>08-05-2026</a:t>
            </a:fld>
            <a:endParaRPr lang="en-IN"/>
          </a:p>
        </p:txBody>
      </p:sp>
      <p:sp>
        <p:nvSpPr>
          <p:cNvPr id="5" name="Footer Placeholder 4"/>
          <p:cNvSpPr>
            <a:spLocks noGrp="1"/>
          </p:cNvSpPr>
          <p:nvPr>
            <p:ph type="ftr" sz="quarter" idx="3"/>
          </p:nvPr>
        </p:nvSpPr>
        <p:spPr>
          <a:xfrm>
            <a:off x="1877319" y="7433400"/>
            <a:ext cx="1912739" cy="426993"/>
          </a:xfrm>
          <a:prstGeom prst="rect">
            <a:avLst/>
          </a:prstGeom>
        </p:spPr>
        <p:txBody>
          <a:bodyPr vert="horz" lIns="91440" tIns="45720" rIns="91440" bIns="45720" rtlCol="0" anchor="ctr"/>
          <a:lstStyle>
            <a:lvl1pPr algn="ctr">
              <a:defRPr sz="744">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4002585" y="7433400"/>
            <a:ext cx="1275159" cy="426993"/>
          </a:xfrm>
          <a:prstGeom prst="rect">
            <a:avLst/>
          </a:prstGeom>
        </p:spPr>
        <p:txBody>
          <a:bodyPr vert="horz" lIns="91440" tIns="45720" rIns="91440" bIns="45720" rtlCol="0" anchor="ctr"/>
          <a:lstStyle>
            <a:lvl1pPr algn="r">
              <a:defRPr sz="744">
                <a:solidFill>
                  <a:schemeClr val="tx1">
                    <a:tint val="82000"/>
                  </a:schemeClr>
                </a:solidFill>
              </a:defRPr>
            </a:lvl1pPr>
          </a:lstStyle>
          <a:p>
            <a:fld id="{30123456-B948-472E-8498-9A8C99CE3B75}" type="slidenum">
              <a:rPr lang="en-IN" smtClean="0"/>
              <a:t>‹#›</a:t>
            </a:fld>
            <a:endParaRPr lang="en-IN"/>
          </a:p>
        </p:txBody>
      </p:sp>
    </p:spTree>
    <p:extLst>
      <p:ext uri="{BB962C8B-B14F-4D97-AF65-F5344CB8AC3E}">
        <p14:creationId xmlns:p14="http://schemas.microsoft.com/office/powerpoint/2010/main" val="2313285429"/>
      </p:ext>
    </p:extLst>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Lst>
  <p:txStyles>
    <p:titleStyle>
      <a:lvl1pPr algn="l" defTabSz="697216" rtl="0" eaLnBrk="1" latinLnBrk="0" hangingPunct="1">
        <a:lnSpc>
          <a:spcPct val="90000"/>
        </a:lnSpc>
        <a:spcBef>
          <a:spcPct val="0"/>
        </a:spcBef>
        <a:buNone/>
        <a:defRPr sz="3355" kern="1200">
          <a:solidFill>
            <a:schemeClr val="tx1"/>
          </a:solidFill>
          <a:latin typeface="+mj-lt"/>
          <a:ea typeface="+mj-ea"/>
          <a:cs typeface="+mj-cs"/>
        </a:defRPr>
      </a:lvl1pPr>
    </p:titleStyle>
    <p:bodyStyle>
      <a:lvl1pPr marL="174304" indent="-174304" algn="l" defTabSz="697216" rtl="0" eaLnBrk="1" latinLnBrk="0" hangingPunct="1">
        <a:lnSpc>
          <a:spcPct val="90000"/>
        </a:lnSpc>
        <a:spcBef>
          <a:spcPts val="763"/>
        </a:spcBef>
        <a:buFont typeface="Arial" panose="020B0604020202020204" pitchFamily="34" charset="0"/>
        <a:buChar char="•"/>
        <a:defRPr sz="2135" kern="1200">
          <a:solidFill>
            <a:schemeClr val="tx1"/>
          </a:solidFill>
          <a:latin typeface="+mn-lt"/>
          <a:ea typeface="+mn-ea"/>
          <a:cs typeface="+mn-cs"/>
        </a:defRPr>
      </a:lvl1pPr>
      <a:lvl2pPr marL="522911" indent="-174304" algn="l" defTabSz="697216" rtl="0" eaLnBrk="1" latinLnBrk="0" hangingPunct="1">
        <a:lnSpc>
          <a:spcPct val="90000"/>
        </a:lnSpc>
        <a:spcBef>
          <a:spcPts val="381"/>
        </a:spcBef>
        <a:buFont typeface="Arial" panose="020B0604020202020204" pitchFamily="34" charset="0"/>
        <a:buChar char="•"/>
        <a:defRPr sz="1830" kern="1200">
          <a:solidFill>
            <a:schemeClr val="tx1"/>
          </a:solidFill>
          <a:latin typeface="+mn-lt"/>
          <a:ea typeface="+mn-ea"/>
          <a:cs typeface="+mn-cs"/>
        </a:defRPr>
      </a:lvl2pPr>
      <a:lvl3pPr marL="871519" indent="-174304" algn="l" defTabSz="697216" rtl="0" eaLnBrk="1" latinLnBrk="0" hangingPunct="1">
        <a:lnSpc>
          <a:spcPct val="90000"/>
        </a:lnSpc>
        <a:spcBef>
          <a:spcPts val="381"/>
        </a:spcBef>
        <a:buFont typeface="Arial" panose="020B0604020202020204" pitchFamily="34" charset="0"/>
        <a:buChar char="•"/>
        <a:defRPr sz="1525" kern="1200">
          <a:solidFill>
            <a:schemeClr val="tx1"/>
          </a:solidFill>
          <a:latin typeface="+mn-lt"/>
          <a:ea typeface="+mn-ea"/>
          <a:cs typeface="+mn-cs"/>
        </a:defRPr>
      </a:lvl3pPr>
      <a:lvl4pPr marL="1220126"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4pPr>
      <a:lvl5pPr marL="1568734"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5pPr>
      <a:lvl6pPr marL="1917342"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6pPr>
      <a:lvl7pPr marL="2265949"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7pPr>
      <a:lvl8pPr marL="2614556"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8pPr>
      <a:lvl9pPr marL="2963164"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9pPr>
    </p:bodyStyle>
    <p:otherStyle>
      <a:defPPr>
        <a:defRPr lang="en-US"/>
      </a:defPPr>
      <a:lvl1pPr marL="0" algn="l" defTabSz="697216" rtl="0" eaLnBrk="1" latinLnBrk="0" hangingPunct="1">
        <a:defRPr sz="1373" kern="1200">
          <a:solidFill>
            <a:schemeClr val="tx1"/>
          </a:solidFill>
          <a:latin typeface="+mn-lt"/>
          <a:ea typeface="+mn-ea"/>
          <a:cs typeface="+mn-cs"/>
        </a:defRPr>
      </a:lvl1pPr>
      <a:lvl2pPr marL="348607" algn="l" defTabSz="697216" rtl="0" eaLnBrk="1" latinLnBrk="0" hangingPunct="1">
        <a:defRPr sz="1373" kern="1200">
          <a:solidFill>
            <a:schemeClr val="tx1"/>
          </a:solidFill>
          <a:latin typeface="+mn-lt"/>
          <a:ea typeface="+mn-ea"/>
          <a:cs typeface="+mn-cs"/>
        </a:defRPr>
      </a:lvl2pPr>
      <a:lvl3pPr marL="697216" algn="l" defTabSz="697216" rtl="0" eaLnBrk="1" latinLnBrk="0" hangingPunct="1">
        <a:defRPr sz="1373" kern="1200">
          <a:solidFill>
            <a:schemeClr val="tx1"/>
          </a:solidFill>
          <a:latin typeface="+mn-lt"/>
          <a:ea typeface="+mn-ea"/>
          <a:cs typeface="+mn-cs"/>
        </a:defRPr>
      </a:lvl3pPr>
      <a:lvl4pPr marL="1045823" algn="l" defTabSz="697216" rtl="0" eaLnBrk="1" latinLnBrk="0" hangingPunct="1">
        <a:defRPr sz="1373" kern="1200">
          <a:solidFill>
            <a:schemeClr val="tx1"/>
          </a:solidFill>
          <a:latin typeface="+mn-lt"/>
          <a:ea typeface="+mn-ea"/>
          <a:cs typeface="+mn-cs"/>
        </a:defRPr>
      </a:lvl4pPr>
      <a:lvl5pPr marL="1394430" algn="l" defTabSz="697216" rtl="0" eaLnBrk="1" latinLnBrk="0" hangingPunct="1">
        <a:defRPr sz="1373" kern="1200">
          <a:solidFill>
            <a:schemeClr val="tx1"/>
          </a:solidFill>
          <a:latin typeface="+mn-lt"/>
          <a:ea typeface="+mn-ea"/>
          <a:cs typeface="+mn-cs"/>
        </a:defRPr>
      </a:lvl5pPr>
      <a:lvl6pPr marL="1743037" algn="l" defTabSz="697216" rtl="0" eaLnBrk="1" latinLnBrk="0" hangingPunct="1">
        <a:defRPr sz="1373" kern="1200">
          <a:solidFill>
            <a:schemeClr val="tx1"/>
          </a:solidFill>
          <a:latin typeface="+mn-lt"/>
          <a:ea typeface="+mn-ea"/>
          <a:cs typeface="+mn-cs"/>
        </a:defRPr>
      </a:lvl6pPr>
      <a:lvl7pPr marL="2091645" algn="l" defTabSz="697216" rtl="0" eaLnBrk="1" latinLnBrk="0" hangingPunct="1">
        <a:defRPr sz="1373" kern="1200">
          <a:solidFill>
            <a:schemeClr val="tx1"/>
          </a:solidFill>
          <a:latin typeface="+mn-lt"/>
          <a:ea typeface="+mn-ea"/>
          <a:cs typeface="+mn-cs"/>
        </a:defRPr>
      </a:lvl7pPr>
      <a:lvl8pPr marL="2440253" algn="l" defTabSz="697216" rtl="0" eaLnBrk="1" latinLnBrk="0" hangingPunct="1">
        <a:defRPr sz="1373" kern="1200">
          <a:solidFill>
            <a:schemeClr val="tx1"/>
          </a:solidFill>
          <a:latin typeface="+mn-lt"/>
          <a:ea typeface="+mn-ea"/>
          <a:cs typeface="+mn-cs"/>
        </a:defRPr>
      </a:lvl8pPr>
      <a:lvl9pPr marL="2788860" algn="l" defTabSz="697216" rtl="0" eaLnBrk="1" latinLnBrk="0" hangingPunct="1">
        <a:defRPr sz="137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_rels/slide2.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image" Target="../media/image2.png"/><Relationship Id="rId7" Type="http://schemas.openxmlformats.org/officeDocument/2006/relationships/image" Target="../media/image16.sv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9.jpeg"/><Relationship Id="rId3" Type="http://schemas.openxmlformats.org/officeDocument/2006/relationships/image" Target="../media/image2.png"/><Relationship Id="rId7" Type="http://schemas.openxmlformats.org/officeDocument/2006/relationships/image" Target="../media/image18.jpe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7.jpeg"/><Relationship Id="rId5" Type="http://schemas.openxmlformats.org/officeDocument/2006/relationships/image" Target="../media/image4.svg"/><Relationship Id="rId10" Type="http://schemas.openxmlformats.org/officeDocument/2006/relationships/image" Target="../media/image21.jpeg"/><Relationship Id="rId4" Type="http://schemas.openxmlformats.org/officeDocument/2006/relationships/image" Target="../media/image3.png"/><Relationship Id="rId9" Type="http://schemas.openxmlformats.org/officeDocument/2006/relationships/image" Target="../media/image20.jpe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4ADED-D442-E30A-9AB5-E17A4C4596C3}"/>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A537F37F-A3F1-D865-5110-03589F8C943E}"/>
              </a:ext>
            </a:extLst>
          </p:cNvPr>
          <p:cNvPicPr>
            <a:picLocks noChangeAspect="1"/>
          </p:cNvPicPr>
          <p:nvPr/>
        </p:nvPicPr>
        <p:blipFill>
          <a:blip r:embed="rId3"/>
          <a:srcRect t="1" b="17144"/>
          <a:stretch>
            <a:fillRect/>
          </a:stretch>
        </p:blipFill>
        <p:spPr>
          <a:xfrm>
            <a:off x="0" y="4"/>
            <a:ext cx="5667374" cy="7334250"/>
          </a:xfrm>
          <a:prstGeom prst="rect">
            <a:avLst/>
          </a:prstGeom>
        </p:spPr>
      </p:pic>
      <p:pic>
        <p:nvPicPr>
          <p:cNvPr id="1106" name="Picture 1105">
            <a:extLst>
              <a:ext uri="{FF2B5EF4-FFF2-40B4-BE49-F238E27FC236}">
                <a16:creationId xmlns:a16="http://schemas.microsoft.com/office/drawing/2014/main" id="{C3DDBFE9-EF63-81ED-A2DA-EA2DABA2F3C2}"/>
              </a:ext>
            </a:extLst>
          </p:cNvPr>
          <p:cNvPicPr>
            <a:picLocks noChangeAspect="1"/>
          </p:cNvPicPr>
          <p:nvPr/>
        </p:nvPicPr>
        <p:blipFill>
          <a:blip r:embed="rId4"/>
          <a:srcRect l="8102" t="56128" r="60860" b="-102"/>
          <a:stretch>
            <a:fillRect/>
          </a:stretch>
        </p:blipFill>
        <p:spPr>
          <a:xfrm flipH="1" flipV="1">
            <a:off x="-4299" y="4338404"/>
            <a:ext cx="5675970" cy="3680460"/>
          </a:xfrm>
          <a:prstGeom prst="rect">
            <a:avLst/>
          </a:prstGeom>
        </p:spPr>
      </p:pic>
      <p:sp>
        <p:nvSpPr>
          <p:cNvPr id="18" name="Rectangle: Rounded Corners 17">
            <a:extLst>
              <a:ext uri="{FF2B5EF4-FFF2-40B4-BE49-F238E27FC236}">
                <a16:creationId xmlns:a16="http://schemas.microsoft.com/office/drawing/2014/main" id="{030A6BD6-54B6-3EAA-E248-9696B13E6F85}"/>
              </a:ext>
            </a:extLst>
          </p:cNvPr>
          <p:cNvSpPr/>
          <p:nvPr/>
        </p:nvSpPr>
        <p:spPr bwMode="auto">
          <a:xfrm>
            <a:off x="2900147" y="5802165"/>
            <a:ext cx="2520000" cy="1908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0" name="Rectangle: Rounded Corners 19">
            <a:extLst>
              <a:ext uri="{FF2B5EF4-FFF2-40B4-BE49-F238E27FC236}">
                <a16:creationId xmlns:a16="http://schemas.microsoft.com/office/drawing/2014/main" id="{3FEA25A1-F9D5-2B66-7443-C053BCF52F3A}"/>
              </a:ext>
            </a:extLst>
          </p:cNvPr>
          <p:cNvSpPr/>
          <p:nvPr/>
        </p:nvSpPr>
        <p:spPr bwMode="auto">
          <a:xfrm>
            <a:off x="263541" y="5802165"/>
            <a:ext cx="2520000" cy="1908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C84F39E5-C9BA-7B18-B2B0-559D4E7E46F1}"/>
              </a:ext>
            </a:extLst>
          </p:cNvPr>
          <p:cNvSpPr/>
          <p:nvPr/>
        </p:nvSpPr>
        <p:spPr bwMode="auto">
          <a:xfrm>
            <a:off x="2905227" y="39950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5" name="Rectangle: Rounded Corners 14">
            <a:extLst>
              <a:ext uri="{FF2B5EF4-FFF2-40B4-BE49-F238E27FC236}">
                <a16:creationId xmlns:a16="http://schemas.microsoft.com/office/drawing/2014/main" id="{9A4C174A-E393-7391-1505-CDBA2EC0A0F2}"/>
              </a:ext>
            </a:extLst>
          </p:cNvPr>
          <p:cNvSpPr/>
          <p:nvPr/>
        </p:nvSpPr>
        <p:spPr bwMode="auto">
          <a:xfrm>
            <a:off x="268622" y="39950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0" name="Rectangle: Rounded Corners 9">
            <a:extLst>
              <a:ext uri="{FF2B5EF4-FFF2-40B4-BE49-F238E27FC236}">
                <a16:creationId xmlns:a16="http://schemas.microsoft.com/office/drawing/2014/main" id="{DE3CD365-9E0E-F0FC-DD61-301CCDE2A851}"/>
              </a:ext>
            </a:extLst>
          </p:cNvPr>
          <p:cNvSpPr/>
          <p:nvPr/>
        </p:nvSpPr>
        <p:spPr bwMode="auto">
          <a:xfrm>
            <a:off x="2900147" y="22003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2" name="Rectangle: Rounded Corners 11">
            <a:extLst>
              <a:ext uri="{FF2B5EF4-FFF2-40B4-BE49-F238E27FC236}">
                <a16:creationId xmlns:a16="http://schemas.microsoft.com/office/drawing/2014/main" id="{4A0AFCD4-3C81-6EA5-77CC-8CE09DF487C3}"/>
              </a:ext>
            </a:extLst>
          </p:cNvPr>
          <p:cNvSpPr/>
          <p:nvPr/>
        </p:nvSpPr>
        <p:spPr bwMode="auto">
          <a:xfrm>
            <a:off x="2925224" y="2224869"/>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3" name="Rectangle: Rounded Corners 2">
            <a:extLst>
              <a:ext uri="{FF2B5EF4-FFF2-40B4-BE49-F238E27FC236}">
                <a16:creationId xmlns:a16="http://schemas.microsoft.com/office/drawing/2014/main" id="{7226644C-E524-22CA-CF5C-7DF51E641AB6}"/>
              </a:ext>
            </a:extLst>
          </p:cNvPr>
          <p:cNvSpPr/>
          <p:nvPr/>
        </p:nvSpPr>
        <p:spPr bwMode="auto">
          <a:xfrm>
            <a:off x="263541" y="22003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E5468804-248C-0CEE-E8C6-94ABA50D108A}"/>
              </a:ext>
            </a:extLst>
          </p:cNvPr>
          <p:cNvSpPr/>
          <p:nvPr/>
        </p:nvSpPr>
        <p:spPr bwMode="auto">
          <a:xfrm>
            <a:off x="288619" y="2224869"/>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 name="Rectangle 1">
            <a:extLst>
              <a:ext uri="{FF2B5EF4-FFF2-40B4-BE49-F238E27FC236}">
                <a16:creationId xmlns:a16="http://schemas.microsoft.com/office/drawing/2014/main" id="{B647C41A-A88A-03F2-8358-3A820F0619F4}"/>
              </a:ext>
            </a:extLst>
          </p:cNvPr>
          <p:cNvSpPr/>
          <p:nvPr/>
        </p:nvSpPr>
        <p:spPr bwMode="auto">
          <a:xfrm>
            <a:off x="-1" y="1"/>
            <a:ext cx="5667375" cy="1390789"/>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C3DDBFE9-EF63-81ED-A2DA-EA2DABA2F3C2}"/>
              </a:ext>
            </a:extLst>
          </p:cNvPr>
          <p:cNvPicPr>
            <a:picLocks noChangeAspect="1"/>
          </p:cNvPicPr>
          <p:nvPr/>
        </p:nvPicPr>
        <p:blipFill>
          <a:blip r:embed="rId4"/>
          <a:srcRect l="-25877" t="56128" r="60860" b="-102"/>
          <a:stretch>
            <a:fillRect/>
          </a:stretch>
        </p:blipFill>
        <p:spPr>
          <a:xfrm>
            <a:off x="878897" y="-11042"/>
            <a:ext cx="4792775" cy="1483618"/>
          </a:xfrm>
          <a:prstGeom prst="rect">
            <a:avLst/>
          </a:prstGeom>
        </p:spPr>
      </p:pic>
      <p:sp>
        <p:nvSpPr>
          <p:cNvPr id="5" name="Title 31">
            <a:extLst>
              <a:ext uri="{FF2B5EF4-FFF2-40B4-BE49-F238E27FC236}">
                <a16:creationId xmlns:a16="http://schemas.microsoft.com/office/drawing/2014/main" id="{BD54868B-B3E4-A39E-9C5A-6886C4D788B4}"/>
              </a:ext>
            </a:extLst>
          </p:cNvPr>
          <p:cNvSpPr txBox="1">
            <a:spLocks/>
          </p:cNvSpPr>
          <p:nvPr/>
        </p:nvSpPr>
        <p:spPr>
          <a:xfrm>
            <a:off x="270487" y="599203"/>
            <a:ext cx="3947064" cy="62850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594623" rtl="0" eaLnBrk="1" latinLnBrk="0" hangingPunct="1">
              <a:lnSpc>
                <a:spcPct val="100000"/>
              </a:lnSpc>
              <a:spcBef>
                <a:spcPct val="0"/>
              </a:spcBef>
              <a:buNone/>
              <a:defRPr lang="en-US" sz="1785" b="0" kern="1200" cap="none" spc="-32" baseline="0" dirty="0" smtClean="0">
                <a:ln w="3175">
                  <a:noFill/>
                </a:ln>
                <a:solidFill>
                  <a:srgbClr val="000000"/>
                </a:solidFill>
                <a:effectLst/>
                <a:latin typeface="+mj-lt"/>
                <a:ea typeface="+mn-ea"/>
                <a:cs typeface="Segoe UI" pitchFamily="34" charset="0"/>
              </a:defRPr>
            </a:lvl1pPr>
          </a:lstStyle>
          <a:p>
            <a:pPr marL="0" marR="0" lvl="0" indent="0" algn="l" defTabSz="366729" rtl="0" eaLnBrk="1" fontAlgn="auto" latinLnBrk="0" hangingPunct="1">
              <a:lnSpc>
                <a:spcPct val="100000"/>
              </a:lnSpc>
              <a:spcBef>
                <a:spcPts val="0"/>
              </a:spcBef>
              <a:spcAft>
                <a:spcPts val="0"/>
              </a:spcAft>
              <a:buClrTx/>
              <a:buSzTx/>
              <a:buFontTx/>
              <a:buNone/>
              <a:tabLst/>
              <a:defRPr/>
            </a:pPr>
            <a:r>
              <a:rPr kumimoji="0" lang="en-US" sz="2042" b="0" i="0" u="none" strike="noStrike" kern="1200" cap="none" spc="-23" normalizeH="0" baseline="0" noProof="0">
                <a:ln w="3175">
                  <a:noFill/>
                </a:ln>
                <a:solidFill>
                  <a:srgbClr val="000000"/>
                </a:solidFill>
                <a:effectLst/>
                <a:uLnTx/>
                <a:uFillTx/>
                <a:latin typeface="Segoe Sans Display Semibold" pitchFamily="2" charset="0"/>
                <a:ea typeface="+mn-ea"/>
                <a:cs typeface="Segoe Sans Display Semibold" pitchFamily="2" charset="0"/>
              </a:rPr>
              <a:t>Transform your business with   one AI solution – </a:t>
            </a:r>
            <a:r>
              <a:rPr kumimoji="0" lang="en-US" sz="2042" b="0" i="0" u="none" strike="noStrike" kern="1200" cap="none" spc="-23" normalizeH="0" baseline="0" noProof="0">
                <a:ln w="3175">
                  <a:noFill/>
                </a:ln>
                <a:solidFill>
                  <a:srgbClr val="C03BC4"/>
                </a:solidFill>
                <a:effectLst/>
                <a:uLnTx/>
                <a:uFillTx/>
                <a:latin typeface="Segoe Sans Display Semibold" pitchFamily="2" charset="0"/>
                <a:ea typeface="+mn-ea"/>
                <a:cs typeface="Segoe Sans Display Semibold" pitchFamily="2" charset="0"/>
              </a:rPr>
              <a:t>Copilot Business</a:t>
            </a:r>
          </a:p>
        </p:txBody>
      </p:sp>
      <p:pic>
        <p:nvPicPr>
          <p:cNvPr id="9" name="Graphic 8" descr="Microsoft Security">
            <a:extLst>
              <a:ext uri="{FF2B5EF4-FFF2-40B4-BE49-F238E27FC236}">
                <a16:creationId xmlns:a16="http://schemas.microsoft.com/office/drawing/2014/main" id="{16A5CE66-B769-C62B-4A5E-9C4A986797F6}"/>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5179" y="259472"/>
            <a:ext cx="796714" cy="167302"/>
          </a:xfrm>
          <a:prstGeom prst="rect">
            <a:avLst/>
          </a:prstGeom>
        </p:spPr>
      </p:pic>
      <p:sp>
        <p:nvSpPr>
          <p:cNvPr id="32" name="TextBox 31">
            <a:extLst>
              <a:ext uri="{FF2B5EF4-FFF2-40B4-BE49-F238E27FC236}">
                <a16:creationId xmlns:a16="http://schemas.microsoft.com/office/drawing/2014/main" id="{838B9FE7-7E34-BC5E-4C6A-AC21450FEE7D}"/>
              </a:ext>
            </a:extLst>
          </p:cNvPr>
          <p:cNvSpPr txBox="1"/>
          <p:nvPr/>
        </p:nvSpPr>
        <p:spPr>
          <a:xfrm>
            <a:off x="194468" y="1290601"/>
            <a:ext cx="4409616" cy="707886"/>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Move beyond the basics. Unlock even more power of AI at work with Copilot Business. Work with Work IQ to surface insights, power market research, and strengthen strategic planning—reasoning across your meetings, emails, and documents.</a:t>
            </a:r>
            <a:endParaRPr kumimoji="0" lang="en-US" sz="1000" b="0" i="0" u="none" strike="noStrike" kern="1200" cap="none" spc="0" normalizeH="0" baseline="0" noProof="0">
              <a:ln>
                <a:noFill/>
              </a:ln>
              <a:solidFill>
                <a:srgbClr val="000000">
                  <a:lumMod val="85000"/>
                  <a:lumOff val="15000"/>
                </a:srgbClr>
              </a:solidFill>
              <a:effectLst/>
              <a:uLnTx/>
              <a:uFillTx/>
              <a:latin typeface="Segoe UI"/>
              <a:ea typeface="+mn-ea"/>
              <a:cs typeface="+mn-cs"/>
            </a:endParaRPr>
          </a:p>
        </p:txBody>
      </p:sp>
      <p:sp>
        <p:nvSpPr>
          <p:cNvPr id="34" name="TextBox 33">
            <a:extLst>
              <a:ext uri="{FF2B5EF4-FFF2-40B4-BE49-F238E27FC236}">
                <a16:creationId xmlns:a16="http://schemas.microsoft.com/office/drawing/2014/main" id="{15AFBDD5-E345-8BE7-9EBC-42DAC836805C}"/>
              </a:ext>
            </a:extLst>
          </p:cNvPr>
          <p:cNvSpPr txBox="1"/>
          <p:nvPr/>
        </p:nvSpPr>
        <p:spPr>
          <a:xfrm>
            <a:off x="464688" y="2245788"/>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All-in-1 AI productivity app</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44" name="TextBox 43">
            <a:extLst>
              <a:ext uri="{FF2B5EF4-FFF2-40B4-BE49-F238E27FC236}">
                <a16:creationId xmlns:a16="http://schemas.microsoft.com/office/drawing/2014/main" id="{952D3AB5-9E88-5A39-0102-55A67C3D0ADA}"/>
              </a:ext>
            </a:extLst>
          </p:cNvPr>
          <p:cNvSpPr txBox="1"/>
          <p:nvPr/>
        </p:nvSpPr>
        <p:spPr>
          <a:xfrm>
            <a:off x="2957565" y="2245788"/>
            <a:ext cx="234476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Integrated into existing apps</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pic>
        <p:nvPicPr>
          <p:cNvPr id="1026" name="Picture 2" descr="The Researcher agent in Microsoft 365 Copilot with an option to try Claude">
            <a:extLst>
              <a:ext uri="{FF2B5EF4-FFF2-40B4-BE49-F238E27FC236}">
                <a16:creationId xmlns:a16="http://schemas.microsoft.com/office/drawing/2014/main" id="{6BE03DAC-B242-9E1C-FA83-541919E070F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8534" t="18346" r="11032" b="36645"/>
          <a:stretch>
            <a:fillRect/>
          </a:stretch>
        </p:blipFill>
        <p:spPr bwMode="auto">
          <a:xfrm>
            <a:off x="286292" y="6199213"/>
            <a:ext cx="2472735" cy="778323"/>
          </a:xfrm>
          <a:prstGeom prst="rect">
            <a:avLst/>
          </a:prstGeom>
          <a:noFill/>
          <a:extLst>
            <a:ext uri="{909E8E84-426E-40DD-AFC4-6F175D3DCCD1}">
              <a14:hiddenFill xmlns:a14="http://schemas.microsoft.com/office/drawing/2010/main">
                <a:solidFill>
                  <a:srgbClr val="FFFFFF"/>
                </a:solidFill>
              </a14:hiddenFill>
            </a:ext>
          </a:extLst>
        </p:spPr>
      </p:pic>
      <p:sp>
        <p:nvSpPr>
          <p:cNvPr id="51" name="TextBox 50">
            <a:extLst>
              <a:ext uri="{FF2B5EF4-FFF2-40B4-BE49-F238E27FC236}">
                <a16:creationId xmlns:a16="http://schemas.microsoft.com/office/drawing/2014/main" id="{4FA72D8D-D486-FB0D-61D6-3E2B1BE707CB}"/>
              </a:ext>
            </a:extLst>
          </p:cNvPr>
          <p:cNvSpPr txBox="1"/>
          <p:nvPr/>
        </p:nvSpPr>
        <p:spPr>
          <a:xfrm>
            <a:off x="401317" y="7046948"/>
            <a:ext cx="2237500" cy="630942"/>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Flexibility to choose between OpenAI and Anthropic models starting in Researcher, Agent Mode in Excel and when building agents in Copilot Studio</a:t>
            </a:r>
          </a:p>
        </p:txBody>
      </p:sp>
      <p:sp>
        <p:nvSpPr>
          <p:cNvPr id="52" name="TextBox 51">
            <a:extLst>
              <a:ext uri="{FF2B5EF4-FFF2-40B4-BE49-F238E27FC236}">
                <a16:creationId xmlns:a16="http://schemas.microsoft.com/office/drawing/2014/main" id="{E27CCE3A-4CA9-6725-47FE-1DA975F68CAC}"/>
              </a:ext>
            </a:extLst>
          </p:cNvPr>
          <p:cNvSpPr txBox="1"/>
          <p:nvPr/>
        </p:nvSpPr>
        <p:spPr>
          <a:xfrm>
            <a:off x="3098869" y="7028886"/>
            <a:ext cx="2131600" cy="630942"/>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Robust security, management, measurement and reporting to understand impact and ensure standardized governance</a:t>
            </a:r>
          </a:p>
        </p:txBody>
      </p:sp>
      <p:sp>
        <p:nvSpPr>
          <p:cNvPr id="53" name="TextBox 52">
            <a:extLst>
              <a:ext uri="{FF2B5EF4-FFF2-40B4-BE49-F238E27FC236}">
                <a16:creationId xmlns:a16="http://schemas.microsoft.com/office/drawing/2014/main" id="{46FA38A9-5B56-060E-8BF7-9A1ED5ABAEA6}"/>
              </a:ext>
            </a:extLst>
          </p:cNvPr>
          <p:cNvSpPr txBox="1"/>
          <p:nvPr/>
        </p:nvSpPr>
        <p:spPr>
          <a:xfrm>
            <a:off x="347688" y="5176494"/>
            <a:ext cx="2344760" cy="36163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Intelligence that makes Microsoft 365 Copilot uniquely built for work</a:t>
            </a:r>
          </a:p>
        </p:txBody>
      </p:sp>
      <p:sp>
        <p:nvSpPr>
          <p:cNvPr id="54" name="TextBox 53">
            <a:extLst>
              <a:ext uri="{FF2B5EF4-FFF2-40B4-BE49-F238E27FC236}">
                <a16:creationId xmlns:a16="http://schemas.microsoft.com/office/drawing/2014/main" id="{809BFB3F-91B8-40D4-7FAB-D332D03CAC4E}"/>
              </a:ext>
            </a:extLst>
          </p:cNvPr>
          <p:cNvSpPr txBox="1"/>
          <p:nvPr/>
        </p:nvSpPr>
        <p:spPr>
          <a:xfrm>
            <a:off x="2992289" y="4968426"/>
            <a:ext cx="2344760" cy="630942"/>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Ecosystem of pre-built Microsoft agents like Researcher, Analyst, and Facilitator, along with trusted agents from partners and custom agents</a:t>
            </a:r>
          </a:p>
        </p:txBody>
      </p:sp>
      <p:sp>
        <p:nvSpPr>
          <p:cNvPr id="55" name="TextBox 54">
            <a:extLst>
              <a:ext uri="{FF2B5EF4-FFF2-40B4-BE49-F238E27FC236}">
                <a16:creationId xmlns:a16="http://schemas.microsoft.com/office/drawing/2014/main" id="{60780797-7451-B999-7C31-4FBA5BF428E2}"/>
              </a:ext>
            </a:extLst>
          </p:cNvPr>
          <p:cNvSpPr txBox="1"/>
          <p:nvPr/>
        </p:nvSpPr>
        <p:spPr>
          <a:xfrm>
            <a:off x="433634" y="2488643"/>
            <a:ext cx="2231113" cy="1279133"/>
          </a:xfrm>
          <a:prstGeom prst="rect">
            <a:avLst/>
          </a:prstGeom>
          <a:noFill/>
        </p:spPr>
        <p:txBody>
          <a:bodyPr wrap="square">
            <a:spAutoFit/>
          </a:bodyPr>
          <a:lstStyle/>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Secure AI chat </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AI search enhanced by Work IQ</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Ecosystem of pre-built agents</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AI-generated multi-media</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Centralize content of various types</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Analytics, governance, and compliance</a:t>
            </a:r>
          </a:p>
        </p:txBody>
      </p:sp>
      <p:sp>
        <p:nvSpPr>
          <p:cNvPr id="56" name="TextBox 55">
            <a:extLst>
              <a:ext uri="{FF2B5EF4-FFF2-40B4-BE49-F238E27FC236}">
                <a16:creationId xmlns:a16="http://schemas.microsoft.com/office/drawing/2014/main" id="{1847825C-B731-7DCF-E4D7-2331BF81B1B0}"/>
              </a:ext>
            </a:extLst>
          </p:cNvPr>
          <p:cNvSpPr txBox="1"/>
          <p:nvPr/>
        </p:nvSpPr>
        <p:spPr>
          <a:xfrm>
            <a:off x="4217552" y="2610742"/>
            <a:ext cx="1084773" cy="1169551"/>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Embedded in Microsoft 365  apps you already use every day, with advanced AI skills like Agent Mode and Teams Mode</a:t>
            </a:r>
          </a:p>
        </p:txBody>
      </p:sp>
      <p:pic>
        <p:nvPicPr>
          <p:cNvPr id="57" name="Picture 56" descr="Screenshot of Agent Store">
            <a:extLst>
              <a:ext uri="{FF2B5EF4-FFF2-40B4-BE49-F238E27FC236}">
                <a16:creationId xmlns:a16="http://schemas.microsoft.com/office/drawing/2014/main" id="{3B181AC0-A593-C921-D595-94E686D5AF63}"/>
              </a:ext>
            </a:extLst>
          </p:cNvPr>
          <p:cNvPicPr>
            <a:picLocks noChangeAspect="1"/>
          </p:cNvPicPr>
          <p:nvPr/>
        </p:nvPicPr>
        <p:blipFill rotWithShape="1">
          <a:blip r:embed="rId7" cstate="hqprint">
            <a:extLst>
              <a:ext uri="{28A0092B-C50C-407E-A947-70E740481C1C}">
                <a14:useLocalDpi xmlns:a14="http://schemas.microsoft.com/office/drawing/2010/main"/>
              </a:ext>
            </a:extLst>
          </a:blip>
          <a:srcRect l="30066" t="62598" r="14058" b="12866"/>
          <a:stretch>
            <a:fillRect/>
          </a:stretch>
        </p:blipFill>
        <p:spPr>
          <a:xfrm>
            <a:off x="2936622" y="4346216"/>
            <a:ext cx="2468141" cy="605935"/>
          </a:xfrm>
          <a:prstGeom prst="roundRect">
            <a:avLst>
              <a:gd name="adj" fmla="val 2528"/>
            </a:avLst>
          </a:prstGeom>
          <a:solidFill>
            <a:srgbClr val="FFFFFF"/>
          </a:solidFill>
          <a:effectLst/>
        </p:spPr>
      </p:pic>
      <p:pic>
        <p:nvPicPr>
          <p:cNvPr id="58" name="Picture 57" descr="A screenshot of a computer&#10;&#10;Description automatically generated">
            <a:extLst>
              <a:ext uri="{FF2B5EF4-FFF2-40B4-BE49-F238E27FC236}">
                <a16:creationId xmlns:a16="http://schemas.microsoft.com/office/drawing/2014/main" id="{97D66227-B066-7382-CA0B-FCDCBE0B9015}"/>
              </a:ext>
            </a:extLst>
          </p:cNvPr>
          <p:cNvPicPr>
            <a:picLocks noChangeAspect="1"/>
          </p:cNvPicPr>
          <p:nvPr/>
        </p:nvPicPr>
        <p:blipFill rotWithShape="1">
          <a:blip r:embed="rId8" cstate="hqprint">
            <a:extLst>
              <a:ext uri="{28A0092B-C50C-407E-A947-70E740481C1C}">
                <a14:useLocalDpi xmlns:a14="http://schemas.microsoft.com/office/drawing/2010/main"/>
              </a:ext>
            </a:extLst>
          </a:blip>
          <a:srcRect l="15521" t="49370" r="2204" b="9188"/>
          <a:stretch>
            <a:fillRect/>
          </a:stretch>
        </p:blipFill>
        <p:spPr bwMode="auto">
          <a:xfrm>
            <a:off x="2923190" y="6117513"/>
            <a:ext cx="2469828" cy="827630"/>
          </a:xfrm>
          <a:prstGeom prst="roundRect">
            <a:avLst>
              <a:gd name="adj" fmla="val 4427"/>
            </a:avLst>
          </a:prstGeom>
          <a:solidFill>
            <a:schemeClr val="bg1"/>
          </a:solidFill>
          <a:extLst>
            <a:ext uri="{53640926-AAD7-44D8-BBD7-CCE9431645EC}">
              <a14:shadowObscured xmlns:a14="http://schemas.microsoft.com/office/drawing/2010/main"/>
            </a:ext>
          </a:extLst>
        </p:spPr>
      </p:pic>
      <p:pic>
        <p:nvPicPr>
          <p:cNvPr id="1030" name="Picture 6" descr="Microsoft Copilot for Service Plan and Pricing | O365CloudExperts">
            <a:extLst>
              <a:ext uri="{FF2B5EF4-FFF2-40B4-BE49-F238E27FC236}">
                <a16:creationId xmlns:a16="http://schemas.microsoft.com/office/drawing/2014/main" id="{0837D082-F184-5A93-F611-04A87BBD665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65383" y="2453165"/>
            <a:ext cx="1279949" cy="1432579"/>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Rounded Corners 13">
            <a:extLst>
              <a:ext uri="{FF2B5EF4-FFF2-40B4-BE49-F238E27FC236}">
                <a16:creationId xmlns:a16="http://schemas.microsoft.com/office/drawing/2014/main" id="{DDE7F84B-2D42-C394-19D2-B0222D46666C}"/>
              </a:ext>
            </a:extLst>
          </p:cNvPr>
          <p:cNvSpPr/>
          <p:nvPr/>
        </p:nvSpPr>
        <p:spPr bwMode="auto">
          <a:xfrm>
            <a:off x="2930304" y="4020311"/>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7" name="TextBox 46">
            <a:extLst>
              <a:ext uri="{FF2B5EF4-FFF2-40B4-BE49-F238E27FC236}">
                <a16:creationId xmlns:a16="http://schemas.microsoft.com/office/drawing/2014/main" id="{2419CD55-7D65-7197-B591-E132E83766C4}"/>
              </a:ext>
            </a:extLst>
          </p:cNvPr>
          <p:cNvSpPr txBox="1"/>
          <p:nvPr/>
        </p:nvSpPr>
        <p:spPr>
          <a:xfrm>
            <a:off x="3064145" y="4041230"/>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Agent platform</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21" name="Rectangle: Rounded Corners 20">
            <a:extLst>
              <a:ext uri="{FF2B5EF4-FFF2-40B4-BE49-F238E27FC236}">
                <a16:creationId xmlns:a16="http://schemas.microsoft.com/office/drawing/2014/main" id="{139EA6E6-5707-56E0-C864-78DDCDAAE854}"/>
              </a:ext>
            </a:extLst>
          </p:cNvPr>
          <p:cNvSpPr/>
          <p:nvPr/>
        </p:nvSpPr>
        <p:spPr bwMode="auto">
          <a:xfrm>
            <a:off x="288619" y="582741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8" name="TextBox 47">
            <a:extLst>
              <a:ext uri="{FF2B5EF4-FFF2-40B4-BE49-F238E27FC236}">
                <a16:creationId xmlns:a16="http://schemas.microsoft.com/office/drawing/2014/main" id="{CB5A2F6B-39D4-38AE-295B-E9F65EF71E7D}"/>
              </a:ext>
            </a:extLst>
          </p:cNvPr>
          <p:cNvSpPr txBox="1"/>
          <p:nvPr/>
        </p:nvSpPr>
        <p:spPr>
          <a:xfrm>
            <a:off x="464688" y="5848332"/>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Model choice</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19" name="Rectangle: Rounded Corners 18">
            <a:extLst>
              <a:ext uri="{FF2B5EF4-FFF2-40B4-BE49-F238E27FC236}">
                <a16:creationId xmlns:a16="http://schemas.microsoft.com/office/drawing/2014/main" id="{ED25C44C-B435-AC30-9476-323229FBB6F1}"/>
              </a:ext>
            </a:extLst>
          </p:cNvPr>
          <p:cNvSpPr/>
          <p:nvPr/>
        </p:nvSpPr>
        <p:spPr bwMode="auto">
          <a:xfrm>
            <a:off x="2925224" y="582741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9" name="TextBox 48">
            <a:extLst>
              <a:ext uri="{FF2B5EF4-FFF2-40B4-BE49-F238E27FC236}">
                <a16:creationId xmlns:a16="http://schemas.microsoft.com/office/drawing/2014/main" id="{829DA8E1-2C1F-B671-6F3C-96744BC4923C}"/>
              </a:ext>
            </a:extLst>
          </p:cNvPr>
          <p:cNvSpPr txBox="1"/>
          <p:nvPr/>
        </p:nvSpPr>
        <p:spPr>
          <a:xfrm>
            <a:off x="2957565" y="5848332"/>
            <a:ext cx="234476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Copilot </a:t>
            </a:r>
            <a:r>
              <a:rPr kumimoji="0" lang="en-US" sz="1021" b="1" i="0" u="none" strike="noStrike" kern="1200" cap="none" spc="0" normalizeH="0" baseline="0" noProof="0" err="1">
                <a:ln>
                  <a:noFill/>
                </a:ln>
                <a:solidFill>
                  <a:srgbClr val="FFFFFF"/>
                </a:solidFill>
                <a:effectLst/>
                <a:uLnTx/>
                <a:uFillTx/>
                <a:latin typeface="Segoe Sans Display" pitchFamily="2" charset="0"/>
                <a:ea typeface="+mn-ea"/>
                <a:cs typeface="Segoe Sans Display" pitchFamily="2" charset="0"/>
              </a:rPr>
              <a:t>Contro</a:t>
            </a: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l system</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28" name="Oval 27">
            <a:extLst>
              <a:ext uri="{FF2B5EF4-FFF2-40B4-BE49-F238E27FC236}">
                <a16:creationId xmlns:a16="http://schemas.microsoft.com/office/drawing/2014/main" id="{57D7657B-FB49-71AB-DBC9-E23C00C4DC9F}"/>
              </a:ext>
            </a:extLst>
          </p:cNvPr>
          <p:cNvSpPr/>
          <p:nvPr/>
        </p:nvSpPr>
        <p:spPr bwMode="auto">
          <a:xfrm rot="5400000">
            <a:off x="433634" y="2564113"/>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31" name="Oval 30">
            <a:extLst>
              <a:ext uri="{FF2B5EF4-FFF2-40B4-BE49-F238E27FC236}">
                <a16:creationId xmlns:a16="http://schemas.microsoft.com/office/drawing/2014/main" id="{45DAB1B1-F0C5-F7A8-3FA2-0729BC8E396E}"/>
              </a:ext>
            </a:extLst>
          </p:cNvPr>
          <p:cNvSpPr/>
          <p:nvPr/>
        </p:nvSpPr>
        <p:spPr bwMode="auto">
          <a:xfrm rot="5400000">
            <a:off x="433634" y="2761866"/>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38" name="Oval 37">
            <a:extLst>
              <a:ext uri="{FF2B5EF4-FFF2-40B4-BE49-F238E27FC236}">
                <a16:creationId xmlns:a16="http://schemas.microsoft.com/office/drawing/2014/main" id="{8888197B-911A-71EA-3511-E84B9E658241}"/>
              </a:ext>
            </a:extLst>
          </p:cNvPr>
          <p:cNvSpPr/>
          <p:nvPr/>
        </p:nvSpPr>
        <p:spPr bwMode="auto">
          <a:xfrm rot="5400000">
            <a:off x="433634" y="2962708"/>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50" name="Oval 49">
            <a:extLst>
              <a:ext uri="{FF2B5EF4-FFF2-40B4-BE49-F238E27FC236}">
                <a16:creationId xmlns:a16="http://schemas.microsoft.com/office/drawing/2014/main" id="{E93AF227-A5CB-98A3-A8F8-754B3015D02B}"/>
              </a:ext>
            </a:extLst>
          </p:cNvPr>
          <p:cNvSpPr/>
          <p:nvPr/>
        </p:nvSpPr>
        <p:spPr bwMode="auto">
          <a:xfrm rot="5400000">
            <a:off x="433634" y="3168367"/>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61" name="Oval 60">
            <a:extLst>
              <a:ext uri="{FF2B5EF4-FFF2-40B4-BE49-F238E27FC236}">
                <a16:creationId xmlns:a16="http://schemas.microsoft.com/office/drawing/2014/main" id="{B02988BA-DDBB-800B-2D22-DE542A838E5E}"/>
              </a:ext>
            </a:extLst>
          </p:cNvPr>
          <p:cNvSpPr/>
          <p:nvPr/>
        </p:nvSpPr>
        <p:spPr bwMode="auto">
          <a:xfrm rot="5400000">
            <a:off x="433634" y="3365892"/>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1024" name="Oval 1023">
            <a:extLst>
              <a:ext uri="{FF2B5EF4-FFF2-40B4-BE49-F238E27FC236}">
                <a16:creationId xmlns:a16="http://schemas.microsoft.com/office/drawing/2014/main" id="{0C42FE4B-C842-F550-88AD-35AC2B5E35B1}"/>
              </a:ext>
            </a:extLst>
          </p:cNvPr>
          <p:cNvSpPr/>
          <p:nvPr/>
        </p:nvSpPr>
        <p:spPr bwMode="auto">
          <a:xfrm rot="5400000">
            <a:off x="433634" y="3563477"/>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grpSp>
        <p:nvGrpSpPr>
          <p:cNvPr id="1063" name="Group 1062">
            <a:extLst>
              <a:ext uri="{FF2B5EF4-FFF2-40B4-BE49-F238E27FC236}">
                <a16:creationId xmlns:a16="http://schemas.microsoft.com/office/drawing/2014/main" id="{6660ECC1-4C46-BF2C-5780-3C94F0C44789}"/>
              </a:ext>
            </a:extLst>
          </p:cNvPr>
          <p:cNvGrpSpPr/>
          <p:nvPr/>
        </p:nvGrpSpPr>
        <p:grpSpPr>
          <a:xfrm>
            <a:off x="697954" y="4432306"/>
            <a:ext cx="1684638" cy="712221"/>
            <a:chOff x="740180" y="5452435"/>
            <a:chExt cx="2310360" cy="976760"/>
          </a:xfrm>
        </p:grpSpPr>
        <p:grpSp>
          <p:nvGrpSpPr>
            <p:cNvPr id="1064" name="Group 1063">
              <a:extLst>
                <a:ext uri="{FF2B5EF4-FFF2-40B4-BE49-F238E27FC236}">
                  <a16:creationId xmlns:a16="http://schemas.microsoft.com/office/drawing/2014/main" id="{01C0C7BE-D653-1442-90E2-C8B6D8FBE711}"/>
                </a:ext>
              </a:extLst>
            </p:cNvPr>
            <p:cNvGrpSpPr/>
            <p:nvPr/>
          </p:nvGrpSpPr>
          <p:grpSpPr>
            <a:xfrm>
              <a:off x="740180" y="5452435"/>
              <a:ext cx="864342" cy="976760"/>
              <a:chOff x="939058" y="4083045"/>
              <a:chExt cx="2354831" cy="2661104"/>
            </a:xfrm>
          </p:grpSpPr>
          <p:sp>
            <p:nvSpPr>
              <p:cNvPr id="1081" name="Rectangle: Rounded Corners 1080">
                <a:extLst>
                  <a:ext uri="{FF2B5EF4-FFF2-40B4-BE49-F238E27FC236}">
                    <a16:creationId xmlns:a16="http://schemas.microsoft.com/office/drawing/2014/main" id="{53878C83-1755-2031-6B73-AEC141B43DE7}"/>
                  </a:ext>
                </a:extLst>
              </p:cNvPr>
              <p:cNvSpPr/>
              <p:nvPr/>
            </p:nvSpPr>
            <p:spPr bwMode="auto">
              <a:xfrm>
                <a:off x="939058" y="4083045"/>
                <a:ext cx="2354831" cy="2354831"/>
              </a:xfrm>
              <a:prstGeom prst="roundRect">
                <a:avLst>
                  <a:gd name="adj" fmla="val 5387"/>
                </a:avLst>
              </a:prstGeom>
              <a:solidFill>
                <a:sysClr val="window" lastClr="FFFFFF">
                  <a:alpha val="11000"/>
                </a:sysClr>
              </a:solidFill>
              <a:ln w="12700">
                <a:gradFill flip="none" rotWithShape="1">
                  <a:gsLst>
                    <a:gs pos="15000">
                      <a:srgbClr val="62D2C1"/>
                    </a:gs>
                    <a:gs pos="31000">
                      <a:srgbClr val="89C1FC"/>
                    </a:gs>
                    <a:gs pos="100000">
                      <a:srgbClr val="F8A64C"/>
                    </a:gs>
                    <a:gs pos="76000">
                      <a:srgbClr val="EB83D6"/>
                    </a:gs>
                  </a:gsLst>
                  <a:lin ang="13500000" scaled="1"/>
                  <a:tileRect/>
                </a:gradFill>
                <a:headEnd type="none" w="med" len="med"/>
                <a:tailEnd type="none" w="med" len="med"/>
              </a:ln>
              <a:effectLst>
                <a:outerShdw blurRad="152400" dist="50800" dir="5400000" algn="ctr" rotWithShape="0">
                  <a:srgbClr val="000000">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90500" tIns="152400" rIns="190500" bIns="15240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71391" rtl="0" eaLnBrk="1" fontAlgn="base" latinLnBrk="0" hangingPunct="1">
                  <a:lnSpc>
                    <a:spcPct val="100000"/>
                  </a:lnSpc>
                  <a:spcBef>
                    <a:spcPct val="0"/>
                  </a:spcBef>
                  <a:spcAft>
                    <a:spcPct val="0"/>
                  </a:spcAft>
                  <a:buClrTx/>
                  <a:buSzTx/>
                  <a:buFontTx/>
                  <a:buNone/>
                  <a:tabLst/>
                  <a:defRPr/>
                </a:pPr>
                <a:endParaRPr kumimoji="0" lang="en-US" sz="2083" b="0" i="0" u="none" strike="noStrike" kern="1200" cap="none" spc="0" normalizeH="0" baseline="0" noProof="0">
                  <a:ln>
                    <a:noFill/>
                  </a:ln>
                  <a:noFill/>
                  <a:effectLst/>
                  <a:uLnTx/>
                  <a:uFillTx/>
                  <a:latin typeface="Segoe UI Variable Display Semib" pitchFamily="2" charset="0"/>
                  <a:ea typeface="+mn-ea"/>
                  <a:cs typeface="Segoe UI" pitchFamily="34" charset="0"/>
                </a:endParaRPr>
              </a:p>
            </p:txBody>
          </p:sp>
          <p:pic>
            <p:nvPicPr>
              <p:cNvPr id="1082" name="Picture 10">
                <a:extLst>
                  <a:ext uri="{FF2B5EF4-FFF2-40B4-BE49-F238E27FC236}">
                    <a16:creationId xmlns:a16="http://schemas.microsoft.com/office/drawing/2014/main" id="{18F36790-2CD4-7F3C-74E5-76386473239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4911" y="4091911"/>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083" name="Picture 8" descr="Microsoft 365 Copilot UI Icon">
                <a:extLst>
                  <a:ext uri="{FF2B5EF4-FFF2-40B4-BE49-F238E27FC236}">
                    <a16:creationId xmlns:a16="http://schemas.microsoft.com/office/drawing/2014/main" id="{9E463DF1-5DF3-84B0-DE5F-C5889FDA182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27755" y="4257874"/>
                <a:ext cx="614960" cy="583288"/>
              </a:xfrm>
              <a:prstGeom prst="rect">
                <a:avLst/>
              </a:prstGeom>
              <a:noFill/>
              <a:extLst>
                <a:ext uri="{909E8E84-426E-40DD-AFC4-6F175D3DCCD1}">
                  <a14:hiddenFill xmlns:a14="http://schemas.microsoft.com/office/drawing/2010/main">
                    <a:solidFill>
                      <a:srgbClr val="FFFFFF"/>
                    </a:solidFill>
                  </a14:hiddenFill>
                </a:ext>
              </a:extLst>
            </p:spPr>
          </p:pic>
          <p:sp>
            <p:nvSpPr>
              <p:cNvPr id="1084" name="TextBox 1083">
                <a:extLst>
                  <a:ext uri="{FF2B5EF4-FFF2-40B4-BE49-F238E27FC236}">
                    <a16:creationId xmlns:a16="http://schemas.microsoft.com/office/drawing/2014/main" id="{4F00A7CA-5C83-22BE-00F6-F74C5423D371}"/>
                  </a:ext>
                </a:extLst>
              </p:cNvPr>
              <p:cNvSpPr txBox="1"/>
              <p:nvPr/>
            </p:nvSpPr>
            <p:spPr>
              <a:xfrm>
                <a:off x="1349563" y="5979426"/>
                <a:ext cx="1487689" cy="764723"/>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365" b="1" i="0" u="none" strike="noStrike" kern="1200" cap="none" spc="0" normalizeH="0" baseline="0" noProof="0">
                    <a:ln>
                      <a:noFill/>
                    </a:ln>
                    <a:solidFill>
                      <a:srgbClr val="000000"/>
                    </a:solidFill>
                    <a:effectLst/>
                    <a:uLnTx/>
                    <a:uFillTx/>
                    <a:latin typeface="Segoe UI"/>
                    <a:ea typeface="+mn-ea"/>
                    <a:cs typeface="+mn-cs"/>
                  </a:rPr>
                  <a:t>You at work</a:t>
                </a:r>
              </a:p>
            </p:txBody>
          </p:sp>
        </p:grpSp>
        <p:grpSp>
          <p:nvGrpSpPr>
            <p:cNvPr id="1065" name="Group 1064">
              <a:extLst>
                <a:ext uri="{FF2B5EF4-FFF2-40B4-BE49-F238E27FC236}">
                  <a16:creationId xmlns:a16="http://schemas.microsoft.com/office/drawing/2014/main" id="{FD3276F2-BBA0-C4AA-8676-25E363176EE9}"/>
                </a:ext>
              </a:extLst>
            </p:cNvPr>
            <p:cNvGrpSpPr/>
            <p:nvPr/>
          </p:nvGrpSpPr>
          <p:grpSpPr>
            <a:xfrm>
              <a:off x="1604522" y="5574713"/>
              <a:ext cx="907112" cy="624417"/>
              <a:chOff x="1604522" y="5574713"/>
              <a:chExt cx="655735" cy="624417"/>
            </a:xfrm>
          </p:grpSpPr>
          <p:cxnSp>
            <p:nvCxnSpPr>
              <p:cNvPr id="1079" name="Straight Connector 1078">
                <a:extLst>
                  <a:ext uri="{FF2B5EF4-FFF2-40B4-BE49-F238E27FC236}">
                    <a16:creationId xmlns:a16="http://schemas.microsoft.com/office/drawing/2014/main" id="{C5B765CB-B99C-E173-97F5-4D168A897849}"/>
                  </a:ext>
                </a:extLst>
              </p:cNvPr>
              <p:cNvCxnSpPr>
                <a:cxnSpLocks/>
              </p:cNvCxnSpPr>
              <p:nvPr/>
            </p:nvCxnSpPr>
            <p:spPr>
              <a:xfrm flipH="1">
                <a:off x="1604522" y="6199130"/>
                <a:ext cx="655735" cy="0"/>
              </a:xfrm>
              <a:prstGeom prst="line">
                <a:avLst/>
              </a:prstGeom>
              <a:ln w="9525">
                <a:solidFill>
                  <a:srgbClr val="61D0B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cxnSp>
            <p:nvCxnSpPr>
              <p:cNvPr id="1080" name="Straight Connector 1079">
                <a:extLst>
                  <a:ext uri="{FF2B5EF4-FFF2-40B4-BE49-F238E27FC236}">
                    <a16:creationId xmlns:a16="http://schemas.microsoft.com/office/drawing/2014/main" id="{4F67A21E-7E21-B27E-448B-090BBBD346DA}"/>
                  </a:ext>
                </a:extLst>
              </p:cNvPr>
              <p:cNvCxnSpPr>
                <a:cxnSpLocks/>
              </p:cNvCxnSpPr>
              <p:nvPr/>
            </p:nvCxnSpPr>
            <p:spPr>
              <a:xfrm flipH="1">
                <a:off x="1604522" y="5574713"/>
                <a:ext cx="655735" cy="0"/>
              </a:xfrm>
              <a:prstGeom prst="line">
                <a:avLst/>
              </a:prstGeom>
              <a:ln w="9525">
                <a:solidFill>
                  <a:srgbClr val="A6ADE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cxnSp>
          <p:nvCxnSpPr>
            <p:cNvPr id="1066" name="Straight Connector 1065">
              <a:extLst>
                <a:ext uri="{FF2B5EF4-FFF2-40B4-BE49-F238E27FC236}">
                  <a16:creationId xmlns:a16="http://schemas.microsoft.com/office/drawing/2014/main" id="{25A7CCF6-50E6-BF83-AB71-606558B3E57D}"/>
                </a:ext>
              </a:extLst>
            </p:cNvPr>
            <p:cNvCxnSpPr>
              <a:cxnSpLocks/>
            </p:cNvCxnSpPr>
            <p:nvPr/>
          </p:nvCxnSpPr>
          <p:spPr>
            <a:xfrm flipH="1">
              <a:off x="1604522" y="5894330"/>
              <a:ext cx="446528" cy="0"/>
            </a:xfrm>
            <a:prstGeom prst="line">
              <a:avLst/>
            </a:prstGeom>
            <a:ln w="9525">
              <a:solidFill>
                <a:srgbClr val="82C4F1"/>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nvGrpSpPr>
            <p:cNvPr id="1067" name="Group 1066">
              <a:extLst>
                <a:ext uri="{FF2B5EF4-FFF2-40B4-BE49-F238E27FC236}">
                  <a16:creationId xmlns:a16="http://schemas.microsoft.com/office/drawing/2014/main" id="{C749026A-2B2C-E07C-67EA-6795570664D3}"/>
                </a:ext>
              </a:extLst>
            </p:cNvPr>
            <p:cNvGrpSpPr/>
            <p:nvPr/>
          </p:nvGrpSpPr>
          <p:grpSpPr>
            <a:xfrm>
              <a:off x="2346143" y="5458784"/>
              <a:ext cx="704397" cy="333836"/>
              <a:chOff x="2229303" y="5458784"/>
              <a:chExt cx="704397" cy="333836"/>
            </a:xfrm>
          </p:grpSpPr>
          <p:sp>
            <p:nvSpPr>
              <p:cNvPr id="1076" name="Rectangle: Rounded Corners 1075">
                <a:extLst>
                  <a:ext uri="{FF2B5EF4-FFF2-40B4-BE49-F238E27FC236}">
                    <a16:creationId xmlns:a16="http://schemas.microsoft.com/office/drawing/2014/main" id="{C2A62E4C-8946-49B2-F00F-25CA2E0FBD14}"/>
                  </a:ext>
                </a:extLst>
              </p:cNvPr>
              <p:cNvSpPr/>
              <p:nvPr/>
            </p:nvSpPr>
            <p:spPr bwMode="auto">
              <a:xfrm>
                <a:off x="2229303" y="5458784"/>
                <a:ext cx="704397" cy="244409"/>
              </a:xfrm>
              <a:prstGeom prst="roundRect">
                <a:avLst>
                  <a:gd name="adj" fmla="val 17596"/>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077" name="Picture 18" descr="A blue and purple clock with a black background&#10;&#10;AI-generated content may be incorrect.">
                <a:extLst>
                  <a:ext uri="{FF2B5EF4-FFF2-40B4-BE49-F238E27FC236}">
                    <a16:creationId xmlns:a16="http://schemas.microsoft.com/office/drawing/2014/main" id="{DB947B14-58F0-F031-9A4F-28EA42D7B04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84845" y="5496005"/>
                <a:ext cx="166255" cy="166255"/>
              </a:xfrm>
              <a:prstGeom prst="rect">
                <a:avLst/>
              </a:prstGeom>
              <a:noFill/>
              <a:extLst>
                <a:ext uri="{909E8E84-426E-40DD-AFC4-6F175D3DCCD1}">
                  <a14:hiddenFill xmlns:a14="http://schemas.microsoft.com/office/drawing/2010/main">
                    <a:solidFill>
                      <a:srgbClr val="FFFFFF"/>
                    </a:solidFill>
                  </a14:hiddenFill>
                </a:ext>
              </a:extLst>
            </p:spPr>
          </p:pic>
          <p:sp>
            <p:nvSpPr>
              <p:cNvPr id="1078" name="TextBox 1077">
                <a:extLst>
                  <a:ext uri="{FF2B5EF4-FFF2-40B4-BE49-F238E27FC236}">
                    <a16:creationId xmlns:a16="http://schemas.microsoft.com/office/drawing/2014/main" id="{55880586-128A-F276-4E99-8451604752EA}"/>
                  </a:ext>
                </a:extLst>
              </p:cNvPr>
              <p:cNvSpPr txBox="1"/>
              <p:nvPr/>
            </p:nvSpPr>
            <p:spPr>
              <a:xfrm>
                <a:off x="2397169" y="5481151"/>
                <a:ext cx="509544" cy="311469"/>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solidFill>
                      <a:srgbClr val="000000"/>
                    </a:solidFill>
                    <a:effectLst/>
                    <a:uLnTx/>
                    <a:uFillTx/>
                    <a:latin typeface="Segoe UI Semibold"/>
                    <a:ea typeface="+mn-ea"/>
                    <a:cs typeface="+mn-cs"/>
                  </a:rPr>
                  <a:t>Memory​</a:t>
                </a:r>
              </a:p>
            </p:txBody>
          </p:sp>
        </p:grpSp>
        <p:grpSp>
          <p:nvGrpSpPr>
            <p:cNvPr id="1068" name="Group 1067">
              <a:extLst>
                <a:ext uri="{FF2B5EF4-FFF2-40B4-BE49-F238E27FC236}">
                  <a16:creationId xmlns:a16="http://schemas.microsoft.com/office/drawing/2014/main" id="{43B3EF8B-E6AE-7F20-2044-7E182F087723}"/>
                </a:ext>
              </a:extLst>
            </p:cNvPr>
            <p:cNvGrpSpPr/>
            <p:nvPr/>
          </p:nvGrpSpPr>
          <p:grpSpPr>
            <a:xfrm>
              <a:off x="1830270" y="5767854"/>
              <a:ext cx="741894" cy="338215"/>
              <a:chOff x="1713430" y="5767854"/>
              <a:chExt cx="741894" cy="338215"/>
            </a:xfrm>
          </p:grpSpPr>
          <p:sp>
            <p:nvSpPr>
              <p:cNvPr id="1073" name="Rectangle: Rounded Corners 1072">
                <a:extLst>
                  <a:ext uri="{FF2B5EF4-FFF2-40B4-BE49-F238E27FC236}">
                    <a16:creationId xmlns:a16="http://schemas.microsoft.com/office/drawing/2014/main" id="{8C3E9872-4EEC-E378-DB74-696DFB8B20F5}"/>
                  </a:ext>
                </a:extLst>
              </p:cNvPr>
              <p:cNvSpPr/>
              <p:nvPr/>
            </p:nvSpPr>
            <p:spPr bwMode="auto">
              <a:xfrm>
                <a:off x="1713430" y="5767854"/>
                <a:ext cx="704397" cy="244409"/>
              </a:xfrm>
              <a:prstGeom prst="roundRect">
                <a:avLst>
                  <a:gd name="adj" fmla="val 1846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074" name="Picture 16">
                <a:extLst>
                  <a:ext uri="{FF2B5EF4-FFF2-40B4-BE49-F238E27FC236}">
                    <a16:creationId xmlns:a16="http://schemas.microsoft.com/office/drawing/2014/main" id="{8CEA79F4-9183-0D44-8447-9F1D100658E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85919" y="5814001"/>
                <a:ext cx="160845" cy="160845"/>
              </a:xfrm>
              <a:prstGeom prst="rect">
                <a:avLst/>
              </a:prstGeom>
              <a:noFill/>
              <a:extLst>
                <a:ext uri="{909E8E84-426E-40DD-AFC4-6F175D3DCCD1}">
                  <a14:hiddenFill xmlns:a14="http://schemas.microsoft.com/office/drawing/2010/main">
                    <a:solidFill>
                      <a:srgbClr val="FFFFFF"/>
                    </a:solidFill>
                  </a14:hiddenFill>
                </a:ext>
              </a:extLst>
            </p:spPr>
          </p:pic>
          <p:sp>
            <p:nvSpPr>
              <p:cNvPr id="1075" name="TextBox 1074">
                <a:extLst>
                  <a:ext uri="{FF2B5EF4-FFF2-40B4-BE49-F238E27FC236}">
                    <a16:creationId xmlns:a16="http://schemas.microsoft.com/office/drawing/2014/main" id="{557D5DDB-7AB9-C555-3BCD-45D9AFDE0D56}"/>
                  </a:ext>
                </a:extLst>
              </p:cNvPr>
              <p:cNvSpPr txBox="1"/>
              <p:nvPr/>
            </p:nvSpPr>
            <p:spPr>
              <a:xfrm>
                <a:off x="1909267" y="5794600"/>
                <a:ext cx="546057" cy="311469"/>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solidFill>
                      <a:srgbClr val="000000"/>
                    </a:solidFill>
                    <a:effectLst/>
                    <a:uLnTx/>
                    <a:uFillTx/>
                    <a:latin typeface="Segoe UI Semibold"/>
                    <a:ea typeface="+mn-ea"/>
                    <a:cs typeface="+mn-cs"/>
                  </a:rPr>
                  <a:t>Inference</a:t>
                </a:r>
              </a:p>
            </p:txBody>
          </p:sp>
        </p:grpSp>
        <p:grpSp>
          <p:nvGrpSpPr>
            <p:cNvPr id="1069" name="Group 1068">
              <a:extLst>
                <a:ext uri="{FF2B5EF4-FFF2-40B4-BE49-F238E27FC236}">
                  <a16:creationId xmlns:a16="http://schemas.microsoft.com/office/drawing/2014/main" id="{6526F57E-2A7F-CF38-F076-48C557B21638}"/>
                </a:ext>
              </a:extLst>
            </p:cNvPr>
            <p:cNvGrpSpPr/>
            <p:nvPr/>
          </p:nvGrpSpPr>
          <p:grpSpPr>
            <a:xfrm>
              <a:off x="2420356" y="6076925"/>
              <a:ext cx="629238" cy="337362"/>
              <a:chOff x="2303516" y="6076925"/>
              <a:chExt cx="629238" cy="337362"/>
            </a:xfrm>
          </p:grpSpPr>
          <p:sp>
            <p:nvSpPr>
              <p:cNvPr id="1070" name="Rectangle: Rounded Corners 1069">
                <a:extLst>
                  <a:ext uri="{FF2B5EF4-FFF2-40B4-BE49-F238E27FC236}">
                    <a16:creationId xmlns:a16="http://schemas.microsoft.com/office/drawing/2014/main" id="{E1295FDA-0513-AD2D-626C-27BD90968213}"/>
                  </a:ext>
                </a:extLst>
              </p:cNvPr>
              <p:cNvSpPr/>
              <p:nvPr/>
            </p:nvSpPr>
            <p:spPr bwMode="auto">
              <a:xfrm>
                <a:off x="2303516" y="6076925"/>
                <a:ext cx="629238" cy="244409"/>
              </a:xfrm>
              <a:prstGeom prst="roundRect">
                <a:avLst>
                  <a:gd name="adj" fmla="val 19328"/>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071" name="Picture 14">
                <a:extLst>
                  <a:ext uri="{FF2B5EF4-FFF2-40B4-BE49-F238E27FC236}">
                    <a16:creationId xmlns:a16="http://schemas.microsoft.com/office/drawing/2014/main" id="{B1D77B5F-09FC-A4BB-165E-F7E4109E1E7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72784" y="6121893"/>
                <a:ext cx="154473" cy="154473"/>
              </a:xfrm>
              <a:prstGeom prst="rect">
                <a:avLst/>
              </a:prstGeom>
              <a:noFill/>
              <a:extLst>
                <a:ext uri="{909E8E84-426E-40DD-AFC4-6F175D3DCCD1}">
                  <a14:hiddenFill xmlns:a14="http://schemas.microsoft.com/office/drawing/2010/main">
                    <a:solidFill>
                      <a:srgbClr val="FFFFFF"/>
                    </a:solidFill>
                  </a14:hiddenFill>
                </a:ext>
              </a:extLst>
            </p:spPr>
          </p:pic>
          <p:sp>
            <p:nvSpPr>
              <p:cNvPr id="1072" name="TextBox 1071">
                <a:extLst>
                  <a:ext uri="{FF2B5EF4-FFF2-40B4-BE49-F238E27FC236}">
                    <a16:creationId xmlns:a16="http://schemas.microsoft.com/office/drawing/2014/main" id="{D659C0B6-A906-EB0F-664E-90B3669ACC21}"/>
                  </a:ext>
                </a:extLst>
              </p:cNvPr>
              <p:cNvSpPr txBox="1"/>
              <p:nvPr/>
            </p:nvSpPr>
            <p:spPr>
              <a:xfrm>
                <a:off x="2475888" y="6102818"/>
                <a:ext cx="388603" cy="311469"/>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solidFill>
                      <a:srgbClr val="000000"/>
                    </a:solidFill>
                    <a:effectLst/>
                    <a:uLnTx/>
                    <a:uFillTx/>
                    <a:latin typeface="Segoe UI Semibold"/>
                    <a:ea typeface="+mn-ea"/>
                    <a:cs typeface="+mn-cs"/>
                  </a:rPr>
                  <a:t>Data</a:t>
                </a:r>
              </a:p>
            </p:txBody>
          </p:sp>
        </p:grpSp>
      </p:grpSp>
      <p:sp>
        <p:nvSpPr>
          <p:cNvPr id="17" name="Rectangle: Rounded Corners 16">
            <a:extLst>
              <a:ext uri="{FF2B5EF4-FFF2-40B4-BE49-F238E27FC236}">
                <a16:creationId xmlns:a16="http://schemas.microsoft.com/office/drawing/2014/main" id="{A7CEF533-0DD4-D7A3-24B1-72BDF1A9FA36}"/>
              </a:ext>
            </a:extLst>
          </p:cNvPr>
          <p:cNvSpPr/>
          <p:nvPr/>
        </p:nvSpPr>
        <p:spPr bwMode="auto">
          <a:xfrm>
            <a:off x="293699" y="4020311"/>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6" name="TextBox 45">
            <a:extLst>
              <a:ext uri="{FF2B5EF4-FFF2-40B4-BE49-F238E27FC236}">
                <a16:creationId xmlns:a16="http://schemas.microsoft.com/office/drawing/2014/main" id="{4169FACE-5745-529E-369A-99582803E132}"/>
              </a:ext>
            </a:extLst>
          </p:cNvPr>
          <p:cNvSpPr txBox="1"/>
          <p:nvPr/>
        </p:nvSpPr>
        <p:spPr>
          <a:xfrm>
            <a:off x="464688" y="4041230"/>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Powered by Work IQ</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1086" name="AutoShape 22">
            <a:extLst>
              <a:ext uri="{FF2B5EF4-FFF2-40B4-BE49-F238E27FC236}">
                <a16:creationId xmlns:a16="http://schemas.microsoft.com/office/drawing/2014/main" id="{6991701A-69FC-C536-2005-7B24A9924467}"/>
              </a:ext>
            </a:extLst>
          </p:cNvPr>
          <p:cNvSpPr>
            <a:spLocks noChangeAspect="1" noChangeArrowheads="1"/>
          </p:cNvSpPr>
          <p:nvPr/>
        </p:nvSpPr>
        <p:spPr bwMode="auto">
          <a:xfrm>
            <a:off x="2722562" y="3972378"/>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p>
            <a:pPr marL="0" marR="0" lvl="0" indent="0" algn="l" defTabSz="333390"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88" name="AutoShape 26">
            <a:extLst>
              <a:ext uri="{FF2B5EF4-FFF2-40B4-BE49-F238E27FC236}">
                <a16:creationId xmlns:a16="http://schemas.microsoft.com/office/drawing/2014/main" id="{9D0AB35B-54D5-7128-9B9E-DD4BEC90CBFA}"/>
              </a:ext>
            </a:extLst>
          </p:cNvPr>
          <p:cNvSpPr>
            <a:spLocks noChangeAspect="1" noChangeArrowheads="1"/>
          </p:cNvSpPr>
          <p:nvPr/>
        </p:nvSpPr>
        <p:spPr bwMode="auto">
          <a:xfrm>
            <a:off x="-525825" y="3278549"/>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p>
            <a:pPr marL="0" marR="0" lvl="0" indent="0" algn="l" defTabSz="333390"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89" name="Graphic 65" descr="Icon of a monitor with a keyboard">
            <a:extLst>
              <a:ext uri="{FF2B5EF4-FFF2-40B4-BE49-F238E27FC236}">
                <a16:creationId xmlns:a16="http://schemas.microsoft.com/office/drawing/2014/main" id="{9C6B0F1F-EFF5-B613-1F8A-5B3902392B5C}"/>
              </a:ext>
            </a:extLst>
          </p:cNvPr>
          <p:cNvSpPr>
            <a:spLocks/>
          </p:cNvSpPr>
          <p:nvPr/>
        </p:nvSpPr>
        <p:spPr>
          <a:xfrm>
            <a:off x="475270" y="3409685"/>
            <a:ext cx="68444" cy="65185"/>
          </a:xfrm>
          <a:custGeom>
            <a:avLst/>
            <a:gdLst>
              <a:gd name="connsiteX0" fmla="*/ 44996 w 200025"/>
              <a:gd name="connsiteY0" fmla="*/ 180975 h 190500"/>
              <a:gd name="connsiteX1" fmla="*/ 69056 w 200025"/>
              <a:gd name="connsiteY1" fmla="*/ 180975 h 190500"/>
              <a:gd name="connsiteX2" fmla="*/ 66675 w 200025"/>
              <a:gd name="connsiteY2" fmla="*/ 169069 h 190500"/>
              <a:gd name="connsiteX3" fmla="*/ 66675 w 200025"/>
              <a:gd name="connsiteY3" fmla="*/ 116681 h 190500"/>
              <a:gd name="connsiteX4" fmla="*/ 97631 w 200025"/>
              <a:gd name="connsiteY4" fmla="*/ 85725 h 190500"/>
              <a:gd name="connsiteX5" fmla="*/ 178594 w 200025"/>
              <a:gd name="connsiteY5" fmla="*/ 85725 h 190500"/>
              <a:gd name="connsiteX6" fmla="*/ 190490 w 200025"/>
              <a:gd name="connsiteY6" fmla="*/ 88097 h 190500"/>
              <a:gd name="connsiteX7" fmla="*/ 190490 w 200025"/>
              <a:gd name="connsiteY7" fmla="*/ 21431 h 190500"/>
              <a:gd name="connsiteX8" fmla="*/ 190443 w 200025"/>
              <a:gd name="connsiteY8" fmla="*/ 19964 h 190500"/>
              <a:gd name="connsiteX9" fmla="*/ 169059 w 200025"/>
              <a:gd name="connsiteY9" fmla="*/ 0 h 190500"/>
              <a:gd name="connsiteX10" fmla="*/ 21431 w 200025"/>
              <a:gd name="connsiteY10" fmla="*/ 0 h 190500"/>
              <a:gd name="connsiteX11" fmla="*/ 19964 w 200025"/>
              <a:gd name="connsiteY11" fmla="*/ 48 h 190500"/>
              <a:gd name="connsiteX12" fmla="*/ 0 w 200025"/>
              <a:gd name="connsiteY12" fmla="*/ 21431 h 190500"/>
              <a:gd name="connsiteX13" fmla="*/ 0 w 200025"/>
              <a:gd name="connsiteY13" fmla="*/ 121463 h 190500"/>
              <a:gd name="connsiteX14" fmla="*/ 48 w 200025"/>
              <a:gd name="connsiteY14" fmla="*/ 122930 h 190500"/>
              <a:gd name="connsiteX15" fmla="*/ 20460 w 200025"/>
              <a:gd name="connsiteY15" fmla="*/ 142875 h 190500"/>
              <a:gd name="connsiteX16" fmla="*/ 19050 w 200025"/>
              <a:gd name="connsiteY16" fmla="*/ 142875 h 190500"/>
              <a:gd name="connsiteX17" fmla="*/ 19050 w 200025"/>
              <a:gd name="connsiteY17" fmla="*/ 142894 h 190500"/>
              <a:gd name="connsiteX18" fmla="*/ 52378 w 200025"/>
              <a:gd name="connsiteY18" fmla="*/ 142894 h 190500"/>
              <a:gd name="connsiteX19" fmla="*/ 52378 w 200025"/>
              <a:gd name="connsiteY19" fmla="*/ 166688 h 190500"/>
              <a:gd name="connsiteX20" fmla="*/ 35719 w 200025"/>
              <a:gd name="connsiteY20" fmla="*/ 166688 h 190500"/>
              <a:gd name="connsiteX21" fmla="*/ 34747 w 200025"/>
              <a:gd name="connsiteY21" fmla="*/ 166754 h 190500"/>
              <a:gd name="connsiteX22" fmla="*/ 28614 w 200025"/>
              <a:gd name="connsiteY22" fmla="*/ 174783 h 190500"/>
              <a:gd name="connsiteX23" fmla="*/ 35471 w 200025"/>
              <a:gd name="connsiteY23" fmla="*/ 180975 h 190500"/>
              <a:gd name="connsiteX24" fmla="*/ 44996 w 200025"/>
              <a:gd name="connsiteY24" fmla="*/ 180975 h 190500"/>
              <a:gd name="connsiteX25" fmla="*/ 76200 w 200025"/>
              <a:gd name="connsiteY25" fmla="*/ 116681 h 190500"/>
              <a:gd name="connsiteX26" fmla="*/ 97631 w 200025"/>
              <a:gd name="connsiteY26" fmla="*/ 95250 h 190500"/>
              <a:gd name="connsiteX27" fmla="*/ 178594 w 200025"/>
              <a:gd name="connsiteY27" fmla="*/ 95250 h 190500"/>
              <a:gd name="connsiteX28" fmla="*/ 200025 w 200025"/>
              <a:gd name="connsiteY28" fmla="*/ 116681 h 190500"/>
              <a:gd name="connsiteX29" fmla="*/ 200025 w 200025"/>
              <a:gd name="connsiteY29" fmla="*/ 169069 h 190500"/>
              <a:gd name="connsiteX30" fmla="*/ 178594 w 200025"/>
              <a:gd name="connsiteY30" fmla="*/ 190500 h 190500"/>
              <a:gd name="connsiteX31" fmla="*/ 97631 w 200025"/>
              <a:gd name="connsiteY31" fmla="*/ 190500 h 190500"/>
              <a:gd name="connsiteX32" fmla="*/ 76200 w 200025"/>
              <a:gd name="connsiteY32" fmla="*/ 169069 h 190500"/>
              <a:gd name="connsiteX33" fmla="*/ 76200 w 200025"/>
              <a:gd name="connsiteY33" fmla="*/ 116681 h 190500"/>
              <a:gd name="connsiteX34" fmla="*/ 114300 w 200025"/>
              <a:gd name="connsiteY34" fmla="*/ 119063 h 190500"/>
              <a:gd name="connsiteX35" fmla="*/ 107156 w 200025"/>
              <a:gd name="connsiteY35" fmla="*/ 111919 h 190500"/>
              <a:gd name="connsiteX36" fmla="*/ 100013 w 200025"/>
              <a:gd name="connsiteY36" fmla="*/ 119063 h 190500"/>
              <a:gd name="connsiteX37" fmla="*/ 107156 w 200025"/>
              <a:gd name="connsiteY37" fmla="*/ 126206 h 190500"/>
              <a:gd name="connsiteX38" fmla="*/ 114300 w 200025"/>
              <a:gd name="connsiteY38" fmla="*/ 119063 h 190500"/>
              <a:gd name="connsiteX39" fmla="*/ 147638 w 200025"/>
              <a:gd name="connsiteY39" fmla="*/ 119063 h 190500"/>
              <a:gd name="connsiteX40" fmla="*/ 140494 w 200025"/>
              <a:gd name="connsiteY40" fmla="*/ 111919 h 190500"/>
              <a:gd name="connsiteX41" fmla="*/ 133350 w 200025"/>
              <a:gd name="connsiteY41" fmla="*/ 119063 h 190500"/>
              <a:gd name="connsiteX42" fmla="*/ 140494 w 200025"/>
              <a:gd name="connsiteY42" fmla="*/ 126206 h 190500"/>
              <a:gd name="connsiteX43" fmla="*/ 147638 w 200025"/>
              <a:gd name="connsiteY43" fmla="*/ 119063 h 190500"/>
              <a:gd name="connsiteX44" fmla="*/ 171450 w 200025"/>
              <a:gd name="connsiteY44" fmla="*/ 126206 h 190500"/>
              <a:gd name="connsiteX45" fmla="*/ 178594 w 200025"/>
              <a:gd name="connsiteY45" fmla="*/ 119063 h 190500"/>
              <a:gd name="connsiteX46" fmla="*/ 171450 w 200025"/>
              <a:gd name="connsiteY46" fmla="*/ 111919 h 190500"/>
              <a:gd name="connsiteX47" fmla="*/ 164306 w 200025"/>
              <a:gd name="connsiteY47" fmla="*/ 119063 h 190500"/>
              <a:gd name="connsiteX48" fmla="*/ 171450 w 200025"/>
              <a:gd name="connsiteY48" fmla="*/ 126206 h 190500"/>
              <a:gd name="connsiteX49" fmla="*/ 164306 w 200025"/>
              <a:gd name="connsiteY49" fmla="*/ 142875 h 190500"/>
              <a:gd name="connsiteX50" fmla="*/ 157163 w 200025"/>
              <a:gd name="connsiteY50" fmla="*/ 135731 h 190500"/>
              <a:gd name="connsiteX51" fmla="*/ 150019 w 200025"/>
              <a:gd name="connsiteY51" fmla="*/ 142875 h 190500"/>
              <a:gd name="connsiteX52" fmla="*/ 157163 w 200025"/>
              <a:gd name="connsiteY52" fmla="*/ 150019 h 190500"/>
              <a:gd name="connsiteX53" fmla="*/ 164306 w 200025"/>
              <a:gd name="connsiteY53" fmla="*/ 142875 h 190500"/>
              <a:gd name="connsiteX54" fmla="*/ 123825 w 200025"/>
              <a:gd name="connsiteY54" fmla="*/ 150019 h 190500"/>
              <a:gd name="connsiteX55" fmla="*/ 130969 w 200025"/>
              <a:gd name="connsiteY55" fmla="*/ 142875 h 190500"/>
              <a:gd name="connsiteX56" fmla="*/ 123825 w 200025"/>
              <a:gd name="connsiteY56" fmla="*/ 135731 h 190500"/>
              <a:gd name="connsiteX57" fmla="*/ 116681 w 200025"/>
              <a:gd name="connsiteY57" fmla="*/ 142875 h 190500"/>
              <a:gd name="connsiteX58" fmla="*/ 123825 w 200025"/>
              <a:gd name="connsiteY58" fmla="*/ 150019 h 190500"/>
              <a:gd name="connsiteX59" fmla="*/ 104775 w 200025"/>
              <a:gd name="connsiteY59" fmla="*/ 169069 h 190500"/>
              <a:gd name="connsiteX60" fmla="*/ 111919 w 200025"/>
              <a:gd name="connsiteY60" fmla="*/ 176213 h 190500"/>
              <a:gd name="connsiteX61" fmla="*/ 164306 w 200025"/>
              <a:gd name="connsiteY61" fmla="*/ 176213 h 190500"/>
              <a:gd name="connsiteX62" fmla="*/ 171450 w 200025"/>
              <a:gd name="connsiteY62" fmla="*/ 169069 h 190500"/>
              <a:gd name="connsiteX63" fmla="*/ 164306 w 200025"/>
              <a:gd name="connsiteY63" fmla="*/ 161925 h 190500"/>
              <a:gd name="connsiteX64" fmla="*/ 111919 w 200025"/>
              <a:gd name="connsiteY64" fmla="*/ 161925 h 190500"/>
              <a:gd name="connsiteX65" fmla="*/ 104775 w 200025"/>
              <a:gd name="connsiteY65" fmla="*/ 16906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200025" h="190500">
                <a:moveTo>
                  <a:pt x="44996" y="180975"/>
                </a:moveTo>
                <a:lnTo>
                  <a:pt x="69056" y="180975"/>
                </a:lnTo>
                <a:cubicBezTo>
                  <a:pt x="67482" y="177203"/>
                  <a:pt x="66672" y="173156"/>
                  <a:pt x="66675" y="169069"/>
                </a:cubicBezTo>
                <a:lnTo>
                  <a:pt x="66675" y="116681"/>
                </a:lnTo>
                <a:cubicBezTo>
                  <a:pt x="66675" y="99585"/>
                  <a:pt x="80535" y="85725"/>
                  <a:pt x="97631" y="85725"/>
                </a:cubicBezTo>
                <a:lnTo>
                  <a:pt x="178594" y="85725"/>
                </a:lnTo>
                <a:cubicBezTo>
                  <a:pt x="182804" y="85725"/>
                  <a:pt x="186823" y="86563"/>
                  <a:pt x="190490" y="88097"/>
                </a:cubicBezTo>
                <a:lnTo>
                  <a:pt x="190490" y="21431"/>
                </a:lnTo>
                <a:lnTo>
                  <a:pt x="190443" y="19964"/>
                </a:lnTo>
                <a:cubicBezTo>
                  <a:pt x="189671" y="8723"/>
                  <a:pt x="180327" y="-1"/>
                  <a:pt x="169059" y="0"/>
                </a:cubicBezTo>
                <a:lnTo>
                  <a:pt x="21431" y="0"/>
                </a:lnTo>
                <a:lnTo>
                  <a:pt x="19964" y="48"/>
                </a:lnTo>
                <a:cubicBezTo>
                  <a:pt x="8723" y="819"/>
                  <a:pt x="-1" y="10163"/>
                  <a:pt x="0" y="21431"/>
                </a:cubicBezTo>
                <a:lnTo>
                  <a:pt x="0" y="121463"/>
                </a:lnTo>
                <a:lnTo>
                  <a:pt x="48" y="122930"/>
                </a:lnTo>
                <a:cubicBezTo>
                  <a:pt x="792" y="133801"/>
                  <a:pt x="9575" y="142383"/>
                  <a:pt x="20460" y="142875"/>
                </a:cubicBezTo>
                <a:lnTo>
                  <a:pt x="19050" y="142875"/>
                </a:lnTo>
                <a:lnTo>
                  <a:pt x="19050" y="142894"/>
                </a:lnTo>
                <a:lnTo>
                  <a:pt x="52378" y="142894"/>
                </a:lnTo>
                <a:lnTo>
                  <a:pt x="52378" y="166688"/>
                </a:lnTo>
                <a:lnTo>
                  <a:pt x="35719" y="166688"/>
                </a:lnTo>
                <a:lnTo>
                  <a:pt x="34747" y="166754"/>
                </a:lnTo>
                <a:cubicBezTo>
                  <a:pt x="30837" y="167278"/>
                  <a:pt x="28091" y="170872"/>
                  <a:pt x="28614" y="174783"/>
                </a:cubicBezTo>
                <a:cubicBezTo>
                  <a:pt x="29078" y="178246"/>
                  <a:pt x="31979" y="180865"/>
                  <a:pt x="35471" y="180975"/>
                </a:cubicBezTo>
                <a:lnTo>
                  <a:pt x="44996" y="180975"/>
                </a:lnTo>
                <a:close/>
                <a:moveTo>
                  <a:pt x="76200" y="116681"/>
                </a:moveTo>
                <a:cubicBezTo>
                  <a:pt x="76200" y="104845"/>
                  <a:pt x="85795" y="95250"/>
                  <a:pt x="97631" y="95250"/>
                </a:cubicBezTo>
                <a:lnTo>
                  <a:pt x="178594" y="95250"/>
                </a:lnTo>
                <a:cubicBezTo>
                  <a:pt x="190430" y="95250"/>
                  <a:pt x="200025" y="104845"/>
                  <a:pt x="200025" y="116681"/>
                </a:cubicBezTo>
                <a:lnTo>
                  <a:pt x="200025" y="169069"/>
                </a:lnTo>
                <a:cubicBezTo>
                  <a:pt x="200025" y="180905"/>
                  <a:pt x="190430" y="190500"/>
                  <a:pt x="178594" y="190500"/>
                </a:cubicBezTo>
                <a:lnTo>
                  <a:pt x="97631" y="190500"/>
                </a:lnTo>
                <a:cubicBezTo>
                  <a:pt x="85795" y="190500"/>
                  <a:pt x="76200" y="180905"/>
                  <a:pt x="76200" y="169069"/>
                </a:cubicBezTo>
                <a:lnTo>
                  <a:pt x="76200" y="116681"/>
                </a:lnTo>
                <a:close/>
                <a:moveTo>
                  <a:pt x="114300" y="119063"/>
                </a:moveTo>
                <a:cubicBezTo>
                  <a:pt x="114300" y="115117"/>
                  <a:pt x="111102" y="111919"/>
                  <a:pt x="107156" y="111919"/>
                </a:cubicBezTo>
                <a:cubicBezTo>
                  <a:pt x="103211" y="111919"/>
                  <a:pt x="100013" y="115117"/>
                  <a:pt x="100013" y="119063"/>
                </a:cubicBezTo>
                <a:cubicBezTo>
                  <a:pt x="100013" y="123008"/>
                  <a:pt x="103211" y="126206"/>
                  <a:pt x="107156" y="126206"/>
                </a:cubicBezTo>
                <a:cubicBezTo>
                  <a:pt x="111102" y="126206"/>
                  <a:pt x="114300" y="123008"/>
                  <a:pt x="114300" y="119063"/>
                </a:cubicBezTo>
                <a:close/>
                <a:moveTo>
                  <a:pt x="147638" y="119063"/>
                </a:moveTo>
                <a:cubicBezTo>
                  <a:pt x="147638" y="115117"/>
                  <a:pt x="144439" y="111919"/>
                  <a:pt x="140494" y="111919"/>
                </a:cubicBezTo>
                <a:cubicBezTo>
                  <a:pt x="136549" y="111919"/>
                  <a:pt x="133350" y="115117"/>
                  <a:pt x="133350" y="119063"/>
                </a:cubicBezTo>
                <a:cubicBezTo>
                  <a:pt x="133350" y="123008"/>
                  <a:pt x="136549" y="126206"/>
                  <a:pt x="140494" y="126206"/>
                </a:cubicBezTo>
                <a:cubicBezTo>
                  <a:pt x="144439" y="126206"/>
                  <a:pt x="147638" y="123008"/>
                  <a:pt x="147638" y="119063"/>
                </a:cubicBezTo>
                <a:close/>
                <a:moveTo>
                  <a:pt x="171450" y="126206"/>
                </a:moveTo>
                <a:cubicBezTo>
                  <a:pt x="175395" y="126206"/>
                  <a:pt x="178594" y="123008"/>
                  <a:pt x="178594" y="119063"/>
                </a:cubicBezTo>
                <a:cubicBezTo>
                  <a:pt x="178594" y="115117"/>
                  <a:pt x="175395" y="111919"/>
                  <a:pt x="171450" y="111919"/>
                </a:cubicBezTo>
                <a:cubicBezTo>
                  <a:pt x="167505" y="111919"/>
                  <a:pt x="164306" y="115117"/>
                  <a:pt x="164306" y="119063"/>
                </a:cubicBezTo>
                <a:cubicBezTo>
                  <a:pt x="164306" y="123008"/>
                  <a:pt x="167505" y="126206"/>
                  <a:pt x="171450" y="126206"/>
                </a:cubicBezTo>
                <a:close/>
                <a:moveTo>
                  <a:pt x="164306" y="142875"/>
                </a:moveTo>
                <a:cubicBezTo>
                  <a:pt x="164306" y="138930"/>
                  <a:pt x="161108" y="135731"/>
                  <a:pt x="157163" y="135731"/>
                </a:cubicBezTo>
                <a:cubicBezTo>
                  <a:pt x="153217" y="135731"/>
                  <a:pt x="150019" y="138930"/>
                  <a:pt x="150019" y="142875"/>
                </a:cubicBezTo>
                <a:cubicBezTo>
                  <a:pt x="150019" y="146820"/>
                  <a:pt x="153217" y="150019"/>
                  <a:pt x="157163" y="150019"/>
                </a:cubicBezTo>
                <a:cubicBezTo>
                  <a:pt x="161108" y="150019"/>
                  <a:pt x="164306" y="146820"/>
                  <a:pt x="164306" y="142875"/>
                </a:cubicBezTo>
                <a:close/>
                <a:moveTo>
                  <a:pt x="123825" y="150019"/>
                </a:moveTo>
                <a:cubicBezTo>
                  <a:pt x="127770" y="150019"/>
                  <a:pt x="130969" y="146820"/>
                  <a:pt x="130969" y="142875"/>
                </a:cubicBezTo>
                <a:cubicBezTo>
                  <a:pt x="130969" y="138930"/>
                  <a:pt x="127770" y="135731"/>
                  <a:pt x="123825" y="135731"/>
                </a:cubicBezTo>
                <a:cubicBezTo>
                  <a:pt x="119880" y="135731"/>
                  <a:pt x="116681" y="138930"/>
                  <a:pt x="116681" y="142875"/>
                </a:cubicBezTo>
                <a:cubicBezTo>
                  <a:pt x="116681" y="146820"/>
                  <a:pt x="119880" y="150019"/>
                  <a:pt x="123825" y="150019"/>
                </a:cubicBezTo>
                <a:close/>
                <a:moveTo>
                  <a:pt x="104775" y="169069"/>
                </a:moveTo>
                <a:cubicBezTo>
                  <a:pt x="104775" y="173012"/>
                  <a:pt x="107975" y="176213"/>
                  <a:pt x="111919" y="176213"/>
                </a:cubicBezTo>
                <a:lnTo>
                  <a:pt x="164306" y="176213"/>
                </a:lnTo>
                <a:cubicBezTo>
                  <a:pt x="168252" y="176213"/>
                  <a:pt x="171450" y="173014"/>
                  <a:pt x="171450" y="169069"/>
                </a:cubicBezTo>
                <a:cubicBezTo>
                  <a:pt x="171450" y="165124"/>
                  <a:pt x="168252" y="161925"/>
                  <a:pt x="164306" y="161925"/>
                </a:cubicBezTo>
                <a:lnTo>
                  <a:pt x="111919" y="161925"/>
                </a:lnTo>
                <a:cubicBezTo>
                  <a:pt x="107974" y="161925"/>
                  <a:pt x="104775" y="165124"/>
                  <a:pt x="104775" y="169069"/>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F4F3F5"/>
              </a:solidFill>
              <a:effectLst/>
              <a:uLnTx/>
              <a:uFillTx/>
              <a:latin typeface="Segoe UI"/>
              <a:ea typeface="+mn-ea"/>
              <a:cs typeface="+mn-cs"/>
            </a:endParaRPr>
          </a:p>
        </p:txBody>
      </p:sp>
      <p:sp>
        <p:nvSpPr>
          <p:cNvPr id="1094" name="Graphic 56" descr="Icon of a group of three people">
            <a:extLst>
              <a:ext uri="{FF2B5EF4-FFF2-40B4-BE49-F238E27FC236}">
                <a16:creationId xmlns:a16="http://schemas.microsoft.com/office/drawing/2014/main" id="{13DBC4B1-0373-CC23-CEB6-CC0278DC30AE}"/>
              </a:ext>
            </a:extLst>
          </p:cNvPr>
          <p:cNvSpPr>
            <a:spLocks/>
          </p:cNvSpPr>
          <p:nvPr/>
        </p:nvSpPr>
        <p:spPr>
          <a:xfrm>
            <a:off x="465033" y="2998179"/>
            <a:ext cx="85240" cy="76736"/>
          </a:xfrm>
          <a:custGeom>
            <a:avLst/>
            <a:gdLst>
              <a:gd name="connsiteX0" fmla="*/ 121444 w 190546"/>
              <a:gd name="connsiteY0" fmla="*/ 114300 h 171535"/>
              <a:gd name="connsiteX1" fmla="*/ 138113 w 190546"/>
              <a:gd name="connsiteY1" fmla="*/ 130969 h 171535"/>
              <a:gd name="connsiteX2" fmla="*/ 138103 w 190546"/>
              <a:gd name="connsiteY2" fmla="*/ 140132 h 171535"/>
              <a:gd name="connsiteX3" fmla="*/ 95888 w 190546"/>
              <a:gd name="connsiteY3" fmla="*/ 171536 h 171535"/>
              <a:gd name="connsiteX4" fmla="*/ 52388 w 190546"/>
              <a:gd name="connsiteY4" fmla="*/ 140494 h 171535"/>
              <a:gd name="connsiteX5" fmla="*/ 52388 w 190546"/>
              <a:gd name="connsiteY5" fmla="*/ 130969 h 171535"/>
              <a:gd name="connsiteX6" fmla="*/ 69056 w 190546"/>
              <a:gd name="connsiteY6" fmla="*/ 114300 h 171535"/>
              <a:gd name="connsiteX7" fmla="*/ 121444 w 190546"/>
              <a:gd name="connsiteY7" fmla="*/ 114300 h 171535"/>
              <a:gd name="connsiteX8" fmla="*/ 16669 w 190546"/>
              <a:gd name="connsiteY8" fmla="*/ 66675 h 171535"/>
              <a:gd name="connsiteX9" fmla="*/ 58350 w 190546"/>
              <a:gd name="connsiteY9" fmla="*/ 66675 h 171535"/>
              <a:gd name="connsiteX10" fmla="*/ 68513 w 190546"/>
              <a:gd name="connsiteY10" fmla="*/ 103346 h 171535"/>
              <a:gd name="connsiteX11" fmla="*/ 70056 w 190546"/>
              <a:gd name="connsiteY11" fmla="*/ 104785 h 171535"/>
              <a:gd name="connsiteX12" fmla="*/ 69056 w 190546"/>
              <a:gd name="connsiteY12" fmla="*/ 104775 h 171535"/>
              <a:gd name="connsiteX13" fmla="*/ 43825 w 190546"/>
              <a:gd name="connsiteY13" fmla="*/ 123901 h 171535"/>
              <a:gd name="connsiteX14" fmla="*/ 43501 w 190546"/>
              <a:gd name="connsiteY14" fmla="*/ 123911 h 171535"/>
              <a:gd name="connsiteX15" fmla="*/ 0 w 190546"/>
              <a:gd name="connsiteY15" fmla="*/ 92869 h 171535"/>
              <a:gd name="connsiteX16" fmla="*/ 0 w 190546"/>
              <a:gd name="connsiteY16" fmla="*/ 83344 h 171535"/>
              <a:gd name="connsiteX17" fmla="*/ 16669 w 190546"/>
              <a:gd name="connsiteY17" fmla="*/ 66675 h 171535"/>
              <a:gd name="connsiteX18" fmla="*/ 173831 w 190546"/>
              <a:gd name="connsiteY18" fmla="*/ 66675 h 171535"/>
              <a:gd name="connsiteX19" fmla="*/ 190500 w 190546"/>
              <a:gd name="connsiteY19" fmla="*/ 83344 h 171535"/>
              <a:gd name="connsiteX20" fmla="*/ 190490 w 190546"/>
              <a:gd name="connsiteY20" fmla="*/ 92507 h 171535"/>
              <a:gd name="connsiteX21" fmla="*/ 148276 w 190546"/>
              <a:gd name="connsiteY21" fmla="*/ 123911 h 171535"/>
              <a:gd name="connsiteX22" fmla="*/ 146666 w 190546"/>
              <a:gd name="connsiteY22" fmla="*/ 123892 h 171535"/>
              <a:gd name="connsiteX23" fmla="*/ 123320 w 190546"/>
              <a:gd name="connsiteY23" fmla="*/ 104842 h 171535"/>
              <a:gd name="connsiteX24" fmla="*/ 121444 w 190546"/>
              <a:gd name="connsiteY24" fmla="*/ 104775 h 171535"/>
              <a:gd name="connsiteX25" fmla="*/ 120444 w 190546"/>
              <a:gd name="connsiteY25" fmla="*/ 104785 h 171535"/>
              <a:gd name="connsiteX26" fmla="*/ 132150 w 190546"/>
              <a:gd name="connsiteY26" fmla="*/ 66685 h 171535"/>
              <a:gd name="connsiteX27" fmla="*/ 173831 w 190546"/>
              <a:gd name="connsiteY27" fmla="*/ 66675 h 171535"/>
              <a:gd name="connsiteX28" fmla="*/ 95250 w 190546"/>
              <a:gd name="connsiteY28" fmla="*/ 47625 h 171535"/>
              <a:gd name="connsiteX29" fmla="*/ 123825 w 190546"/>
              <a:gd name="connsiteY29" fmla="*/ 76200 h 171535"/>
              <a:gd name="connsiteX30" fmla="*/ 95250 w 190546"/>
              <a:gd name="connsiteY30" fmla="*/ 104775 h 171535"/>
              <a:gd name="connsiteX31" fmla="*/ 66675 w 190546"/>
              <a:gd name="connsiteY31" fmla="*/ 76200 h 171535"/>
              <a:gd name="connsiteX32" fmla="*/ 95250 w 190546"/>
              <a:gd name="connsiteY32" fmla="*/ 47625 h 171535"/>
              <a:gd name="connsiteX33" fmla="*/ 42863 w 190546"/>
              <a:gd name="connsiteY33" fmla="*/ 0 h 171535"/>
              <a:gd name="connsiteX34" fmla="*/ 71438 w 190546"/>
              <a:gd name="connsiteY34" fmla="*/ 28575 h 171535"/>
              <a:gd name="connsiteX35" fmla="*/ 42863 w 190546"/>
              <a:gd name="connsiteY35" fmla="*/ 57150 h 171535"/>
              <a:gd name="connsiteX36" fmla="*/ 14288 w 190546"/>
              <a:gd name="connsiteY36" fmla="*/ 28575 h 171535"/>
              <a:gd name="connsiteX37" fmla="*/ 42863 w 190546"/>
              <a:gd name="connsiteY37" fmla="*/ 0 h 171535"/>
              <a:gd name="connsiteX38" fmla="*/ 147638 w 190546"/>
              <a:gd name="connsiteY38" fmla="*/ 0 h 171535"/>
              <a:gd name="connsiteX39" fmla="*/ 176213 w 190546"/>
              <a:gd name="connsiteY39" fmla="*/ 28575 h 171535"/>
              <a:gd name="connsiteX40" fmla="*/ 147638 w 190546"/>
              <a:gd name="connsiteY40" fmla="*/ 57150 h 171535"/>
              <a:gd name="connsiteX41" fmla="*/ 119063 w 190546"/>
              <a:gd name="connsiteY41" fmla="*/ 28575 h 171535"/>
              <a:gd name="connsiteX42" fmla="*/ 147638 w 190546"/>
              <a:gd name="connsiteY42" fmla="*/ 0 h 171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90546" h="171535">
                <a:moveTo>
                  <a:pt x="121444" y="114300"/>
                </a:moveTo>
                <a:cubicBezTo>
                  <a:pt x="130645" y="114300"/>
                  <a:pt x="138113" y="121768"/>
                  <a:pt x="138113" y="130969"/>
                </a:cubicBezTo>
                <a:lnTo>
                  <a:pt x="138103" y="140132"/>
                </a:lnTo>
                <a:cubicBezTo>
                  <a:pt x="139217" y="160992"/>
                  <a:pt x="123711" y="171536"/>
                  <a:pt x="95888" y="171536"/>
                </a:cubicBezTo>
                <a:cubicBezTo>
                  <a:pt x="68170" y="171536"/>
                  <a:pt x="52388" y="161153"/>
                  <a:pt x="52388" y="140494"/>
                </a:cubicBezTo>
                <a:lnTo>
                  <a:pt x="52388" y="130969"/>
                </a:lnTo>
                <a:cubicBezTo>
                  <a:pt x="52388" y="121768"/>
                  <a:pt x="59855" y="114300"/>
                  <a:pt x="69056" y="114300"/>
                </a:cubicBezTo>
                <a:lnTo>
                  <a:pt x="121444" y="114300"/>
                </a:lnTo>
                <a:close/>
                <a:moveTo>
                  <a:pt x="16669" y="66675"/>
                </a:moveTo>
                <a:lnTo>
                  <a:pt x="58350" y="66675"/>
                </a:lnTo>
                <a:cubicBezTo>
                  <a:pt x="54968" y="79837"/>
                  <a:pt x="58839" y="93803"/>
                  <a:pt x="68513" y="103346"/>
                </a:cubicBezTo>
                <a:lnTo>
                  <a:pt x="70056" y="104785"/>
                </a:lnTo>
                <a:lnTo>
                  <a:pt x="69056" y="104775"/>
                </a:lnTo>
                <a:cubicBezTo>
                  <a:pt x="57308" y="104771"/>
                  <a:pt x="46994" y="112589"/>
                  <a:pt x="43825" y="123901"/>
                </a:cubicBezTo>
                <a:lnTo>
                  <a:pt x="43501" y="123911"/>
                </a:lnTo>
                <a:cubicBezTo>
                  <a:pt x="15783" y="123911"/>
                  <a:pt x="0" y="113528"/>
                  <a:pt x="0" y="92869"/>
                </a:cubicBezTo>
                <a:lnTo>
                  <a:pt x="0" y="83344"/>
                </a:lnTo>
                <a:cubicBezTo>
                  <a:pt x="0" y="74143"/>
                  <a:pt x="7468" y="66675"/>
                  <a:pt x="16669" y="66675"/>
                </a:cubicBezTo>
                <a:close/>
                <a:moveTo>
                  <a:pt x="173831" y="66675"/>
                </a:moveTo>
                <a:cubicBezTo>
                  <a:pt x="183032" y="66675"/>
                  <a:pt x="190500" y="74143"/>
                  <a:pt x="190500" y="83344"/>
                </a:cubicBezTo>
                <a:lnTo>
                  <a:pt x="190490" y="92507"/>
                </a:lnTo>
                <a:cubicBezTo>
                  <a:pt x="191605" y="113367"/>
                  <a:pt x="176098" y="123911"/>
                  <a:pt x="148276" y="123911"/>
                </a:cubicBezTo>
                <a:lnTo>
                  <a:pt x="146666" y="123892"/>
                </a:lnTo>
                <a:cubicBezTo>
                  <a:pt x="143666" y="113263"/>
                  <a:pt x="134335" y="105648"/>
                  <a:pt x="123320" y="104842"/>
                </a:cubicBezTo>
                <a:lnTo>
                  <a:pt x="121444" y="104775"/>
                </a:lnTo>
                <a:lnTo>
                  <a:pt x="120444" y="104785"/>
                </a:lnTo>
                <a:cubicBezTo>
                  <a:pt x="131227" y="95314"/>
                  <a:pt x="135755" y="80576"/>
                  <a:pt x="132150" y="66685"/>
                </a:cubicBezTo>
                <a:lnTo>
                  <a:pt x="173831" y="66675"/>
                </a:lnTo>
                <a:close/>
                <a:moveTo>
                  <a:pt x="95250" y="47625"/>
                </a:moveTo>
                <a:cubicBezTo>
                  <a:pt x="111032" y="47625"/>
                  <a:pt x="123825" y="60419"/>
                  <a:pt x="123825" y="76200"/>
                </a:cubicBezTo>
                <a:cubicBezTo>
                  <a:pt x="123825" y="91982"/>
                  <a:pt x="111032" y="104775"/>
                  <a:pt x="95250" y="104775"/>
                </a:cubicBezTo>
                <a:cubicBezTo>
                  <a:pt x="79468" y="104775"/>
                  <a:pt x="66675" y="91982"/>
                  <a:pt x="66675" y="76200"/>
                </a:cubicBezTo>
                <a:cubicBezTo>
                  <a:pt x="66675" y="60419"/>
                  <a:pt x="79468" y="47625"/>
                  <a:pt x="95250" y="47625"/>
                </a:cubicBezTo>
                <a:close/>
                <a:moveTo>
                  <a:pt x="42863" y="0"/>
                </a:moveTo>
                <a:cubicBezTo>
                  <a:pt x="58644" y="0"/>
                  <a:pt x="71438" y="12794"/>
                  <a:pt x="71438" y="28575"/>
                </a:cubicBezTo>
                <a:cubicBezTo>
                  <a:pt x="71438" y="44356"/>
                  <a:pt x="58644" y="57150"/>
                  <a:pt x="42863" y="57150"/>
                </a:cubicBezTo>
                <a:cubicBezTo>
                  <a:pt x="27081" y="57150"/>
                  <a:pt x="14288" y="44356"/>
                  <a:pt x="14288" y="28575"/>
                </a:cubicBezTo>
                <a:cubicBezTo>
                  <a:pt x="14288" y="12794"/>
                  <a:pt x="27081" y="0"/>
                  <a:pt x="42863" y="0"/>
                </a:cubicBezTo>
                <a:close/>
                <a:moveTo>
                  <a:pt x="147638" y="0"/>
                </a:moveTo>
                <a:cubicBezTo>
                  <a:pt x="163419" y="0"/>
                  <a:pt x="176213" y="12794"/>
                  <a:pt x="176213" y="28575"/>
                </a:cubicBezTo>
                <a:cubicBezTo>
                  <a:pt x="176213" y="44356"/>
                  <a:pt x="163419" y="57150"/>
                  <a:pt x="147638" y="57150"/>
                </a:cubicBezTo>
                <a:cubicBezTo>
                  <a:pt x="131856" y="57150"/>
                  <a:pt x="119063" y="44356"/>
                  <a:pt x="119063" y="28575"/>
                </a:cubicBezTo>
                <a:cubicBezTo>
                  <a:pt x="119063" y="12794"/>
                  <a:pt x="131856" y="0"/>
                  <a:pt x="147638" y="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F4F3F5"/>
              </a:solidFill>
              <a:effectLst/>
              <a:uLnTx/>
              <a:uFillTx/>
              <a:latin typeface="Segoe UI"/>
              <a:ea typeface="+mn-ea"/>
              <a:cs typeface="+mn-cs"/>
            </a:endParaRPr>
          </a:p>
        </p:txBody>
      </p:sp>
      <p:sp>
        <p:nvSpPr>
          <p:cNvPr id="1092" name="Graphic 18" descr="Icon of a chat bubble">
            <a:extLst>
              <a:ext uri="{FF2B5EF4-FFF2-40B4-BE49-F238E27FC236}">
                <a16:creationId xmlns:a16="http://schemas.microsoft.com/office/drawing/2014/main" id="{53A0B244-D5E8-7C48-539D-15B5E9D42E38}"/>
              </a:ext>
            </a:extLst>
          </p:cNvPr>
          <p:cNvSpPr>
            <a:spLocks/>
          </p:cNvSpPr>
          <p:nvPr/>
        </p:nvSpPr>
        <p:spPr>
          <a:xfrm>
            <a:off x="473206" y="2609685"/>
            <a:ext cx="71665" cy="64310"/>
          </a:xfrm>
          <a:custGeom>
            <a:avLst/>
            <a:gdLst>
              <a:gd name="connsiteX0" fmla="*/ 71458 w 191141"/>
              <a:gd name="connsiteY0" fmla="*/ 0 h 171485"/>
              <a:gd name="connsiteX1" fmla="*/ 0 w 191141"/>
              <a:gd name="connsiteY1" fmla="*/ 71417 h 171485"/>
              <a:gd name="connsiteX2" fmla="*/ 6717 w 191141"/>
              <a:gd name="connsiteY2" fmla="*/ 101679 h 171485"/>
              <a:gd name="connsiteX3" fmla="*/ 230 w 191141"/>
              <a:gd name="connsiteY3" fmla="*/ 131607 h 171485"/>
              <a:gd name="connsiteX4" fmla="*/ 7739 w 191141"/>
              <a:gd name="connsiteY4" fmla="*/ 142725 h 171485"/>
              <a:gd name="connsiteX5" fmla="*/ 11213 w 191141"/>
              <a:gd name="connsiteY5" fmla="*/ 142751 h 171485"/>
              <a:gd name="connsiteX6" fmla="*/ 42036 w 191141"/>
              <a:gd name="connsiteY6" fmla="*/ 136560 h 171485"/>
              <a:gd name="connsiteX7" fmla="*/ 136525 w 191141"/>
              <a:gd name="connsiteY7" fmla="*/ 100804 h 171485"/>
              <a:gd name="connsiteX8" fmla="*/ 100769 w 191141"/>
              <a:gd name="connsiteY8" fmla="*/ 6315 h 171485"/>
              <a:gd name="connsiteX9" fmla="*/ 71458 w 191141"/>
              <a:gd name="connsiteY9" fmla="*/ 0 h 171485"/>
              <a:gd name="connsiteX10" fmla="*/ 71096 w 191141"/>
              <a:gd name="connsiteY10" fmla="*/ 152400 h 171485"/>
              <a:gd name="connsiteX11" fmla="*/ 119674 w 191141"/>
              <a:gd name="connsiteY11" fmla="*/ 171450 h 171485"/>
              <a:gd name="connsiteX12" fmla="*/ 149087 w 191141"/>
              <a:gd name="connsiteY12" fmla="*/ 165135 h 171485"/>
              <a:gd name="connsiteX13" fmla="*/ 176833 w 191141"/>
              <a:gd name="connsiteY13" fmla="*/ 171231 h 171485"/>
              <a:gd name="connsiteX14" fmla="*/ 190864 w 191141"/>
              <a:gd name="connsiteY14" fmla="*/ 162068 h 171485"/>
              <a:gd name="connsiteX15" fmla="*/ 190807 w 191141"/>
              <a:gd name="connsiteY15" fmla="*/ 156943 h 171485"/>
              <a:gd name="connsiteX16" fmla="*/ 184415 w 191141"/>
              <a:gd name="connsiteY16" fmla="*/ 130245 h 171485"/>
              <a:gd name="connsiteX17" fmla="*/ 149889 w 191141"/>
              <a:gd name="connsiteY17" fmla="*/ 35257 h 171485"/>
              <a:gd name="connsiteX18" fmla="*/ 143039 w 191141"/>
              <a:gd name="connsiteY18" fmla="*/ 32480 h 171485"/>
              <a:gd name="connsiteX19" fmla="*/ 150659 w 191141"/>
              <a:gd name="connsiteY19" fmla="*/ 51987 h 171485"/>
              <a:gd name="connsiteX20" fmla="*/ 176824 w 191141"/>
              <a:gd name="connsiteY20" fmla="*/ 100013 h 171485"/>
              <a:gd name="connsiteX21" fmla="*/ 170490 w 191141"/>
              <a:gd name="connsiteY21" fmla="*/ 126178 h 171485"/>
              <a:gd name="connsiteX22" fmla="*/ 169252 w 191141"/>
              <a:gd name="connsiteY22" fmla="*/ 128588 h 171485"/>
              <a:gd name="connsiteX23" fmla="*/ 169918 w 191141"/>
              <a:gd name="connsiteY23" fmla="*/ 131216 h 171485"/>
              <a:gd name="connsiteX24" fmla="*/ 176033 w 191141"/>
              <a:gd name="connsiteY24" fmla="*/ 156458 h 171485"/>
              <a:gd name="connsiteX25" fmla="*/ 149935 w 191141"/>
              <a:gd name="connsiteY25" fmla="*/ 150647 h 171485"/>
              <a:gd name="connsiteX26" fmla="*/ 147420 w 191141"/>
              <a:gd name="connsiteY26" fmla="*/ 150057 h 171485"/>
              <a:gd name="connsiteX27" fmla="*/ 145106 w 191141"/>
              <a:gd name="connsiteY27" fmla="*/ 151209 h 171485"/>
              <a:gd name="connsiteX28" fmla="*/ 119674 w 191141"/>
              <a:gd name="connsiteY28" fmla="*/ 157163 h 171485"/>
              <a:gd name="connsiteX29" fmla="*/ 91861 w 191141"/>
              <a:gd name="connsiteY29" fmla="*/ 149962 h 171485"/>
              <a:gd name="connsiteX30" fmla="*/ 71096 w 191141"/>
              <a:gd name="connsiteY30" fmla="*/ 152400 h 171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91141" h="171485">
                <a:moveTo>
                  <a:pt x="71458" y="0"/>
                </a:moveTo>
                <a:cubicBezTo>
                  <a:pt x="32004" y="-12"/>
                  <a:pt x="12" y="31963"/>
                  <a:pt x="0" y="71417"/>
                </a:cubicBezTo>
                <a:cubicBezTo>
                  <a:pt x="-3" y="81874"/>
                  <a:pt x="2290" y="92205"/>
                  <a:pt x="6717" y="101679"/>
                </a:cubicBezTo>
                <a:cubicBezTo>
                  <a:pt x="4319" y="111603"/>
                  <a:pt x="2157" y="121582"/>
                  <a:pt x="230" y="131607"/>
                </a:cubicBezTo>
                <a:cubicBezTo>
                  <a:pt x="-767" y="136750"/>
                  <a:pt x="2595" y="141729"/>
                  <a:pt x="7739" y="142725"/>
                </a:cubicBezTo>
                <a:cubicBezTo>
                  <a:pt x="8885" y="142948"/>
                  <a:pt x="10063" y="142957"/>
                  <a:pt x="11213" y="142751"/>
                </a:cubicBezTo>
                <a:cubicBezTo>
                  <a:pt x="17147" y="141703"/>
                  <a:pt x="30053" y="139322"/>
                  <a:pt x="42036" y="136560"/>
                </a:cubicBezTo>
                <a:cubicBezTo>
                  <a:pt x="78002" y="152778"/>
                  <a:pt x="120305" y="136770"/>
                  <a:pt x="136525" y="100804"/>
                </a:cubicBezTo>
                <a:cubicBezTo>
                  <a:pt x="152743" y="64838"/>
                  <a:pt x="136734" y="22534"/>
                  <a:pt x="100769" y="6315"/>
                </a:cubicBezTo>
                <a:cubicBezTo>
                  <a:pt x="91555" y="2160"/>
                  <a:pt x="81565" y="8"/>
                  <a:pt x="71458" y="0"/>
                </a:cubicBezTo>
                <a:close/>
                <a:moveTo>
                  <a:pt x="71096" y="152400"/>
                </a:moveTo>
                <a:cubicBezTo>
                  <a:pt x="84294" y="164670"/>
                  <a:pt x="101654" y="171478"/>
                  <a:pt x="119674" y="171450"/>
                </a:cubicBezTo>
                <a:cubicBezTo>
                  <a:pt x="130151" y="171450"/>
                  <a:pt x="140105" y="169193"/>
                  <a:pt x="149087" y="165135"/>
                </a:cubicBezTo>
                <a:cubicBezTo>
                  <a:pt x="159022" y="167459"/>
                  <a:pt x="169909" y="169783"/>
                  <a:pt x="176833" y="171231"/>
                </a:cubicBezTo>
                <a:cubicBezTo>
                  <a:pt x="183238" y="172575"/>
                  <a:pt x="189520" y="168473"/>
                  <a:pt x="190864" y="162068"/>
                </a:cubicBezTo>
                <a:cubicBezTo>
                  <a:pt x="191219" y="160376"/>
                  <a:pt x="191199" y="158627"/>
                  <a:pt x="190807" y="156943"/>
                </a:cubicBezTo>
                <a:cubicBezTo>
                  <a:pt x="189264" y="150247"/>
                  <a:pt x="186825" y="139846"/>
                  <a:pt x="184415" y="130245"/>
                </a:cubicBezTo>
                <a:cubicBezTo>
                  <a:pt x="201112" y="94480"/>
                  <a:pt x="185654" y="51953"/>
                  <a:pt x="149889" y="35257"/>
                </a:cubicBezTo>
                <a:cubicBezTo>
                  <a:pt x="147656" y="34214"/>
                  <a:pt x="145369" y="33287"/>
                  <a:pt x="143039" y="32480"/>
                </a:cubicBezTo>
                <a:cubicBezTo>
                  <a:pt x="146418" y="38623"/>
                  <a:pt x="148980" y="45181"/>
                  <a:pt x="150659" y="51987"/>
                </a:cubicBezTo>
                <a:cubicBezTo>
                  <a:pt x="166978" y="62506"/>
                  <a:pt x="176834" y="80597"/>
                  <a:pt x="176824" y="100013"/>
                </a:cubicBezTo>
                <a:cubicBezTo>
                  <a:pt x="176824" y="109461"/>
                  <a:pt x="174538" y="118348"/>
                  <a:pt x="170490" y="126178"/>
                </a:cubicBezTo>
                <a:lnTo>
                  <a:pt x="169252" y="128588"/>
                </a:lnTo>
                <a:lnTo>
                  <a:pt x="169918" y="131216"/>
                </a:lnTo>
                <a:cubicBezTo>
                  <a:pt x="172090" y="139741"/>
                  <a:pt x="174366" y="149314"/>
                  <a:pt x="176033" y="156458"/>
                </a:cubicBezTo>
                <a:cubicBezTo>
                  <a:pt x="168661" y="154905"/>
                  <a:pt x="158717" y="152743"/>
                  <a:pt x="149935" y="150647"/>
                </a:cubicBezTo>
                <a:lnTo>
                  <a:pt x="147420" y="150057"/>
                </a:lnTo>
                <a:lnTo>
                  <a:pt x="145106" y="151209"/>
                </a:lnTo>
                <a:cubicBezTo>
                  <a:pt x="137448" y="155019"/>
                  <a:pt x="128818" y="157163"/>
                  <a:pt x="119674" y="157163"/>
                </a:cubicBezTo>
                <a:cubicBezTo>
                  <a:pt x="109939" y="157181"/>
                  <a:pt x="100363" y="154701"/>
                  <a:pt x="91861" y="149962"/>
                </a:cubicBezTo>
                <a:cubicBezTo>
                  <a:pt x="85073" y="151667"/>
                  <a:pt x="78094" y="152487"/>
                  <a:pt x="71096" y="15240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F4F3F5"/>
              </a:solidFill>
              <a:effectLst/>
              <a:uLnTx/>
              <a:uFillTx/>
              <a:latin typeface="Segoe UI"/>
              <a:ea typeface="+mn-ea"/>
              <a:cs typeface="+mn-cs"/>
            </a:endParaRPr>
          </a:p>
        </p:txBody>
      </p:sp>
      <p:sp>
        <p:nvSpPr>
          <p:cNvPr id="1097" name="Graphic 1095">
            <a:extLst>
              <a:ext uri="{FF2B5EF4-FFF2-40B4-BE49-F238E27FC236}">
                <a16:creationId xmlns:a16="http://schemas.microsoft.com/office/drawing/2014/main" id="{D8D40D65-392B-2C7B-8663-EE443DCE8573}"/>
              </a:ext>
            </a:extLst>
          </p:cNvPr>
          <p:cNvSpPr/>
          <p:nvPr/>
        </p:nvSpPr>
        <p:spPr>
          <a:xfrm>
            <a:off x="469319" y="3210735"/>
            <a:ext cx="82112" cy="71544"/>
          </a:xfrm>
          <a:custGeom>
            <a:avLst/>
            <a:gdLst>
              <a:gd name="csX0" fmla="*/ 310986 w 337403"/>
              <a:gd name="csY0" fmla="*/ 157320 h 293978"/>
              <a:gd name="csX1" fmla="*/ 314585 w 337403"/>
              <a:gd name="csY1" fmla="*/ 160067 h 293978"/>
              <a:gd name="csX2" fmla="*/ 324364 w 337403"/>
              <a:gd name="csY2" fmla="*/ 171302 h 293978"/>
              <a:gd name="csX3" fmla="*/ 324364 w 337403"/>
              <a:gd name="csY3" fmla="*/ 171302 h 293978"/>
              <a:gd name="csX4" fmla="*/ 326644 w 337403"/>
              <a:gd name="csY4" fmla="*/ 175202 h 293978"/>
              <a:gd name="csX5" fmla="*/ 327221 w 337403"/>
              <a:gd name="csY5" fmla="*/ 179735 h 293978"/>
              <a:gd name="csX6" fmla="*/ 325985 w 337403"/>
              <a:gd name="csY6" fmla="*/ 184158 h 293978"/>
              <a:gd name="csX7" fmla="*/ 323238 w 337403"/>
              <a:gd name="csY7" fmla="*/ 187619 h 293978"/>
              <a:gd name="csX8" fmla="*/ 316562 w 337403"/>
              <a:gd name="csY8" fmla="*/ 193442 h 293978"/>
              <a:gd name="csX9" fmla="*/ 316810 w 337403"/>
              <a:gd name="csY9" fmla="*/ 194074 h 293978"/>
              <a:gd name="csX10" fmla="*/ 318046 w 337403"/>
              <a:gd name="csY10" fmla="*/ 197783 h 293978"/>
              <a:gd name="csX11" fmla="*/ 318046 w 337403"/>
              <a:gd name="csY11" fmla="*/ 197975 h 293978"/>
              <a:gd name="csX12" fmla="*/ 319090 w 337403"/>
              <a:gd name="csY12" fmla="*/ 201931 h 293978"/>
              <a:gd name="csX13" fmla="*/ 319090 w 337403"/>
              <a:gd name="csY13" fmla="*/ 202425 h 293978"/>
              <a:gd name="csX14" fmla="*/ 326671 w 337403"/>
              <a:gd name="csY14" fmla="*/ 202974 h 293978"/>
              <a:gd name="csX15" fmla="*/ 334610 w 337403"/>
              <a:gd name="csY15" fmla="*/ 207040 h 293978"/>
              <a:gd name="csX16" fmla="*/ 334610 w 337403"/>
              <a:gd name="csY16" fmla="*/ 207040 h 293978"/>
              <a:gd name="csX17" fmla="*/ 336808 w 337403"/>
              <a:gd name="csY17" fmla="*/ 210941 h 293978"/>
              <a:gd name="csX18" fmla="*/ 337385 w 337403"/>
              <a:gd name="csY18" fmla="*/ 215418 h 293978"/>
              <a:gd name="csX19" fmla="*/ 336286 w 337403"/>
              <a:gd name="csY19" fmla="*/ 230444 h 293978"/>
              <a:gd name="csX20" fmla="*/ 332385 w 337403"/>
              <a:gd name="csY20" fmla="*/ 238658 h 293978"/>
              <a:gd name="csX21" fmla="*/ 323869 w 337403"/>
              <a:gd name="csY21" fmla="*/ 241405 h 293978"/>
              <a:gd name="csX22" fmla="*/ 315052 w 337403"/>
              <a:gd name="csY22" fmla="*/ 240773 h 293978"/>
              <a:gd name="csX23" fmla="*/ 314722 w 337403"/>
              <a:gd name="csY23" fmla="*/ 241432 h 293978"/>
              <a:gd name="csX24" fmla="*/ 312881 w 337403"/>
              <a:gd name="csY24" fmla="*/ 245058 h 293978"/>
              <a:gd name="csX25" fmla="*/ 310794 w 337403"/>
              <a:gd name="csY25" fmla="*/ 248574 h 293978"/>
              <a:gd name="csX26" fmla="*/ 310574 w 337403"/>
              <a:gd name="csY26" fmla="*/ 248959 h 293978"/>
              <a:gd name="csX27" fmla="*/ 315546 w 337403"/>
              <a:gd name="csY27" fmla="*/ 254673 h 293978"/>
              <a:gd name="csX28" fmla="*/ 315738 w 337403"/>
              <a:gd name="csY28" fmla="*/ 254892 h 293978"/>
              <a:gd name="csX29" fmla="*/ 317881 w 337403"/>
              <a:gd name="csY29" fmla="*/ 258848 h 293978"/>
              <a:gd name="csX30" fmla="*/ 317249 w 337403"/>
              <a:gd name="csY30" fmla="*/ 267611 h 293978"/>
              <a:gd name="csX31" fmla="*/ 314502 w 337403"/>
              <a:gd name="csY31" fmla="*/ 271237 h 293978"/>
              <a:gd name="csX32" fmla="*/ 314365 w 337403"/>
              <a:gd name="csY32" fmla="*/ 271237 h 293978"/>
              <a:gd name="csX33" fmla="*/ 303047 w 337403"/>
              <a:gd name="csY33" fmla="*/ 280934 h 293978"/>
              <a:gd name="csX34" fmla="*/ 299147 w 337403"/>
              <a:gd name="csY34" fmla="*/ 283296 h 293978"/>
              <a:gd name="csX35" fmla="*/ 294532 w 337403"/>
              <a:gd name="csY35" fmla="*/ 283846 h 293978"/>
              <a:gd name="csX36" fmla="*/ 290027 w 337403"/>
              <a:gd name="csY36" fmla="*/ 282609 h 293978"/>
              <a:gd name="csX37" fmla="*/ 286510 w 337403"/>
              <a:gd name="csY37" fmla="*/ 279862 h 293978"/>
              <a:gd name="csX38" fmla="*/ 280852 w 337403"/>
              <a:gd name="csY38" fmla="*/ 273215 h 293978"/>
              <a:gd name="csX39" fmla="*/ 280137 w 337403"/>
              <a:gd name="csY39" fmla="*/ 273435 h 293978"/>
              <a:gd name="csX40" fmla="*/ 276292 w 337403"/>
              <a:gd name="csY40" fmla="*/ 274671 h 293978"/>
              <a:gd name="csX41" fmla="*/ 272336 w 337403"/>
              <a:gd name="csY41" fmla="*/ 275715 h 293978"/>
              <a:gd name="csX42" fmla="*/ 271787 w 337403"/>
              <a:gd name="csY42" fmla="*/ 275715 h 293978"/>
              <a:gd name="csX43" fmla="*/ 271210 w 337403"/>
              <a:gd name="csY43" fmla="*/ 283241 h 293978"/>
              <a:gd name="csX44" fmla="*/ 270001 w 337403"/>
              <a:gd name="csY44" fmla="*/ 287636 h 293978"/>
              <a:gd name="csX45" fmla="*/ 267254 w 337403"/>
              <a:gd name="csY45" fmla="*/ 291180 h 293978"/>
              <a:gd name="csX46" fmla="*/ 267254 w 337403"/>
              <a:gd name="csY46" fmla="*/ 291180 h 293978"/>
              <a:gd name="csX47" fmla="*/ 263353 w 337403"/>
              <a:gd name="csY47" fmla="*/ 293405 h 293978"/>
              <a:gd name="csX48" fmla="*/ 258876 w 337403"/>
              <a:gd name="csY48" fmla="*/ 293954 h 293978"/>
              <a:gd name="csX49" fmla="*/ 243850 w 337403"/>
              <a:gd name="csY49" fmla="*/ 292856 h 293978"/>
              <a:gd name="csX50" fmla="*/ 233054 w 337403"/>
              <a:gd name="csY50" fmla="*/ 280725 h 293978"/>
              <a:gd name="csX51" fmla="*/ 233082 w 337403"/>
              <a:gd name="csY51" fmla="*/ 280357 h 293978"/>
              <a:gd name="csX52" fmla="*/ 233494 w 337403"/>
              <a:gd name="csY52" fmla="*/ 271622 h 293978"/>
              <a:gd name="csX53" fmla="*/ 232834 w 337403"/>
              <a:gd name="csY53" fmla="*/ 271292 h 293978"/>
              <a:gd name="csX54" fmla="*/ 229236 w 337403"/>
              <a:gd name="csY54" fmla="*/ 269424 h 293978"/>
              <a:gd name="csX55" fmla="*/ 225692 w 337403"/>
              <a:gd name="csY55" fmla="*/ 267364 h 293978"/>
              <a:gd name="csX56" fmla="*/ 225308 w 337403"/>
              <a:gd name="csY56" fmla="*/ 267144 h 293978"/>
              <a:gd name="csX57" fmla="*/ 219759 w 337403"/>
              <a:gd name="csY57" fmla="*/ 272116 h 293978"/>
              <a:gd name="csX58" fmla="*/ 219539 w 337403"/>
              <a:gd name="csY58" fmla="*/ 272308 h 293978"/>
              <a:gd name="csX59" fmla="*/ 215583 w 337403"/>
              <a:gd name="csY59" fmla="*/ 274451 h 293978"/>
              <a:gd name="csX60" fmla="*/ 211106 w 337403"/>
              <a:gd name="csY60" fmla="*/ 274945 h 293978"/>
              <a:gd name="csX61" fmla="*/ 206820 w 337403"/>
              <a:gd name="csY61" fmla="*/ 273792 h 293978"/>
              <a:gd name="csX62" fmla="*/ 203222 w 337403"/>
              <a:gd name="csY62" fmla="*/ 271045 h 293978"/>
              <a:gd name="csX63" fmla="*/ 203222 w 337403"/>
              <a:gd name="csY63" fmla="*/ 271045 h 293978"/>
              <a:gd name="csX64" fmla="*/ 193470 w 337403"/>
              <a:gd name="csY64" fmla="*/ 259590 h 293978"/>
              <a:gd name="csX65" fmla="*/ 190998 w 337403"/>
              <a:gd name="csY65" fmla="*/ 255469 h 293978"/>
              <a:gd name="csX66" fmla="*/ 190421 w 337403"/>
              <a:gd name="csY66" fmla="*/ 250937 h 293978"/>
              <a:gd name="csX67" fmla="*/ 194541 w 337403"/>
              <a:gd name="csY67" fmla="*/ 242998 h 293978"/>
              <a:gd name="csX68" fmla="*/ 201217 w 337403"/>
              <a:gd name="csY68" fmla="*/ 237312 h 293978"/>
              <a:gd name="csX69" fmla="*/ 200969 w 337403"/>
              <a:gd name="csY69" fmla="*/ 236598 h 293978"/>
              <a:gd name="csX70" fmla="*/ 199733 w 337403"/>
              <a:gd name="csY70" fmla="*/ 232779 h 293978"/>
              <a:gd name="csX71" fmla="*/ 198717 w 337403"/>
              <a:gd name="csY71" fmla="*/ 228824 h 293978"/>
              <a:gd name="csX72" fmla="*/ 198717 w 337403"/>
              <a:gd name="csY72" fmla="*/ 228247 h 293978"/>
              <a:gd name="csX73" fmla="*/ 191218 w 337403"/>
              <a:gd name="csY73" fmla="*/ 227697 h 293978"/>
              <a:gd name="csX74" fmla="*/ 186795 w 337403"/>
              <a:gd name="csY74" fmla="*/ 226598 h 293978"/>
              <a:gd name="csX75" fmla="*/ 183251 w 337403"/>
              <a:gd name="csY75" fmla="*/ 223852 h 293978"/>
              <a:gd name="csX76" fmla="*/ 183251 w 337403"/>
              <a:gd name="csY76" fmla="*/ 223852 h 293978"/>
              <a:gd name="csX77" fmla="*/ 181054 w 337403"/>
              <a:gd name="csY77" fmla="*/ 219951 h 293978"/>
              <a:gd name="csX78" fmla="*/ 180477 w 337403"/>
              <a:gd name="csY78" fmla="*/ 215473 h 293978"/>
              <a:gd name="csX79" fmla="*/ 181576 w 337403"/>
              <a:gd name="csY79" fmla="*/ 200447 h 293978"/>
              <a:gd name="csX80" fmla="*/ 182729 w 337403"/>
              <a:gd name="csY80" fmla="*/ 196025 h 293978"/>
              <a:gd name="csX81" fmla="*/ 185476 w 337403"/>
              <a:gd name="csY81" fmla="*/ 192426 h 293978"/>
              <a:gd name="csX82" fmla="*/ 189459 w 337403"/>
              <a:gd name="csY82" fmla="*/ 190174 h 293978"/>
              <a:gd name="csX83" fmla="*/ 193937 w 337403"/>
              <a:gd name="csY83" fmla="*/ 189542 h 293978"/>
              <a:gd name="csX84" fmla="*/ 202755 w 337403"/>
              <a:gd name="csY84" fmla="*/ 190201 h 293978"/>
              <a:gd name="csX85" fmla="*/ 203085 w 337403"/>
              <a:gd name="csY85" fmla="*/ 189542 h 293978"/>
              <a:gd name="csX86" fmla="*/ 204925 w 337403"/>
              <a:gd name="csY86" fmla="*/ 185916 h 293978"/>
              <a:gd name="csX87" fmla="*/ 206985 w 337403"/>
              <a:gd name="csY87" fmla="*/ 182400 h 293978"/>
              <a:gd name="csX88" fmla="*/ 207232 w 337403"/>
              <a:gd name="csY88" fmla="*/ 182015 h 293978"/>
              <a:gd name="csX89" fmla="*/ 202315 w 337403"/>
              <a:gd name="csY89" fmla="*/ 176246 h 293978"/>
              <a:gd name="csX90" fmla="*/ 200063 w 337403"/>
              <a:gd name="csY90" fmla="*/ 172263 h 293978"/>
              <a:gd name="csX91" fmla="*/ 199486 w 337403"/>
              <a:gd name="csY91" fmla="*/ 167566 h 293978"/>
              <a:gd name="csX92" fmla="*/ 200722 w 337403"/>
              <a:gd name="csY92" fmla="*/ 163171 h 293978"/>
              <a:gd name="csX93" fmla="*/ 203469 w 337403"/>
              <a:gd name="csY93" fmla="*/ 159572 h 293978"/>
              <a:gd name="csX94" fmla="*/ 214704 w 337403"/>
              <a:gd name="csY94" fmla="*/ 149793 h 293978"/>
              <a:gd name="csX95" fmla="*/ 214704 w 337403"/>
              <a:gd name="csY95" fmla="*/ 149793 h 293978"/>
              <a:gd name="csX96" fmla="*/ 218632 w 337403"/>
              <a:gd name="csY96" fmla="*/ 147513 h 293978"/>
              <a:gd name="csX97" fmla="*/ 223165 w 337403"/>
              <a:gd name="csY97" fmla="*/ 146936 h 293978"/>
              <a:gd name="csX98" fmla="*/ 227588 w 337403"/>
              <a:gd name="csY98" fmla="*/ 148172 h 293978"/>
              <a:gd name="csX99" fmla="*/ 231049 w 337403"/>
              <a:gd name="csY99" fmla="*/ 150919 h 293978"/>
              <a:gd name="csX100" fmla="*/ 236872 w 337403"/>
              <a:gd name="csY100" fmla="*/ 157594 h 293978"/>
              <a:gd name="csX101" fmla="*/ 237422 w 337403"/>
              <a:gd name="csY101" fmla="*/ 157347 h 293978"/>
              <a:gd name="csX102" fmla="*/ 241268 w 337403"/>
              <a:gd name="csY102" fmla="*/ 156029 h 293978"/>
              <a:gd name="csX103" fmla="*/ 245223 w 337403"/>
              <a:gd name="csY103" fmla="*/ 155012 h 293978"/>
              <a:gd name="csX104" fmla="*/ 245800 w 337403"/>
              <a:gd name="csY104" fmla="*/ 155012 h 293978"/>
              <a:gd name="csX105" fmla="*/ 246350 w 337403"/>
              <a:gd name="csY105" fmla="*/ 147513 h 293978"/>
              <a:gd name="csX106" fmla="*/ 247558 w 337403"/>
              <a:gd name="csY106" fmla="*/ 143090 h 293978"/>
              <a:gd name="csX107" fmla="*/ 250305 w 337403"/>
              <a:gd name="csY107" fmla="*/ 139574 h 293978"/>
              <a:gd name="csX108" fmla="*/ 250305 w 337403"/>
              <a:gd name="csY108" fmla="*/ 139574 h 293978"/>
              <a:gd name="csX109" fmla="*/ 254206 w 337403"/>
              <a:gd name="csY109" fmla="*/ 137377 h 293978"/>
              <a:gd name="csX110" fmla="*/ 258683 w 337403"/>
              <a:gd name="csY110" fmla="*/ 136800 h 293978"/>
              <a:gd name="csX111" fmla="*/ 273709 w 337403"/>
              <a:gd name="csY111" fmla="*/ 137898 h 293978"/>
              <a:gd name="csX112" fmla="*/ 278105 w 337403"/>
              <a:gd name="csY112" fmla="*/ 139080 h 293978"/>
              <a:gd name="csX113" fmla="*/ 281731 w 337403"/>
              <a:gd name="csY113" fmla="*/ 141827 h 293978"/>
              <a:gd name="csX114" fmla="*/ 283983 w 337403"/>
              <a:gd name="csY114" fmla="*/ 145782 h 293978"/>
              <a:gd name="csX115" fmla="*/ 284505 w 337403"/>
              <a:gd name="csY115" fmla="*/ 150342 h 293978"/>
              <a:gd name="csX116" fmla="*/ 284093 w 337403"/>
              <a:gd name="csY116" fmla="*/ 159325 h 293978"/>
              <a:gd name="csX117" fmla="*/ 284752 w 337403"/>
              <a:gd name="csY117" fmla="*/ 159655 h 293978"/>
              <a:gd name="csX118" fmla="*/ 288351 w 337403"/>
              <a:gd name="csY118" fmla="*/ 161523 h 293978"/>
              <a:gd name="csX119" fmla="*/ 291867 w 337403"/>
              <a:gd name="csY119" fmla="*/ 163583 h 293978"/>
              <a:gd name="csX120" fmla="*/ 292279 w 337403"/>
              <a:gd name="csY120" fmla="*/ 163803 h 293978"/>
              <a:gd name="csX121" fmla="*/ 298048 w 337403"/>
              <a:gd name="csY121" fmla="*/ 158885 h 293978"/>
              <a:gd name="csX122" fmla="*/ 302168 w 337403"/>
              <a:gd name="csY122" fmla="*/ 156578 h 293978"/>
              <a:gd name="csX123" fmla="*/ 306701 w 337403"/>
              <a:gd name="csY123" fmla="*/ 156001 h 293978"/>
              <a:gd name="csX124" fmla="*/ 311123 w 337403"/>
              <a:gd name="csY124" fmla="*/ 157237 h 293978"/>
              <a:gd name="csX125" fmla="*/ 311123 w 337403"/>
              <a:gd name="csY125" fmla="*/ 157375 h 293978"/>
              <a:gd name="csX126" fmla="*/ 29612 w 337403"/>
              <a:gd name="csY126" fmla="*/ 0 h 293978"/>
              <a:gd name="csX127" fmla="*/ 256129 w 337403"/>
              <a:gd name="csY127" fmla="*/ 0 h 293978"/>
              <a:gd name="csX128" fmla="*/ 285686 w 337403"/>
              <a:gd name="csY128" fmla="*/ 29612 h 293978"/>
              <a:gd name="csX129" fmla="*/ 285686 w 337403"/>
              <a:gd name="csY129" fmla="*/ 112901 h 293978"/>
              <a:gd name="csX130" fmla="*/ 284588 w 337403"/>
              <a:gd name="csY130" fmla="*/ 112516 h 293978"/>
              <a:gd name="csX131" fmla="*/ 282912 w 337403"/>
              <a:gd name="csY131" fmla="*/ 112022 h 293978"/>
              <a:gd name="csX132" fmla="*/ 276539 w 337403"/>
              <a:gd name="csY132" fmla="*/ 110951 h 293978"/>
              <a:gd name="csX133" fmla="*/ 271402 w 337403"/>
              <a:gd name="csY133" fmla="*/ 110566 h 293978"/>
              <a:gd name="csX134" fmla="*/ 271402 w 337403"/>
              <a:gd name="csY134" fmla="*/ 58044 h 293978"/>
              <a:gd name="csX135" fmla="*/ 14284 w 337403"/>
              <a:gd name="csY135" fmla="*/ 58044 h 293978"/>
              <a:gd name="csX136" fmla="*/ 14284 w 337403"/>
              <a:gd name="csY136" fmla="*/ 193333 h 293978"/>
              <a:gd name="csX137" fmla="*/ 155067 w 337403"/>
              <a:gd name="csY137" fmla="*/ 193333 h 293978"/>
              <a:gd name="csX138" fmla="*/ 154490 w 337403"/>
              <a:gd name="csY138" fmla="*/ 197618 h 293978"/>
              <a:gd name="csX139" fmla="*/ 153831 w 337403"/>
              <a:gd name="csY139" fmla="*/ 207617 h 293978"/>
              <a:gd name="csX140" fmla="*/ 152046 w 337403"/>
              <a:gd name="csY140" fmla="*/ 207617 h 293978"/>
              <a:gd name="csX141" fmla="*/ 152046 w 337403"/>
              <a:gd name="csY141" fmla="*/ 238740 h 293978"/>
              <a:gd name="csX142" fmla="*/ 161935 w 337403"/>
              <a:gd name="csY142" fmla="*/ 238740 h 293978"/>
              <a:gd name="csX143" fmla="*/ 164846 w 337403"/>
              <a:gd name="csY143" fmla="*/ 241487 h 293978"/>
              <a:gd name="csX144" fmla="*/ 166247 w 337403"/>
              <a:gd name="csY144" fmla="*/ 242723 h 293978"/>
              <a:gd name="csX145" fmla="*/ 165396 w 337403"/>
              <a:gd name="csY145" fmla="*/ 245470 h 293978"/>
              <a:gd name="csX146" fmla="*/ 164297 w 337403"/>
              <a:gd name="csY146" fmla="*/ 250964 h 293978"/>
              <a:gd name="csX147" fmla="*/ 164297 w 337403"/>
              <a:gd name="csY147" fmla="*/ 251871 h 293978"/>
              <a:gd name="csX148" fmla="*/ 164297 w 337403"/>
              <a:gd name="csY148" fmla="*/ 252887 h 293978"/>
              <a:gd name="csX149" fmla="*/ 29612 w 337403"/>
              <a:gd name="csY149" fmla="*/ 252887 h 293978"/>
              <a:gd name="csX150" fmla="*/ 0 w 337403"/>
              <a:gd name="csY150" fmla="*/ 223385 h 293978"/>
              <a:gd name="csX151" fmla="*/ 0 w 337403"/>
              <a:gd name="csY151" fmla="*/ 29612 h 293978"/>
              <a:gd name="csX152" fmla="*/ 29612 w 337403"/>
              <a:gd name="csY152" fmla="*/ 0 h 293978"/>
              <a:gd name="csX153" fmla="*/ 127625 w 337403"/>
              <a:gd name="csY153" fmla="*/ 85156 h 293978"/>
              <a:gd name="csX154" fmla="*/ 177730 w 337403"/>
              <a:gd name="csY154" fmla="*/ 119988 h 293978"/>
              <a:gd name="csX155" fmla="*/ 179763 w 337403"/>
              <a:gd name="csY155" fmla="*/ 121966 h 293978"/>
              <a:gd name="csX156" fmla="*/ 178008 w 337403"/>
              <a:gd name="csY156" fmla="*/ 131834 h 293978"/>
              <a:gd name="csX157" fmla="*/ 177977 w 337403"/>
              <a:gd name="csY157" fmla="*/ 131855 h 293978"/>
              <a:gd name="csX158" fmla="*/ 128064 w 337403"/>
              <a:gd name="csY158" fmla="*/ 166357 h 293978"/>
              <a:gd name="csX159" fmla="*/ 123559 w 337403"/>
              <a:gd name="csY159" fmla="*/ 167978 h 293978"/>
              <a:gd name="csX160" fmla="*/ 116417 w 337403"/>
              <a:gd name="csY160" fmla="*/ 160836 h 293978"/>
              <a:gd name="csX161" fmla="*/ 116417 w 337403"/>
              <a:gd name="csY161" fmla="*/ 90870 h 293978"/>
              <a:gd name="csX162" fmla="*/ 117708 w 337403"/>
              <a:gd name="csY162" fmla="*/ 86777 h 293978"/>
              <a:gd name="csX163" fmla="*/ 127625 w 337403"/>
              <a:gd name="csY163" fmla="*/ 85156 h 293978"/>
              <a:gd name="csX164" fmla="*/ 137679 w 337403"/>
              <a:gd name="csY164" fmla="*/ 238987 h 293978"/>
              <a:gd name="csX165" fmla="*/ 137679 w 337403"/>
              <a:gd name="csY165" fmla="*/ 207617 h 293978"/>
              <a:gd name="csX166" fmla="*/ 80157 w 337403"/>
              <a:gd name="csY166" fmla="*/ 207617 h 293978"/>
              <a:gd name="csX167" fmla="*/ 80157 w 337403"/>
              <a:gd name="csY167" fmla="*/ 238740 h 293978"/>
              <a:gd name="csX168" fmla="*/ 65928 w 337403"/>
              <a:gd name="csY168" fmla="*/ 207617 h 293978"/>
              <a:gd name="csX169" fmla="*/ 14284 w 337403"/>
              <a:gd name="csY169" fmla="*/ 207617 h 293978"/>
              <a:gd name="csX170" fmla="*/ 14284 w 337403"/>
              <a:gd name="csY170" fmla="*/ 223385 h 293978"/>
              <a:gd name="csX171" fmla="*/ 29612 w 337403"/>
              <a:gd name="csY171" fmla="*/ 238740 h 293978"/>
              <a:gd name="csX172" fmla="*/ 65928 w 337403"/>
              <a:gd name="csY172" fmla="*/ 238740 h 293978"/>
              <a:gd name="csX173" fmla="*/ 65928 w 337403"/>
              <a:gd name="csY173" fmla="*/ 207617 h 293978"/>
              <a:gd name="csX174" fmla="*/ 207919 w 337403"/>
              <a:gd name="csY174" fmla="*/ 43759 h 293978"/>
              <a:gd name="csX175" fmla="*/ 207919 w 337403"/>
              <a:gd name="csY175" fmla="*/ 14284 h 293978"/>
              <a:gd name="csX176" fmla="*/ 151963 w 337403"/>
              <a:gd name="csY176" fmla="*/ 14284 h 293978"/>
              <a:gd name="csX177" fmla="*/ 151963 w 337403"/>
              <a:gd name="csY177" fmla="*/ 43732 h 293978"/>
              <a:gd name="csX178" fmla="*/ 222204 w 337403"/>
              <a:gd name="csY178" fmla="*/ 14284 h 293978"/>
              <a:gd name="csX179" fmla="*/ 222204 w 337403"/>
              <a:gd name="csY179" fmla="*/ 43732 h 293978"/>
              <a:gd name="csX180" fmla="*/ 271457 w 337403"/>
              <a:gd name="csY180" fmla="*/ 43732 h 293978"/>
              <a:gd name="csX181" fmla="*/ 271457 w 337403"/>
              <a:gd name="csY181" fmla="*/ 29612 h 293978"/>
              <a:gd name="csX182" fmla="*/ 256101 w 337403"/>
              <a:gd name="csY182" fmla="*/ 14284 h 293978"/>
              <a:gd name="csX183" fmla="*/ 137679 w 337403"/>
              <a:gd name="csY183" fmla="*/ 43759 h 293978"/>
              <a:gd name="csX184" fmla="*/ 137679 w 337403"/>
              <a:gd name="csY184" fmla="*/ 14284 h 293978"/>
              <a:gd name="csX185" fmla="*/ 80157 w 337403"/>
              <a:gd name="csY185" fmla="*/ 14284 h 293978"/>
              <a:gd name="csX186" fmla="*/ 80157 w 337403"/>
              <a:gd name="csY186" fmla="*/ 43732 h 293978"/>
              <a:gd name="csX187" fmla="*/ 65928 w 337403"/>
              <a:gd name="csY187" fmla="*/ 43759 h 293978"/>
              <a:gd name="csX188" fmla="*/ 65928 w 337403"/>
              <a:gd name="csY188" fmla="*/ 14284 h 293978"/>
              <a:gd name="csX189" fmla="*/ 29612 w 337403"/>
              <a:gd name="csY189" fmla="*/ 14284 h 293978"/>
              <a:gd name="csX190" fmla="*/ 14284 w 337403"/>
              <a:gd name="csY190" fmla="*/ 29612 h 293978"/>
              <a:gd name="csX191" fmla="*/ 14284 w 337403"/>
              <a:gd name="csY191" fmla="*/ 43732 h 293978"/>
              <a:gd name="csX192" fmla="*/ 257365 w 337403"/>
              <a:gd name="csY192" fmla="*/ 197975 h 293978"/>
              <a:gd name="csX193" fmla="*/ 276371 w 337403"/>
              <a:gd name="csY193" fmla="*/ 213883 h 293978"/>
              <a:gd name="csX194" fmla="*/ 260464 w 337403"/>
              <a:gd name="csY194" fmla="*/ 232889 h 293978"/>
              <a:gd name="csX195" fmla="*/ 241460 w 337403"/>
              <a:gd name="csY195" fmla="*/ 217012 h 293978"/>
              <a:gd name="csX196" fmla="*/ 257365 w 337403"/>
              <a:gd name="csY196" fmla="*/ 198002 h 293978"/>
              <a:gd name="csX197" fmla="*/ 257365 w 337403"/>
              <a:gd name="csY197" fmla="*/ 198002 h 293978"/>
              <a:gd name="csX198" fmla="*/ 255469 w 337403"/>
              <a:gd name="csY198" fmla="*/ 176301 h 293978"/>
              <a:gd name="csX199" fmla="*/ 298022 w 337403"/>
              <a:gd name="csY199" fmla="*/ 212014 h 293978"/>
              <a:gd name="csX200" fmla="*/ 262309 w 337403"/>
              <a:gd name="csY200" fmla="*/ 254567 h 293978"/>
              <a:gd name="csX201" fmla="*/ 219759 w 337403"/>
              <a:gd name="csY201" fmla="*/ 218879 h 293978"/>
              <a:gd name="csX202" fmla="*/ 255389 w 337403"/>
              <a:gd name="csY202" fmla="*/ 176308 h 293978"/>
              <a:gd name="csX203" fmla="*/ 255469 w 337403"/>
              <a:gd name="csY203" fmla="*/ 176301 h 2939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Lst>
            <a:rect l="l" t="t" r="r" b="b"/>
            <a:pathLst>
              <a:path w="337403" h="293978">
                <a:moveTo>
                  <a:pt x="310986" y="157320"/>
                </a:moveTo>
                <a:cubicBezTo>
                  <a:pt x="312353" y="157992"/>
                  <a:pt x="313576" y="158925"/>
                  <a:pt x="314585" y="160067"/>
                </a:cubicBezTo>
                <a:lnTo>
                  <a:pt x="324364" y="171302"/>
                </a:lnTo>
                <a:lnTo>
                  <a:pt x="324364" y="171302"/>
                </a:lnTo>
                <a:cubicBezTo>
                  <a:pt x="325356" y="172452"/>
                  <a:pt x="326128" y="173774"/>
                  <a:pt x="326644" y="175202"/>
                </a:cubicBezTo>
                <a:cubicBezTo>
                  <a:pt x="327152" y="176656"/>
                  <a:pt x="327348" y="178200"/>
                  <a:pt x="327221" y="179735"/>
                </a:cubicBezTo>
                <a:cubicBezTo>
                  <a:pt x="327090" y="181274"/>
                  <a:pt x="326670" y="182774"/>
                  <a:pt x="325985" y="184158"/>
                </a:cubicBezTo>
                <a:cubicBezTo>
                  <a:pt x="325323" y="185492"/>
                  <a:pt x="324387" y="186671"/>
                  <a:pt x="323238" y="187619"/>
                </a:cubicBezTo>
                <a:lnTo>
                  <a:pt x="316562" y="193442"/>
                </a:lnTo>
                <a:cubicBezTo>
                  <a:pt x="316562" y="193635"/>
                  <a:pt x="316755" y="193854"/>
                  <a:pt x="316810" y="194074"/>
                </a:cubicBezTo>
                <a:cubicBezTo>
                  <a:pt x="317277" y="195283"/>
                  <a:pt x="317661" y="196574"/>
                  <a:pt x="318046" y="197783"/>
                </a:cubicBezTo>
                <a:cubicBezTo>
                  <a:pt x="318046" y="197783"/>
                  <a:pt x="318046" y="197783"/>
                  <a:pt x="318046" y="197975"/>
                </a:cubicBezTo>
                <a:cubicBezTo>
                  <a:pt x="318458" y="199184"/>
                  <a:pt x="318760" y="200530"/>
                  <a:pt x="319090" y="201931"/>
                </a:cubicBezTo>
                <a:lnTo>
                  <a:pt x="319090" y="202425"/>
                </a:lnTo>
                <a:lnTo>
                  <a:pt x="326671" y="202974"/>
                </a:lnTo>
                <a:cubicBezTo>
                  <a:pt x="329763" y="203186"/>
                  <a:pt x="332632" y="204655"/>
                  <a:pt x="334610" y="207040"/>
                </a:cubicBezTo>
                <a:lnTo>
                  <a:pt x="334610" y="207040"/>
                </a:lnTo>
                <a:cubicBezTo>
                  <a:pt x="335606" y="208173"/>
                  <a:pt x="336355" y="209502"/>
                  <a:pt x="336808" y="210941"/>
                </a:cubicBezTo>
                <a:cubicBezTo>
                  <a:pt x="337274" y="212385"/>
                  <a:pt x="337469" y="213903"/>
                  <a:pt x="337385" y="215418"/>
                </a:cubicBezTo>
                <a:lnTo>
                  <a:pt x="336286" y="230444"/>
                </a:lnTo>
                <a:cubicBezTo>
                  <a:pt x="336191" y="233607"/>
                  <a:pt x="334776" y="236586"/>
                  <a:pt x="332385" y="238658"/>
                </a:cubicBezTo>
                <a:cubicBezTo>
                  <a:pt x="330049" y="240713"/>
                  <a:pt x="326966" y="241708"/>
                  <a:pt x="323869" y="241405"/>
                </a:cubicBezTo>
                <a:lnTo>
                  <a:pt x="315052" y="240773"/>
                </a:lnTo>
                <a:cubicBezTo>
                  <a:pt x="315052" y="240965"/>
                  <a:pt x="314804" y="241240"/>
                  <a:pt x="314722" y="241432"/>
                </a:cubicBezTo>
                <a:cubicBezTo>
                  <a:pt x="314145" y="242641"/>
                  <a:pt x="313513" y="243850"/>
                  <a:pt x="312881" y="245058"/>
                </a:cubicBezTo>
                <a:cubicBezTo>
                  <a:pt x="312250" y="246267"/>
                  <a:pt x="311508" y="247503"/>
                  <a:pt x="310794" y="248574"/>
                </a:cubicBezTo>
                <a:lnTo>
                  <a:pt x="310574" y="248959"/>
                </a:lnTo>
                <a:lnTo>
                  <a:pt x="315546" y="254673"/>
                </a:lnTo>
                <a:lnTo>
                  <a:pt x="315738" y="254892"/>
                </a:lnTo>
                <a:cubicBezTo>
                  <a:pt x="316714" y="256051"/>
                  <a:pt x="317444" y="257397"/>
                  <a:pt x="317881" y="258848"/>
                </a:cubicBezTo>
                <a:cubicBezTo>
                  <a:pt x="318761" y="261747"/>
                  <a:pt x="318536" y="264869"/>
                  <a:pt x="317249" y="267611"/>
                </a:cubicBezTo>
                <a:cubicBezTo>
                  <a:pt x="316578" y="268987"/>
                  <a:pt x="315645" y="270219"/>
                  <a:pt x="314502" y="271237"/>
                </a:cubicBezTo>
                <a:lnTo>
                  <a:pt x="314365" y="271237"/>
                </a:lnTo>
                <a:lnTo>
                  <a:pt x="303047" y="280934"/>
                </a:lnTo>
                <a:cubicBezTo>
                  <a:pt x="301917" y="281973"/>
                  <a:pt x="300591" y="282776"/>
                  <a:pt x="299147" y="283296"/>
                </a:cubicBezTo>
                <a:cubicBezTo>
                  <a:pt x="297667" y="283815"/>
                  <a:pt x="296092" y="284002"/>
                  <a:pt x="294532" y="283846"/>
                </a:cubicBezTo>
                <a:cubicBezTo>
                  <a:pt x="292967" y="283713"/>
                  <a:pt x="291440" y="283294"/>
                  <a:pt x="290027" y="282609"/>
                </a:cubicBezTo>
                <a:cubicBezTo>
                  <a:pt x="288679" y="281944"/>
                  <a:pt x="287482" y="281009"/>
                  <a:pt x="286510" y="279862"/>
                </a:cubicBezTo>
                <a:lnTo>
                  <a:pt x="280852" y="273215"/>
                </a:lnTo>
                <a:cubicBezTo>
                  <a:pt x="280625" y="273320"/>
                  <a:pt x="280384" y="273394"/>
                  <a:pt x="280137" y="273435"/>
                </a:cubicBezTo>
                <a:cubicBezTo>
                  <a:pt x="278901" y="273847"/>
                  <a:pt x="277638" y="274286"/>
                  <a:pt x="276292" y="274671"/>
                </a:cubicBezTo>
                <a:cubicBezTo>
                  <a:pt x="274946" y="275055"/>
                  <a:pt x="273682" y="275385"/>
                  <a:pt x="272336" y="275715"/>
                </a:cubicBezTo>
                <a:cubicBezTo>
                  <a:pt x="272155" y="275752"/>
                  <a:pt x="271968" y="275752"/>
                  <a:pt x="271787" y="275715"/>
                </a:cubicBezTo>
                <a:lnTo>
                  <a:pt x="271210" y="283241"/>
                </a:lnTo>
                <a:cubicBezTo>
                  <a:pt x="271124" y="284776"/>
                  <a:pt x="270712" y="286274"/>
                  <a:pt x="270001" y="287636"/>
                </a:cubicBezTo>
                <a:cubicBezTo>
                  <a:pt x="269332" y="288989"/>
                  <a:pt x="268397" y="290194"/>
                  <a:pt x="267254" y="291180"/>
                </a:cubicBezTo>
                <a:lnTo>
                  <a:pt x="267254" y="291180"/>
                </a:lnTo>
                <a:cubicBezTo>
                  <a:pt x="266116" y="292175"/>
                  <a:pt x="264789" y="292931"/>
                  <a:pt x="263353" y="293405"/>
                </a:cubicBezTo>
                <a:cubicBezTo>
                  <a:pt x="261908" y="293864"/>
                  <a:pt x="260389" y="294050"/>
                  <a:pt x="258876" y="293954"/>
                </a:cubicBezTo>
                <a:lnTo>
                  <a:pt x="243850" y="292856"/>
                </a:lnTo>
                <a:cubicBezTo>
                  <a:pt x="237519" y="292487"/>
                  <a:pt x="232686" y="287056"/>
                  <a:pt x="233054" y="280725"/>
                </a:cubicBezTo>
                <a:cubicBezTo>
                  <a:pt x="233061" y="280602"/>
                  <a:pt x="233070" y="280480"/>
                  <a:pt x="233082" y="280357"/>
                </a:cubicBezTo>
                <a:lnTo>
                  <a:pt x="233494" y="271622"/>
                </a:lnTo>
                <a:lnTo>
                  <a:pt x="232834" y="271292"/>
                </a:lnTo>
                <a:cubicBezTo>
                  <a:pt x="231626" y="270715"/>
                  <a:pt x="230417" y="270083"/>
                  <a:pt x="229236" y="269424"/>
                </a:cubicBezTo>
                <a:cubicBezTo>
                  <a:pt x="228055" y="268765"/>
                  <a:pt x="226764" y="268078"/>
                  <a:pt x="225692" y="267364"/>
                </a:cubicBezTo>
                <a:lnTo>
                  <a:pt x="225308" y="267144"/>
                </a:lnTo>
                <a:lnTo>
                  <a:pt x="219759" y="272116"/>
                </a:lnTo>
                <a:lnTo>
                  <a:pt x="219539" y="272308"/>
                </a:lnTo>
                <a:cubicBezTo>
                  <a:pt x="218373" y="273274"/>
                  <a:pt x="217029" y="274002"/>
                  <a:pt x="215583" y="274451"/>
                </a:cubicBezTo>
                <a:cubicBezTo>
                  <a:pt x="214135" y="274895"/>
                  <a:pt x="212616" y="275063"/>
                  <a:pt x="211106" y="274945"/>
                </a:cubicBezTo>
                <a:cubicBezTo>
                  <a:pt x="209616" y="274841"/>
                  <a:pt x="208161" y="274449"/>
                  <a:pt x="206820" y="273792"/>
                </a:cubicBezTo>
                <a:cubicBezTo>
                  <a:pt x="205447" y="273130"/>
                  <a:pt x="204223" y="272195"/>
                  <a:pt x="203222" y="271045"/>
                </a:cubicBezTo>
                <a:lnTo>
                  <a:pt x="203222" y="271045"/>
                </a:lnTo>
                <a:lnTo>
                  <a:pt x="193470" y="259590"/>
                </a:lnTo>
                <a:cubicBezTo>
                  <a:pt x="192388" y="258388"/>
                  <a:pt x="191549" y="256989"/>
                  <a:pt x="190998" y="255469"/>
                </a:cubicBezTo>
                <a:cubicBezTo>
                  <a:pt x="190490" y="254016"/>
                  <a:pt x="190293" y="252471"/>
                  <a:pt x="190421" y="250937"/>
                </a:cubicBezTo>
                <a:cubicBezTo>
                  <a:pt x="190606" y="247826"/>
                  <a:pt x="192104" y="244940"/>
                  <a:pt x="194541" y="242998"/>
                </a:cubicBezTo>
                <a:lnTo>
                  <a:pt x="201217" y="237312"/>
                </a:lnTo>
                <a:cubicBezTo>
                  <a:pt x="201086" y="237093"/>
                  <a:pt x="201001" y="236850"/>
                  <a:pt x="200969" y="236598"/>
                </a:cubicBezTo>
                <a:cubicBezTo>
                  <a:pt x="200585" y="235389"/>
                  <a:pt x="200118" y="234125"/>
                  <a:pt x="199733" y="232779"/>
                </a:cubicBezTo>
                <a:cubicBezTo>
                  <a:pt x="199349" y="231433"/>
                  <a:pt x="198964" y="230032"/>
                  <a:pt x="198717" y="228824"/>
                </a:cubicBezTo>
                <a:lnTo>
                  <a:pt x="198717" y="228247"/>
                </a:lnTo>
                <a:lnTo>
                  <a:pt x="191218" y="227697"/>
                </a:lnTo>
                <a:cubicBezTo>
                  <a:pt x="189683" y="227644"/>
                  <a:pt x="188176" y="227270"/>
                  <a:pt x="186795" y="226598"/>
                </a:cubicBezTo>
                <a:cubicBezTo>
                  <a:pt x="185446" y="225922"/>
                  <a:pt x="184242" y="224989"/>
                  <a:pt x="183251" y="223852"/>
                </a:cubicBezTo>
                <a:lnTo>
                  <a:pt x="183251" y="223852"/>
                </a:lnTo>
                <a:cubicBezTo>
                  <a:pt x="182255" y="222719"/>
                  <a:pt x="181506" y="221390"/>
                  <a:pt x="181054" y="219951"/>
                </a:cubicBezTo>
                <a:cubicBezTo>
                  <a:pt x="180574" y="218510"/>
                  <a:pt x="180378" y="216989"/>
                  <a:pt x="180477" y="215473"/>
                </a:cubicBezTo>
                <a:lnTo>
                  <a:pt x="181576" y="200447"/>
                </a:lnTo>
                <a:cubicBezTo>
                  <a:pt x="181676" y="198913"/>
                  <a:pt x="182068" y="197412"/>
                  <a:pt x="182729" y="196025"/>
                </a:cubicBezTo>
                <a:cubicBezTo>
                  <a:pt x="183425" y="194672"/>
                  <a:pt x="184355" y="193454"/>
                  <a:pt x="185476" y="192426"/>
                </a:cubicBezTo>
                <a:cubicBezTo>
                  <a:pt x="186640" y="191417"/>
                  <a:pt x="187995" y="190651"/>
                  <a:pt x="189459" y="190174"/>
                </a:cubicBezTo>
                <a:cubicBezTo>
                  <a:pt x="190898" y="189681"/>
                  <a:pt x="192418" y="189466"/>
                  <a:pt x="193937" y="189542"/>
                </a:cubicBezTo>
                <a:lnTo>
                  <a:pt x="202755" y="190201"/>
                </a:lnTo>
                <a:cubicBezTo>
                  <a:pt x="202755" y="190009"/>
                  <a:pt x="202975" y="189734"/>
                  <a:pt x="203085" y="189542"/>
                </a:cubicBezTo>
                <a:cubicBezTo>
                  <a:pt x="203661" y="188333"/>
                  <a:pt x="204293" y="187124"/>
                  <a:pt x="204925" y="185916"/>
                </a:cubicBezTo>
                <a:cubicBezTo>
                  <a:pt x="205557" y="184707"/>
                  <a:pt x="206298" y="183471"/>
                  <a:pt x="206985" y="182400"/>
                </a:cubicBezTo>
                <a:lnTo>
                  <a:pt x="207232" y="182015"/>
                </a:lnTo>
                <a:lnTo>
                  <a:pt x="202315" y="176246"/>
                </a:lnTo>
                <a:cubicBezTo>
                  <a:pt x="201293" y="175091"/>
                  <a:pt x="200526" y="173734"/>
                  <a:pt x="200063" y="172263"/>
                </a:cubicBezTo>
                <a:cubicBezTo>
                  <a:pt x="199539" y="170756"/>
                  <a:pt x="199343" y="169155"/>
                  <a:pt x="199486" y="167566"/>
                </a:cubicBezTo>
                <a:cubicBezTo>
                  <a:pt x="199579" y="166029"/>
                  <a:pt x="200001" y="164531"/>
                  <a:pt x="200722" y="163171"/>
                </a:cubicBezTo>
                <a:cubicBezTo>
                  <a:pt x="201394" y="161803"/>
                  <a:pt x="202327" y="160581"/>
                  <a:pt x="203469" y="159572"/>
                </a:cubicBezTo>
                <a:lnTo>
                  <a:pt x="214704" y="149793"/>
                </a:lnTo>
                <a:lnTo>
                  <a:pt x="214704" y="149793"/>
                </a:lnTo>
                <a:cubicBezTo>
                  <a:pt x="215868" y="148806"/>
                  <a:pt x="217198" y="148034"/>
                  <a:pt x="218632" y="147513"/>
                </a:cubicBezTo>
                <a:cubicBezTo>
                  <a:pt x="220086" y="147005"/>
                  <a:pt x="221630" y="146809"/>
                  <a:pt x="223165" y="146936"/>
                </a:cubicBezTo>
                <a:cubicBezTo>
                  <a:pt x="224705" y="147058"/>
                  <a:pt x="226207" y="147477"/>
                  <a:pt x="227588" y="148172"/>
                </a:cubicBezTo>
                <a:cubicBezTo>
                  <a:pt x="228915" y="148844"/>
                  <a:pt x="230093" y="149779"/>
                  <a:pt x="231049" y="150919"/>
                </a:cubicBezTo>
                <a:lnTo>
                  <a:pt x="236872" y="157594"/>
                </a:lnTo>
                <a:lnTo>
                  <a:pt x="237422" y="157347"/>
                </a:lnTo>
                <a:cubicBezTo>
                  <a:pt x="238658" y="156880"/>
                  <a:pt x="239922" y="156496"/>
                  <a:pt x="241268" y="156029"/>
                </a:cubicBezTo>
                <a:cubicBezTo>
                  <a:pt x="242614" y="155562"/>
                  <a:pt x="244015" y="155314"/>
                  <a:pt x="245223" y="155012"/>
                </a:cubicBezTo>
                <a:cubicBezTo>
                  <a:pt x="245415" y="154986"/>
                  <a:pt x="245609" y="154986"/>
                  <a:pt x="245800" y="155012"/>
                </a:cubicBezTo>
                <a:lnTo>
                  <a:pt x="246350" y="147513"/>
                </a:lnTo>
                <a:cubicBezTo>
                  <a:pt x="246437" y="145970"/>
                  <a:pt x="246849" y="144463"/>
                  <a:pt x="247558" y="143090"/>
                </a:cubicBezTo>
                <a:cubicBezTo>
                  <a:pt x="248236" y="141750"/>
                  <a:pt x="249169" y="140556"/>
                  <a:pt x="250305" y="139574"/>
                </a:cubicBezTo>
                <a:lnTo>
                  <a:pt x="250305" y="139574"/>
                </a:lnTo>
                <a:cubicBezTo>
                  <a:pt x="251438" y="138578"/>
                  <a:pt x="252767" y="137829"/>
                  <a:pt x="254206" y="137377"/>
                </a:cubicBezTo>
                <a:cubicBezTo>
                  <a:pt x="255650" y="136910"/>
                  <a:pt x="257168" y="136715"/>
                  <a:pt x="258683" y="136800"/>
                </a:cubicBezTo>
                <a:lnTo>
                  <a:pt x="273709" y="137898"/>
                </a:lnTo>
                <a:cubicBezTo>
                  <a:pt x="275234" y="138025"/>
                  <a:pt x="276723" y="138425"/>
                  <a:pt x="278105" y="139080"/>
                </a:cubicBezTo>
                <a:cubicBezTo>
                  <a:pt x="279507" y="139707"/>
                  <a:pt x="280747" y="140647"/>
                  <a:pt x="281731" y="141827"/>
                </a:cubicBezTo>
                <a:cubicBezTo>
                  <a:pt x="282739" y="142981"/>
                  <a:pt x="283505" y="144326"/>
                  <a:pt x="283983" y="145782"/>
                </a:cubicBezTo>
                <a:cubicBezTo>
                  <a:pt x="284449" y="147254"/>
                  <a:pt x="284627" y="148803"/>
                  <a:pt x="284505" y="150342"/>
                </a:cubicBezTo>
                <a:lnTo>
                  <a:pt x="284093" y="159325"/>
                </a:lnTo>
                <a:lnTo>
                  <a:pt x="284752" y="159655"/>
                </a:lnTo>
                <a:cubicBezTo>
                  <a:pt x="285961" y="160231"/>
                  <a:pt x="287170" y="160863"/>
                  <a:pt x="288351" y="161523"/>
                </a:cubicBezTo>
                <a:cubicBezTo>
                  <a:pt x="289532" y="162182"/>
                  <a:pt x="290823" y="162869"/>
                  <a:pt x="291867" y="163583"/>
                </a:cubicBezTo>
                <a:lnTo>
                  <a:pt x="292279" y="163803"/>
                </a:lnTo>
                <a:lnTo>
                  <a:pt x="298048" y="158885"/>
                </a:lnTo>
                <a:cubicBezTo>
                  <a:pt x="299231" y="157817"/>
                  <a:pt x="300639" y="157028"/>
                  <a:pt x="302168" y="156578"/>
                </a:cubicBezTo>
                <a:cubicBezTo>
                  <a:pt x="303623" y="156075"/>
                  <a:pt x="305166" y="155879"/>
                  <a:pt x="306701" y="156001"/>
                </a:cubicBezTo>
                <a:cubicBezTo>
                  <a:pt x="308247" y="156090"/>
                  <a:pt x="309755" y="156512"/>
                  <a:pt x="311123" y="157237"/>
                </a:cubicBezTo>
                <a:lnTo>
                  <a:pt x="311123" y="157375"/>
                </a:lnTo>
                <a:close/>
                <a:moveTo>
                  <a:pt x="29612" y="0"/>
                </a:moveTo>
                <a:lnTo>
                  <a:pt x="256129" y="0"/>
                </a:lnTo>
                <a:cubicBezTo>
                  <a:pt x="272443" y="75"/>
                  <a:pt x="285641" y="13298"/>
                  <a:pt x="285686" y="29612"/>
                </a:cubicBezTo>
                <a:lnTo>
                  <a:pt x="285686" y="112901"/>
                </a:lnTo>
                <a:lnTo>
                  <a:pt x="284588" y="112516"/>
                </a:lnTo>
                <a:lnTo>
                  <a:pt x="282912" y="112022"/>
                </a:lnTo>
                <a:cubicBezTo>
                  <a:pt x="280830" y="111445"/>
                  <a:pt x="278695" y="111086"/>
                  <a:pt x="276539" y="110951"/>
                </a:cubicBezTo>
                <a:lnTo>
                  <a:pt x="271402" y="110566"/>
                </a:lnTo>
                <a:lnTo>
                  <a:pt x="271402" y="58044"/>
                </a:lnTo>
                <a:lnTo>
                  <a:pt x="14284" y="58044"/>
                </a:lnTo>
                <a:lnTo>
                  <a:pt x="14284" y="193333"/>
                </a:lnTo>
                <a:lnTo>
                  <a:pt x="155067" y="193333"/>
                </a:lnTo>
                <a:cubicBezTo>
                  <a:pt x="154781" y="194747"/>
                  <a:pt x="154588" y="196178"/>
                  <a:pt x="154490" y="197618"/>
                </a:cubicBezTo>
                <a:lnTo>
                  <a:pt x="153831" y="207617"/>
                </a:lnTo>
                <a:lnTo>
                  <a:pt x="152046" y="207617"/>
                </a:lnTo>
                <a:lnTo>
                  <a:pt x="152046" y="238740"/>
                </a:lnTo>
                <a:lnTo>
                  <a:pt x="161935" y="238740"/>
                </a:lnTo>
                <a:cubicBezTo>
                  <a:pt x="162814" y="239702"/>
                  <a:pt x="163775" y="240663"/>
                  <a:pt x="164846" y="241487"/>
                </a:cubicBezTo>
                <a:lnTo>
                  <a:pt x="166247" y="242723"/>
                </a:lnTo>
                <a:cubicBezTo>
                  <a:pt x="165918" y="243602"/>
                  <a:pt x="165643" y="244481"/>
                  <a:pt x="165396" y="245470"/>
                </a:cubicBezTo>
                <a:cubicBezTo>
                  <a:pt x="164878" y="247268"/>
                  <a:pt x="164510" y="249106"/>
                  <a:pt x="164297" y="250964"/>
                </a:cubicBezTo>
                <a:lnTo>
                  <a:pt x="164297" y="251871"/>
                </a:lnTo>
                <a:lnTo>
                  <a:pt x="164297" y="252887"/>
                </a:lnTo>
                <a:lnTo>
                  <a:pt x="29612" y="252887"/>
                </a:lnTo>
                <a:cubicBezTo>
                  <a:pt x="13319" y="252842"/>
                  <a:pt x="105" y="239677"/>
                  <a:pt x="0" y="223385"/>
                </a:cubicBezTo>
                <a:lnTo>
                  <a:pt x="0" y="29612"/>
                </a:lnTo>
                <a:cubicBezTo>
                  <a:pt x="15" y="13264"/>
                  <a:pt x="13264" y="15"/>
                  <a:pt x="29612" y="0"/>
                </a:cubicBezTo>
                <a:close/>
                <a:moveTo>
                  <a:pt x="127625" y="85156"/>
                </a:moveTo>
                <a:lnTo>
                  <a:pt x="177730" y="119988"/>
                </a:lnTo>
                <a:cubicBezTo>
                  <a:pt x="178542" y="120493"/>
                  <a:pt x="179236" y="121168"/>
                  <a:pt x="179763" y="121966"/>
                </a:cubicBezTo>
                <a:cubicBezTo>
                  <a:pt x="182003" y="125176"/>
                  <a:pt x="181217" y="129594"/>
                  <a:pt x="178008" y="131834"/>
                </a:cubicBezTo>
                <a:cubicBezTo>
                  <a:pt x="177997" y="131841"/>
                  <a:pt x="177987" y="131848"/>
                  <a:pt x="177977" y="131855"/>
                </a:cubicBezTo>
                <a:lnTo>
                  <a:pt x="128064" y="166357"/>
                </a:lnTo>
                <a:cubicBezTo>
                  <a:pt x="126800" y="167410"/>
                  <a:pt x="125205" y="167984"/>
                  <a:pt x="123559" y="167978"/>
                </a:cubicBezTo>
                <a:cubicBezTo>
                  <a:pt x="119615" y="167978"/>
                  <a:pt x="116417" y="164780"/>
                  <a:pt x="116417" y="160836"/>
                </a:cubicBezTo>
                <a:lnTo>
                  <a:pt x="116417" y="90870"/>
                </a:lnTo>
                <a:cubicBezTo>
                  <a:pt x="116417" y="90870"/>
                  <a:pt x="117489" y="87107"/>
                  <a:pt x="117708" y="86777"/>
                </a:cubicBezTo>
                <a:cubicBezTo>
                  <a:pt x="120011" y="83610"/>
                  <a:pt x="124434" y="82887"/>
                  <a:pt x="127625" y="85156"/>
                </a:cubicBezTo>
                <a:close/>
                <a:moveTo>
                  <a:pt x="137679" y="238987"/>
                </a:moveTo>
                <a:lnTo>
                  <a:pt x="137679" y="207617"/>
                </a:lnTo>
                <a:lnTo>
                  <a:pt x="80157" y="207617"/>
                </a:lnTo>
                <a:lnTo>
                  <a:pt x="80157" y="238740"/>
                </a:lnTo>
                <a:close/>
                <a:moveTo>
                  <a:pt x="65928" y="207617"/>
                </a:moveTo>
                <a:lnTo>
                  <a:pt x="14284" y="207617"/>
                </a:lnTo>
                <a:lnTo>
                  <a:pt x="14284" y="223385"/>
                </a:lnTo>
                <a:cubicBezTo>
                  <a:pt x="14299" y="231848"/>
                  <a:pt x="21149" y="238710"/>
                  <a:pt x="29612" y="238740"/>
                </a:cubicBezTo>
                <a:lnTo>
                  <a:pt x="65928" y="238740"/>
                </a:lnTo>
                <a:lnTo>
                  <a:pt x="65928" y="207617"/>
                </a:lnTo>
                <a:close/>
                <a:moveTo>
                  <a:pt x="207919" y="43759"/>
                </a:moveTo>
                <a:lnTo>
                  <a:pt x="207919" y="14284"/>
                </a:lnTo>
                <a:lnTo>
                  <a:pt x="151963" y="14284"/>
                </a:lnTo>
                <a:lnTo>
                  <a:pt x="151963" y="43732"/>
                </a:lnTo>
                <a:close/>
                <a:moveTo>
                  <a:pt x="222204" y="14284"/>
                </a:moveTo>
                <a:lnTo>
                  <a:pt x="222204" y="43732"/>
                </a:lnTo>
                <a:lnTo>
                  <a:pt x="271457" y="43732"/>
                </a:lnTo>
                <a:lnTo>
                  <a:pt x="271457" y="29612"/>
                </a:lnTo>
                <a:cubicBezTo>
                  <a:pt x="271427" y="21149"/>
                  <a:pt x="264565" y="14299"/>
                  <a:pt x="256101" y="14284"/>
                </a:cubicBezTo>
                <a:close/>
                <a:moveTo>
                  <a:pt x="137679" y="43759"/>
                </a:moveTo>
                <a:lnTo>
                  <a:pt x="137679" y="14284"/>
                </a:lnTo>
                <a:lnTo>
                  <a:pt x="80157" y="14284"/>
                </a:lnTo>
                <a:lnTo>
                  <a:pt x="80157" y="43732"/>
                </a:lnTo>
                <a:close/>
                <a:moveTo>
                  <a:pt x="65928" y="43759"/>
                </a:moveTo>
                <a:lnTo>
                  <a:pt x="65928" y="14284"/>
                </a:lnTo>
                <a:lnTo>
                  <a:pt x="29612" y="14284"/>
                </a:lnTo>
                <a:cubicBezTo>
                  <a:pt x="21159" y="14314"/>
                  <a:pt x="14314" y="21159"/>
                  <a:pt x="14284" y="29612"/>
                </a:cubicBezTo>
                <a:lnTo>
                  <a:pt x="14284" y="43732"/>
                </a:lnTo>
                <a:close/>
                <a:moveTo>
                  <a:pt x="257365" y="197975"/>
                </a:moveTo>
                <a:cubicBezTo>
                  <a:pt x="267006" y="197119"/>
                  <a:pt x="275516" y="204241"/>
                  <a:pt x="276371" y="213883"/>
                </a:cubicBezTo>
                <a:cubicBezTo>
                  <a:pt x="277227" y="223524"/>
                  <a:pt x="270105" y="232033"/>
                  <a:pt x="260464" y="232889"/>
                </a:cubicBezTo>
                <a:cubicBezTo>
                  <a:pt x="250834" y="233744"/>
                  <a:pt x="242331" y="226640"/>
                  <a:pt x="241460" y="217012"/>
                </a:cubicBezTo>
                <a:cubicBezTo>
                  <a:pt x="240603" y="207370"/>
                  <a:pt x="247723" y="198860"/>
                  <a:pt x="257365" y="198002"/>
                </a:cubicBezTo>
                <a:cubicBezTo>
                  <a:pt x="257365" y="198002"/>
                  <a:pt x="257365" y="198002"/>
                  <a:pt x="257365" y="198002"/>
                </a:cubicBezTo>
                <a:close/>
                <a:moveTo>
                  <a:pt x="255469" y="176301"/>
                </a:moveTo>
                <a:cubicBezTo>
                  <a:pt x="277082" y="174413"/>
                  <a:pt x="296133" y="190402"/>
                  <a:pt x="298022" y="212014"/>
                </a:cubicBezTo>
                <a:cubicBezTo>
                  <a:pt x="299911" y="233627"/>
                  <a:pt x="283921" y="252678"/>
                  <a:pt x="262309" y="254567"/>
                </a:cubicBezTo>
                <a:cubicBezTo>
                  <a:pt x="240707" y="256454"/>
                  <a:pt x="221661" y="240481"/>
                  <a:pt x="219759" y="218879"/>
                </a:cubicBezTo>
                <a:cubicBezTo>
                  <a:pt x="217842" y="197285"/>
                  <a:pt x="233794" y="178225"/>
                  <a:pt x="255389" y="176308"/>
                </a:cubicBezTo>
                <a:cubicBezTo>
                  <a:pt x="255416" y="176306"/>
                  <a:pt x="255443" y="176304"/>
                  <a:pt x="255469" y="176301"/>
                </a:cubicBezTo>
                <a:close/>
              </a:path>
            </a:pathLst>
          </a:custGeom>
          <a:gradFill>
            <a:gsLst>
              <a:gs pos="0">
                <a:srgbClr val="0078D4"/>
              </a:gs>
              <a:gs pos="53000">
                <a:srgbClr val="8661C5"/>
              </a:gs>
              <a:gs pos="100000">
                <a:srgbClr val="C03BC4"/>
              </a:gs>
            </a:gsLst>
            <a:path path="circle">
              <a:fillToRect r="100000" b="100000"/>
            </a:path>
          </a:gradFill>
          <a:ln w="2710" cap="flat">
            <a:gradFill>
              <a:gsLst>
                <a:gs pos="0">
                  <a:srgbClr val="0F6CBD"/>
                </a:gs>
                <a:gs pos="100000">
                  <a:srgbClr val="C03BC4"/>
                </a:gs>
              </a:gsLst>
              <a:lin ang="1800000" scaled="0"/>
            </a:gradFill>
            <a:prstDash val="solid"/>
            <a:miter/>
          </a:ln>
        </p:spPr>
        <p:txBody>
          <a:bodyPr/>
          <a:lstStyle/>
          <a:p>
            <a:pPr marL="0" marR="0" lvl="0" indent="0" algn="l" defTabSz="333390"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99" name="Graphic 3" descr="Magnifying glass with solid fill">
            <a:extLst>
              <a:ext uri="{FF2B5EF4-FFF2-40B4-BE49-F238E27FC236}">
                <a16:creationId xmlns:a16="http://schemas.microsoft.com/office/drawing/2014/main" id="{7A51CE1E-9AB9-9086-5EAE-BD996031CC0B}"/>
              </a:ext>
            </a:extLst>
          </p:cNvPr>
          <p:cNvSpPr/>
          <p:nvPr/>
        </p:nvSpPr>
        <p:spPr>
          <a:xfrm>
            <a:off x="473600" y="2801084"/>
            <a:ext cx="71005" cy="74645"/>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gradFill>
            <a:gsLst>
              <a:gs pos="0">
                <a:srgbClr val="0078D4"/>
              </a:gs>
              <a:gs pos="53000">
                <a:srgbClr val="8661C5"/>
              </a:gs>
              <a:gs pos="100000">
                <a:srgbClr val="C03BC4"/>
              </a:gs>
            </a:gsLst>
            <a:path path="circle">
              <a:fillToRect r="100000" b="100000"/>
            </a:path>
          </a:gra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00"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sp>
        <p:nvSpPr>
          <p:cNvPr id="1100" name="Graphic 45" descr="Icon of an app window with a column chart">
            <a:extLst>
              <a:ext uri="{FF2B5EF4-FFF2-40B4-BE49-F238E27FC236}">
                <a16:creationId xmlns:a16="http://schemas.microsoft.com/office/drawing/2014/main" id="{14033048-AF99-949F-6A5F-DCA49E9EB0FB}"/>
              </a:ext>
            </a:extLst>
          </p:cNvPr>
          <p:cNvSpPr>
            <a:spLocks/>
          </p:cNvSpPr>
          <p:nvPr/>
        </p:nvSpPr>
        <p:spPr>
          <a:xfrm>
            <a:off x="475270" y="3602611"/>
            <a:ext cx="64679" cy="64679"/>
          </a:xfrm>
          <a:custGeom>
            <a:avLst/>
            <a:gdLst>
              <a:gd name="connsiteX0" fmla="*/ 171450 w 190500"/>
              <a:gd name="connsiteY0" fmla="*/ 52388 h 190500"/>
              <a:gd name="connsiteX1" fmla="*/ 171450 w 190500"/>
              <a:gd name="connsiteY1" fmla="*/ 95726 h 190500"/>
              <a:gd name="connsiteX2" fmla="*/ 161925 w 190500"/>
              <a:gd name="connsiteY2" fmla="*/ 100011 h 190500"/>
              <a:gd name="connsiteX3" fmla="*/ 138113 w 190500"/>
              <a:gd name="connsiteY3" fmla="*/ 76200 h 190500"/>
              <a:gd name="connsiteX4" fmla="*/ 114300 w 190500"/>
              <a:gd name="connsiteY4" fmla="*/ 100013 h 190500"/>
              <a:gd name="connsiteX5" fmla="*/ 114300 w 190500"/>
              <a:gd name="connsiteY5" fmla="*/ 119061 h 190500"/>
              <a:gd name="connsiteX6" fmla="*/ 100013 w 190500"/>
              <a:gd name="connsiteY6" fmla="*/ 114300 h 190500"/>
              <a:gd name="connsiteX7" fmla="*/ 76200 w 190500"/>
              <a:gd name="connsiteY7" fmla="*/ 138113 h 190500"/>
              <a:gd name="connsiteX8" fmla="*/ 76200 w 190500"/>
              <a:gd name="connsiteY8" fmla="*/ 171450 h 190500"/>
              <a:gd name="connsiteX9" fmla="*/ 30956 w 190500"/>
              <a:gd name="connsiteY9" fmla="*/ 171450 h 190500"/>
              <a:gd name="connsiteX10" fmla="*/ 0 w 190500"/>
              <a:gd name="connsiteY10" fmla="*/ 140494 h 190500"/>
              <a:gd name="connsiteX11" fmla="*/ 0 w 190500"/>
              <a:gd name="connsiteY11" fmla="*/ 52388 h 190500"/>
              <a:gd name="connsiteX12" fmla="*/ 171450 w 190500"/>
              <a:gd name="connsiteY12" fmla="*/ 52388 h 190500"/>
              <a:gd name="connsiteX13" fmla="*/ 140494 w 190500"/>
              <a:gd name="connsiteY13" fmla="*/ 0 h 190500"/>
              <a:gd name="connsiteX14" fmla="*/ 171450 w 190500"/>
              <a:gd name="connsiteY14" fmla="*/ 30956 h 190500"/>
              <a:gd name="connsiteX15" fmla="*/ 171450 w 190500"/>
              <a:gd name="connsiteY15" fmla="*/ 38100 h 190500"/>
              <a:gd name="connsiteX16" fmla="*/ 0 w 190500"/>
              <a:gd name="connsiteY16" fmla="*/ 38100 h 190500"/>
              <a:gd name="connsiteX17" fmla="*/ 0 w 190500"/>
              <a:gd name="connsiteY17" fmla="*/ 30956 h 190500"/>
              <a:gd name="connsiteX18" fmla="*/ 30956 w 190500"/>
              <a:gd name="connsiteY18" fmla="*/ 0 h 190500"/>
              <a:gd name="connsiteX19" fmla="*/ 140494 w 190500"/>
              <a:gd name="connsiteY19" fmla="*/ 0 h 190500"/>
              <a:gd name="connsiteX20" fmla="*/ 138113 w 190500"/>
              <a:gd name="connsiteY20" fmla="*/ 85725 h 190500"/>
              <a:gd name="connsiteX21" fmla="*/ 123825 w 190500"/>
              <a:gd name="connsiteY21" fmla="*/ 100013 h 190500"/>
              <a:gd name="connsiteX22" fmla="*/ 123825 w 190500"/>
              <a:gd name="connsiteY22" fmla="*/ 176213 h 190500"/>
              <a:gd name="connsiteX23" fmla="*/ 138113 w 190500"/>
              <a:gd name="connsiteY23" fmla="*/ 190500 h 190500"/>
              <a:gd name="connsiteX24" fmla="*/ 152400 w 190500"/>
              <a:gd name="connsiteY24" fmla="*/ 176213 h 190500"/>
              <a:gd name="connsiteX25" fmla="*/ 152400 w 190500"/>
              <a:gd name="connsiteY25" fmla="*/ 100013 h 190500"/>
              <a:gd name="connsiteX26" fmla="*/ 138113 w 190500"/>
              <a:gd name="connsiteY26" fmla="*/ 85725 h 190500"/>
              <a:gd name="connsiteX27" fmla="*/ 100013 w 190500"/>
              <a:gd name="connsiteY27" fmla="*/ 123825 h 190500"/>
              <a:gd name="connsiteX28" fmla="*/ 85725 w 190500"/>
              <a:gd name="connsiteY28" fmla="*/ 138113 h 190500"/>
              <a:gd name="connsiteX29" fmla="*/ 85725 w 190500"/>
              <a:gd name="connsiteY29" fmla="*/ 176213 h 190500"/>
              <a:gd name="connsiteX30" fmla="*/ 100013 w 190500"/>
              <a:gd name="connsiteY30" fmla="*/ 190500 h 190500"/>
              <a:gd name="connsiteX31" fmla="*/ 114300 w 190500"/>
              <a:gd name="connsiteY31" fmla="*/ 176213 h 190500"/>
              <a:gd name="connsiteX32" fmla="*/ 114300 w 190500"/>
              <a:gd name="connsiteY32" fmla="*/ 138113 h 190500"/>
              <a:gd name="connsiteX33" fmla="*/ 100013 w 190500"/>
              <a:gd name="connsiteY33" fmla="*/ 123825 h 190500"/>
              <a:gd name="connsiteX34" fmla="*/ 161925 w 190500"/>
              <a:gd name="connsiteY34" fmla="*/ 119063 h 190500"/>
              <a:gd name="connsiteX35" fmla="*/ 176213 w 190500"/>
              <a:gd name="connsiteY35" fmla="*/ 104775 h 190500"/>
              <a:gd name="connsiteX36" fmla="*/ 190500 w 190500"/>
              <a:gd name="connsiteY36" fmla="*/ 119063 h 190500"/>
              <a:gd name="connsiteX37" fmla="*/ 190500 w 190500"/>
              <a:gd name="connsiteY37" fmla="*/ 176213 h 190500"/>
              <a:gd name="connsiteX38" fmla="*/ 176213 w 190500"/>
              <a:gd name="connsiteY38" fmla="*/ 190500 h 190500"/>
              <a:gd name="connsiteX39" fmla="*/ 161925 w 190500"/>
              <a:gd name="connsiteY39" fmla="*/ 176213 h 190500"/>
              <a:gd name="connsiteX40" fmla="*/ 161925 w 190500"/>
              <a:gd name="connsiteY40" fmla="*/ 1190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90500" h="190500">
                <a:moveTo>
                  <a:pt x="171450" y="52388"/>
                </a:moveTo>
                <a:lnTo>
                  <a:pt x="171450" y="95726"/>
                </a:lnTo>
                <a:cubicBezTo>
                  <a:pt x="167931" y="96441"/>
                  <a:pt x="164694" y="97931"/>
                  <a:pt x="161925" y="100011"/>
                </a:cubicBezTo>
                <a:cubicBezTo>
                  <a:pt x="161924" y="86860"/>
                  <a:pt x="151264" y="76200"/>
                  <a:pt x="138113" y="76200"/>
                </a:cubicBezTo>
                <a:cubicBezTo>
                  <a:pt x="124961" y="76200"/>
                  <a:pt x="114300" y="86861"/>
                  <a:pt x="114300" y="100013"/>
                </a:cubicBezTo>
                <a:lnTo>
                  <a:pt x="114300" y="119061"/>
                </a:lnTo>
                <a:cubicBezTo>
                  <a:pt x="110320" y="116072"/>
                  <a:pt x="105373" y="114300"/>
                  <a:pt x="100013" y="114300"/>
                </a:cubicBezTo>
                <a:cubicBezTo>
                  <a:pt x="86861" y="114300"/>
                  <a:pt x="76200" y="124961"/>
                  <a:pt x="76200" y="138113"/>
                </a:cubicBezTo>
                <a:lnTo>
                  <a:pt x="76200" y="171450"/>
                </a:lnTo>
                <a:lnTo>
                  <a:pt x="30956" y="171450"/>
                </a:lnTo>
                <a:cubicBezTo>
                  <a:pt x="13860" y="171450"/>
                  <a:pt x="0" y="157590"/>
                  <a:pt x="0" y="140494"/>
                </a:cubicBezTo>
                <a:lnTo>
                  <a:pt x="0" y="52388"/>
                </a:lnTo>
                <a:lnTo>
                  <a:pt x="171450" y="52388"/>
                </a:lnTo>
                <a:close/>
                <a:moveTo>
                  <a:pt x="140494" y="0"/>
                </a:moveTo>
                <a:cubicBezTo>
                  <a:pt x="157590" y="0"/>
                  <a:pt x="171450" y="13860"/>
                  <a:pt x="171450" y="30956"/>
                </a:cubicBezTo>
                <a:lnTo>
                  <a:pt x="171450" y="38100"/>
                </a:lnTo>
                <a:lnTo>
                  <a:pt x="0" y="38100"/>
                </a:lnTo>
                <a:lnTo>
                  <a:pt x="0" y="30956"/>
                </a:lnTo>
                <a:cubicBezTo>
                  <a:pt x="0" y="13860"/>
                  <a:pt x="13860" y="0"/>
                  <a:pt x="30956" y="0"/>
                </a:cubicBezTo>
                <a:lnTo>
                  <a:pt x="140494" y="0"/>
                </a:lnTo>
                <a:close/>
                <a:moveTo>
                  <a:pt x="138113" y="85725"/>
                </a:moveTo>
                <a:cubicBezTo>
                  <a:pt x="130222" y="85725"/>
                  <a:pt x="123825" y="92122"/>
                  <a:pt x="123825" y="100013"/>
                </a:cubicBezTo>
                <a:lnTo>
                  <a:pt x="123825" y="176213"/>
                </a:lnTo>
                <a:cubicBezTo>
                  <a:pt x="123825" y="184103"/>
                  <a:pt x="130222" y="190500"/>
                  <a:pt x="138113" y="190500"/>
                </a:cubicBezTo>
                <a:cubicBezTo>
                  <a:pt x="146003" y="190500"/>
                  <a:pt x="152400" y="184103"/>
                  <a:pt x="152400" y="176213"/>
                </a:cubicBezTo>
                <a:lnTo>
                  <a:pt x="152400" y="100013"/>
                </a:lnTo>
                <a:cubicBezTo>
                  <a:pt x="152400" y="92122"/>
                  <a:pt x="146003" y="85725"/>
                  <a:pt x="138113" y="85725"/>
                </a:cubicBezTo>
                <a:close/>
                <a:moveTo>
                  <a:pt x="100013" y="123825"/>
                </a:moveTo>
                <a:cubicBezTo>
                  <a:pt x="92122" y="123825"/>
                  <a:pt x="85725" y="130222"/>
                  <a:pt x="85725" y="138113"/>
                </a:cubicBezTo>
                <a:lnTo>
                  <a:pt x="85725" y="176213"/>
                </a:lnTo>
                <a:cubicBezTo>
                  <a:pt x="85725" y="184103"/>
                  <a:pt x="92122" y="190500"/>
                  <a:pt x="100013" y="190500"/>
                </a:cubicBezTo>
                <a:cubicBezTo>
                  <a:pt x="107903" y="190500"/>
                  <a:pt x="114300" y="184103"/>
                  <a:pt x="114300" y="176213"/>
                </a:cubicBezTo>
                <a:lnTo>
                  <a:pt x="114300" y="138113"/>
                </a:lnTo>
                <a:cubicBezTo>
                  <a:pt x="114300" y="130222"/>
                  <a:pt x="107903" y="123825"/>
                  <a:pt x="100013" y="123825"/>
                </a:cubicBezTo>
                <a:close/>
                <a:moveTo>
                  <a:pt x="161925" y="119063"/>
                </a:moveTo>
                <a:cubicBezTo>
                  <a:pt x="161925" y="111172"/>
                  <a:pt x="168322" y="104775"/>
                  <a:pt x="176213" y="104775"/>
                </a:cubicBezTo>
                <a:cubicBezTo>
                  <a:pt x="184103" y="104775"/>
                  <a:pt x="190500" y="111172"/>
                  <a:pt x="190500" y="119063"/>
                </a:cubicBezTo>
                <a:lnTo>
                  <a:pt x="190500" y="176213"/>
                </a:lnTo>
                <a:cubicBezTo>
                  <a:pt x="190500" y="184103"/>
                  <a:pt x="184103" y="190500"/>
                  <a:pt x="176213" y="190500"/>
                </a:cubicBezTo>
                <a:cubicBezTo>
                  <a:pt x="168322" y="190500"/>
                  <a:pt x="161925" y="184103"/>
                  <a:pt x="161925" y="176213"/>
                </a:cubicBezTo>
                <a:lnTo>
                  <a:pt x="161925" y="119063"/>
                </a:lnTo>
                <a:close/>
              </a:path>
            </a:pathLst>
          </a:custGeom>
          <a:gradFill flip="none" rotWithShape="1">
            <a:gsLst>
              <a:gs pos="100000">
                <a:srgbClr val="C73ECC"/>
              </a:gs>
              <a:gs pos="3000">
                <a:schemeClr val="accent1"/>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dk1">
              <a:hueOff val="0"/>
              <a:satOff val="0"/>
              <a:lumOff val="0"/>
              <a:alphaOff val="0"/>
            </a:schemeClr>
          </a:fontRef>
        </p:style>
        <p:txBody>
          <a:bodyPr anchor="ctr"/>
          <a:lstStyle>
            <a:defPPr>
              <a:defRPr lang="en-US"/>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marL="0" marR="0" lvl="0" indent="0" algn="ctr" defTabSz="666780" rtl="0" eaLnBrk="1" fontAlgn="auto" latinLnBrk="0" hangingPunct="1">
              <a:lnSpc>
                <a:spcPct val="100000"/>
              </a:lnSpc>
              <a:spcBef>
                <a:spcPts val="0"/>
              </a:spcBef>
              <a:spcAft>
                <a:spcPts val="0"/>
              </a:spcAft>
              <a:buClrTx/>
              <a:buSzTx/>
              <a:buFontTx/>
              <a:buNone/>
              <a:tabLst/>
              <a:defRPr/>
            </a:pPr>
            <a:endParaRPr kumimoji="0" lang="en-GB" sz="1458" b="1" i="0" u="none" strike="noStrike" kern="1200" cap="none" spc="0" normalizeH="0" baseline="0" noProof="0">
              <a:ln>
                <a:noFill/>
              </a:ln>
              <a:solidFill>
                <a:srgbClr val="FFFFFF"/>
              </a:solidFill>
              <a:effectLst/>
              <a:uLnTx/>
              <a:uFillTx/>
              <a:latin typeface="Segoe Sans Display Semibold"/>
              <a:ea typeface="+mn-ea"/>
              <a:cs typeface="+mn-cs"/>
            </a:endParaRPr>
          </a:p>
        </p:txBody>
      </p:sp>
      <p:sp>
        <p:nvSpPr>
          <p:cNvPr id="1101" name="Graphic 147" descr="Icon of an AI robot">
            <a:extLst>
              <a:ext uri="{FF2B5EF4-FFF2-40B4-BE49-F238E27FC236}">
                <a16:creationId xmlns:a16="http://schemas.microsoft.com/office/drawing/2014/main" id="{3A5D7665-C133-9D6E-24E3-839953966045}"/>
              </a:ext>
            </a:extLst>
          </p:cNvPr>
          <p:cNvSpPr>
            <a:spLocks/>
          </p:cNvSpPr>
          <p:nvPr/>
        </p:nvSpPr>
        <p:spPr>
          <a:xfrm>
            <a:off x="480632" y="2809299"/>
            <a:ext cx="37990" cy="4749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GB" sz="1313" b="0" i="0" u="none" strike="noStrike" kern="0" cap="none" spc="0" normalizeH="0" baseline="0" noProof="0">
              <a:ln>
                <a:noFill/>
              </a:ln>
              <a:solidFill>
                <a:srgbClr val="F4F3F5"/>
              </a:solidFill>
              <a:effectLst/>
              <a:uLnTx/>
              <a:uFillTx/>
              <a:latin typeface="Segoe UI"/>
              <a:ea typeface="+mn-ea"/>
              <a:cs typeface="+mn-cs"/>
            </a:endParaRPr>
          </a:p>
        </p:txBody>
      </p:sp>
      <p:sp>
        <p:nvSpPr>
          <p:cNvPr id="1105" name="Graphic 147" descr="Icon of an AI robot">
            <a:extLst>
              <a:ext uri="{FF2B5EF4-FFF2-40B4-BE49-F238E27FC236}">
                <a16:creationId xmlns:a16="http://schemas.microsoft.com/office/drawing/2014/main" id="{F8DC1932-20D8-427D-3460-D8CD5AF93D7E}"/>
              </a:ext>
            </a:extLst>
          </p:cNvPr>
          <p:cNvSpPr>
            <a:spLocks/>
          </p:cNvSpPr>
          <p:nvPr/>
        </p:nvSpPr>
        <p:spPr>
          <a:xfrm>
            <a:off x="485140" y="3204504"/>
            <a:ext cx="37990" cy="4749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GB" sz="1313" b="0" i="0" u="none" strike="noStrike" kern="0" cap="none" spc="0" normalizeH="0" baseline="0" noProof="0">
              <a:ln>
                <a:noFill/>
              </a:ln>
              <a:solidFill>
                <a:srgbClr val="F4F3F5"/>
              </a:solidFill>
              <a:effectLst/>
              <a:uLnTx/>
              <a:uFillTx/>
              <a:latin typeface="Segoe UI"/>
              <a:ea typeface="+mn-ea"/>
              <a:cs typeface="+mn-cs"/>
            </a:endParaRPr>
          </a:p>
        </p:txBody>
      </p:sp>
    </p:spTree>
    <p:extLst>
      <p:ext uri="{BB962C8B-B14F-4D97-AF65-F5344CB8AC3E}">
        <p14:creationId xmlns:p14="http://schemas.microsoft.com/office/powerpoint/2010/main" val="3298069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57E35-A357-6951-93B8-84DA1F8415CF}"/>
            </a:ext>
          </a:extLst>
        </p:cNvPr>
        <p:cNvGrpSpPr/>
        <p:nvPr/>
      </p:nvGrpSpPr>
      <p:grpSpPr>
        <a:xfrm>
          <a:off x="0" y="0"/>
          <a:ext cx="0" cy="0"/>
          <a:chOff x="0" y="0"/>
          <a:chExt cx="0" cy="0"/>
        </a:xfrm>
      </p:grpSpPr>
      <p:pic>
        <p:nvPicPr>
          <p:cNvPr id="67" name="Rectangle 3468742" descr="preencoded.png">
            <a:extLst>
              <a:ext uri="{FF2B5EF4-FFF2-40B4-BE49-F238E27FC236}">
                <a16:creationId xmlns:a16="http://schemas.microsoft.com/office/drawing/2014/main" id="{935D4737-AF15-D2BD-A0CA-A169A8D5D2C5}"/>
              </a:ext>
            </a:extLst>
          </p:cNvPr>
          <p:cNvPicPr>
            <a:picLocks noChangeAspect="1"/>
          </p:cNvPicPr>
          <p:nvPr/>
        </p:nvPicPr>
        <p:blipFill>
          <a:blip r:embed="rId3">
            <a:alphaModFix/>
          </a:blip>
          <a:srcRect t="1" b="17144"/>
          <a:stretch>
            <a:fillRect/>
          </a:stretch>
        </p:blipFill>
        <p:spPr>
          <a:xfrm>
            <a:off x="0" y="6313"/>
            <a:ext cx="5667374" cy="8013736"/>
          </a:xfrm>
          <a:prstGeom prst="rect">
            <a:avLst/>
          </a:prstGeom>
        </p:spPr>
      </p:pic>
      <p:sp>
        <p:nvSpPr>
          <p:cNvPr id="79" name="Rectangle: Rounded Corners 78">
            <a:extLst>
              <a:ext uri="{FF2B5EF4-FFF2-40B4-BE49-F238E27FC236}">
                <a16:creationId xmlns:a16="http://schemas.microsoft.com/office/drawing/2014/main" id="{F81BFA34-B18A-5D19-CB2E-5EFFFD85E75F}"/>
              </a:ext>
            </a:extLst>
          </p:cNvPr>
          <p:cNvSpPr/>
          <p:nvPr/>
        </p:nvSpPr>
        <p:spPr bwMode="auto">
          <a:xfrm>
            <a:off x="282588"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80" name="Rectangle: Rounded Corners 79">
            <a:extLst>
              <a:ext uri="{FF2B5EF4-FFF2-40B4-BE49-F238E27FC236}">
                <a16:creationId xmlns:a16="http://schemas.microsoft.com/office/drawing/2014/main" id="{B9FF4C58-C222-0372-551A-B65DBB1DB687}"/>
              </a:ext>
            </a:extLst>
          </p:cNvPr>
          <p:cNvSpPr/>
          <p:nvPr/>
        </p:nvSpPr>
        <p:spPr bwMode="auto">
          <a:xfrm>
            <a:off x="2023547"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81" name="Rectangle: Rounded Corners 80">
            <a:extLst>
              <a:ext uri="{FF2B5EF4-FFF2-40B4-BE49-F238E27FC236}">
                <a16:creationId xmlns:a16="http://schemas.microsoft.com/office/drawing/2014/main" id="{40975A17-5A4C-D6C3-AEC2-7F7BB3AB4AF3}"/>
              </a:ext>
            </a:extLst>
          </p:cNvPr>
          <p:cNvSpPr/>
          <p:nvPr/>
        </p:nvSpPr>
        <p:spPr bwMode="auto">
          <a:xfrm>
            <a:off x="3776853"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pic>
        <p:nvPicPr>
          <p:cNvPr id="71" name="Picture 70">
            <a:extLst>
              <a:ext uri="{FF2B5EF4-FFF2-40B4-BE49-F238E27FC236}">
                <a16:creationId xmlns:a16="http://schemas.microsoft.com/office/drawing/2014/main" id="{9B91F6E1-310B-4DCA-D9D1-EFA8D25C3146}"/>
              </a:ext>
            </a:extLst>
          </p:cNvPr>
          <p:cNvPicPr>
            <a:picLocks noChangeAspect="1"/>
          </p:cNvPicPr>
          <p:nvPr/>
        </p:nvPicPr>
        <p:blipFill>
          <a:blip r:embed="rId4"/>
          <a:srcRect l="82526" t="30965" r="-63239" b="25799"/>
          <a:stretch>
            <a:fillRect/>
          </a:stretch>
        </p:blipFill>
        <p:spPr>
          <a:xfrm>
            <a:off x="0" y="-6517"/>
            <a:ext cx="5672920" cy="1390790"/>
          </a:xfrm>
          <a:prstGeom prst="rect">
            <a:avLst/>
          </a:prstGeom>
          <a:effectLst/>
        </p:spPr>
      </p:pic>
      <p:sp>
        <p:nvSpPr>
          <p:cNvPr id="61" name="Rectangle 60">
            <a:extLst>
              <a:ext uri="{FF2B5EF4-FFF2-40B4-BE49-F238E27FC236}">
                <a16:creationId xmlns:a16="http://schemas.microsoft.com/office/drawing/2014/main" id="{9E2C1D61-C97B-074D-2D5C-424C889179B7}"/>
              </a:ext>
            </a:extLst>
          </p:cNvPr>
          <p:cNvSpPr/>
          <p:nvPr/>
        </p:nvSpPr>
        <p:spPr bwMode="auto">
          <a:xfrm>
            <a:off x="-1" y="-3461"/>
            <a:ext cx="5667375" cy="1390789"/>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63" name="Picture 62">
            <a:extLst>
              <a:ext uri="{FF2B5EF4-FFF2-40B4-BE49-F238E27FC236}">
                <a16:creationId xmlns:a16="http://schemas.microsoft.com/office/drawing/2014/main" id="{1F8D7817-2A34-A090-10BB-8A54EB0076A2}"/>
              </a:ext>
            </a:extLst>
          </p:cNvPr>
          <p:cNvPicPr>
            <a:picLocks noChangeAspect="1"/>
          </p:cNvPicPr>
          <p:nvPr/>
        </p:nvPicPr>
        <p:blipFill>
          <a:blip r:embed="rId4"/>
          <a:srcRect l="-57031" t="49290" r="56933" b="-2909"/>
          <a:stretch>
            <a:fillRect/>
          </a:stretch>
        </p:blipFill>
        <p:spPr>
          <a:xfrm>
            <a:off x="0" y="-3461"/>
            <a:ext cx="5672920" cy="1390790"/>
          </a:xfrm>
          <a:prstGeom prst="rect">
            <a:avLst/>
          </a:prstGeom>
          <a:effectLst/>
        </p:spPr>
      </p:pic>
      <p:sp>
        <p:nvSpPr>
          <p:cNvPr id="32" name="Title 31">
            <a:extLst>
              <a:ext uri="{FF2B5EF4-FFF2-40B4-BE49-F238E27FC236}">
                <a16:creationId xmlns:a16="http://schemas.microsoft.com/office/drawing/2014/main" id="{C8230886-385E-3625-B41A-6EB929B3CECD}"/>
              </a:ext>
            </a:extLst>
          </p:cNvPr>
          <p:cNvSpPr txBox="1">
            <a:spLocks noGrp="1"/>
          </p:cNvSpPr>
          <p:nvPr>
            <p:ph type="title" idx="4294967295"/>
          </p:nvPr>
        </p:nvSpPr>
        <p:spPr>
          <a:xfrm>
            <a:off x="280999" y="565908"/>
            <a:ext cx="4123882" cy="62850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366729">
              <a:spcBef>
                <a:spcPts val="0"/>
              </a:spcBef>
            </a:pPr>
            <a:r>
              <a:rPr lang="en-US" sz="2042" dirty="0">
                <a:solidFill>
                  <a:srgbClr val="C03BC4"/>
                </a:solidFill>
                <a:cs typeface="Segoe Sans Display Semilight" pitchFamily="2" charset="0"/>
              </a:rPr>
              <a:t>Microsoft Purview Suite </a:t>
            </a:r>
            <a:r>
              <a:rPr lang="en-US" sz="2042" dirty="0">
                <a:solidFill>
                  <a:schemeClr val="tx1"/>
                </a:solidFill>
                <a:cs typeface="Segoe Sans Display Semilight" pitchFamily="2" charset="0"/>
              </a:rPr>
              <a:t>for Microsoft 365 Business Premium</a:t>
            </a:r>
          </a:p>
        </p:txBody>
      </p:sp>
      <p:sp>
        <p:nvSpPr>
          <p:cNvPr id="17" name="TextBox 16">
            <a:extLst>
              <a:ext uri="{FF2B5EF4-FFF2-40B4-BE49-F238E27FC236}">
                <a16:creationId xmlns:a16="http://schemas.microsoft.com/office/drawing/2014/main" id="{A92E1932-F00B-7615-5E7D-55DC4703F1C2}"/>
              </a:ext>
            </a:extLst>
          </p:cNvPr>
          <p:cNvSpPr txBox="1">
            <a:spLocks/>
          </p:cNvSpPr>
          <p:nvPr/>
        </p:nvSpPr>
        <p:spPr>
          <a:xfrm>
            <a:off x="2081408" y="1668617"/>
            <a:ext cx="3168918" cy="448713"/>
          </a:xfrm>
          <a:prstGeom prst="rect">
            <a:avLst/>
          </a:prstGeom>
          <a:noFill/>
        </p:spPr>
        <p:txBody>
          <a:bodyPr wrap="square" lIns="0" tIns="0" rIns="0" bIns="0" rtlCol="0" anchor="t" anchorCtr="0">
            <a:spAutoFit/>
          </a:bodyPr>
          <a:lstStyle/>
          <a:p>
            <a:pPr marL="0" marR="0" lvl="0" indent="0" algn="l" defTabSz="666780" rtl="0" eaLnBrk="1" fontAlgn="auto" latinLnBrk="0" hangingPunct="1">
              <a:lnSpc>
                <a:spcPct val="100000"/>
              </a:lnSpc>
              <a:spcBef>
                <a:spcPts val="0"/>
              </a:spcBef>
              <a:spcAft>
                <a:spcPts val="1313"/>
              </a:spcAft>
              <a:buClrTx/>
              <a:buSzTx/>
              <a:buFontTx/>
              <a:buNone/>
              <a:tabLst/>
              <a:defRPr/>
            </a:pPr>
            <a:r>
              <a:rPr kumimoji="0" lang="en-US" sz="1458"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Intelligent compliance and risk management in the age of AI</a:t>
            </a:r>
          </a:p>
        </p:txBody>
      </p:sp>
      <p:sp>
        <p:nvSpPr>
          <p:cNvPr id="3" name="TextBox 2">
            <a:extLst>
              <a:ext uri="{FF2B5EF4-FFF2-40B4-BE49-F238E27FC236}">
                <a16:creationId xmlns:a16="http://schemas.microsoft.com/office/drawing/2014/main" id="{DA3B5A7B-B9D1-2B64-CAD0-43CB23302445}"/>
              </a:ext>
            </a:extLst>
          </p:cNvPr>
          <p:cNvSpPr txBox="1">
            <a:spLocks/>
          </p:cNvSpPr>
          <p:nvPr/>
        </p:nvSpPr>
        <p:spPr>
          <a:xfrm>
            <a:off x="2097300" y="2205010"/>
            <a:ext cx="3301901" cy="2359620"/>
          </a:xfrm>
          <a:prstGeom prst="rect">
            <a:avLst/>
          </a:prstGeom>
          <a:noFill/>
        </p:spPr>
        <p:txBody>
          <a:bodyPr wrap="square" lIns="0" tIns="0" rIns="0" bIns="0" rtlCol="0" anchor="t" anchorCtr="0">
            <a:spAutoFit/>
          </a:bodyPr>
          <a:lstStyle/>
          <a:p>
            <a:pPr marL="0" marR="0" lvl="0" indent="0" algn="l" defTabSz="666780" rtl="0" eaLnBrk="1" fontAlgn="auto" latinLnBrk="0" hangingPunct="1">
              <a:lnSpc>
                <a:spcPct val="100000"/>
              </a:lnSpc>
              <a:spcBef>
                <a:spcPts val="0"/>
              </a:spcBef>
              <a:spcAft>
                <a:spcPts val="583"/>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UI"/>
                <a:ea typeface="+mn-lt"/>
                <a:cs typeface="Segoe UI"/>
              </a:rPr>
              <a:t>Microsoft Purview Suite, now available as an add-on to Microsoft 365 Business Premium, providers integrated data security and compliance capabilities critical for organizations looking to adopt Gen AI technologies and minimize risks related to regulatory requirements.</a:t>
            </a:r>
            <a:endParaRPr kumimoji="0" lang="en-US" sz="1600" b="0" i="0" u="none" strike="noStrike" kern="1200" cap="none" spc="0" normalizeH="0" baseline="0" noProof="0">
              <a:ln>
                <a:noFill/>
              </a:ln>
              <a:solidFill>
                <a:srgbClr val="000000"/>
              </a:solidFill>
              <a:effectLst/>
              <a:uLnTx/>
              <a:uFillTx/>
              <a:latin typeface="Segoe UI"/>
              <a:ea typeface="+mn-lt"/>
              <a:cs typeface="Segoe UI"/>
            </a:endParaRPr>
          </a:p>
          <a:p>
            <a:pPr marL="133356" marR="0" lvl="0" indent="-133356" algn="l" defTabSz="333390" rtl="0" eaLnBrk="1" fontAlgn="auto" latinLnBrk="0" hangingPunct="1">
              <a:lnSpc>
                <a:spcPct val="100000"/>
              </a:lnSpc>
              <a:spcBef>
                <a:spcPts val="438"/>
              </a:spcBef>
              <a:spcAft>
                <a:spcPts val="583"/>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Segoe Sans Display"/>
                <a:ea typeface="+mn-ea"/>
                <a:cs typeface="Segoe Sans Display"/>
              </a:rPr>
              <a:t>Safeguard sensitive data across clouds, apps, and endpoints.</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Segoe Sans Display"/>
                <a:ea typeface="+mn-ea"/>
                <a:cs typeface="Segoe Sans Display"/>
              </a:rPr>
              <a:t>Identify and remediate critical risks within your organization.</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Segoe Sans Display"/>
                <a:ea typeface="+mn-ea"/>
                <a:cs typeface="Segoe Sans Display"/>
              </a:rPr>
              <a:t>Investigate and respond to legal requirements with relevant data.</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Segoe UI"/>
                <a:ea typeface="+mn-lt"/>
                <a:cs typeface="Segoe UI"/>
              </a:rPr>
              <a:t>Built-in assessments and actions for 350+ regional regulations</a:t>
            </a:r>
            <a:endParaRPr kumimoji="0" lang="en-US" sz="1600" b="0" i="0" u="none" strike="noStrike" kern="1200" cap="none" spc="0" normalizeH="0" baseline="0" noProof="0">
              <a:ln>
                <a:noFill/>
              </a:ln>
              <a:solidFill>
                <a:srgbClr val="000000"/>
              </a:solidFill>
              <a:effectLst/>
              <a:uLnTx/>
              <a:uFillTx/>
              <a:latin typeface="Segoe UI"/>
              <a:ea typeface="+mn-ea"/>
              <a:cs typeface="+mn-cs"/>
            </a:endParaRPr>
          </a:p>
        </p:txBody>
      </p:sp>
      <p:grpSp>
        <p:nvGrpSpPr>
          <p:cNvPr id="4" name="Group 3">
            <a:extLst>
              <a:ext uri="{FF2B5EF4-FFF2-40B4-BE49-F238E27FC236}">
                <a16:creationId xmlns:a16="http://schemas.microsoft.com/office/drawing/2014/main" id="{16718F9F-D7F8-8AB5-49E0-F7F004721D21}"/>
              </a:ext>
            </a:extLst>
          </p:cNvPr>
          <p:cNvGrpSpPr/>
          <p:nvPr/>
        </p:nvGrpSpPr>
        <p:grpSpPr>
          <a:xfrm>
            <a:off x="271313" y="1691352"/>
            <a:ext cx="1640799" cy="2800463"/>
            <a:chOff x="271313" y="1691352"/>
            <a:chExt cx="1640799" cy="2800463"/>
          </a:xfrm>
        </p:grpSpPr>
        <p:sp>
          <p:nvSpPr>
            <p:cNvPr id="91" name="Rectangle: Rounded Corners 90">
              <a:extLst>
                <a:ext uri="{FF2B5EF4-FFF2-40B4-BE49-F238E27FC236}">
                  <a16:creationId xmlns:a16="http://schemas.microsoft.com/office/drawing/2014/main" id="{1F261787-A532-6E06-5DBB-DC560E196235}"/>
                </a:ext>
              </a:extLst>
            </p:cNvPr>
            <p:cNvSpPr/>
            <p:nvPr/>
          </p:nvSpPr>
          <p:spPr bwMode="auto">
            <a:xfrm>
              <a:off x="271313" y="1691352"/>
              <a:ext cx="1640799" cy="2800463"/>
            </a:xfrm>
            <a:prstGeom prst="roundRect">
              <a:avLst>
                <a:gd name="adj" fmla="val 5082"/>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89" name="Rectangle: Rounded Corners 88">
              <a:extLst>
                <a:ext uri="{FF2B5EF4-FFF2-40B4-BE49-F238E27FC236}">
                  <a16:creationId xmlns:a16="http://schemas.microsoft.com/office/drawing/2014/main" id="{2D7F975A-EFFC-ED2A-C751-F90289DD4D12}"/>
                </a:ext>
              </a:extLst>
            </p:cNvPr>
            <p:cNvSpPr/>
            <p:nvPr/>
          </p:nvSpPr>
          <p:spPr bwMode="auto">
            <a:xfrm>
              <a:off x="438251" y="3361462"/>
              <a:ext cx="1300096" cy="580775"/>
            </a:xfrm>
            <a:prstGeom prst="roundRect">
              <a:avLst>
                <a:gd name="adj" fmla="val 8964"/>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grpSp>
          <p:nvGrpSpPr>
            <p:cNvPr id="24" name="Group 23">
              <a:extLst>
                <a:ext uri="{FF2B5EF4-FFF2-40B4-BE49-F238E27FC236}">
                  <a16:creationId xmlns:a16="http://schemas.microsoft.com/office/drawing/2014/main" id="{B5803776-5E8B-2132-6273-96CF7F5813DA}"/>
                </a:ext>
              </a:extLst>
            </p:cNvPr>
            <p:cNvGrpSpPr/>
            <p:nvPr/>
          </p:nvGrpSpPr>
          <p:grpSpPr>
            <a:xfrm>
              <a:off x="513820" y="3456630"/>
              <a:ext cx="1177379" cy="390472"/>
              <a:chOff x="45932" y="4239805"/>
              <a:chExt cx="1614691" cy="535504"/>
            </a:xfrm>
          </p:grpSpPr>
          <p:pic>
            <p:nvPicPr>
              <p:cNvPr id="13" name="Picture 12">
                <a:extLst>
                  <a:ext uri="{FF2B5EF4-FFF2-40B4-BE49-F238E27FC236}">
                    <a16:creationId xmlns:a16="http://schemas.microsoft.com/office/drawing/2014/main" id="{A8191316-8909-7296-9E20-E3BDDA33828C}"/>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932" y="4239805"/>
                <a:ext cx="529765" cy="535504"/>
              </a:xfrm>
              <a:prstGeom prst="rect">
                <a:avLst/>
              </a:prstGeom>
            </p:spPr>
          </p:pic>
          <p:pic>
            <p:nvPicPr>
              <p:cNvPr id="14" name="purview">
                <a:extLst>
                  <a:ext uri="{FF2B5EF4-FFF2-40B4-BE49-F238E27FC236}">
                    <a16:creationId xmlns:a16="http://schemas.microsoft.com/office/drawing/2014/main" id="{F2F20322-882E-286F-3EFE-032ACDB9D9AE}"/>
                  </a:ext>
                  <a:ext uri="{C183D7F6-B498-43B3-948B-1728B52AA6E4}">
                    <adec:decorative xmlns:adec="http://schemas.microsoft.com/office/drawing/2017/decorative" val="1"/>
                  </a:ext>
                </a:extLst>
              </p:cNvPr>
              <p:cNvPicPr>
                <a:picLocks/>
              </p:cNvPicPr>
              <p:nvPr/>
            </p:nvPicPr>
            <p:blipFill rotWithShape="1">
              <a:blip>
                <a:extLst>
                  <a:ext uri="{96DAC541-7B7A-43D3-8B79-37D633B846F1}">
                    <asvg:svgBlip xmlns:asvg="http://schemas.microsoft.com/office/drawing/2016/SVG/main" r:embed="rId6"/>
                  </a:ext>
                </a:extLst>
              </a:blip>
              <a:srcRect l="1020" r="1020"/>
              <a:stretch/>
            </p:blipFill>
            <p:spPr>
              <a:xfrm>
                <a:off x="1155319" y="4270005"/>
                <a:ext cx="505304" cy="505304"/>
              </a:xfrm>
              <a:prstGeom prst="rect">
                <a:avLst/>
              </a:prstGeom>
            </p:spPr>
          </p:pic>
          <p:grpSp>
            <p:nvGrpSpPr>
              <p:cNvPr id="15" name="Group 14">
                <a:extLst>
                  <a:ext uri="{FF2B5EF4-FFF2-40B4-BE49-F238E27FC236}">
                    <a16:creationId xmlns:a16="http://schemas.microsoft.com/office/drawing/2014/main" id="{F1199295-2F99-24A2-64CB-B2F820A1503C}"/>
                  </a:ext>
                </a:extLst>
              </p:cNvPr>
              <p:cNvGrpSpPr/>
              <p:nvPr/>
            </p:nvGrpSpPr>
            <p:grpSpPr>
              <a:xfrm>
                <a:off x="705488" y="4347537"/>
                <a:ext cx="320040" cy="320040"/>
                <a:chOff x="638372" y="546647"/>
                <a:chExt cx="479596" cy="479596"/>
              </a:xfrm>
            </p:grpSpPr>
            <p:sp>
              <p:nvSpPr>
                <p:cNvPr id="20" name="Oval 19">
                  <a:extLst>
                    <a:ext uri="{FF2B5EF4-FFF2-40B4-BE49-F238E27FC236}">
                      <a16:creationId xmlns:a16="http://schemas.microsoft.com/office/drawing/2014/main" id="{489185B8-A5BD-AA7A-49CA-5FE58A59D41F}"/>
                    </a:ext>
                    <a:ext uri="{C183D7F6-B498-43B3-948B-1728B52AA6E4}">
                      <adec:decorative xmlns:adec="http://schemas.microsoft.com/office/drawing/2017/decorative" val="1"/>
                    </a:ext>
                  </a:extLst>
                </p:cNvPr>
                <p:cNvSpPr/>
                <p:nvPr/>
              </p:nvSpPr>
              <p:spPr bwMode="auto">
                <a:xfrm>
                  <a:off x="638372" y="546647"/>
                  <a:ext cx="479596" cy="479596"/>
                </a:xfrm>
                <a:prstGeom prst="ellipse">
                  <a:avLst/>
                </a:prstGeom>
                <a:gradFill flip="none" rotWithShape="1">
                  <a:gsLst>
                    <a:gs pos="32000">
                      <a:srgbClr val="C03BC4"/>
                    </a:gs>
                    <a:gs pos="100000">
                      <a:srgbClr val="399A91"/>
                    </a:gs>
                    <a:gs pos="68000">
                      <a:srgbClr val="0078D4"/>
                    </a:gs>
                    <a:gs pos="0">
                      <a:srgbClr val="FF5C39"/>
                    </a:gs>
                  </a:gsLst>
                  <a:path path="circle">
                    <a:fillToRect l="100000" t="100000"/>
                  </a:path>
                  <a:tileRect r="-100000" b="-100000"/>
                </a:gradFill>
                <a:ln w="63897" cap="flat">
                  <a:noFill/>
                  <a:prstDash val="solid"/>
                  <a:miter/>
                </a:ln>
                <a:effectLst>
                  <a:outerShdw blurRad="63500" dist="63500" dir="2700000" algn="tl" rotWithShape="0">
                    <a:srgbClr val="454142">
                      <a:alpha val="20000"/>
                    </a:srgbClr>
                  </a:outerShdw>
                </a:effectLst>
              </p:spPr>
              <p:txBody>
                <a:bodyPr rot="0" spcFirstLastPara="0" vertOverflow="overflow" horzOverflow="overflow" vert="horz" wrap="square" lIns="52500" tIns="26250" rIns="52500" bIns="26250" numCol="1" spcCol="0" rtlCol="0" fromWordArt="0" anchor="ctr" anchorCtr="0" forceAA="0" compatLnSpc="1">
                  <a:prstTxWarp prst="textNoShape">
                    <a:avLst/>
                  </a:prstTxWarp>
                  <a:noAutofit/>
                </a:bodyPr>
                <a:lstStyle/>
                <a:p>
                  <a:pPr marL="0" marR="0" lvl="0" indent="0" algn="ctr" defTabSz="666780" rtl="0" eaLnBrk="1" fontAlgn="base" latinLnBrk="0" hangingPunct="1">
                    <a:lnSpc>
                      <a:spcPct val="100000"/>
                    </a:lnSpc>
                    <a:spcBef>
                      <a:spcPct val="0"/>
                    </a:spcBef>
                    <a:spcAft>
                      <a:spcPct val="0"/>
                    </a:spcAft>
                    <a:buClrTx/>
                    <a:buSzTx/>
                    <a:buFontTx/>
                    <a:buNone/>
                    <a:tabLst/>
                    <a:defRPr/>
                  </a:pPr>
                  <a:endParaRPr kumimoji="0" lang="en-US" sz="1313" b="1"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pic>
              <p:nvPicPr>
                <p:cNvPr id="23" name="Graphic 22">
                  <a:extLst>
                    <a:ext uri="{FF2B5EF4-FFF2-40B4-BE49-F238E27FC236}">
                      <a16:creationId xmlns:a16="http://schemas.microsoft.com/office/drawing/2014/main" id="{EDF9CFBC-856B-C824-00D3-A8B41EF04B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49091" y="657366"/>
                  <a:ext cx="258158" cy="258158"/>
                </a:xfrm>
                <a:prstGeom prst="rect">
                  <a:avLst/>
                </a:prstGeom>
                <a:effectLst>
                  <a:outerShdw blurRad="63500" dist="63500" dir="2700000" algn="ctr" rotWithShape="0">
                    <a:schemeClr val="bg1">
                      <a:alpha val="20000"/>
                    </a:schemeClr>
                  </a:outerShdw>
                </a:effectLst>
              </p:spPr>
            </p:pic>
          </p:grpSp>
        </p:grpSp>
        <p:sp>
          <p:nvSpPr>
            <p:cNvPr id="5" name="TextBox 4">
              <a:extLst>
                <a:ext uri="{FF2B5EF4-FFF2-40B4-BE49-F238E27FC236}">
                  <a16:creationId xmlns:a16="http://schemas.microsoft.com/office/drawing/2014/main" id="{40A7A011-A5B1-B465-6A3F-B4941EFA893C}"/>
                </a:ext>
              </a:extLst>
            </p:cNvPr>
            <p:cNvSpPr txBox="1"/>
            <p:nvPr/>
          </p:nvSpPr>
          <p:spPr>
            <a:xfrm>
              <a:off x="374982" y="2096831"/>
              <a:ext cx="1436982" cy="994183"/>
            </a:xfrm>
            <a:prstGeom prst="rect">
              <a:avLst/>
            </a:prstGeom>
            <a:noFill/>
          </p:spPr>
          <p:txBody>
            <a:bodyPr wrap="square" lIns="0" tIns="0" rIns="0" bIns="0">
              <a:spAutoFit/>
            </a:bodyPr>
            <a:lstStyle/>
            <a:p>
              <a:pPr marL="0" marR="0" lvl="0" indent="0" algn="ctr" defTabSz="666756" rtl="0" eaLnBrk="1" fontAlgn="auto" latinLnBrk="0" hangingPunct="1">
                <a:lnSpc>
                  <a:spcPct val="100000"/>
                </a:lnSpc>
                <a:spcBef>
                  <a:spcPts val="875"/>
                </a:spcBef>
                <a:spcAft>
                  <a:spcPts val="0"/>
                </a:spcAft>
                <a:buClrTx/>
                <a:buSzTx/>
                <a:buFontTx/>
                <a:buNone/>
                <a:tabLst/>
                <a:defRPr/>
              </a:pPr>
              <a:r>
                <a:rPr kumimoji="0" lang="en-US" sz="1313" b="0" i="0" u="none" strike="noStrike" kern="1200" cap="none" spc="0" normalizeH="0" baseline="0" noProof="0">
                  <a:ln>
                    <a:noFill/>
                  </a:ln>
                  <a:solidFill>
                    <a:srgbClr val="FFFFFF"/>
                  </a:solidFill>
                  <a:effectLst/>
                  <a:uLnTx/>
                  <a:uFillTx/>
                  <a:latin typeface="Segoe UI Semibold"/>
                  <a:ea typeface="+mn-ea"/>
                  <a:cs typeface="Segoe Sans Display" pitchFamily="2" charset="0"/>
                </a:rPr>
                <a:t>AI transformation is happening now.</a:t>
              </a:r>
            </a:p>
            <a:p>
              <a:pPr marL="0" marR="0" lvl="0" indent="0" algn="ctr" defTabSz="666756" rtl="0" eaLnBrk="1" fontAlgn="auto" latinLnBrk="0" hangingPunct="1">
                <a:lnSpc>
                  <a:spcPct val="100000"/>
                </a:lnSpc>
                <a:spcBef>
                  <a:spcPts val="438"/>
                </a:spcBef>
                <a:spcAft>
                  <a:spcPts val="0"/>
                </a:spcAft>
                <a:buClrTx/>
                <a:buSzTx/>
                <a:buFontTx/>
                <a:buNone/>
                <a:tabLst/>
                <a:defRPr/>
              </a:pPr>
              <a:r>
                <a:rPr kumimoji="0" lang="en-US" sz="1167" b="0"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Secure and govern your data estate and get ready for AI</a:t>
              </a:r>
              <a:endParaRPr kumimoji="0" lang="en-US" sz="1750" b="0"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endParaRPr>
            </a:p>
          </p:txBody>
        </p:sp>
      </p:grpSp>
      <p:sp>
        <p:nvSpPr>
          <p:cNvPr id="42" name="Left Bracket 41">
            <a:extLst>
              <a:ext uri="{FF2B5EF4-FFF2-40B4-BE49-F238E27FC236}">
                <a16:creationId xmlns:a16="http://schemas.microsoft.com/office/drawing/2014/main" id="{4607B54D-3EC6-3752-105A-D9D2701B8F61}"/>
              </a:ext>
            </a:extLst>
          </p:cNvPr>
          <p:cNvSpPr/>
          <p:nvPr/>
        </p:nvSpPr>
        <p:spPr>
          <a:xfrm rot="16200000" flipH="1">
            <a:off x="2719739" y="2486454"/>
            <a:ext cx="245843" cy="5103405"/>
          </a:xfrm>
          <a:prstGeom prst="leftBracket">
            <a:avLst>
              <a:gd name="adj" fmla="val 0"/>
            </a:avLst>
          </a:prstGeom>
          <a:ln w="9525" cap="rnd">
            <a:solidFill>
              <a:srgbClr val="C03BC4">
                <a:alpha val="25000"/>
              </a:srgbClr>
            </a:solidFill>
            <a:headEnd type="none" w="lg" len="med"/>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333390"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srgbClr val="000000"/>
              </a:solidFill>
              <a:effectLst/>
              <a:uLnTx/>
              <a:uFillTx/>
              <a:latin typeface="Segoe UI"/>
              <a:ea typeface="+mn-ea"/>
              <a:cs typeface="+mn-cs"/>
            </a:endParaRPr>
          </a:p>
        </p:txBody>
      </p:sp>
      <p:sp>
        <p:nvSpPr>
          <p:cNvPr id="43" name="Title 1">
            <a:extLst>
              <a:ext uri="{FF2B5EF4-FFF2-40B4-BE49-F238E27FC236}">
                <a16:creationId xmlns:a16="http://schemas.microsoft.com/office/drawing/2014/main" id="{0229FE75-A857-208B-452D-3AC05899E608}"/>
              </a:ext>
            </a:extLst>
          </p:cNvPr>
          <p:cNvSpPr txBox="1">
            <a:spLocks/>
          </p:cNvSpPr>
          <p:nvPr/>
        </p:nvSpPr>
        <p:spPr>
          <a:xfrm>
            <a:off x="551438" y="4835740"/>
            <a:ext cx="4591038" cy="151632"/>
          </a:xfrm>
          <a:prstGeom prst="rect">
            <a:avLst/>
          </a:prstGeom>
          <a:solidFill>
            <a:srgbClr val="F2F0F0"/>
          </a:solidFill>
          <a:ln w="9525">
            <a:noFill/>
          </a:ln>
        </p:spPr>
        <p:txBody>
          <a:bodyPr vert="horz" wrap="square" lIns="66675" tIns="33338" rIns="66675" bIns="33338" rtlCol="0" anchor="ctr" anchorCtr="0">
            <a:no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ctr" defTabSz="666756" rtl="0" eaLnBrk="1" fontAlgn="auto" latinLnBrk="0" hangingPunct="1">
              <a:lnSpc>
                <a:spcPct val="100000"/>
              </a:lnSpc>
              <a:spcBef>
                <a:spcPct val="0"/>
              </a:spcBef>
              <a:spcAft>
                <a:spcPct val="0"/>
              </a:spcAft>
              <a:buClrTx/>
              <a:buSzTx/>
              <a:buFontTx/>
              <a:buNone/>
              <a:tabLst/>
              <a:defRPr/>
            </a:pPr>
            <a:r>
              <a:rPr kumimoji="0" lang="en-US" sz="1167" b="0" i="0" u="none" strike="noStrike" kern="1200" cap="none" spc="0" normalizeH="0" baseline="0" noProof="0">
                <a:ln w="3175">
                  <a:noFill/>
                </a:ln>
                <a:solidFill>
                  <a:srgbClr val="C03BC4"/>
                </a:solidFill>
                <a:effectLst/>
                <a:uLnTx/>
                <a:uFillTx/>
                <a:latin typeface="Segoe UI Semibold"/>
                <a:ea typeface="+mj-lt"/>
                <a:cs typeface="Segoe UI Semibold"/>
              </a:rPr>
              <a:t>Unified solutions to secure and govern data for the era of AI</a:t>
            </a:r>
            <a:endParaRPr kumimoji="0" lang="en-US" sz="2625" b="0" i="0" u="none" strike="noStrike" kern="1200" cap="none" spc="-36" normalizeH="0" baseline="0" noProof="0">
              <a:ln w="3175">
                <a:noFill/>
              </a:ln>
              <a:solidFill>
                <a:srgbClr val="C03BC4"/>
              </a:solidFill>
              <a:effectLst/>
              <a:uLnTx/>
              <a:uFillTx/>
              <a:latin typeface="Segoe UI Semibold"/>
              <a:ea typeface="+mn-ea"/>
              <a:cs typeface="Segoe UI" pitchFamily="34" charset="0"/>
            </a:endParaRPr>
          </a:p>
        </p:txBody>
      </p:sp>
      <p:sp>
        <p:nvSpPr>
          <p:cNvPr id="44" name="TextBox 43">
            <a:extLst>
              <a:ext uri="{FF2B5EF4-FFF2-40B4-BE49-F238E27FC236}">
                <a16:creationId xmlns:a16="http://schemas.microsoft.com/office/drawing/2014/main" id="{A7A559E7-3970-4136-DC54-7BA2820FF8F5}"/>
              </a:ext>
            </a:extLst>
          </p:cNvPr>
          <p:cNvSpPr txBox="1"/>
          <p:nvPr/>
        </p:nvSpPr>
        <p:spPr>
          <a:xfrm>
            <a:off x="359517" y="5941176"/>
            <a:ext cx="1552595"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a:ln>
                  <a:noFill/>
                </a:ln>
                <a:solidFill>
                  <a:srgbClr val="000000"/>
                </a:solidFill>
                <a:effectLst/>
                <a:uLnTx/>
                <a:uFillTx/>
                <a:latin typeface="Segoe Sans Display Semibold"/>
                <a:ea typeface="+mn-ea"/>
                <a:cs typeface="Segoe Sans Display Semibold"/>
              </a:rPr>
              <a:t>Address oversharing concerns</a:t>
            </a:r>
          </a:p>
        </p:txBody>
      </p:sp>
      <p:sp>
        <p:nvSpPr>
          <p:cNvPr id="45" name="TextBox 44">
            <a:extLst>
              <a:ext uri="{FF2B5EF4-FFF2-40B4-BE49-F238E27FC236}">
                <a16:creationId xmlns:a16="http://schemas.microsoft.com/office/drawing/2014/main" id="{2FBE6B00-7CF5-6B33-E396-66DF2835C682}"/>
              </a:ext>
            </a:extLst>
          </p:cNvPr>
          <p:cNvSpPr txBox="1"/>
          <p:nvPr/>
        </p:nvSpPr>
        <p:spPr>
          <a:xfrm>
            <a:off x="2096363" y="5941176"/>
            <a:ext cx="1543383"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a:ln>
                  <a:noFill/>
                </a:ln>
                <a:solidFill>
                  <a:srgbClr val="000000"/>
                </a:solidFill>
                <a:effectLst/>
                <a:uLnTx/>
                <a:uFillTx/>
                <a:latin typeface="Segoe Sans Display Semibold"/>
                <a:ea typeface="+mn-ea"/>
                <a:cs typeface="Segoe Sans Display Semibold"/>
              </a:rPr>
              <a:t>Protect against data loss and insider risks</a:t>
            </a:r>
          </a:p>
        </p:txBody>
      </p:sp>
      <p:sp>
        <p:nvSpPr>
          <p:cNvPr id="46" name="TextBox 45">
            <a:extLst>
              <a:ext uri="{FF2B5EF4-FFF2-40B4-BE49-F238E27FC236}">
                <a16:creationId xmlns:a16="http://schemas.microsoft.com/office/drawing/2014/main" id="{CF4731E7-05FF-532F-52AE-93BA33AE7EC1}"/>
              </a:ext>
            </a:extLst>
          </p:cNvPr>
          <p:cNvSpPr txBox="1"/>
          <p:nvPr/>
        </p:nvSpPr>
        <p:spPr>
          <a:xfrm>
            <a:off x="3845847" y="5941176"/>
            <a:ext cx="1512508"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a:ln>
                  <a:noFill/>
                </a:ln>
                <a:solidFill>
                  <a:srgbClr val="000000"/>
                </a:solidFill>
                <a:effectLst/>
                <a:uLnTx/>
                <a:uFillTx/>
                <a:latin typeface="Segoe Sans Display Semibold"/>
                <a:ea typeface="+mn-ea"/>
                <a:cs typeface="Segoe Sans Display Semibold"/>
              </a:rPr>
              <a:t>Govern AI use to meet regulations &amp; policies</a:t>
            </a:r>
          </a:p>
        </p:txBody>
      </p:sp>
      <p:sp>
        <p:nvSpPr>
          <p:cNvPr id="47" name="TextBox 46">
            <a:extLst>
              <a:ext uri="{FF2B5EF4-FFF2-40B4-BE49-F238E27FC236}">
                <a16:creationId xmlns:a16="http://schemas.microsoft.com/office/drawing/2014/main" id="{DBF849E1-2B38-8110-7D96-69D3AF3E886A}"/>
              </a:ext>
            </a:extLst>
          </p:cNvPr>
          <p:cNvSpPr txBox="1"/>
          <p:nvPr/>
        </p:nvSpPr>
        <p:spPr>
          <a:xfrm>
            <a:off x="361764" y="6351055"/>
            <a:ext cx="1367417"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a:ln>
                  <a:noFill/>
                </a:ln>
                <a:solidFill>
                  <a:srgbClr val="000000"/>
                </a:solidFill>
                <a:effectLst/>
                <a:uLnTx/>
                <a:uFillTx/>
                <a:latin typeface="Segoe Sans Display"/>
                <a:ea typeface="+mn-ea"/>
                <a:cs typeface="Segoe Sans Display"/>
              </a:rPr>
              <a:t>Gain visibility into overshared content.</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a:ln>
                  <a:noFill/>
                </a:ln>
                <a:solidFill>
                  <a:srgbClr val="000000"/>
                </a:solidFill>
                <a:effectLst/>
                <a:uLnTx/>
                <a:uFillTx/>
                <a:latin typeface="Segoe Sans Display"/>
                <a:ea typeface="+mn-ea"/>
                <a:cs typeface="Segoe Sans Display"/>
              </a:rPr>
              <a:t>Remediate excessive permissions.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a:ln>
                  <a:noFill/>
                </a:ln>
                <a:solidFill>
                  <a:srgbClr val="000000"/>
                </a:solidFill>
                <a:effectLst/>
                <a:uLnTx/>
                <a:uFillTx/>
                <a:latin typeface="Segoe Sans Display"/>
                <a:ea typeface="+mn-ea"/>
                <a:cs typeface="Segoe Sans Display"/>
              </a:rPr>
              <a:t>Prevent Generative AI from processing sensitive files.</a:t>
            </a:r>
          </a:p>
        </p:txBody>
      </p:sp>
      <p:sp>
        <p:nvSpPr>
          <p:cNvPr id="48" name="TextBox 47">
            <a:extLst>
              <a:ext uri="{FF2B5EF4-FFF2-40B4-BE49-F238E27FC236}">
                <a16:creationId xmlns:a16="http://schemas.microsoft.com/office/drawing/2014/main" id="{3CC0BE90-57FC-7645-EC41-2A5A4441D26E}"/>
              </a:ext>
            </a:extLst>
          </p:cNvPr>
          <p:cNvSpPr txBox="1"/>
          <p:nvPr/>
        </p:nvSpPr>
        <p:spPr>
          <a:xfrm>
            <a:off x="2104785" y="6351055"/>
            <a:ext cx="1515676"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a:ln>
                  <a:noFill/>
                </a:ln>
                <a:solidFill>
                  <a:srgbClr val="000000"/>
                </a:solidFill>
                <a:effectLst/>
                <a:uLnTx/>
                <a:uFillTx/>
                <a:latin typeface="Segoe Sans Display"/>
                <a:ea typeface="+mn-ea"/>
                <a:cs typeface="Segoe Sans Display"/>
              </a:rPr>
              <a:t>Get alerts and reports of risky behavior and AI use.</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a:ln>
                  <a:noFill/>
                </a:ln>
                <a:solidFill>
                  <a:srgbClr val="000000"/>
                </a:solidFill>
                <a:effectLst/>
                <a:uLnTx/>
                <a:uFillTx/>
                <a:latin typeface="Segoe Sans Display"/>
                <a:ea typeface="+mn-ea"/>
                <a:cs typeface="Segoe Sans Display"/>
              </a:rPr>
              <a:t>Protect sensitive files and Copilot interactions.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a:ln>
                  <a:noFill/>
                </a:ln>
                <a:solidFill>
                  <a:srgbClr val="000000"/>
                </a:solidFill>
                <a:effectLst/>
                <a:uLnTx/>
                <a:uFillTx/>
                <a:latin typeface="Segoe Sans Display"/>
                <a:ea typeface="+mn-ea"/>
                <a:cs typeface="Segoe Sans Display"/>
              </a:rPr>
              <a:t>Dynamically apply security policies based on risky actions.</a:t>
            </a:r>
          </a:p>
        </p:txBody>
      </p:sp>
      <p:sp>
        <p:nvSpPr>
          <p:cNvPr id="49" name="TextBox 48">
            <a:extLst>
              <a:ext uri="{FF2B5EF4-FFF2-40B4-BE49-F238E27FC236}">
                <a16:creationId xmlns:a16="http://schemas.microsoft.com/office/drawing/2014/main" id="{07FC56BF-390F-68CB-6993-C9226762ED03}"/>
              </a:ext>
            </a:extLst>
          </p:cNvPr>
          <p:cNvSpPr txBox="1"/>
          <p:nvPr/>
        </p:nvSpPr>
        <p:spPr>
          <a:xfrm>
            <a:off x="3863913" y="6351055"/>
            <a:ext cx="1466850"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a:ln>
                  <a:noFill/>
                </a:ln>
                <a:solidFill>
                  <a:srgbClr val="000000"/>
                </a:solidFill>
                <a:effectLst/>
                <a:uLnTx/>
                <a:uFillTx/>
                <a:latin typeface="Segoe Sans Display"/>
                <a:ea typeface="+mn-ea"/>
                <a:cs typeface="Segoe Sans Display"/>
              </a:rPr>
              <a:t>Inspect interaction content and audit logs. </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a:ln>
                  <a:noFill/>
                </a:ln>
                <a:solidFill>
                  <a:srgbClr val="000000"/>
                </a:solidFill>
                <a:effectLst/>
                <a:uLnTx/>
                <a:uFillTx/>
                <a:latin typeface="Segoe Sans Display"/>
                <a:ea typeface="+mn-ea"/>
                <a:cs typeface="Segoe Sans Display"/>
              </a:rPr>
              <a:t>Investigate for compliance and ethical violations.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a:ln>
                  <a:noFill/>
                </a:ln>
                <a:solidFill>
                  <a:srgbClr val="000000"/>
                </a:solidFill>
                <a:effectLst/>
                <a:uLnTx/>
                <a:uFillTx/>
                <a:latin typeface="Segoe Sans Display"/>
                <a:ea typeface="+mn-ea"/>
                <a:cs typeface="Segoe Sans Display"/>
              </a:rPr>
              <a:t>Enforce lifecycle policies and legal holds. </a:t>
            </a:r>
          </a:p>
        </p:txBody>
      </p:sp>
      <p:grpSp>
        <p:nvGrpSpPr>
          <p:cNvPr id="50" name="Group 49">
            <a:extLst>
              <a:ext uri="{FF2B5EF4-FFF2-40B4-BE49-F238E27FC236}">
                <a16:creationId xmlns:a16="http://schemas.microsoft.com/office/drawing/2014/main" id="{1DAC263C-DD68-2093-183D-563923E8995E}"/>
              </a:ext>
            </a:extLst>
          </p:cNvPr>
          <p:cNvGrpSpPr/>
          <p:nvPr/>
        </p:nvGrpSpPr>
        <p:grpSpPr>
          <a:xfrm>
            <a:off x="925493" y="5424725"/>
            <a:ext cx="354034" cy="354032"/>
            <a:chOff x="1279011" y="2060416"/>
            <a:chExt cx="441393" cy="441390"/>
          </a:xfrm>
        </p:grpSpPr>
        <p:sp>
          <p:nvSpPr>
            <p:cNvPr id="51" name="Oval 50">
              <a:extLst>
                <a:ext uri="{FF2B5EF4-FFF2-40B4-BE49-F238E27FC236}">
                  <a16:creationId xmlns:a16="http://schemas.microsoft.com/office/drawing/2014/main" id="{E2C8F927-3A6B-5151-5591-7DBD1A7B5937}"/>
                </a:ext>
              </a:extLst>
            </p:cNvPr>
            <p:cNvSpPr/>
            <p:nvPr/>
          </p:nvSpPr>
          <p:spPr bwMode="auto">
            <a:xfrm rot="5400000">
              <a:off x="1279013" y="2060414"/>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53" name="Graphic 81" descr="Icon of an app window with a closed padlock">
              <a:extLst>
                <a:ext uri="{FF2B5EF4-FFF2-40B4-BE49-F238E27FC236}">
                  <a16:creationId xmlns:a16="http://schemas.microsoft.com/office/drawing/2014/main" id="{EA82653D-5D21-5D23-3B69-4F87EAB3F775}"/>
                </a:ext>
              </a:extLst>
            </p:cNvPr>
            <p:cNvSpPr/>
            <p:nvPr/>
          </p:nvSpPr>
          <p:spPr>
            <a:xfrm>
              <a:off x="1407278" y="2184013"/>
              <a:ext cx="184865" cy="194188"/>
            </a:xfrm>
            <a:custGeom>
              <a:avLst/>
              <a:gdLst>
                <a:gd name="connsiteX0" fmla="*/ 228003 w 309156"/>
                <a:gd name="connsiteY0" fmla="*/ 0 h 309156"/>
                <a:gd name="connsiteX1" fmla="*/ 278241 w 309156"/>
                <a:gd name="connsiteY1" fmla="*/ 50238 h 309156"/>
                <a:gd name="connsiteX2" fmla="*/ 278241 w 309156"/>
                <a:gd name="connsiteY2" fmla="*/ 132172 h 309156"/>
                <a:gd name="connsiteX3" fmla="*/ 255054 w 309156"/>
                <a:gd name="connsiteY3" fmla="*/ 118174 h 309156"/>
                <a:gd name="connsiteX4" fmla="*/ 255054 w 309156"/>
                <a:gd name="connsiteY4" fmla="*/ 85018 h 309156"/>
                <a:gd name="connsiteX5" fmla="*/ 23187 w 309156"/>
                <a:gd name="connsiteY5" fmla="*/ 85018 h 309156"/>
                <a:gd name="connsiteX6" fmla="*/ 23187 w 309156"/>
                <a:gd name="connsiteY6" fmla="*/ 228003 h 309156"/>
                <a:gd name="connsiteX7" fmla="*/ 50238 w 309156"/>
                <a:gd name="connsiteY7" fmla="*/ 255054 h 309156"/>
                <a:gd name="connsiteX8" fmla="*/ 154578 w 309156"/>
                <a:gd name="connsiteY8" fmla="*/ 255054 h 309156"/>
                <a:gd name="connsiteX9" fmla="*/ 154578 w 309156"/>
                <a:gd name="connsiteY9" fmla="*/ 278241 h 309156"/>
                <a:gd name="connsiteX10" fmla="*/ 50238 w 309156"/>
                <a:gd name="connsiteY10" fmla="*/ 278241 h 309156"/>
                <a:gd name="connsiteX11" fmla="*/ 0 w 309156"/>
                <a:gd name="connsiteY11" fmla="*/ 228003 h 309156"/>
                <a:gd name="connsiteX12" fmla="*/ 0 w 309156"/>
                <a:gd name="connsiteY12" fmla="*/ 50238 h 309156"/>
                <a:gd name="connsiteX13" fmla="*/ 50238 w 309156"/>
                <a:gd name="connsiteY13" fmla="*/ 0 h 309156"/>
                <a:gd name="connsiteX14" fmla="*/ 228003 w 309156"/>
                <a:gd name="connsiteY14" fmla="*/ 0 h 309156"/>
                <a:gd name="connsiteX15" fmla="*/ 228003 w 309156"/>
                <a:gd name="connsiteY15" fmla="*/ 23187 h 309156"/>
                <a:gd name="connsiteX16" fmla="*/ 50238 w 309156"/>
                <a:gd name="connsiteY16" fmla="*/ 23187 h 309156"/>
                <a:gd name="connsiteX17" fmla="*/ 23187 w 309156"/>
                <a:gd name="connsiteY17" fmla="*/ 50238 h 309156"/>
                <a:gd name="connsiteX18" fmla="*/ 23187 w 309156"/>
                <a:gd name="connsiteY18" fmla="*/ 61831 h 309156"/>
                <a:gd name="connsiteX19" fmla="*/ 255054 w 309156"/>
                <a:gd name="connsiteY19" fmla="*/ 61831 h 309156"/>
                <a:gd name="connsiteX20" fmla="*/ 255054 w 309156"/>
                <a:gd name="connsiteY20" fmla="*/ 50238 h 309156"/>
                <a:gd name="connsiteX21" fmla="*/ 228003 w 309156"/>
                <a:gd name="connsiteY21" fmla="*/ 23187 h 309156"/>
                <a:gd name="connsiteX22" fmla="*/ 200952 w 309156"/>
                <a:gd name="connsiteY22" fmla="*/ 185494 h 309156"/>
                <a:gd name="connsiteX23" fmla="*/ 193223 w 309156"/>
                <a:gd name="connsiteY23" fmla="*/ 185494 h 309156"/>
                <a:gd name="connsiteX24" fmla="*/ 170036 w 309156"/>
                <a:gd name="connsiteY24" fmla="*/ 208681 h 309156"/>
                <a:gd name="connsiteX25" fmla="*/ 170036 w 309156"/>
                <a:gd name="connsiteY25" fmla="*/ 285970 h 309156"/>
                <a:gd name="connsiteX26" fmla="*/ 193223 w 309156"/>
                <a:gd name="connsiteY26" fmla="*/ 309157 h 309156"/>
                <a:gd name="connsiteX27" fmla="*/ 285970 w 309156"/>
                <a:gd name="connsiteY27" fmla="*/ 309157 h 309156"/>
                <a:gd name="connsiteX28" fmla="*/ 309157 w 309156"/>
                <a:gd name="connsiteY28" fmla="*/ 285970 h 309156"/>
                <a:gd name="connsiteX29" fmla="*/ 309157 w 309156"/>
                <a:gd name="connsiteY29" fmla="*/ 208681 h 309156"/>
                <a:gd name="connsiteX30" fmla="*/ 285970 w 309156"/>
                <a:gd name="connsiteY30" fmla="*/ 185494 h 309156"/>
                <a:gd name="connsiteX31" fmla="*/ 278241 w 309156"/>
                <a:gd name="connsiteY31" fmla="*/ 185494 h 309156"/>
                <a:gd name="connsiteX32" fmla="*/ 278241 w 309156"/>
                <a:gd name="connsiteY32" fmla="*/ 170036 h 309156"/>
                <a:gd name="connsiteX33" fmla="*/ 239596 w 309156"/>
                <a:gd name="connsiteY33" fmla="*/ 131392 h 309156"/>
                <a:gd name="connsiteX34" fmla="*/ 200952 w 309156"/>
                <a:gd name="connsiteY34" fmla="*/ 170036 h 309156"/>
                <a:gd name="connsiteX35" fmla="*/ 200952 w 309156"/>
                <a:gd name="connsiteY35" fmla="*/ 185494 h 309156"/>
                <a:gd name="connsiteX36" fmla="*/ 224139 w 309156"/>
                <a:gd name="connsiteY36" fmla="*/ 170036 h 309156"/>
                <a:gd name="connsiteX37" fmla="*/ 239596 w 309156"/>
                <a:gd name="connsiteY37" fmla="*/ 154578 h 309156"/>
                <a:gd name="connsiteX38" fmla="*/ 255054 w 309156"/>
                <a:gd name="connsiteY38" fmla="*/ 170036 h 309156"/>
                <a:gd name="connsiteX39" fmla="*/ 255054 w 309156"/>
                <a:gd name="connsiteY39" fmla="*/ 185494 h 309156"/>
                <a:gd name="connsiteX40" fmla="*/ 224139 w 309156"/>
                <a:gd name="connsiteY40" fmla="*/ 185494 h 309156"/>
                <a:gd name="connsiteX41" fmla="*/ 224139 w 309156"/>
                <a:gd name="connsiteY41" fmla="*/ 170036 h 309156"/>
                <a:gd name="connsiteX42" fmla="*/ 255054 w 309156"/>
                <a:gd name="connsiteY42" fmla="*/ 247325 h 309156"/>
                <a:gd name="connsiteX43" fmla="*/ 239596 w 309156"/>
                <a:gd name="connsiteY43" fmla="*/ 262783 h 309156"/>
                <a:gd name="connsiteX44" fmla="*/ 224139 w 309156"/>
                <a:gd name="connsiteY44" fmla="*/ 247325 h 309156"/>
                <a:gd name="connsiteX45" fmla="*/ 239596 w 309156"/>
                <a:gd name="connsiteY45" fmla="*/ 231868 h 309156"/>
                <a:gd name="connsiteX46" fmla="*/ 255054 w 309156"/>
                <a:gd name="connsiteY46" fmla="*/ 247325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309156" h="309156">
                  <a:moveTo>
                    <a:pt x="228003" y="0"/>
                  </a:moveTo>
                  <a:cubicBezTo>
                    <a:pt x="255748" y="0"/>
                    <a:pt x="278241" y="22492"/>
                    <a:pt x="278241" y="50238"/>
                  </a:cubicBezTo>
                  <a:lnTo>
                    <a:pt x="278241" y="132172"/>
                  </a:lnTo>
                  <a:cubicBezTo>
                    <a:pt x="271905" y="125708"/>
                    <a:pt x="263961" y="120825"/>
                    <a:pt x="255054" y="118174"/>
                  </a:cubicBezTo>
                  <a:lnTo>
                    <a:pt x="255054" y="85018"/>
                  </a:lnTo>
                  <a:lnTo>
                    <a:pt x="23187" y="85018"/>
                  </a:lnTo>
                  <a:lnTo>
                    <a:pt x="23187" y="228003"/>
                  </a:lnTo>
                  <a:cubicBezTo>
                    <a:pt x="23187" y="242943"/>
                    <a:pt x="35298" y="255054"/>
                    <a:pt x="50238" y="255054"/>
                  </a:cubicBezTo>
                  <a:lnTo>
                    <a:pt x="154578" y="255054"/>
                  </a:lnTo>
                  <a:lnTo>
                    <a:pt x="154578" y="278241"/>
                  </a:lnTo>
                  <a:lnTo>
                    <a:pt x="50238" y="278241"/>
                  </a:lnTo>
                  <a:cubicBezTo>
                    <a:pt x="22492" y="278241"/>
                    <a:pt x="0" y="255748"/>
                    <a:pt x="0" y="228003"/>
                  </a:cubicBezTo>
                  <a:lnTo>
                    <a:pt x="0" y="50238"/>
                  </a:lnTo>
                  <a:cubicBezTo>
                    <a:pt x="0" y="22492"/>
                    <a:pt x="22492" y="0"/>
                    <a:pt x="50238" y="0"/>
                  </a:cubicBezTo>
                  <a:lnTo>
                    <a:pt x="228003" y="0"/>
                  </a:lnTo>
                  <a:close/>
                  <a:moveTo>
                    <a:pt x="228003" y="23187"/>
                  </a:moveTo>
                  <a:lnTo>
                    <a:pt x="50238" y="23187"/>
                  </a:lnTo>
                  <a:cubicBezTo>
                    <a:pt x="35298" y="23187"/>
                    <a:pt x="23187" y="35298"/>
                    <a:pt x="23187" y="50238"/>
                  </a:cubicBezTo>
                  <a:lnTo>
                    <a:pt x="23187" y="61831"/>
                  </a:lnTo>
                  <a:lnTo>
                    <a:pt x="255054" y="61831"/>
                  </a:lnTo>
                  <a:lnTo>
                    <a:pt x="255054" y="50238"/>
                  </a:lnTo>
                  <a:cubicBezTo>
                    <a:pt x="255054" y="35298"/>
                    <a:pt x="242943" y="23187"/>
                    <a:pt x="228003" y="23187"/>
                  </a:cubicBezTo>
                  <a:close/>
                  <a:moveTo>
                    <a:pt x="200952" y="185494"/>
                  </a:moveTo>
                  <a:lnTo>
                    <a:pt x="193223" y="185494"/>
                  </a:lnTo>
                  <a:cubicBezTo>
                    <a:pt x="180418" y="185494"/>
                    <a:pt x="170036" y="195875"/>
                    <a:pt x="170036" y="208681"/>
                  </a:cubicBezTo>
                  <a:lnTo>
                    <a:pt x="170036" y="285970"/>
                  </a:lnTo>
                  <a:cubicBezTo>
                    <a:pt x="170036" y="298775"/>
                    <a:pt x="180418" y="309157"/>
                    <a:pt x="193223" y="309157"/>
                  </a:cubicBezTo>
                  <a:lnTo>
                    <a:pt x="285970" y="309157"/>
                  </a:lnTo>
                  <a:cubicBezTo>
                    <a:pt x="298775" y="309157"/>
                    <a:pt x="309157" y="298775"/>
                    <a:pt x="309157" y="285970"/>
                  </a:cubicBezTo>
                  <a:lnTo>
                    <a:pt x="309157" y="208681"/>
                  </a:lnTo>
                  <a:cubicBezTo>
                    <a:pt x="309157" y="195875"/>
                    <a:pt x="298775" y="185494"/>
                    <a:pt x="285970" y="185494"/>
                  </a:cubicBezTo>
                  <a:lnTo>
                    <a:pt x="278241" y="185494"/>
                  </a:lnTo>
                  <a:lnTo>
                    <a:pt x="278241" y="170036"/>
                  </a:lnTo>
                  <a:cubicBezTo>
                    <a:pt x="278241" y="148694"/>
                    <a:pt x="260939" y="131392"/>
                    <a:pt x="239596" y="131392"/>
                  </a:cubicBezTo>
                  <a:cubicBezTo>
                    <a:pt x="218254" y="131392"/>
                    <a:pt x="200952" y="148694"/>
                    <a:pt x="200952" y="170036"/>
                  </a:cubicBezTo>
                  <a:lnTo>
                    <a:pt x="200952" y="185494"/>
                  </a:lnTo>
                  <a:close/>
                  <a:moveTo>
                    <a:pt x="224139" y="170036"/>
                  </a:moveTo>
                  <a:cubicBezTo>
                    <a:pt x="224139" y="161499"/>
                    <a:pt x="231059" y="154578"/>
                    <a:pt x="239596" y="154578"/>
                  </a:cubicBezTo>
                  <a:cubicBezTo>
                    <a:pt x="248134" y="154578"/>
                    <a:pt x="255054" y="161499"/>
                    <a:pt x="255054" y="170036"/>
                  </a:cubicBezTo>
                  <a:lnTo>
                    <a:pt x="255054" y="185494"/>
                  </a:lnTo>
                  <a:lnTo>
                    <a:pt x="224139" y="185494"/>
                  </a:lnTo>
                  <a:lnTo>
                    <a:pt x="224139" y="170036"/>
                  </a:lnTo>
                  <a:close/>
                  <a:moveTo>
                    <a:pt x="255054" y="247325"/>
                  </a:moveTo>
                  <a:cubicBezTo>
                    <a:pt x="255054" y="255863"/>
                    <a:pt x="248134" y="262783"/>
                    <a:pt x="239596" y="262783"/>
                  </a:cubicBezTo>
                  <a:cubicBezTo>
                    <a:pt x="231059" y="262783"/>
                    <a:pt x="224139" y="255863"/>
                    <a:pt x="224139" y="247325"/>
                  </a:cubicBezTo>
                  <a:cubicBezTo>
                    <a:pt x="224139" y="238788"/>
                    <a:pt x="231059" y="231868"/>
                    <a:pt x="239596" y="231868"/>
                  </a:cubicBezTo>
                  <a:cubicBezTo>
                    <a:pt x="248134" y="231868"/>
                    <a:pt x="255054" y="238788"/>
                    <a:pt x="255054" y="247325"/>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grpSp>
        <p:nvGrpSpPr>
          <p:cNvPr id="55" name="Group 54">
            <a:extLst>
              <a:ext uri="{FF2B5EF4-FFF2-40B4-BE49-F238E27FC236}">
                <a16:creationId xmlns:a16="http://schemas.microsoft.com/office/drawing/2014/main" id="{6147BE28-4AEC-895D-F51C-A5F4B37367EA}"/>
              </a:ext>
            </a:extLst>
          </p:cNvPr>
          <p:cNvGrpSpPr/>
          <p:nvPr/>
        </p:nvGrpSpPr>
        <p:grpSpPr>
          <a:xfrm>
            <a:off x="2670709" y="5424723"/>
            <a:ext cx="354034" cy="354032"/>
            <a:chOff x="3672450" y="2060414"/>
            <a:chExt cx="441393" cy="441390"/>
          </a:xfrm>
        </p:grpSpPr>
        <p:sp>
          <p:nvSpPr>
            <p:cNvPr id="56" name="Oval 55">
              <a:extLst>
                <a:ext uri="{FF2B5EF4-FFF2-40B4-BE49-F238E27FC236}">
                  <a16:creationId xmlns:a16="http://schemas.microsoft.com/office/drawing/2014/main" id="{CEEF4C83-13A7-1861-04DA-79288535A308}"/>
                </a:ext>
              </a:extLst>
            </p:cNvPr>
            <p:cNvSpPr/>
            <p:nvPr/>
          </p:nvSpPr>
          <p:spPr bwMode="auto">
            <a:xfrm rot="5400000">
              <a:off x="3672452"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57" name="Graphic 80" descr="Icon of a key">
              <a:extLst>
                <a:ext uri="{FF2B5EF4-FFF2-40B4-BE49-F238E27FC236}">
                  <a16:creationId xmlns:a16="http://schemas.microsoft.com/office/drawing/2014/main" id="{5670A3F3-ACD7-3E45-2270-28F32E926B25}"/>
                </a:ext>
              </a:extLst>
            </p:cNvPr>
            <p:cNvSpPr/>
            <p:nvPr/>
          </p:nvSpPr>
          <p:spPr>
            <a:xfrm>
              <a:off x="3810058" y="2194263"/>
              <a:ext cx="166179" cy="173691"/>
            </a:xfrm>
            <a:custGeom>
              <a:avLst/>
              <a:gdLst>
                <a:gd name="connsiteX0" fmla="*/ 251964 w 310702"/>
                <a:gd name="connsiteY0" fmla="*/ 76517 h 309156"/>
                <a:gd name="connsiteX1" fmla="*/ 232642 w 310702"/>
                <a:gd name="connsiteY1" fmla="*/ 95839 h 309156"/>
                <a:gd name="connsiteX2" fmla="*/ 213319 w 310702"/>
                <a:gd name="connsiteY2" fmla="*/ 76517 h 309156"/>
                <a:gd name="connsiteX3" fmla="*/ 232642 w 310702"/>
                <a:gd name="connsiteY3" fmla="*/ 57194 h 309156"/>
                <a:gd name="connsiteX4" fmla="*/ 251964 w 310702"/>
                <a:gd name="connsiteY4" fmla="*/ 76517 h 309156"/>
                <a:gd name="connsiteX5" fmla="*/ 209453 w 310702"/>
                <a:gd name="connsiteY5" fmla="*/ 0 h 309156"/>
                <a:gd name="connsiteX6" fmla="*/ 108205 w 310702"/>
                <a:gd name="connsiteY6" fmla="*/ 101249 h 309156"/>
                <a:gd name="connsiteX7" fmla="*/ 109912 w 310702"/>
                <a:gd name="connsiteY7" fmla="*/ 118315 h 309156"/>
                <a:gd name="connsiteX8" fmla="*/ 108842 w 310702"/>
                <a:gd name="connsiteY8" fmla="*/ 122088 h 309156"/>
                <a:gd name="connsiteX9" fmla="*/ 12451 w 310702"/>
                <a:gd name="connsiteY9" fmla="*/ 218479 h 309156"/>
                <a:gd name="connsiteX10" fmla="*/ 0 w 310702"/>
                <a:gd name="connsiteY10" fmla="*/ 248537 h 309156"/>
                <a:gd name="connsiteX11" fmla="*/ 0 w 310702"/>
                <a:gd name="connsiteY11" fmla="*/ 282105 h 309156"/>
                <a:gd name="connsiteX12" fmla="*/ 27051 w 310702"/>
                <a:gd name="connsiteY12" fmla="*/ 309157 h 309156"/>
                <a:gd name="connsiteX13" fmla="*/ 65696 w 310702"/>
                <a:gd name="connsiteY13" fmla="*/ 309157 h 309156"/>
                <a:gd name="connsiteX14" fmla="*/ 92747 w 310702"/>
                <a:gd name="connsiteY14" fmla="*/ 282105 h 309156"/>
                <a:gd name="connsiteX15" fmla="*/ 92747 w 310702"/>
                <a:gd name="connsiteY15" fmla="*/ 262783 h 309156"/>
                <a:gd name="connsiteX16" fmla="*/ 119798 w 310702"/>
                <a:gd name="connsiteY16" fmla="*/ 262783 h 309156"/>
                <a:gd name="connsiteX17" fmla="*/ 139120 w 310702"/>
                <a:gd name="connsiteY17" fmla="*/ 243461 h 309156"/>
                <a:gd name="connsiteX18" fmla="*/ 139120 w 310702"/>
                <a:gd name="connsiteY18" fmla="*/ 216410 h 309156"/>
                <a:gd name="connsiteX19" fmla="*/ 166171 w 310702"/>
                <a:gd name="connsiteY19" fmla="*/ 216410 h 309156"/>
                <a:gd name="connsiteX20" fmla="*/ 185481 w 310702"/>
                <a:gd name="connsiteY20" fmla="*/ 197802 h 309156"/>
                <a:gd name="connsiteX21" fmla="*/ 209453 w 310702"/>
                <a:gd name="connsiteY21" fmla="*/ 200952 h 309156"/>
                <a:gd name="connsiteX22" fmla="*/ 310702 w 310702"/>
                <a:gd name="connsiteY22" fmla="*/ 99703 h 309156"/>
                <a:gd name="connsiteX23" fmla="*/ 209453 w 310702"/>
                <a:gd name="connsiteY23" fmla="*/ 0 h 309156"/>
                <a:gd name="connsiteX24" fmla="*/ 131391 w 310702"/>
                <a:gd name="connsiteY24" fmla="*/ 101249 h 309156"/>
                <a:gd name="connsiteX25" fmla="*/ 209453 w 310702"/>
                <a:gd name="connsiteY25" fmla="*/ 23187 h 309156"/>
                <a:gd name="connsiteX26" fmla="*/ 287515 w 310702"/>
                <a:gd name="connsiteY26" fmla="*/ 99703 h 309156"/>
                <a:gd name="connsiteX27" fmla="*/ 209453 w 310702"/>
                <a:gd name="connsiteY27" fmla="*/ 177765 h 309156"/>
                <a:gd name="connsiteX28" fmla="*/ 178468 w 310702"/>
                <a:gd name="connsiteY28" fmla="*/ 170973 h 309156"/>
                <a:gd name="connsiteX29" fmla="*/ 167519 w 310702"/>
                <a:gd name="connsiteY29" fmla="*/ 171951 h 309156"/>
                <a:gd name="connsiteX30" fmla="*/ 162307 w 310702"/>
                <a:gd name="connsiteY30" fmla="*/ 181630 h 309156"/>
                <a:gd name="connsiteX31" fmla="*/ 162307 w 310702"/>
                <a:gd name="connsiteY31" fmla="*/ 193223 h 309156"/>
                <a:gd name="connsiteX32" fmla="*/ 135256 w 310702"/>
                <a:gd name="connsiteY32" fmla="*/ 193223 h 309156"/>
                <a:gd name="connsiteX33" fmla="*/ 115934 w 310702"/>
                <a:gd name="connsiteY33" fmla="*/ 212545 h 309156"/>
                <a:gd name="connsiteX34" fmla="*/ 115934 w 310702"/>
                <a:gd name="connsiteY34" fmla="*/ 239596 h 309156"/>
                <a:gd name="connsiteX35" fmla="*/ 88883 w 310702"/>
                <a:gd name="connsiteY35" fmla="*/ 239596 h 309156"/>
                <a:gd name="connsiteX36" fmla="*/ 69560 w 310702"/>
                <a:gd name="connsiteY36" fmla="*/ 258919 h 309156"/>
                <a:gd name="connsiteX37" fmla="*/ 69560 w 310702"/>
                <a:gd name="connsiteY37" fmla="*/ 282105 h 309156"/>
                <a:gd name="connsiteX38" fmla="*/ 65696 w 310702"/>
                <a:gd name="connsiteY38" fmla="*/ 285970 h 309156"/>
                <a:gd name="connsiteX39" fmla="*/ 27051 w 310702"/>
                <a:gd name="connsiteY39" fmla="*/ 285970 h 309156"/>
                <a:gd name="connsiteX40" fmla="*/ 23187 w 310702"/>
                <a:gd name="connsiteY40" fmla="*/ 282105 h 309156"/>
                <a:gd name="connsiteX41" fmla="*/ 23187 w 310702"/>
                <a:gd name="connsiteY41" fmla="*/ 248537 h 309156"/>
                <a:gd name="connsiteX42" fmla="*/ 28846 w 310702"/>
                <a:gd name="connsiteY42" fmla="*/ 234874 h 309156"/>
                <a:gd name="connsiteX43" fmla="*/ 125238 w 310702"/>
                <a:gd name="connsiteY43" fmla="*/ 138484 h 309156"/>
                <a:gd name="connsiteX44" fmla="*/ 132750 w 310702"/>
                <a:gd name="connsiteY44" fmla="*/ 114308 h 309156"/>
                <a:gd name="connsiteX45" fmla="*/ 131391 w 310702"/>
                <a:gd name="connsiteY45" fmla="*/ 101249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10702" h="309156">
                  <a:moveTo>
                    <a:pt x="251964" y="76517"/>
                  </a:moveTo>
                  <a:cubicBezTo>
                    <a:pt x="251964" y="87188"/>
                    <a:pt x="243312" y="95839"/>
                    <a:pt x="232642" y="95839"/>
                  </a:cubicBezTo>
                  <a:cubicBezTo>
                    <a:pt x="221970" y="95839"/>
                    <a:pt x="213319" y="87188"/>
                    <a:pt x="213319" y="76517"/>
                  </a:cubicBezTo>
                  <a:cubicBezTo>
                    <a:pt x="213319" y="65845"/>
                    <a:pt x="221970" y="57194"/>
                    <a:pt x="232642" y="57194"/>
                  </a:cubicBezTo>
                  <a:cubicBezTo>
                    <a:pt x="243312" y="57194"/>
                    <a:pt x="251964" y="65845"/>
                    <a:pt x="251964" y="76517"/>
                  </a:cubicBezTo>
                  <a:close/>
                  <a:moveTo>
                    <a:pt x="209453" y="0"/>
                  </a:moveTo>
                  <a:cubicBezTo>
                    <a:pt x="153586" y="0"/>
                    <a:pt x="108205" y="45381"/>
                    <a:pt x="108205" y="101249"/>
                  </a:cubicBezTo>
                  <a:cubicBezTo>
                    <a:pt x="108205" y="107234"/>
                    <a:pt x="108980" y="113002"/>
                    <a:pt x="109912" y="118315"/>
                  </a:cubicBezTo>
                  <a:cubicBezTo>
                    <a:pt x="110188" y="119883"/>
                    <a:pt x="109684" y="121246"/>
                    <a:pt x="108842" y="122088"/>
                  </a:cubicBezTo>
                  <a:lnTo>
                    <a:pt x="12451" y="218479"/>
                  </a:lnTo>
                  <a:cubicBezTo>
                    <a:pt x="4479" y="226451"/>
                    <a:pt x="0" y="237264"/>
                    <a:pt x="0" y="248537"/>
                  </a:cubicBezTo>
                  <a:lnTo>
                    <a:pt x="0" y="282105"/>
                  </a:lnTo>
                  <a:cubicBezTo>
                    <a:pt x="0" y="297045"/>
                    <a:pt x="12111" y="309157"/>
                    <a:pt x="27051" y="309157"/>
                  </a:cubicBezTo>
                  <a:lnTo>
                    <a:pt x="65696" y="309157"/>
                  </a:lnTo>
                  <a:cubicBezTo>
                    <a:pt x="80636" y="309157"/>
                    <a:pt x="92747" y="297045"/>
                    <a:pt x="92747" y="282105"/>
                  </a:cubicBezTo>
                  <a:lnTo>
                    <a:pt x="92747" y="262783"/>
                  </a:lnTo>
                  <a:lnTo>
                    <a:pt x="119798" y="262783"/>
                  </a:lnTo>
                  <a:cubicBezTo>
                    <a:pt x="130470" y="262783"/>
                    <a:pt x="139120" y="254133"/>
                    <a:pt x="139120" y="243461"/>
                  </a:cubicBezTo>
                  <a:lnTo>
                    <a:pt x="139120" y="216410"/>
                  </a:lnTo>
                  <a:lnTo>
                    <a:pt x="166171" y="216410"/>
                  </a:lnTo>
                  <a:cubicBezTo>
                    <a:pt x="176604" y="216410"/>
                    <a:pt x="185106" y="208143"/>
                    <a:pt x="185481" y="197802"/>
                  </a:cubicBezTo>
                  <a:cubicBezTo>
                    <a:pt x="193159" y="199777"/>
                    <a:pt x="201256" y="200952"/>
                    <a:pt x="209453" y="200952"/>
                  </a:cubicBezTo>
                  <a:cubicBezTo>
                    <a:pt x="265321" y="200952"/>
                    <a:pt x="310702" y="155571"/>
                    <a:pt x="310702" y="99703"/>
                  </a:cubicBezTo>
                  <a:cubicBezTo>
                    <a:pt x="310702" y="43573"/>
                    <a:pt x="265057" y="0"/>
                    <a:pt x="209453" y="0"/>
                  </a:cubicBezTo>
                  <a:close/>
                  <a:moveTo>
                    <a:pt x="131391" y="101249"/>
                  </a:moveTo>
                  <a:cubicBezTo>
                    <a:pt x="131391" y="58187"/>
                    <a:pt x="166391" y="23187"/>
                    <a:pt x="209453" y="23187"/>
                  </a:cubicBezTo>
                  <a:cubicBezTo>
                    <a:pt x="252780" y="23187"/>
                    <a:pt x="287515" y="56903"/>
                    <a:pt x="287515" y="99703"/>
                  </a:cubicBezTo>
                  <a:cubicBezTo>
                    <a:pt x="287515" y="142765"/>
                    <a:pt x="252516" y="177765"/>
                    <a:pt x="209453" y="177765"/>
                  </a:cubicBezTo>
                  <a:cubicBezTo>
                    <a:pt x="198953" y="177765"/>
                    <a:pt x="188143" y="175120"/>
                    <a:pt x="178468" y="170973"/>
                  </a:cubicBezTo>
                  <a:cubicBezTo>
                    <a:pt x="174885" y="169438"/>
                    <a:pt x="170772" y="169806"/>
                    <a:pt x="167519" y="171951"/>
                  </a:cubicBezTo>
                  <a:cubicBezTo>
                    <a:pt x="164265" y="174097"/>
                    <a:pt x="162307" y="177733"/>
                    <a:pt x="162307" y="181630"/>
                  </a:cubicBezTo>
                  <a:lnTo>
                    <a:pt x="162307" y="193223"/>
                  </a:lnTo>
                  <a:lnTo>
                    <a:pt x="135256" y="193223"/>
                  </a:lnTo>
                  <a:cubicBezTo>
                    <a:pt x="124585" y="193223"/>
                    <a:pt x="115934" y="201873"/>
                    <a:pt x="115934" y="212545"/>
                  </a:cubicBezTo>
                  <a:lnTo>
                    <a:pt x="115934" y="239596"/>
                  </a:lnTo>
                  <a:lnTo>
                    <a:pt x="88883" y="239596"/>
                  </a:lnTo>
                  <a:cubicBezTo>
                    <a:pt x="78211" y="239596"/>
                    <a:pt x="69560" y="248247"/>
                    <a:pt x="69560" y="258919"/>
                  </a:cubicBezTo>
                  <a:lnTo>
                    <a:pt x="69560" y="282105"/>
                  </a:lnTo>
                  <a:cubicBezTo>
                    <a:pt x="69560" y="284240"/>
                    <a:pt x="67830" y="285970"/>
                    <a:pt x="65696" y="285970"/>
                  </a:cubicBezTo>
                  <a:lnTo>
                    <a:pt x="27051" y="285970"/>
                  </a:lnTo>
                  <a:cubicBezTo>
                    <a:pt x="24917" y="285970"/>
                    <a:pt x="23187" y="284240"/>
                    <a:pt x="23187" y="282105"/>
                  </a:cubicBezTo>
                  <a:lnTo>
                    <a:pt x="23187" y="248537"/>
                  </a:lnTo>
                  <a:cubicBezTo>
                    <a:pt x="23187" y="243413"/>
                    <a:pt x="25222" y="238499"/>
                    <a:pt x="28846" y="234874"/>
                  </a:cubicBezTo>
                  <a:lnTo>
                    <a:pt x="125238" y="138484"/>
                  </a:lnTo>
                  <a:cubicBezTo>
                    <a:pt x="131705" y="132016"/>
                    <a:pt x="134262" y="122921"/>
                    <a:pt x="132750" y="114308"/>
                  </a:cubicBezTo>
                  <a:cubicBezTo>
                    <a:pt x="131920" y="109578"/>
                    <a:pt x="131391" y="105305"/>
                    <a:pt x="131391" y="101249"/>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grpSp>
        <p:nvGrpSpPr>
          <p:cNvPr id="58" name="Group 57">
            <a:extLst>
              <a:ext uri="{FF2B5EF4-FFF2-40B4-BE49-F238E27FC236}">
                <a16:creationId xmlns:a16="http://schemas.microsoft.com/office/drawing/2014/main" id="{8C7538A5-9030-EA87-C481-53D0C489301C}"/>
              </a:ext>
            </a:extLst>
          </p:cNvPr>
          <p:cNvGrpSpPr/>
          <p:nvPr/>
        </p:nvGrpSpPr>
        <p:grpSpPr>
          <a:xfrm>
            <a:off x="4404880" y="5424723"/>
            <a:ext cx="354034" cy="354032"/>
            <a:chOff x="6050742" y="2060414"/>
            <a:chExt cx="441393" cy="441390"/>
          </a:xfrm>
        </p:grpSpPr>
        <p:sp>
          <p:nvSpPr>
            <p:cNvPr id="59" name="Oval 58">
              <a:extLst>
                <a:ext uri="{FF2B5EF4-FFF2-40B4-BE49-F238E27FC236}">
                  <a16:creationId xmlns:a16="http://schemas.microsoft.com/office/drawing/2014/main" id="{E701CB2E-F682-E7D9-5624-1AE07B8C969B}"/>
                </a:ext>
              </a:extLst>
            </p:cNvPr>
            <p:cNvSpPr/>
            <p:nvPr/>
          </p:nvSpPr>
          <p:spPr bwMode="auto">
            <a:xfrm rot="5400000">
              <a:off x="6050744"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60" name="Graphic 3" descr="Magnifying glass with solid fill">
              <a:extLst>
                <a:ext uri="{FF2B5EF4-FFF2-40B4-BE49-F238E27FC236}">
                  <a16:creationId xmlns:a16="http://schemas.microsoft.com/office/drawing/2014/main" id="{43DF6BA3-36A8-7F9E-4827-840F024E2CA7}"/>
                </a:ext>
              </a:extLst>
            </p:cNvPr>
            <p:cNvSpPr/>
            <p:nvPr/>
          </p:nvSpPr>
          <p:spPr>
            <a:xfrm>
              <a:off x="6182914" y="2188045"/>
              <a:ext cx="177051" cy="186127"/>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cxnSp>
        <p:nvCxnSpPr>
          <p:cNvPr id="72" name="Straight Connector 71">
            <a:extLst>
              <a:ext uri="{FF2B5EF4-FFF2-40B4-BE49-F238E27FC236}">
                <a16:creationId xmlns:a16="http://schemas.microsoft.com/office/drawing/2014/main" id="{A48B8866-B1C4-6A69-B3E4-71B315EBC91E}"/>
              </a:ext>
            </a:extLst>
          </p:cNvPr>
          <p:cNvCxnSpPr>
            <a:cxnSpLocks/>
          </p:cNvCxnSpPr>
          <p:nvPr/>
        </p:nvCxnSpPr>
        <p:spPr>
          <a:xfrm>
            <a:off x="271446" y="1398131"/>
            <a:ext cx="5124483" cy="0"/>
          </a:xfrm>
          <a:prstGeom prst="line">
            <a:avLst/>
          </a:prstGeom>
          <a:ln>
            <a:solidFill>
              <a:srgbClr val="CE9E84">
                <a:alpha val="19000"/>
              </a:srgb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B1FA4B85-4927-1ABB-F554-DE4985060010}"/>
              </a:ext>
            </a:extLst>
          </p:cNvPr>
          <p:cNvSpPr/>
          <p:nvPr/>
        </p:nvSpPr>
        <p:spPr bwMode="auto">
          <a:xfrm>
            <a:off x="438202"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3" name="Rectangle 82">
            <a:extLst>
              <a:ext uri="{FF2B5EF4-FFF2-40B4-BE49-F238E27FC236}">
                <a16:creationId xmlns:a16="http://schemas.microsoft.com/office/drawing/2014/main" id="{6A0AC1F0-B7CC-221C-CF2C-A8AB8A5E2099}"/>
              </a:ext>
            </a:extLst>
          </p:cNvPr>
          <p:cNvSpPr/>
          <p:nvPr/>
        </p:nvSpPr>
        <p:spPr bwMode="auto">
          <a:xfrm>
            <a:off x="2194717"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4" name="Rectangle 83">
            <a:extLst>
              <a:ext uri="{FF2B5EF4-FFF2-40B4-BE49-F238E27FC236}">
                <a16:creationId xmlns:a16="http://schemas.microsoft.com/office/drawing/2014/main" id="{BB100D5B-0759-0B55-0C50-3142C9A438E7}"/>
              </a:ext>
            </a:extLst>
          </p:cNvPr>
          <p:cNvSpPr/>
          <p:nvPr/>
        </p:nvSpPr>
        <p:spPr bwMode="auto">
          <a:xfrm>
            <a:off x="3951232"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cxnSp>
        <p:nvCxnSpPr>
          <p:cNvPr id="85" name="Straight Connector 84">
            <a:extLst>
              <a:ext uri="{FF2B5EF4-FFF2-40B4-BE49-F238E27FC236}">
                <a16:creationId xmlns:a16="http://schemas.microsoft.com/office/drawing/2014/main" id="{D53D3556-994F-A25F-DDA0-46DAB9D9C7E2}"/>
              </a:ext>
            </a:extLst>
          </p:cNvPr>
          <p:cNvCxnSpPr>
            <a:cxnSpLocks/>
          </p:cNvCxnSpPr>
          <p:nvPr/>
        </p:nvCxnSpPr>
        <p:spPr>
          <a:xfrm>
            <a:off x="408229"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AE1EB94C-5A1D-76A4-70FB-CC6D2FD0C410}"/>
              </a:ext>
            </a:extLst>
          </p:cNvPr>
          <p:cNvCxnSpPr>
            <a:cxnSpLocks/>
          </p:cNvCxnSpPr>
          <p:nvPr/>
        </p:nvCxnSpPr>
        <p:spPr>
          <a:xfrm>
            <a:off x="2149188"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64AE2C17-053F-26EA-40BE-817289A0DC60}"/>
              </a:ext>
            </a:extLst>
          </p:cNvPr>
          <p:cNvCxnSpPr>
            <a:cxnSpLocks/>
          </p:cNvCxnSpPr>
          <p:nvPr/>
        </p:nvCxnSpPr>
        <p:spPr>
          <a:xfrm>
            <a:off x="3890146"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2" name="Graphic 1" descr="Microsoft Security">
            <a:extLst>
              <a:ext uri="{FF2B5EF4-FFF2-40B4-BE49-F238E27FC236}">
                <a16:creationId xmlns:a16="http://schemas.microsoft.com/office/drawing/2014/main" id="{08D1D08C-9739-150F-4781-21F9F1B6257A}"/>
              </a:ext>
            </a:extLst>
          </p:cNvPr>
          <p:cNvPicPr>
            <a:picLocks noChangeAspect="1"/>
          </p:cNvPicPr>
          <p:nvPr/>
        </p:nvPicPr>
        <p:blipFill>
          <a:blip>
            <a:extLst>
              <a:ext uri="{96DAC541-7B7A-43D3-8B79-37D633B846F1}">
                <asvg:svgBlip xmlns:asvg="http://schemas.microsoft.com/office/drawing/2016/SVG/main" r:embed="rId8"/>
              </a:ext>
            </a:extLst>
          </a:blip>
          <a:srcRect r="39635"/>
          <a:stretch>
            <a:fillRect/>
          </a:stretch>
        </p:blipFill>
        <p:spPr bwMode="black">
          <a:xfrm>
            <a:off x="275179" y="259472"/>
            <a:ext cx="796714" cy="167302"/>
          </a:xfrm>
          <a:prstGeom prst="rect">
            <a:avLst/>
          </a:prstGeom>
        </p:spPr>
      </p:pic>
    </p:spTree>
    <p:extLst>
      <p:ext uri="{BB962C8B-B14F-4D97-AF65-F5344CB8AC3E}">
        <p14:creationId xmlns:p14="http://schemas.microsoft.com/office/powerpoint/2010/main" val="16303868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014C1-6A3E-C8B6-238F-CA6109DF8E67}"/>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811781A5-3B8D-8801-9498-F6DD74C0E210}"/>
              </a:ext>
            </a:extLst>
          </p:cNvPr>
          <p:cNvPicPr>
            <a:picLocks noChangeAspect="1"/>
          </p:cNvPicPr>
          <p:nvPr/>
        </p:nvPicPr>
        <p:blipFill>
          <a:blip r:embed="rId3"/>
          <a:srcRect t="1" b="17144"/>
          <a:stretch>
            <a:fillRect/>
          </a:stretch>
        </p:blipFill>
        <p:spPr>
          <a:xfrm>
            <a:off x="1593" y="-8783"/>
            <a:ext cx="5664190" cy="6840784"/>
          </a:xfrm>
          <a:prstGeom prst="rect">
            <a:avLst/>
          </a:prstGeom>
        </p:spPr>
      </p:pic>
      <p:pic>
        <p:nvPicPr>
          <p:cNvPr id="1106" name="Picture 1105">
            <a:extLst>
              <a:ext uri="{FF2B5EF4-FFF2-40B4-BE49-F238E27FC236}">
                <a16:creationId xmlns:a16="http://schemas.microsoft.com/office/drawing/2014/main" id="{F5F64C2B-21EA-C031-DC01-E29061740BE5}"/>
              </a:ext>
            </a:extLst>
          </p:cNvPr>
          <p:cNvPicPr>
            <a:picLocks noChangeAspect="1"/>
          </p:cNvPicPr>
          <p:nvPr/>
        </p:nvPicPr>
        <p:blipFill>
          <a:blip r:embed="rId4"/>
          <a:srcRect l="8102" t="56128" r="60860" b="-102"/>
          <a:stretch>
            <a:fillRect/>
          </a:stretch>
        </p:blipFill>
        <p:spPr>
          <a:xfrm flipH="1" flipV="1">
            <a:off x="-2704" y="4338221"/>
            <a:ext cx="5672781" cy="3678392"/>
          </a:xfrm>
          <a:prstGeom prst="rect">
            <a:avLst/>
          </a:prstGeom>
        </p:spPr>
      </p:pic>
      <p:sp>
        <p:nvSpPr>
          <p:cNvPr id="2" name="Rectangle 1">
            <a:extLst>
              <a:ext uri="{FF2B5EF4-FFF2-40B4-BE49-F238E27FC236}">
                <a16:creationId xmlns:a16="http://schemas.microsoft.com/office/drawing/2014/main" id="{693C7EB6-AE67-B8A3-76C1-AD14AC60ADC6}"/>
              </a:ext>
            </a:extLst>
          </p:cNvPr>
          <p:cNvSpPr/>
          <p:nvPr/>
        </p:nvSpPr>
        <p:spPr bwMode="auto">
          <a:xfrm>
            <a:off x="1593" y="2255"/>
            <a:ext cx="5664191" cy="1390007"/>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US" sz="1457"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4AF6459C-86A0-0F90-7BE3-BC723C535424}"/>
              </a:ext>
            </a:extLst>
          </p:cNvPr>
          <p:cNvPicPr>
            <a:picLocks noChangeAspect="1"/>
          </p:cNvPicPr>
          <p:nvPr/>
        </p:nvPicPr>
        <p:blipFill>
          <a:blip r:embed="rId4"/>
          <a:srcRect l="-25877" t="56128" r="60860" b="-102"/>
          <a:stretch>
            <a:fillRect/>
          </a:stretch>
        </p:blipFill>
        <p:spPr>
          <a:xfrm>
            <a:off x="879998" y="-8783"/>
            <a:ext cx="4790082" cy="1482784"/>
          </a:xfrm>
          <a:prstGeom prst="rect">
            <a:avLst/>
          </a:prstGeom>
        </p:spPr>
      </p:pic>
      <p:sp>
        <p:nvSpPr>
          <p:cNvPr id="5" name="Title 31">
            <a:extLst>
              <a:ext uri="{FF2B5EF4-FFF2-40B4-BE49-F238E27FC236}">
                <a16:creationId xmlns:a16="http://schemas.microsoft.com/office/drawing/2014/main" id="{50EB93B7-E4EB-7496-5A35-100F216E6E75}"/>
              </a:ext>
            </a:extLst>
          </p:cNvPr>
          <p:cNvSpPr txBox="1">
            <a:spLocks/>
          </p:cNvSpPr>
          <p:nvPr/>
        </p:nvSpPr>
        <p:spPr>
          <a:xfrm>
            <a:off x="271927" y="636695"/>
            <a:ext cx="5146766" cy="30881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66540" rtl="0" eaLnBrk="1" fontAlgn="auto" latinLnBrk="0" hangingPunct="1">
              <a:lnSpc>
                <a:spcPct val="100000"/>
              </a:lnSpc>
              <a:spcBef>
                <a:spcPts val="0"/>
              </a:spcBef>
              <a:spcAft>
                <a:spcPts val="0"/>
              </a:spcAft>
              <a:buClrTx/>
              <a:buSzTx/>
              <a:buFontTx/>
              <a:buNone/>
              <a:tabLst/>
              <a:defRPr/>
            </a:pPr>
            <a:r>
              <a:rPr kumimoji="0" lang="en-US" sz="2007" b="0" i="0" u="none" strike="noStrike" kern="1200" cap="none" spc="-23" normalizeH="0" baseline="0" noProof="0">
                <a:ln>
                  <a:noFill/>
                </a:ln>
                <a:solidFill>
                  <a:prstClr val="black"/>
                </a:solidFill>
                <a:effectLst/>
                <a:uLnTx/>
                <a:uFillTx/>
                <a:latin typeface="Segoe Sans Display Semibold"/>
                <a:ea typeface="+mn-ea"/>
                <a:cs typeface="Segoe Sans Display Semibold"/>
              </a:rPr>
              <a:t>Move from Quick Wins to Transformation</a:t>
            </a:r>
          </a:p>
        </p:txBody>
      </p:sp>
      <p:pic>
        <p:nvPicPr>
          <p:cNvPr id="9" name="Graphic 8" descr="Microsoft Security">
            <a:extLst>
              <a:ext uri="{FF2B5EF4-FFF2-40B4-BE49-F238E27FC236}">
                <a16:creationId xmlns:a16="http://schemas.microsoft.com/office/drawing/2014/main" id="{81BA8AD1-EEC8-068C-F449-4FD72943DC19}"/>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6616" y="261580"/>
            <a:ext cx="796267" cy="167208"/>
          </a:xfrm>
          <a:prstGeom prst="rect">
            <a:avLst/>
          </a:prstGeom>
        </p:spPr>
      </p:pic>
      <p:sp>
        <p:nvSpPr>
          <p:cNvPr id="32" name="TextBox 31">
            <a:extLst>
              <a:ext uri="{FF2B5EF4-FFF2-40B4-BE49-F238E27FC236}">
                <a16:creationId xmlns:a16="http://schemas.microsoft.com/office/drawing/2014/main" id="{659680F0-7334-E71A-93D2-720B98650481}"/>
              </a:ext>
            </a:extLst>
          </p:cNvPr>
          <p:cNvSpPr txBox="1"/>
          <p:nvPr/>
        </p:nvSpPr>
        <p:spPr>
          <a:xfrm>
            <a:off x="271930" y="1051714"/>
            <a:ext cx="5146767" cy="185184"/>
          </a:xfrm>
          <a:prstGeom prst="rect">
            <a:avLst/>
          </a:prstGeom>
          <a:noFill/>
        </p:spPr>
        <p:txBody>
          <a:bodyPr wrap="squar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218" rtl="0" eaLnBrk="1" fontAlgn="auto" latinLnBrk="0" hangingPunct="1">
              <a:lnSpc>
                <a:spcPct val="100000"/>
              </a:lnSpc>
              <a:spcBef>
                <a:spcPts val="0"/>
              </a:spcBef>
              <a:spcAft>
                <a:spcPts val="0"/>
              </a:spcAft>
              <a:buClrTx/>
              <a:buSzTx/>
              <a:buFontTx/>
              <a:buNone/>
              <a:tabLst/>
              <a:defRPr/>
            </a:pPr>
            <a:r>
              <a:rPr kumimoji="0" lang="en-US" sz="1203" b="0"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Empower every user across every role with a Copilot + Agent</a:t>
            </a:r>
          </a:p>
        </p:txBody>
      </p:sp>
      <p:grpSp>
        <p:nvGrpSpPr>
          <p:cNvPr id="27" name="Group 26">
            <a:extLst>
              <a:ext uri="{FF2B5EF4-FFF2-40B4-BE49-F238E27FC236}">
                <a16:creationId xmlns:a16="http://schemas.microsoft.com/office/drawing/2014/main" id="{17E3A93C-0E07-6F79-22FC-74E4F65D8107}"/>
              </a:ext>
            </a:extLst>
          </p:cNvPr>
          <p:cNvGrpSpPr/>
          <p:nvPr/>
        </p:nvGrpSpPr>
        <p:grpSpPr>
          <a:xfrm>
            <a:off x="1878331" y="1500662"/>
            <a:ext cx="1636657" cy="266108"/>
            <a:chOff x="3247079" y="1446692"/>
            <a:chExt cx="918108" cy="265363"/>
          </a:xfrm>
          <a:solidFill>
            <a:srgbClr val="8A226F"/>
          </a:solidFill>
        </p:grpSpPr>
        <p:sp>
          <p:nvSpPr>
            <p:cNvPr id="7" name="Rectangle: Rounded Corners 6">
              <a:extLst>
                <a:ext uri="{FF2B5EF4-FFF2-40B4-BE49-F238E27FC236}">
                  <a16:creationId xmlns:a16="http://schemas.microsoft.com/office/drawing/2014/main" id="{245C6074-B613-8136-22DB-865DA73B2F0F}"/>
                </a:ext>
              </a:extLst>
            </p:cNvPr>
            <p:cNvSpPr/>
            <p:nvPr/>
          </p:nvSpPr>
          <p:spPr bwMode="auto">
            <a:xfrm>
              <a:off x="3247079" y="1446692"/>
              <a:ext cx="918108" cy="265363"/>
            </a:xfrm>
            <a:prstGeom prst="roundRect">
              <a:avLst>
                <a:gd name="adj" fmla="val 15516"/>
              </a:avLst>
            </a:prstGeom>
            <a:grp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34" name="TextBox 33">
              <a:extLst>
                <a:ext uri="{FF2B5EF4-FFF2-40B4-BE49-F238E27FC236}">
                  <a16:creationId xmlns:a16="http://schemas.microsoft.com/office/drawing/2014/main" id="{AAC621D8-A3E4-DEB9-FA24-9E823079B667}"/>
                </a:ext>
              </a:extLst>
            </p:cNvPr>
            <p:cNvSpPr txBox="1"/>
            <p:nvPr/>
          </p:nvSpPr>
          <p:spPr>
            <a:xfrm>
              <a:off x="3389773" y="1454884"/>
              <a:ext cx="632720" cy="248979"/>
            </a:xfrm>
            <a:prstGeom prst="rect">
              <a:avLst/>
            </a:prstGeom>
            <a:grpFill/>
          </p:spPr>
          <p:txBody>
            <a:bodyPr wrap="square" lIns="91748" tIns="45874" rIns="91748" bIns="45874" anchor="t">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UI Semibold"/>
                  <a:ea typeface="+mn-ea"/>
                  <a:cs typeface="Segoe UI Semibold"/>
                </a:rPr>
                <a:t>Free AI Solution</a:t>
              </a:r>
              <a:endParaRPr kumimoji="0" lang="en-US" sz="1020" b="1" i="0" u="none" strike="noStrike" kern="1200" cap="none" spc="0" normalizeH="0" baseline="0" noProof="0" dirty="0">
                <a:ln>
                  <a:noFill/>
                </a:ln>
                <a:solidFill>
                  <a:srgbClr val="FFFFFF"/>
                </a:solidFill>
                <a:effectLst/>
                <a:uLnTx/>
                <a:uFillTx/>
                <a:latin typeface="Segoe UI Semibold" panose="020B0702040204020203" pitchFamily="34" charset="0"/>
                <a:ea typeface="+mn-ea"/>
                <a:cs typeface="Segoe UI Semibold" panose="020B0702040204020203" pitchFamily="34" charset="0"/>
              </a:endParaRPr>
            </a:p>
          </p:txBody>
        </p:sp>
      </p:grpSp>
      <p:grpSp>
        <p:nvGrpSpPr>
          <p:cNvPr id="28" name="Group 27">
            <a:extLst>
              <a:ext uri="{FF2B5EF4-FFF2-40B4-BE49-F238E27FC236}">
                <a16:creationId xmlns:a16="http://schemas.microsoft.com/office/drawing/2014/main" id="{5E2D6329-F569-9FDC-9E90-65620D066D83}"/>
              </a:ext>
            </a:extLst>
          </p:cNvPr>
          <p:cNvGrpSpPr/>
          <p:nvPr/>
        </p:nvGrpSpPr>
        <p:grpSpPr>
          <a:xfrm>
            <a:off x="3607516" y="1500662"/>
            <a:ext cx="1636657" cy="266108"/>
            <a:chOff x="4267277" y="1442227"/>
            <a:chExt cx="918108" cy="265363"/>
          </a:xfrm>
        </p:grpSpPr>
        <p:sp>
          <p:nvSpPr>
            <p:cNvPr id="11" name="Rectangle: Rounded Corners 10">
              <a:extLst>
                <a:ext uri="{FF2B5EF4-FFF2-40B4-BE49-F238E27FC236}">
                  <a16:creationId xmlns:a16="http://schemas.microsoft.com/office/drawing/2014/main" id="{E5BAC15C-AB21-35D8-7D03-EC2CC6BA0AD5}"/>
                </a:ext>
              </a:extLst>
            </p:cNvPr>
            <p:cNvSpPr/>
            <p:nvPr/>
          </p:nvSpPr>
          <p:spPr bwMode="auto">
            <a:xfrm>
              <a:off x="4267277" y="1442227"/>
              <a:ext cx="918108" cy="265363"/>
            </a:xfrm>
            <a:prstGeom prst="roundRect">
              <a:avLst>
                <a:gd name="adj" fmla="val 15516"/>
              </a:avLst>
            </a:prstGeom>
            <a:solidFill>
              <a:srgbClr val="C03BC4"/>
            </a:soli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2" name="TextBox 21">
              <a:extLst>
                <a:ext uri="{FF2B5EF4-FFF2-40B4-BE49-F238E27FC236}">
                  <a16:creationId xmlns:a16="http://schemas.microsoft.com/office/drawing/2014/main" id="{57E391B3-BC50-8EAE-5A97-F78050728A2E}"/>
                </a:ext>
              </a:extLst>
            </p:cNvPr>
            <p:cNvSpPr txBox="1"/>
            <p:nvPr/>
          </p:nvSpPr>
          <p:spPr>
            <a:xfrm>
              <a:off x="4393111" y="1450419"/>
              <a:ext cx="666440" cy="248979"/>
            </a:xfrm>
            <a:prstGeom prst="rect">
              <a:avLst/>
            </a:prstGeom>
            <a:noFill/>
          </p:spPr>
          <p:txBody>
            <a:bodyPr wrap="square" lIns="91748" tIns="45874" rIns="91748" bIns="45874" anchor="t">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a:ln>
                    <a:noFill/>
                  </a:ln>
                  <a:solidFill>
                    <a:srgbClr val="FFFFFF"/>
                  </a:solidFill>
                  <a:effectLst/>
                  <a:uLnTx/>
                  <a:uFillTx/>
                  <a:latin typeface="Segoe UI Semibold"/>
                  <a:ea typeface="+mn-ea"/>
                  <a:cs typeface="Segoe UI Semibold"/>
                </a:rPr>
                <a:t>Copilot Business</a:t>
              </a:r>
              <a:endParaRPr kumimoji="0" lang="en-US" sz="1020"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endParaRPr>
            </a:p>
          </p:txBody>
        </p:sp>
      </p:grpSp>
      <p:sp>
        <p:nvSpPr>
          <p:cNvPr id="3" name="Rectangle: Rounded Corners 2">
            <a:extLst>
              <a:ext uri="{FF2B5EF4-FFF2-40B4-BE49-F238E27FC236}">
                <a16:creationId xmlns:a16="http://schemas.microsoft.com/office/drawing/2014/main" id="{80CEAF57-DC52-B86C-F4F6-E89B7499DC71}"/>
              </a:ext>
            </a:extLst>
          </p:cNvPr>
          <p:cNvSpPr/>
          <p:nvPr/>
        </p:nvSpPr>
        <p:spPr bwMode="auto">
          <a:xfrm>
            <a:off x="262839" y="1733327"/>
            <a:ext cx="5114487" cy="5931647"/>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aphicFrame>
        <p:nvGraphicFramePr>
          <p:cNvPr id="60" name="Table 59">
            <a:extLst>
              <a:ext uri="{FF2B5EF4-FFF2-40B4-BE49-F238E27FC236}">
                <a16:creationId xmlns:a16="http://schemas.microsoft.com/office/drawing/2014/main" id="{0EEAD99C-384F-A7AF-E694-6555163A273A}"/>
              </a:ext>
            </a:extLst>
          </p:cNvPr>
          <p:cNvGraphicFramePr>
            <a:graphicFrameLocks noGrp="1"/>
          </p:cNvGraphicFramePr>
          <p:nvPr/>
        </p:nvGraphicFramePr>
        <p:xfrm>
          <a:off x="395993" y="1838051"/>
          <a:ext cx="4848181" cy="5722050"/>
        </p:xfrm>
        <a:graphic>
          <a:graphicData uri="http://schemas.openxmlformats.org/drawingml/2006/table">
            <a:tbl>
              <a:tblPr firstRow="1" bandRow="1">
                <a:tableStyleId>{5940675A-B579-460E-94D1-54222C63F5DA}</a:tableStyleId>
              </a:tblPr>
              <a:tblGrid>
                <a:gridCol w="1439535">
                  <a:extLst>
                    <a:ext uri="{9D8B030D-6E8A-4147-A177-3AD203B41FA5}">
                      <a16:colId xmlns:a16="http://schemas.microsoft.com/office/drawing/2014/main" val="2609573218"/>
                    </a:ext>
                  </a:extLst>
                </a:gridCol>
                <a:gridCol w="1699120">
                  <a:extLst>
                    <a:ext uri="{9D8B030D-6E8A-4147-A177-3AD203B41FA5}">
                      <a16:colId xmlns:a16="http://schemas.microsoft.com/office/drawing/2014/main" val="2021809884"/>
                    </a:ext>
                  </a:extLst>
                </a:gridCol>
                <a:gridCol w="1709526">
                  <a:extLst>
                    <a:ext uri="{9D8B030D-6E8A-4147-A177-3AD203B41FA5}">
                      <a16:colId xmlns:a16="http://schemas.microsoft.com/office/drawing/2014/main" val="230707671"/>
                    </a:ext>
                  </a:extLst>
                </a:gridCol>
              </a:tblGrid>
              <a:tr h="842561">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Summarize issues &amp; suggest resolutions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Draft empathetic replies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Create FAQ &amp; help docs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Summarizes long e-mail threads into next steps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Update service documentation from historical inquiries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Draft responses in context to e-mail thread with customer</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14339338"/>
                  </a:ext>
                </a:extLst>
              </a:tr>
              <a:tr h="1178621">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 outreach emails &amp; proposals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Help brainstorm best ways to deal with customer objections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Gain insight into potential customers based on publicly available data</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 a personalized follow-up email referencing client’s last meeting</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Turn meeting notes into a formal proposal with pricing tables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Build a branded pitch deck from a single-page summary</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0130595"/>
                  </a:ext>
                </a:extLst>
              </a:tr>
              <a:tr h="1178621">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Generate campaign ideas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social media calendar </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Generate content and provide SEO optimized keywords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Drafts compelling copy aligned to brand voice</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campaign briefs using pre-created template</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1" i="0" u="none" strike="noStrike" kern="1200" cap="none" spc="0" normalizeH="0" baseline="0" noProof="0" dirty="0">
                          <a:ln>
                            <a:noFill/>
                          </a:ln>
                          <a:solidFill>
                            <a:srgbClr val="000000"/>
                          </a:solidFill>
                          <a:effectLst/>
                          <a:uLnTx/>
                          <a:uFillTx/>
                          <a:latin typeface="Segoe UI"/>
                          <a:ea typeface="+mn-ea"/>
                          <a:cs typeface="Segoe UI"/>
                        </a:rPr>
                        <a:t>Researcher</a:t>
                      </a:r>
                      <a:r>
                        <a:rPr kumimoji="0" lang="en-US" sz="800" b="0" i="0" u="none" strike="noStrike" kern="1200" cap="none" spc="0" normalizeH="0" baseline="0" noProof="0" dirty="0">
                          <a:ln>
                            <a:noFill/>
                          </a:ln>
                          <a:solidFill>
                            <a:srgbClr val="000000"/>
                          </a:solidFill>
                          <a:effectLst/>
                          <a:uLnTx/>
                          <a:uFillTx/>
                          <a:latin typeface="Segoe UI"/>
                          <a:ea typeface="+mn-ea"/>
                          <a:cs typeface="Segoe UI"/>
                        </a:rPr>
                        <a:t> – Run competitive research, extract customer insights, and develop go-to-market strategies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94461080"/>
                  </a:ext>
                </a:extLst>
              </a:tr>
              <a:tr h="1304339">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 job descriptions or interview questions  </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onboarding materials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Provide neutral phrasing for sensitive communication</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Summarizes candidate resumes or interview notes from stored files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Auto-updates and reformats policy documents in Word</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1" i="0" u="none" strike="noStrike" kern="1200" cap="none" spc="0" normalizeH="0" baseline="0" noProof="0" dirty="0">
                          <a:ln>
                            <a:noFill/>
                          </a:ln>
                          <a:solidFill>
                            <a:srgbClr val="000000"/>
                          </a:solidFill>
                          <a:effectLst/>
                          <a:uLnTx/>
                          <a:uFillTx/>
                          <a:latin typeface="Segoe UI"/>
                          <a:ea typeface="+mn-ea"/>
                          <a:cs typeface="Segoe UI"/>
                        </a:rPr>
                        <a:t>Researcher</a:t>
                      </a:r>
                      <a:r>
                        <a:rPr kumimoji="0" lang="en-US" sz="800" b="0" i="0" u="none" strike="noStrike" kern="1200" cap="none" spc="0" normalizeH="0" baseline="0" noProof="0" dirty="0">
                          <a:ln>
                            <a:noFill/>
                          </a:ln>
                          <a:solidFill>
                            <a:srgbClr val="000000"/>
                          </a:solidFill>
                          <a:effectLst/>
                          <a:uLnTx/>
                          <a:uFillTx/>
                          <a:latin typeface="Segoe UI"/>
                          <a:ea typeface="+mn-ea"/>
                          <a:cs typeface="Segoe UI"/>
                        </a:rPr>
                        <a:t> - Analyzes hiring funnel trends, turnover data, compensation benchmarks vs market, DEI metrics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85061322"/>
                  </a:ext>
                </a:extLst>
              </a:tr>
              <a:tr h="1217908">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charts and visuals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Gather competitor information and compare product capabilities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Understand contract terms and suggest updates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92075" lvl="0" indent="-92075" defTabSz="914367">
                        <a:spcAft>
                          <a:spcPts val="300"/>
                        </a:spcAft>
                        <a:buFont typeface="Arial" panose="020B0604020202020204" pitchFamily="34" charset="0"/>
                        <a:buChar char="•"/>
                        <a:defRPr/>
                      </a:pPr>
                      <a:r>
                        <a:rPr lang="en-US" sz="800" dirty="0">
                          <a:solidFill>
                            <a:srgbClr val="000000"/>
                          </a:solidFill>
                          <a:latin typeface="Segoe UI"/>
                          <a:cs typeface="Segoe UI"/>
                        </a:rPr>
                        <a:t>Translates raw numbers into executive-friendly narratives</a:t>
                      </a:r>
                    </a:p>
                    <a:p>
                      <a:pPr marL="92075" lvl="0" indent="-92075" defTabSz="914367">
                        <a:spcAft>
                          <a:spcPts val="300"/>
                        </a:spcAft>
                        <a:buFont typeface="Arial" panose="020B0604020202020204" pitchFamily="34" charset="0"/>
                        <a:buChar char="•"/>
                        <a:defRPr/>
                      </a:pPr>
                      <a:r>
                        <a:rPr lang="en-US" sz="800" dirty="0">
                          <a:solidFill>
                            <a:srgbClr val="000000"/>
                          </a:solidFill>
                          <a:latin typeface="Segoe UI"/>
                          <a:cs typeface="Segoe UI"/>
                        </a:rPr>
                        <a:t>Builds forecasts and financial models quickly</a:t>
                      </a:r>
                    </a:p>
                    <a:p>
                      <a:pPr marL="92075" lvl="0" indent="-92075" defTabSz="914367">
                        <a:spcAft>
                          <a:spcPts val="300"/>
                        </a:spcAft>
                        <a:buFont typeface="Arial" panose="020B0604020202020204" pitchFamily="34" charset="0"/>
                        <a:buChar char="•"/>
                        <a:defRPr/>
                      </a:pPr>
                      <a:r>
                        <a:rPr lang="en-US" sz="800" dirty="0">
                          <a:solidFill>
                            <a:srgbClr val="000000"/>
                          </a:solidFill>
                          <a:latin typeface="Segoe UI"/>
                          <a:cs typeface="Segoe UI"/>
                        </a:rPr>
                        <a:t>Creates clear reports and presentations from complex data</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23500260"/>
                  </a:ext>
                </a:extLst>
              </a:tr>
            </a:tbl>
          </a:graphicData>
        </a:graphic>
      </p:graphicFrame>
      <p:pic>
        <p:nvPicPr>
          <p:cNvPr id="23" name="Picture 22">
            <a:extLst>
              <a:ext uri="{FF2B5EF4-FFF2-40B4-BE49-F238E27FC236}">
                <a16:creationId xmlns:a16="http://schemas.microsoft.com/office/drawing/2014/main" id="{D2B1E387-8BDB-F6D1-FDC0-B6ECD6BACF1E}"/>
              </a:ext>
              <a:ext uri="{C183D7F6-B498-43B3-948B-1728B52AA6E4}">
                <adec:decorative xmlns:adec="http://schemas.microsoft.com/office/drawing/2017/decorative" val="1"/>
              </a:ext>
            </a:extLst>
          </p:cNvPr>
          <p:cNvPicPr>
            <a:picLocks noChangeAspect="1"/>
          </p:cNvPicPr>
          <p:nvPr/>
        </p:nvPicPr>
        <p:blipFill>
          <a:blip r:embed="rId6" cstate="hqprint">
            <a:extLst>
              <a:ext uri="{28A0092B-C50C-407E-A947-70E740481C1C}">
                <a14:useLocalDpi xmlns:a14="http://schemas.microsoft.com/office/drawing/2010/main"/>
              </a:ext>
            </a:extLst>
          </a:blip>
          <a:srcRect l="270" t="20839" r="5639" b="12368"/>
          <a:stretch>
            <a:fillRect/>
          </a:stretch>
        </p:blipFill>
        <p:spPr>
          <a:xfrm>
            <a:off x="489557" y="1855341"/>
            <a:ext cx="975333" cy="688902"/>
          </a:xfrm>
          <a:prstGeom prst="round2SameRect">
            <a:avLst>
              <a:gd name="adj1" fmla="val 3339"/>
              <a:gd name="adj2" fmla="val 0"/>
            </a:avLst>
          </a:prstGeom>
          <a:effectLst/>
        </p:spPr>
      </p:pic>
      <p:grpSp>
        <p:nvGrpSpPr>
          <p:cNvPr id="6" name="Group 5">
            <a:extLst>
              <a:ext uri="{FF2B5EF4-FFF2-40B4-BE49-F238E27FC236}">
                <a16:creationId xmlns:a16="http://schemas.microsoft.com/office/drawing/2014/main" id="{8C9FBB0D-C035-FC62-B5E8-DC0ED560D577}"/>
              </a:ext>
            </a:extLst>
          </p:cNvPr>
          <p:cNvGrpSpPr/>
          <p:nvPr/>
        </p:nvGrpSpPr>
        <p:grpSpPr>
          <a:xfrm>
            <a:off x="489557" y="2442211"/>
            <a:ext cx="975333" cy="165480"/>
            <a:chOff x="344361" y="2423624"/>
            <a:chExt cx="972601" cy="165017"/>
          </a:xfrm>
        </p:grpSpPr>
        <p:sp>
          <p:nvSpPr>
            <p:cNvPr id="25" name="Rectangle: Rounded Corners 24">
              <a:extLst>
                <a:ext uri="{FF2B5EF4-FFF2-40B4-BE49-F238E27FC236}">
                  <a16:creationId xmlns:a16="http://schemas.microsoft.com/office/drawing/2014/main" id="{4A553B3F-52AD-D0FA-42CB-6CEB3A01696E}"/>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6" name="TextBox 25">
              <a:extLst>
                <a:ext uri="{FF2B5EF4-FFF2-40B4-BE49-F238E27FC236}">
                  <a16:creationId xmlns:a16="http://schemas.microsoft.com/office/drawing/2014/main" id="{5617AA04-9C1B-B169-2CEF-E993E47E5C98}"/>
                </a:ext>
              </a:extLst>
            </p:cNvPr>
            <p:cNvSpPr txBox="1"/>
            <p:nvPr/>
          </p:nvSpPr>
          <p:spPr>
            <a:xfrm>
              <a:off x="425903" y="2444577"/>
              <a:ext cx="809516"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Customer Service</a:t>
              </a:r>
            </a:p>
          </p:txBody>
        </p:sp>
      </p:grpSp>
      <p:pic>
        <p:nvPicPr>
          <p:cNvPr id="36" name="Picture 35">
            <a:extLst>
              <a:ext uri="{FF2B5EF4-FFF2-40B4-BE49-F238E27FC236}">
                <a16:creationId xmlns:a16="http://schemas.microsoft.com/office/drawing/2014/main" id="{AFCB71B6-A68E-82FC-B673-78462412DFF1}"/>
              </a:ext>
              <a:ext uri="{C183D7F6-B498-43B3-948B-1728B52AA6E4}">
                <adec:decorative xmlns:adec="http://schemas.microsoft.com/office/drawing/2017/decorative" val="1"/>
              </a:ext>
            </a:extLst>
          </p:cNvPr>
          <p:cNvPicPr>
            <a:picLocks noChangeAspect="1"/>
          </p:cNvPicPr>
          <p:nvPr/>
        </p:nvPicPr>
        <p:blipFill>
          <a:blip r:embed="rId7" cstate="hqprint">
            <a:extLst>
              <a:ext uri="{28A0092B-C50C-407E-A947-70E740481C1C}">
                <a14:useLocalDpi xmlns:a14="http://schemas.microsoft.com/office/drawing/2010/main"/>
              </a:ext>
            </a:extLst>
          </a:blip>
          <a:srcRect l="2052" t="7616" r="2440" b="24586"/>
          <a:stretch>
            <a:fillRect/>
          </a:stretch>
        </p:blipFill>
        <p:spPr>
          <a:xfrm>
            <a:off x="491259" y="2862932"/>
            <a:ext cx="973631" cy="688902"/>
          </a:xfrm>
          <a:prstGeom prst="round2SameRect">
            <a:avLst>
              <a:gd name="adj1" fmla="val 9725"/>
              <a:gd name="adj2" fmla="val 0"/>
            </a:avLst>
          </a:prstGeom>
          <a:effectLst/>
        </p:spPr>
      </p:pic>
      <p:grpSp>
        <p:nvGrpSpPr>
          <p:cNvPr id="10" name="Group 9">
            <a:extLst>
              <a:ext uri="{FF2B5EF4-FFF2-40B4-BE49-F238E27FC236}">
                <a16:creationId xmlns:a16="http://schemas.microsoft.com/office/drawing/2014/main" id="{94F1F50A-6E79-48F2-18C5-2BEB1CD8AC50}"/>
              </a:ext>
            </a:extLst>
          </p:cNvPr>
          <p:cNvGrpSpPr/>
          <p:nvPr/>
        </p:nvGrpSpPr>
        <p:grpSpPr>
          <a:xfrm>
            <a:off x="489557" y="3510234"/>
            <a:ext cx="975333" cy="165480"/>
            <a:chOff x="344361" y="2423624"/>
            <a:chExt cx="972601" cy="165017"/>
          </a:xfrm>
        </p:grpSpPr>
        <p:sp>
          <p:nvSpPr>
            <p:cNvPr id="12" name="Rectangle: Rounded Corners 11">
              <a:extLst>
                <a:ext uri="{FF2B5EF4-FFF2-40B4-BE49-F238E27FC236}">
                  <a16:creationId xmlns:a16="http://schemas.microsoft.com/office/drawing/2014/main" id="{1AFEDC02-31A9-7907-4D29-08061E118814}"/>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13" name="TextBox 12">
              <a:extLst>
                <a:ext uri="{FF2B5EF4-FFF2-40B4-BE49-F238E27FC236}">
                  <a16:creationId xmlns:a16="http://schemas.microsoft.com/office/drawing/2014/main" id="{2C74D14D-DD41-7F8F-F868-FC3104EA1286}"/>
                </a:ext>
              </a:extLst>
            </p:cNvPr>
            <p:cNvSpPr txBox="1"/>
            <p:nvPr/>
          </p:nvSpPr>
          <p:spPr>
            <a:xfrm>
              <a:off x="712840" y="2444577"/>
              <a:ext cx="235642"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Sales</a:t>
              </a:r>
            </a:p>
          </p:txBody>
        </p:sp>
      </p:grpSp>
      <p:pic>
        <p:nvPicPr>
          <p:cNvPr id="14" name="Picture 13">
            <a:extLst>
              <a:ext uri="{FF2B5EF4-FFF2-40B4-BE49-F238E27FC236}">
                <a16:creationId xmlns:a16="http://schemas.microsoft.com/office/drawing/2014/main" id="{CF6D9678-E449-EE8A-01EC-CA7182C17B81}"/>
              </a:ext>
              <a:ext uri="{C183D7F6-B498-43B3-948B-1728B52AA6E4}">
                <adec:decorative xmlns:adec="http://schemas.microsoft.com/office/drawing/2017/decorative" val="1"/>
              </a:ext>
            </a:extLst>
          </p:cNvPr>
          <p:cNvPicPr>
            <a:picLocks noChangeAspect="1"/>
          </p:cNvPicPr>
          <p:nvPr/>
        </p:nvPicPr>
        <p:blipFill>
          <a:blip r:embed="rId8" cstate="hqprint">
            <a:extLst>
              <a:ext uri="{28A0092B-C50C-407E-A947-70E740481C1C}">
                <a14:useLocalDpi xmlns:a14="http://schemas.microsoft.com/office/drawing/2010/main"/>
              </a:ext>
            </a:extLst>
          </a:blip>
          <a:srcRect l="1010" t="14541" r="1499" b="16437"/>
          <a:stretch>
            <a:fillRect/>
          </a:stretch>
        </p:blipFill>
        <p:spPr>
          <a:xfrm>
            <a:off x="491259" y="4028909"/>
            <a:ext cx="973631" cy="691150"/>
          </a:xfrm>
          <a:prstGeom prst="round2SameRect">
            <a:avLst>
              <a:gd name="adj1" fmla="val 9725"/>
              <a:gd name="adj2" fmla="val 0"/>
            </a:avLst>
          </a:prstGeom>
          <a:effectLst/>
        </p:spPr>
      </p:pic>
      <p:grpSp>
        <p:nvGrpSpPr>
          <p:cNvPr id="15" name="Group 14">
            <a:extLst>
              <a:ext uri="{FF2B5EF4-FFF2-40B4-BE49-F238E27FC236}">
                <a16:creationId xmlns:a16="http://schemas.microsoft.com/office/drawing/2014/main" id="{B4E2B63C-D71C-8F11-5EF2-84BC0BC35B00}"/>
              </a:ext>
            </a:extLst>
          </p:cNvPr>
          <p:cNvGrpSpPr/>
          <p:nvPr/>
        </p:nvGrpSpPr>
        <p:grpSpPr>
          <a:xfrm>
            <a:off x="489557" y="4685033"/>
            <a:ext cx="975333" cy="165480"/>
            <a:chOff x="344361" y="2423624"/>
            <a:chExt cx="972601" cy="165017"/>
          </a:xfrm>
        </p:grpSpPr>
        <p:sp>
          <p:nvSpPr>
            <p:cNvPr id="17" name="Rectangle: Rounded Corners 16">
              <a:extLst>
                <a:ext uri="{FF2B5EF4-FFF2-40B4-BE49-F238E27FC236}">
                  <a16:creationId xmlns:a16="http://schemas.microsoft.com/office/drawing/2014/main" id="{A6813A64-365D-F2A5-E5E4-9D05CD6EE7BC}"/>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18" name="TextBox 17">
              <a:extLst>
                <a:ext uri="{FF2B5EF4-FFF2-40B4-BE49-F238E27FC236}">
                  <a16:creationId xmlns:a16="http://schemas.microsoft.com/office/drawing/2014/main" id="{5FA35629-D6BE-C690-C33E-24942FC3014E}"/>
                </a:ext>
              </a:extLst>
            </p:cNvPr>
            <p:cNvSpPr txBox="1"/>
            <p:nvPr/>
          </p:nvSpPr>
          <p:spPr>
            <a:xfrm>
              <a:off x="590212" y="2444577"/>
              <a:ext cx="480901"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Marketing</a:t>
              </a:r>
            </a:p>
          </p:txBody>
        </p:sp>
      </p:grpSp>
      <p:pic>
        <p:nvPicPr>
          <p:cNvPr id="19" name="Picture 18">
            <a:extLst>
              <a:ext uri="{FF2B5EF4-FFF2-40B4-BE49-F238E27FC236}">
                <a16:creationId xmlns:a16="http://schemas.microsoft.com/office/drawing/2014/main" id="{BF0B6F26-1C16-1707-4769-A65CC915B61F}"/>
              </a:ext>
              <a:ext uri="{C183D7F6-B498-43B3-948B-1728B52AA6E4}">
                <adec:decorative xmlns:adec="http://schemas.microsoft.com/office/drawing/2017/decorative" val="1"/>
              </a:ext>
            </a:extLst>
          </p:cNvPr>
          <p:cNvPicPr>
            <a:picLocks noChangeAspect="1"/>
          </p:cNvPicPr>
          <p:nvPr/>
        </p:nvPicPr>
        <p:blipFill>
          <a:blip r:embed="rId9" cstate="hqprint">
            <a:extLst>
              <a:ext uri="{28A0092B-C50C-407E-A947-70E740481C1C}">
                <a14:useLocalDpi xmlns:a14="http://schemas.microsoft.com/office/drawing/2010/main"/>
              </a:ext>
            </a:extLst>
          </a:blip>
          <a:srcRect l="481" t="3754" r="3685" b="28217"/>
          <a:stretch>
            <a:fillRect/>
          </a:stretch>
        </p:blipFill>
        <p:spPr>
          <a:xfrm>
            <a:off x="487853" y="5282363"/>
            <a:ext cx="973631" cy="691150"/>
          </a:xfrm>
          <a:prstGeom prst="round2SameRect">
            <a:avLst>
              <a:gd name="adj1" fmla="val 9725"/>
              <a:gd name="adj2" fmla="val 0"/>
            </a:avLst>
          </a:prstGeom>
          <a:effectLst/>
        </p:spPr>
      </p:pic>
      <p:grpSp>
        <p:nvGrpSpPr>
          <p:cNvPr id="20" name="Group 19">
            <a:extLst>
              <a:ext uri="{FF2B5EF4-FFF2-40B4-BE49-F238E27FC236}">
                <a16:creationId xmlns:a16="http://schemas.microsoft.com/office/drawing/2014/main" id="{F14DFCFA-3CDD-3CC6-C226-A0A3871BCEE8}"/>
              </a:ext>
            </a:extLst>
          </p:cNvPr>
          <p:cNvGrpSpPr/>
          <p:nvPr/>
        </p:nvGrpSpPr>
        <p:grpSpPr>
          <a:xfrm>
            <a:off x="483557" y="5906517"/>
            <a:ext cx="975333" cy="165480"/>
            <a:chOff x="344361" y="2423624"/>
            <a:chExt cx="972601" cy="165017"/>
          </a:xfrm>
        </p:grpSpPr>
        <p:sp>
          <p:nvSpPr>
            <p:cNvPr id="21" name="Rectangle: Rounded Corners 20">
              <a:extLst>
                <a:ext uri="{FF2B5EF4-FFF2-40B4-BE49-F238E27FC236}">
                  <a16:creationId xmlns:a16="http://schemas.microsoft.com/office/drawing/2014/main" id="{110BC184-32F0-B272-10E8-3F29D87FB455}"/>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4" name="TextBox 23">
              <a:extLst>
                <a:ext uri="{FF2B5EF4-FFF2-40B4-BE49-F238E27FC236}">
                  <a16:creationId xmlns:a16="http://schemas.microsoft.com/office/drawing/2014/main" id="{14015783-DA70-53AD-E6D2-E042E44F29BA}"/>
                </a:ext>
              </a:extLst>
            </p:cNvPr>
            <p:cNvSpPr txBox="1"/>
            <p:nvPr/>
          </p:nvSpPr>
          <p:spPr>
            <a:xfrm>
              <a:off x="760932" y="2444577"/>
              <a:ext cx="139462"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HR</a:t>
              </a:r>
            </a:p>
          </p:txBody>
        </p:sp>
      </p:grpSp>
      <p:grpSp>
        <p:nvGrpSpPr>
          <p:cNvPr id="49" name="Group 48">
            <a:extLst>
              <a:ext uri="{FF2B5EF4-FFF2-40B4-BE49-F238E27FC236}">
                <a16:creationId xmlns:a16="http://schemas.microsoft.com/office/drawing/2014/main" id="{60B41C0E-9D62-B8AF-9684-1BBCC4F63AFD}"/>
              </a:ext>
            </a:extLst>
          </p:cNvPr>
          <p:cNvGrpSpPr/>
          <p:nvPr/>
        </p:nvGrpSpPr>
        <p:grpSpPr>
          <a:xfrm>
            <a:off x="483556" y="6507058"/>
            <a:ext cx="981333" cy="840872"/>
            <a:chOff x="482202" y="6485774"/>
            <a:chExt cx="978584" cy="838517"/>
          </a:xfrm>
        </p:grpSpPr>
        <p:pic>
          <p:nvPicPr>
            <p:cNvPr id="50" name="Picture 49">
              <a:extLst>
                <a:ext uri="{FF2B5EF4-FFF2-40B4-BE49-F238E27FC236}">
                  <a16:creationId xmlns:a16="http://schemas.microsoft.com/office/drawing/2014/main" id="{774BDA4E-75AF-488A-3E55-F179C4461D03}"/>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val="0"/>
                </a:ext>
              </a:extLst>
            </a:blip>
            <a:srcRect t="6191" r="398" b="23459"/>
            <a:stretch>
              <a:fillRect/>
            </a:stretch>
          </p:blipFill>
          <p:spPr>
            <a:xfrm>
              <a:off x="489883" y="6485774"/>
              <a:ext cx="970903" cy="685774"/>
            </a:xfrm>
            <a:prstGeom prst="round2SameRect">
              <a:avLst>
                <a:gd name="adj1" fmla="val 9725"/>
                <a:gd name="adj2" fmla="val 0"/>
              </a:avLst>
            </a:prstGeom>
            <a:effectLst/>
          </p:spPr>
        </p:pic>
        <p:grpSp>
          <p:nvGrpSpPr>
            <p:cNvPr id="51" name="Group 50">
              <a:extLst>
                <a:ext uri="{FF2B5EF4-FFF2-40B4-BE49-F238E27FC236}">
                  <a16:creationId xmlns:a16="http://schemas.microsoft.com/office/drawing/2014/main" id="{21595FC3-FE80-33D7-5E39-6F2B24AD9AF9}"/>
                </a:ext>
              </a:extLst>
            </p:cNvPr>
            <p:cNvGrpSpPr/>
            <p:nvPr/>
          </p:nvGrpSpPr>
          <p:grpSpPr>
            <a:xfrm>
              <a:off x="482202" y="7159274"/>
              <a:ext cx="972601" cy="165017"/>
              <a:chOff x="344361" y="2423624"/>
              <a:chExt cx="972601" cy="165017"/>
            </a:xfrm>
          </p:grpSpPr>
          <p:sp>
            <p:nvSpPr>
              <p:cNvPr id="52" name="Rectangle: Rounded Corners 51">
                <a:extLst>
                  <a:ext uri="{FF2B5EF4-FFF2-40B4-BE49-F238E27FC236}">
                    <a16:creationId xmlns:a16="http://schemas.microsoft.com/office/drawing/2014/main" id="{DEA3E23A-6FC6-4673-EC11-38DE518D6532}"/>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53" name="TextBox 52">
                <a:extLst>
                  <a:ext uri="{FF2B5EF4-FFF2-40B4-BE49-F238E27FC236}">
                    <a16:creationId xmlns:a16="http://schemas.microsoft.com/office/drawing/2014/main" id="{A80F2E35-B462-6ADA-2997-72001E7A8E1B}"/>
                  </a:ext>
                </a:extLst>
              </p:cNvPr>
              <p:cNvSpPr txBox="1"/>
              <p:nvPr/>
            </p:nvSpPr>
            <p:spPr>
              <a:xfrm>
                <a:off x="654333" y="2444577"/>
                <a:ext cx="352661"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Finance</a:t>
                </a:r>
              </a:p>
            </p:txBody>
          </p:sp>
        </p:grpSp>
      </p:grpSp>
    </p:spTree>
    <p:extLst>
      <p:ext uri="{BB962C8B-B14F-4D97-AF65-F5344CB8AC3E}">
        <p14:creationId xmlns:p14="http://schemas.microsoft.com/office/powerpoint/2010/main" val="21602719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85001EE-ABA6-13EB-F672-F3A185B2096D}"/>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963F151-879F-4558-E6B6-4255986112B0}"/>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5F283AE0-4FB1-7607-6FCB-9A85B3D66739}"/>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21" name="Rounded Rectangle 50">
            <a:extLst>
              <a:ext uri="{FF2B5EF4-FFF2-40B4-BE49-F238E27FC236}">
                <a16:creationId xmlns:a16="http://schemas.microsoft.com/office/drawing/2014/main" id="{BE731CDE-96E2-991F-CB49-409737097009}"/>
              </a:ext>
            </a:extLst>
          </p:cNvPr>
          <p:cNvSpPr/>
          <p:nvPr/>
        </p:nvSpPr>
        <p:spPr>
          <a:xfrm>
            <a:off x="409575" y="5881020"/>
            <a:ext cx="4848225" cy="1711294"/>
          </a:xfrm>
          <a:prstGeom prst="roundRect">
            <a:avLst>
              <a:gd name="adj" fmla="val 6250"/>
            </a:avLst>
          </a:prstGeom>
          <a:gradFill>
            <a:gsLst>
              <a:gs pos="0">
                <a:srgbClr val="C03BC4"/>
              </a:gs>
              <a:gs pos="100000">
                <a:srgbClr val="0F6CBD"/>
              </a:gs>
            </a:gsLst>
            <a:lin ang="1800000" scaled="0"/>
          </a:gradFill>
          <a:ln w="9525" cap="flat">
            <a:noFill/>
            <a:prstDash val="solid"/>
            <a:miter/>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TextBox 21">
            <a:extLst>
              <a:ext uri="{FF2B5EF4-FFF2-40B4-BE49-F238E27FC236}">
                <a16:creationId xmlns:a16="http://schemas.microsoft.com/office/drawing/2014/main" id="{335D5494-2DDD-FDAC-3E5F-F857B471EF72}"/>
              </a:ext>
            </a:extLst>
          </p:cNvPr>
          <p:cNvSpPr txBox="1"/>
          <p:nvPr/>
        </p:nvSpPr>
        <p:spPr>
          <a:xfrm>
            <a:off x="568927" y="5964204"/>
            <a:ext cx="4529521" cy="523220"/>
          </a:xfrm>
          <a:prstGeom prst="rect">
            <a:avLst/>
          </a:prstGeom>
          <a:noFill/>
        </p:spPr>
        <p:txBody>
          <a:bodyPr wrap="square" lIns="91440" tIns="45720" rIns="91440" bIns="45720" anchor="t">
            <a:spAutoFit/>
          </a:bodyPr>
          <a:lstStyle/>
          <a:p>
            <a:pPr algn="ctr">
              <a:defRPr/>
            </a:pPr>
            <a:r>
              <a:rPr kumimoji="0" lang="en-IN" sz="1400" b="1" i="0" u="none" strike="noStrike" kern="1200" cap="none" spc="0" normalizeH="0" baseline="0" noProof="0" dirty="0">
                <a:ln>
                  <a:noFill/>
                </a:ln>
                <a:solidFill>
                  <a:prstClr val="white"/>
                </a:solidFill>
                <a:effectLst/>
                <a:uLnTx/>
                <a:uFillTx/>
                <a:latin typeface="Segoe UI Semibold"/>
                <a:ea typeface="Segoe UI Semibold" panose="020B0502040204020203" pitchFamily="34" charset="0"/>
                <a:cs typeface="Segoe UI Semibold"/>
              </a:rPr>
              <a:t>Take advantage of the limited time offer on </a:t>
            </a:r>
            <a:r>
              <a:rPr lang="en-IN" sz="1400" b="1">
                <a:solidFill>
                  <a:prstClr val="white"/>
                </a:solidFill>
                <a:latin typeface="Segoe UI Semibold"/>
                <a:ea typeface="Segoe UI Semibold" panose="020B0502040204020203" pitchFamily="34" charset="0"/>
                <a:cs typeface="Segoe UI Semibold"/>
              </a:rPr>
              <a:t>Copilot Business, </a:t>
            </a:r>
            <a:r>
              <a:rPr kumimoji="0" lang="en-IN" sz="1400" b="1" i="0" u="none" strike="noStrike" kern="1200" cap="none" spc="0" normalizeH="0" baseline="0" noProof="0">
                <a:ln>
                  <a:noFill/>
                </a:ln>
                <a:solidFill>
                  <a:prstClr val="white"/>
                </a:solidFill>
                <a:effectLst/>
                <a:uLnTx/>
                <a:uFillTx/>
                <a:latin typeface="Segoe UI Semibold"/>
                <a:ea typeface="Segoe UI Semibold" panose="020B0502040204020203" pitchFamily="34" charset="0"/>
                <a:cs typeface="Segoe UI Semibold"/>
              </a:rPr>
              <a:t>Business Premium</a:t>
            </a:r>
            <a:r>
              <a:rPr lang="en-IN" sz="1400" b="1">
                <a:solidFill>
                  <a:prstClr val="white"/>
                </a:solidFill>
                <a:latin typeface="Segoe UI Semibold"/>
                <a:ea typeface="Segoe UI Semibold" panose="020B0502040204020203" pitchFamily="34" charset="0"/>
                <a:cs typeface="Segoe UI Semibold"/>
              </a:rPr>
              <a:t>, and Purview Suite</a:t>
            </a:r>
            <a:endParaRPr lang="en-IN" sz="1400">
              <a:solidFill>
                <a:prstClr val="white"/>
              </a:solidFill>
              <a:latin typeface="Segoe UI Semibold"/>
              <a:ea typeface="Segoe UI Semibold" panose="020B0502040204020203" pitchFamily="34" charset="0"/>
              <a:cs typeface="Segoe UI Semibold"/>
            </a:endParaRPr>
          </a:p>
        </p:txBody>
      </p:sp>
      <p:sp>
        <p:nvSpPr>
          <p:cNvPr id="44" name="Rectangle: Rounded Corners 43">
            <a:extLst>
              <a:ext uri="{FF2B5EF4-FFF2-40B4-BE49-F238E27FC236}">
                <a16:creationId xmlns:a16="http://schemas.microsoft.com/office/drawing/2014/main" id="{69B98482-7753-BBB7-C99B-D9552B5F399E}"/>
              </a:ext>
            </a:extLst>
          </p:cNvPr>
          <p:cNvSpPr/>
          <p:nvPr/>
        </p:nvSpPr>
        <p:spPr>
          <a:xfrm>
            <a:off x="560460" y="6652800"/>
            <a:ext cx="1169520"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Rounded Corners 44">
            <a:extLst>
              <a:ext uri="{FF2B5EF4-FFF2-40B4-BE49-F238E27FC236}">
                <a16:creationId xmlns:a16="http://schemas.microsoft.com/office/drawing/2014/main" id="{2295E5EA-B643-9B69-F10B-46AC296BFB7D}"/>
              </a:ext>
            </a:extLst>
          </p:cNvPr>
          <p:cNvSpPr/>
          <p:nvPr/>
        </p:nvSpPr>
        <p:spPr>
          <a:xfrm>
            <a:off x="1868560" y="6652800"/>
            <a:ext cx="1169520"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Rounded Corners 45">
            <a:extLst>
              <a:ext uri="{FF2B5EF4-FFF2-40B4-BE49-F238E27FC236}">
                <a16:creationId xmlns:a16="http://schemas.microsoft.com/office/drawing/2014/main" id="{92AEE726-8BD2-E597-8C79-A7DCD64A3DC0}"/>
              </a:ext>
            </a:extLst>
          </p:cNvPr>
          <p:cNvSpPr/>
          <p:nvPr/>
        </p:nvSpPr>
        <p:spPr>
          <a:xfrm>
            <a:off x="3176659" y="6652800"/>
            <a:ext cx="1930255"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Upgrade investment snapshot">
            <a:extLst>
              <a:ext uri="{FF2B5EF4-FFF2-40B4-BE49-F238E27FC236}">
                <a16:creationId xmlns:a16="http://schemas.microsoft.com/office/drawing/2014/main" id="{FBD0EA6D-9670-1F46-2E2E-01AE80EFC1A8}"/>
              </a:ext>
            </a:extLst>
          </p:cNvPr>
          <p:cNvSpPr/>
          <p:nvPr/>
        </p:nvSpPr>
        <p:spPr>
          <a:xfrm>
            <a:off x="409575" y="229393"/>
            <a:ext cx="4534376" cy="2929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lumMod val="95000"/>
                    <a:lumOff val="5000"/>
                  </a:prstClr>
                </a:solidFill>
                <a:effectLst/>
                <a:uLnTx/>
                <a:uFillTx/>
                <a:latin typeface="Segoe UI Semibold" pitchFamily="34" charset="0"/>
                <a:ea typeface="Segoe UI Semibold" pitchFamily="34" charset="-122"/>
                <a:cs typeface="Segoe UI Semibold" pitchFamily="34" charset="-120"/>
              </a:rPr>
              <a:t>Upgrade investment snapshot</a:t>
            </a:r>
            <a:endParaRPr kumimoji="0" lang="en-US" sz="1800" b="0" i="0" u="none" strike="noStrike" kern="1200" cap="none" spc="0" normalizeH="0" baseline="0" noProof="0">
              <a:ln>
                <a:noFill/>
              </a:ln>
              <a:solidFill>
                <a:srgbClr val="8A226F"/>
              </a:solidFill>
              <a:effectLst/>
              <a:uLnTx/>
              <a:uFillTx/>
              <a:latin typeface="Segoe UI Semibold" pitchFamily="34" charset="0"/>
              <a:ea typeface="Segoe UI Semibold" pitchFamily="34" charset="-122"/>
              <a:cs typeface="Segoe UI Semibold" pitchFamily="34" charset="-120"/>
            </a:endParaRPr>
          </a:p>
        </p:txBody>
      </p:sp>
      <p:grpSp>
        <p:nvGrpSpPr>
          <p:cNvPr id="23" name="Group 22">
            <a:extLst>
              <a:ext uri="{FF2B5EF4-FFF2-40B4-BE49-F238E27FC236}">
                <a16:creationId xmlns:a16="http://schemas.microsoft.com/office/drawing/2014/main" id="{89BA25F9-EA52-8013-7E00-650EADAFE30F}"/>
              </a:ext>
            </a:extLst>
          </p:cNvPr>
          <p:cNvGrpSpPr/>
          <p:nvPr/>
        </p:nvGrpSpPr>
        <p:grpSpPr>
          <a:xfrm>
            <a:off x="723138" y="6781298"/>
            <a:ext cx="911808" cy="581563"/>
            <a:chOff x="560824" y="3417674"/>
            <a:chExt cx="911808" cy="581563"/>
          </a:xfrm>
        </p:grpSpPr>
        <p:sp>
          <p:nvSpPr>
            <p:cNvPr id="24" name="Actual cost of the solution per user">
              <a:extLst>
                <a:ext uri="{FF2B5EF4-FFF2-40B4-BE49-F238E27FC236}">
                  <a16:creationId xmlns:a16="http://schemas.microsoft.com/office/drawing/2014/main" id="{18140637-8C41-50B4-1443-148F6C8FDDC7}"/>
                </a:ext>
              </a:extLst>
            </p:cNvPr>
            <p:cNvSpPr/>
            <p:nvPr/>
          </p:nvSpPr>
          <p:spPr>
            <a:xfrm>
              <a:off x="561976" y="3417674"/>
              <a:ext cx="910656" cy="286232"/>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Actual cost </a:t>
              </a:r>
              <a:b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b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per user</a:t>
              </a:r>
              <a:endParaRPr kumimoji="0" lang="en-US" sz="1200" b="0" i="0" u="none" strike="noStrike" kern="1200" cap="none" spc="0" normalizeH="0" baseline="0" noProof="0">
                <a:ln>
                  <a:noFill/>
                </a:ln>
                <a:solidFill>
                  <a:schemeClr val="tx1">
                    <a:lumMod val="95000"/>
                    <a:lumOff val="5000"/>
                  </a:schemeClr>
                </a:solidFill>
                <a:effectLst/>
                <a:uLnTx/>
                <a:uFillTx/>
                <a:latin typeface="Calibri" panose="020F0502020204030204"/>
                <a:ea typeface="+mn-ea"/>
                <a:cs typeface="+mn-cs"/>
              </a:endParaRPr>
            </a:p>
          </p:txBody>
        </p:sp>
        <p:sp>
          <p:nvSpPr>
            <p:cNvPr id="25" name="ADD ACTUAL PRICE">
              <a:extLst>
                <a:ext uri="{FF2B5EF4-FFF2-40B4-BE49-F238E27FC236}">
                  <a16:creationId xmlns:a16="http://schemas.microsoft.com/office/drawing/2014/main" id="{6AA9F7A3-BDDD-D331-5B03-D0CA8027AFDE}"/>
                </a:ext>
              </a:extLst>
            </p:cNvPr>
            <p:cNvSpPr/>
            <p:nvPr/>
          </p:nvSpPr>
          <p:spPr>
            <a:xfrm>
              <a:off x="560824" y="3839321"/>
              <a:ext cx="910656" cy="159916"/>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600" b="1" i="0" u="none" strike="noStrike" kern="1200" cap="none" spc="0" normalizeH="0" baseline="0" noProof="0">
                  <a:ln>
                    <a:noFill/>
                  </a:ln>
                  <a:solidFill>
                    <a:srgbClr val="B740C5"/>
                  </a:solidFill>
                  <a:effectLst/>
                  <a:uLnTx/>
                  <a:uFillTx/>
                  <a:latin typeface="Segoe UI Regular" pitchFamily="34" charset="0"/>
                  <a:ea typeface="Segoe UI Regular"/>
                  <a:cs typeface="Segoe UI Regular" pitchFamily="34" charset="-120"/>
                </a:rPr>
                <a:t>$</a:t>
              </a:r>
              <a:r>
                <a:rPr lang="en-US" sz="1600" b="1">
                  <a:solidFill>
                    <a:srgbClr val="B740C5"/>
                  </a:solidFill>
                  <a:latin typeface="Segoe UI Regular" pitchFamily="34" charset="0"/>
                  <a:ea typeface="Segoe UI Regular"/>
                  <a:cs typeface="Segoe UI Regular" pitchFamily="34" charset="-120"/>
                </a:rPr>
                <a:t>53</a:t>
              </a:r>
              <a:endParaRPr kumimoji="0" lang="en-US" sz="1600" b="1" i="0" u="none" strike="noStrike" kern="1200" cap="none" spc="0" normalizeH="0" baseline="0" noProof="0">
                <a:ln>
                  <a:noFill/>
                </a:ln>
                <a:solidFill>
                  <a:srgbClr val="B740C5"/>
                </a:solidFill>
                <a:effectLst/>
                <a:uLnTx/>
                <a:uFillTx/>
                <a:latin typeface="Calibri" panose="020F0502020204030204"/>
                <a:ea typeface="+mn-ea"/>
                <a:cs typeface="+mn-cs"/>
              </a:endParaRPr>
            </a:p>
          </p:txBody>
        </p:sp>
      </p:grpSp>
      <p:grpSp>
        <p:nvGrpSpPr>
          <p:cNvPr id="26" name="Group 25">
            <a:extLst>
              <a:ext uri="{FF2B5EF4-FFF2-40B4-BE49-F238E27FC236}">
                <a16:creationId xmlns:a16="http://schemas.microsoft.com/office/drawing/2014/main" id="{1A4C9618-4186-5389-0B37-64202BD4C492}"/>
              </a:ext>
            </a:extLst>
          </p:cNvPr>
          <p:cNvGrpSpPr/>
          <p:nvPr/>
        </p:nvGrpSpPr>
        <p:grpSpPr>
          <a:xfrm>
            <a:off x="2031335" y="6781298"/>
            <a:ext cx="931078" cy="579078"/>
            <a:chOff x="560825" y="3417674"/>
            <a:chExt cx="1307552" cy="579078"/>
          </a:xfrm>
        </p:grpSpPr>
        <p:sp>
          <p:nvSpPr>
            <p:cNvPr id="27" name="Actual cost of the solution per user">
              <a:extLst>
                <a:ext uri="{FF2B5EF4-FFF2-40B4-BE49-F238E27FC236}">
                  <a16:creationId xmlns:a16="http://schemas.microsoft.com/office/drawing/2014/main" id="{891D069D-7FAA-ABB2-416A-F6629574FCFA}"/>
                </a:ext>
              </a:extLst>
            </p:cNvPr>
            <p:cNvSpPr/>
            <p:nvPr/>
          </p:nvSpPr>
          <p:spPr>
            <a:xfrm>
              <a:off x="561977" y="3417674"/>
              <a:ext cx="1284405" cy="286232"/>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Cost after </a:t>
              </a:r>
              <a:b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b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promo</a:t>
              </a:r>
              <a:endParaRPr kumimoji="0" lang="en-US" sz="1200" b="0" i="0" u="none" strike="noStrike" kern="1200" cap="none" spc="0" normalizeH="0" baseline="0" noProof="0">
                <a:ln>
                  <a:noFill/>
                </a:ln>
                <a:solidFill>
                  <a:schemeClr val="tx1">
                    <a:lumMod val="95000"/>
                    <a:lumOff val="5000"/>
                  </a:schemeClr>
                </a:solidFill>
                <a:effectLst/>
                <a:uLnTx/>
                <a:uFillTx/>
                <a:latin typeface="Calibri" panose="020F0502020204030204"/>
                <a:ea typeface="+mn-ea"/>
                <a:cs typeface="+mn-cs"/>
              </a:endParaRPr>
            </a:p>
          </p:txBody>
        </p:sp>
        <p:sp>
          <p:nvSpPr>
            <p:cNvPr id="28" name="ADD ACTUAL PRICE">
              <a:extLst>
                <a:ext uri="{FF2B5EF4-FFF2-40B4-BE49-F238E27FC236}">
                  <a16:creationId xmlns:a16="http://schemas.microsoft.com/office/drawing/2014/main" id="{DE3C2C00-C8EC-A8DB-0F39-8134BFDBCD32}"/>
                </a:ext>
              </a:extLst>
            </p:cNvPr>
            <p:cNvSpPr/>
            <p:nvPr/>
          </p:nvSpPr>
          <p:spPr>
            <a:xfrm>
              <a:off x="560825" y="3836836"/>
              <a:ext cx="1307552" cy="159916"/>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600" b="1" i="0" u="none" strike="noStrike" kern="1200" cap="none" spc="0" normalizeH="0" baseline="0" noProof="0">
                  <a:ln>
                    <a:noFill/>
                  </a:ln>
                  <a:solidFill>
                    <a:srgbClr val="B740C5"/>
                  </a:solidFill>
                  <a:effectLst/>
                  <a:uLnTx/>
                  <a:uFillTx/>
                  <a:latin typeface="Segoe UI Regular" pitchFamily="34" charset="0"/>
                  <a:ea typeface="Segoe UI Regular"/>
                  <a:cs typeface="Segoe UI Regular" pitchFamily="34" charset="-120"/>
                </a:rPr>
                <a:t>$</a:t>
              </a:r>
              <a:r>
                <a:rPr lang="en-US" sz="1600" b="1">
                  <a:solidFill>
                    <a:srgbClr val="B740C5"/>
                  </a:solidFill>
                  <a:latin typeface="Segoe UI Regular" pitchFamily="34" charset="0"/>
                  <a:ea typeface="Segoe UI Regular"/>
                  <a:cs typeface="Segoe UI Regular" pitchFamily="34" charset="-120"/>
                </a:rPr>
                <a:t>37</a:t>
              </a:r>
              <a:endParaRPr kumimoji="0" lang="en-US" sz="1600" b="1" i="0" u="none" strike="noStrike" kern="1200" cap="none" spc="0" normalizeH="0" baseline="0" noProof="0">
                <a:ln>
                  <a:noFill/>
                </a:ln>
                <a:solidFill>
                  <a:srgbClr val="B740C5"/>
                </a:solidFill>
                <a:effectLst/>
                <a:uLnTx/>
                <a:uFillTx/>
                <a:latin typeface="Calibri" panose="020F0502020204030204"/>
                <a:ea typeface="+mn-ea"/>
                <a:cs typeface="+mn-cs"/>
              </a:endParaRPr>
            </a:p>
          </p:txBody>
        </p:sp>
      </p:grpSp>
      <p:grpSp>
        <p:nvGrpSpPr>
          <p:cNvPr id="30" name="Group 29">
            <a:extLst>
              <a:ext uri="{FF2B5EF4-FFF2-40B4-BE49-F238E27FC236}">
                <a16:creationId xmlns:a16="http://schemas.microsoft.com/office/drawing/2014/main" id="{BCC9252B-0CE4-76BC-E0E4-CA03A147903A}"/>
              </a:ext>
            </a:extLst>
          </p:cNvPr>
          <p:cNvGrpSpPr/>
          <p:nvPr/>
        </p:nvGrpSpPr>
        <p:grpSpPr>
          <a:xfrm>
            <a:off x="3246829" y="6661790"/>
            <a:ext cx="1789913" cy="692605"/>
            <a:chOff x="3196954" y="6537777"/>
            <a:chExt cx="1789913" cy="692605"/>
          </a:xfrm>
        </p:grpSpPr>
        <p:sp>
          <p:nvSpPr>
            <p:cNvPr id="31" name="Actual cost of the solution per user">
              <a:extLst>
                <a:ext uri="{FF2B5EF4-FFF2-40B4-BE49-F238E27FC236}">
                  <a16:creationId xmlns:a16="http://schemas.microsoft.com/office/drawing/2014/main" id="{2B657F8E-3CE2-EC98-0B22-4541E9664A2F}"/>
                </a:ext>
              </a:extLst>
            </p:cNvPr>
            <p:cNvSpPr/>
            <p:nvPr/>
          </p:nvSpPr>
          <p:spPr>
            <a:xfrm>
              <a:off x="3196954" y="7045716"/>
              <a:ext cx="1789913" cy="184666"/>
            </a:xfrm>
            <a:prstGeom prst="rect">
              <a:avLst/>
            </a:prstGeom>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lumMod val="95000"/>
                      <a:lumOff val="5000"/>
                    </a:schemeClr>
                  </a:solidFill>
                  <a:effectLst/>
                  <a:uLnTx/>
                  <a:uFillTx/>
                  <a:latin typeface="Segoe UI Semibold" panose="020B0502040204020203" pitchFamily="34" charset="0"/>
                  <a:ea typeface="Segoe UI Semibold" panose="020B0502040204020203" pitchFamily="34" charset="0"/>
                  <a:cs typeface="Segoe UI Semibold" panose="020B0502040204020203" pitchFamily="34" charset="0"/>
                </a:rPr>
                <a:t>Savings from the promo</a:t>
              </a:r>
            </a:p>
          </p:txBody>
        </p:sp>
        <p:sp>
          <p:nvSpPr>
            <p:cNvPr id="32" name="Actual cost of the solution per user">
              <a:extLst>
                <a:ext uri="{FF2B5EF4-FFF2-40B4-BE49-F238E27FC236}">
                  <a16:creationId xmlns:a16="http://schemas.microsoft.com/office/drawing/2014/main" id="{6837BF5B-FED9-3D6F-B84D-871AD3ED8DE7}"/>
                </a:ext>
              </a:extLst>
            </p:cNvPr>
            <p:cNvSpPr/>
            <p:nvPr/>
          </p:nvSpPr>
          <p:spPr>
            <a:xfrm>
              <a:off x="3533263" y="6537777"/>
              <a:ext cx="1117294" cy="565146"/>
            </a:xfrm>
            <a:prstGeom prst="rect">
              <a:avLst/>
            </a:prstGeom>
            <a:noFill/>
            <a:ln/>
          </p:spPr>
          <p:txBody>
            <a:bodyPr wrap="none" lIns="0" tIns="36000" rIns="0" bIns="3600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rPr>
                <a:t>~</a:t>
              </a:r>
              <a:r>
                <a:rPr lang="en-US" sz="3200" b="1">
                  <a:solidFill>
                    <a:srgbClr val="B740C5"/>
                  </a:solidFill>
                  <a:latin typeface="Segoe UI Bold"/>
                  <a:ea typeface="Segoe UI Semibold" panose="020B0502040204020203" pitchFamily="34" charset="0"/>
                  <a:cs typeface="Segoe UI Bold"/>
                </a:rPr>
                <a:t>30</a:t>
              </a:r>
              <a:r>
                <a:rPr kumimoji="0" lang="en-US" sz="3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rPr>
                <a:t>%</a:t>
              </a:r>
              <a:endParaRPr kumimoji="0" lang="en-US" sz="1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endParaRPr>
            </a:p>
          </p:txBody>
        </p:sp>
      </p:grpSp>
      <p:sp>
        <p:nvSpPr>
          <p:cNvPr id="49" name="Text 8">
            <a:extLst>
              <a:ext uri="{FF2B5EF4-FFF2-40B4-BE49-F238E27FC236}">
                <a16:creationId xmlns:a16="http://schemas.microsoft.com/office/drawing/2014/main" id="{91AFE902-17FD-61F3-E778-58BF18FA2D93}"/>
              </a:ext>
            </a:extLst>
          </p:cNvPr>
          <p:cNvSpPr/>
          <p:nvPr/>
        </p:nvSpPr>
        <p:spPr>
          <a:xfrm>
            <a:off x="409575" y="7653195"/>
            <a:ext cx="4848225" cy="275543"/>
          </a:xfrm>
          <a:prstGeom prst="rect">
            <a:avLst/>
          </a:prstGeom>
          <a:noFill/>
          <a:ln/>
        </p:spPr>
        <p:txBody>
          <a:bodyPr wrap="square" lIns="0" tIns="0" rIns="0" bIns="0" rtlCol="0" anchor="t"/>
          <a:lstStyle/>
          <a:p>
            <a:r>
              <a:rPr lang="en-US" sz="500">
                <a:highlight>
                  <a:srgbClr val="FFFF00"/>
                </a:highlight>
                <a:latin typeface="Segoe UI Semibold" panose="020B0702040204020203" pitchFamily="34" charset="0"/>
                <a:cs typeface="Segoe UI Semibold" panose="020B0702040204020203" pitchFamily="34" charset="0"/>
              </a:rPr>
              <a:t>[NOTE - PLEASE DELETE BEFORE SENDING TO THE CUSTOMER]</a:t>
            </a:r>
          </a:p>
          <a:p>
            <a:r>
              <a:rPr lang="en-US" sz="500">
                <a:highlight>
                  <a:srgbClr val="FFFF00"/>
                </a:highlight>
                <a:latin typeface="Segoe UI" panose="020B0502040204020203" pitchFamily="34" charset="0"/>
                <a:cs typeface="Segoe UI" panose="020B0502040204020203" pitchFamily="34" charset="0"/>
              </a:rPr>
              <a:t>The calculation above is based on active promos, partner MAICPP status, Microsoft Commercial Incentives, and Microsoft list price, 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p>
        </p:txBody>
      </p:sp>
      <p:graphicFrame>
        <p:nvGraphicFramePr>
          <p:cNvPr id="2" name="Table 1">
            <a:extLst>
              <a:ext uri="{FF2B5EF4-FFF2-40B4-BE49-F238E27FC236}">
                <a16:creationId xmlns:a16="http://schemas.microsoft.com/office/drawing/2014/main" id="{D0512AC7-A619-B804-4250-4778CCE44E9F}"/>
              </a:ext>
            </a:extLst>
          </p:cNvPr>
          <p:cNvGraphicFramePr>
            <a:graphicFrameLocks noGrp="1"/>
          </p:cNvGraphicFramePr>
          <p:nvPr>
            <p:extLst>
              <p:ext uri="{D42A27DB-BD31-4B8C-83A1-F6EECF244321}">
                <p14:modId xmlns:p14="http://schemas.microsoft.com/office/powerpoint/2010/main" val="2745527271"/>
              </p:ext>
            </p:extLst>
          </p:nvPr>
        </p:nvGraphicFramePr>
        <p:xfrm>
          <a:off x="409575" y="629080"/>
          <a:ext cx="4848226" cy="4670886"/>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4060207558"/>
                    </a:ext>
                  </a:extLst>
                </a:gridCol>
                <a:gridCol w="2424113">
                  <a:extLst>
                    <a:ext uri="{9D8B030D-6E8A-4147-A177-3AD203B41FA5}">
                      <a16:colId xmlns:a16="http://schemas.microsoft.com/office/drawing/2014/main" val="1051174369"/>
                    </a:ext>
                  </a:extLst>
                </a:gridCol>
              </a:tblGrid>
              <a:tr h="4799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1" i="0" u="none" strike="noStrike" kern="1200" cap="none" spc="0" normalizeH="0" baseline="0" noProof="0" dirty="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target_sku</a:t>
                      </a:r>
                      <a:r>
                        <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81662354"/>
                  </a:ext>
                </a:extLst>
              </a:tr>
              <a:tr h="62225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Proposed seats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add_proposed_seat</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52903458"/>
                  </a:ext>
                </a:extLst>
              </a:tr>
              <a:tr h="7995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 cost of the solution 
per user</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actual_price_per_user</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91811118"/>
                  </a:ext>
                </a:extLst>
              </a:tr>
              <a:tr h="479928">
                <a:tc>
                  <a:txBody>
                    <a:bodyPr/>
                    <a:lstStyle/>
                    <a:p>
                      <a:pPr>
                        <a:buNone/>
                      </a:pPr>
                      <a:r>
                        <a:rPr lang="en-IN" sz="1200">
                          <a:solidFill>
                            <a:srgbClr val="8A226F"/>
                          </a:solidFill>
                          <a:latin typeface="Segoe UI Semibold" panose="020B0702040204020203" pitchFamily="34" charset="0"/>
                          <a:ea typeface="Segoe UI Regular" pitchFamily="34" charset="-122"/>
                          <a:cs typeface="Segoe UI Semibold" panose="020B0702040204020203" pitchFamily="34" charset="0"/>
                        </a:rPr>
                        <a:t>Savings from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ts val="1050"/>
                        </a:lnSpc>
                      </a:pP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r>
                        <a:rPr lang="en-US" sz="1200" err="1">
                          <a:solidFill>
                            <a:srgbClr val="8A226F"/>
                          </a:solidFill>
                          <a:latin typeface="Segoe UI Semibold" panose="020B0702040204020203" pitchFamily="34" charset="0"/>
                          <a:ea typeface="Segoe UI Regular" pitchFamily="34" charset="-122"/>
                          <a:cs typeface="Segoe UI Semibold" panose="020B0702040204020203" pitchFamily="34" charset="0"/>
                        </a:rPr>
                        <a:t>promo_savings_per_user</a:t>
                      </a: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endParaRPr lang="en-US" sz="1200">
                        <a:solidFill>
                          <a:srgbClr val="8A226F"/>
                        </a:solidFill>
                        <a:latin typeface="Segoe UI Semibold" panose="020B0702040204020203" pitchFamily="34" charset="0"/>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55301172"/>
                  </a:ext>
                </a:extLst>
              </a:tr>
              <a:tr h="799524">
                <a:tc>
                  <a:txBody>
                    <a:bodyPr/>
                    <a:lstStyle/>
                    <a:p>
                      <a:r>
                        <a:rPr lang="en-IN" sz="1200">
                          <a:solidFill>
                            <a:srgbClr val="242424"/>
                          </a:solidFill>
                          <a:latin typeface="Segoe UI" panose="020B0502040204020203" pitchFamily="34" charset="0"/>
                          <a:ea typeface="Segoe UI Regular" pitchFamily="34" charset="-122"/>
                          <a:cs typeface="Segoe UI" panose="020B0502040204020203" pitchFamily="34" charset="0"/>
                        </a:rPr>
                        <a:t>Cost per user after adjusting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lnSpc>
                          <a:spcPts val="1050"/>
                        </a:lnSpc>
                        <a:buNone/>
                      </a:pP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r>
                        <a:rPr lang="en-US" sz="1200" err="1">
                          <a:solidFill>
                            <a:srgbClr val="000000"/>
                          </a:solidFill>
                          <a:latin typeface="Segoe UI" panose="020B0502040204020203" pitchFamily="34" charset="0"/>
                          <a:ea typeface="Segoe UI Regular" pitchFamily="34" charset="-122"/>
                          <a:cs typeface="Segoe UI" panose="020B0502040204020203" pitchFamily="34" charset="0"/>
                        </a:rPr>
                        <a:t>per_user_after_promo_price</a:t>
                      </a: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endParaRPr lang="en-US" sz="1200">
                        <a:latin typeface="Segoe UI" panose="020B0502040204020203" pitchFamily="34" charset="0"/>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14654878"/>
                  </a:ext>
                </a:extLst>
              </a:tr>
              <a:tr h="62225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 cost per user​</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incremental_cost_per_user</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25926240"/>
                  </a:ext>
                </a:extLst>
              </a:tr>
              <a:tr h="86747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Total incremental annual investment for {seats} seats</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overall_incremental_cost</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6960226"/>
                  </a:ext>
                </a:extLst>
              </a:tr>
            </a:tbl>
          </a:graphicData>
        </a:graphic>
      </p:graphicFrame>
    </p:spTree>
    <p:extLst>
      <p:ext uri="{BB962C8B-B14F-4D97-AF65-F5344CB8AC3E}">
        <p14:creationId xmlns:p14="http://schemas.microsoft.com/office/powerpoint/2010/main" val="14088031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37CBAF6-E5B9-8957-B233-FCF78C789D62}"/>
            </a:ext>
          </a:extLst>
        </p:cNvPr>
        <p:cNvGrpSpPr/>
        <p:nvPr/>
      </p:nvGrpSpPr>
      <p:grpSpPr>
        <a:xfrm>
          <a:off x="0" y="0"/>
          <a:ext cx="0" cy="0"/>
          <a:chOff x="0" y="0"/>
          <a:chExt cx="0" cy="0"/>
        </a:xfrm>
      </p:grpSpPr>
      <p:sp>
        <p:nvSpPr>
          <p:cNvPr id="3" name="Rectangle 3468742">
            <a:extLst>
              <a:ext uri="{FF2B5EF4-FFF2-40B4-BE49-F238E27FC236}">
                <a16:creationId xmlns:a16="http://schemas.microsoft.com/office/drawing/2014/main" id="{AF1BCF53-5C73-1AD6-E844-D11AC1C222B4}"/>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8">
            <a:extLst>
              <a:ext uri="{FF2B5EF4-FFF2-40B4-BE49-F238E27FC236}">
                <a16:creationId xmlns:a16="http://schemas.microsoft.com/office/drawing/2014/main" id="{35D7EAE9-A714-D02B-3F52-A241BD2B192C}"/>
              </a:ext>
            </a:extLst>
          </p:cNvPr>
          <p:cNvSpPr/>
          <p:nvPr/>
        </p:nvSpPr>
        <p:spPr>
          <a:xfrm>
            <a:off x="310621" y="1237368"/>
            <a:ext cx="5105977" cy="3788342"/>
          </a:xfrm>
          <a:prstGeom prst="rect">
            <a:avLst/>
          </a:prstGeom>
          <a:noFill/>
          <a:ln/>
        </p:spPr>
        <p:txBody>
          <a:bodyPr wrap="square" lIns="0" tIns="0" rIns="0" bIns="0" rtlCol="0" anchor="t"/>
          <a:lstStyle/>
          <a:p>
            <a:pPr lvl="0">
              <a:lnSpc>
                <a:spcPts val="1250"/>
              </a:lnSpc>
              <a:defRPr/>
            </a:pPr>
            <a:r>
              <a:rPr lang="en-US" sz="1000" b="1">
                <a:solidFill>
                  <a:srgbClr val="FF0000"/>
                </a:solidFill>
                <a:highlight>
                  <a:srgbClr val="FFFF00"/>
                </a:highlight>
                <a:latin typeface="Segoe UI Regular" pitchFamily="34" charset="0"/>
                <a:ea typeface="Segoe UI Regular" pitchFamily="34" charset="-122"/>
                <a:cs typeface="Segoe UI Regular" pitchFamily="34" charset="-120"/>
              </a:rPr>
              <a:t>[INSTRUCTION FOR THE PARTNER]</a:t>
            </a:r>
            <a:r>
              <a:rPr lang="en-US" sz="1000">
                <a:solidFill>
                  <a:srgbClr val="FF0000"/>
                </a:solidFill>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lvl="0">
              <a:lnSpc>
                <a:spcPts val="1250"/>
              </a:lnSpc>
              <a:defRPr/>
            </a:pPr>
            <a:endParaRPr lang="en-US" sz="1000">
              <a:solidFill>
                <a:srgbClr val="FF0000"/>
              </a:solidFill>
              <a:latin typeface="Segoe UI Regular" pitchFamily="34" charset="0"/>
              <a:ea typeface="Segoe UI Regular" pitchFamily="34" charset="-122"/>
            </a:endParaRPr>
          </a:p>
          <a:p>
            <a:pPr lvl="0">
              <a:lnSpc>
                <a:spcPts val="1250"/>
              </a:lnSpc>
              <a:defRPr/>
            </a:pPr>
            <a:r>
              <a:rPr lang="en-US" sz="1000">
                <a:solidFill>
                  <a:srgbClr val="FF0000"/>
                </a:solidFill>
                <a:latin typeface="Segoe UI Regular" pitchFamily="34" charset="0"/>
                <a:ea typeface="Segoe UI Regular" pitchFamily="34" charset="-122"/>
              </a:rPr>
              <a:t>You can leverage Copilot Chat to customize this section! Add your website URL, upload this flyer on Copilot Chat, and prompt it to write a draft for this section.</a:t>
            </a:r>
            <a:endParaRPr lang="en-US" sz="1000">
              <a:solidFill>
                <a:srgbClr val="FF0000"/>
              </a:solidFill>
            </a:endParaRPr>
          </a:p>
        </p:txBody>
      </p:sp>
      <p:sp>
        <p:nvSpPr>
          <p:cNvPr id="6" name="TextBox 5">
            <a:extLst>
              <a:ext uri="{FF2B5EF4-FFF2-40B4-BE49-F238E27FC236}">
                <a16:creationId xmlns:a16="http://schemas.microsoft.com/office/drawing/2014/main" id="{B1E44A8B-E4D6-DB6E-1500-317A75C1517A}"/>
              </a:ext>
            </a:extLst>
          </p:cNvPr>
          <p:cNvSpPr txBox="1"/>
          <p:nvPr/>
        </p:nvSpPr>
        <p:spPr>
          <a:xfrm>
            <a:off x="216139" y="398146"/>
            <a:ext cx="4440528" cy="711733"/>
          </a:xfrm>
          <a:prstGeom prst="rect">
            <a:avLst/>
          </a:prstGeom>
          <a:noFill/>
        </p:spPr>
        <p:txBody>
          <a:bodyPr wrap="square">
            <a:spAutoFit/>
          </a:bodyPr>
          <a:lstStyle/>
          <a:p>
            <a:pPr lvl="0">
              <a:lnSpc>
                <a:spcPct val="116667"/>
              </a:lnSpc>
              <a:defRPr/>
            </a:pPr>
            <a:r>
              <a:rPr lang="en-US">
                <a:solidFill>
                  <a:srgbClr val="000000"/>
                </a:solidFill>
                <a:latin typeface="Segoe UI Semibold" panose="020B0702040204020203" pitchFamily="34" charset="0"/>
                <a:ea typeface="Inter Semi Bold" pitchFamily="34" charset="-122"/>
                <a:cs typeface="Segoe UI Semibold" panose="020B0702040204020203" pitchFamily="34" charset="0"/>
              </a:rPr>
              <a:t>Accelerate your Secure AI transformation with [PARTNER NAME]</a:t>
            </a:r>
            <a:endParaRPr lang="en-US">
              <a:solidFill>
                <a:prstClr val="black"/>
              </a:solidFill>
              <a:latin typeface="Segoe UI Semibold" panose="020B0702040204020203" pitchFamily="34" charset="0"/>
              <a:cs typeface="Segoe UI Semibold" panose="020B0702040204020203" pitchFamily="34" charset="0"/>
            </a:endParaRPr>
          </a:p>
        </p:txBody>
      </p:sp>
      <p:pic>
        <p:nvPicPr>
          <p:cNvPr id="7" name="Picture 6">
            <a:extLst>
              <a:ext uri="{FF2B5EF4-FFF2-40B4-BE49-F238E27FC236}">
                <a16:creationId xmlns:a16="http://schemas.microsoft.com/office/drawing/2014/main" id="{085EC2C9-4683-D1E8-24E3-12A312A592FE}"/>
              </a:ext>
            </a:extLst>
          </p:cNvPr>
          <p:cNvPicPr>
            <a:picLocks noChangeAspect="1"/>
          </p:cNvPicPr>
          <p:nvPr/>
        </p:nvPicPr>
        <p:blipFill>
          <a:blip r:embed="rId3">
            <a:alphaModFix amt="45000"/>
          </a:blip>
          <a:srcRect l="-1" t="38794" r="10102" b="-27649"/>
          <a:stretch>
            <a:fillRect/>
          </a:stretch>
        </p:blipFill>
        <p:spPr>
          <a:xfrm rot="10800000">
            <a:off x="-1" y="5465343"/>
            <a:ext cx="5667375" cy="2563698"/>
          </a:xfrm>
          <a:prstGeom prst="rect">
            <a:avLst/>
          </a:prstGeom>
          <a:effectLst/>
        </p:spPr>
      </p:pic>
    </p:spTree>
    <p:extLst>
      <p:ext uri="{BB962C8B-B14F-4D97-AF65-F5344CB8AC3E}">
        <p14:creationId xmlns:p14="http://schemas.microsoft.com/office/powerpoint/2010/main" val="2431751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CSP Template Diamond 06/23">
  <a:themeElements>
    <a:clrScheme name="SCI new branding">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3.xml><?xml version="1.0" encoding="utf-8"?>
<a:theme xmlns:a="http://schemas.openxmlformats.org/drawingml/2006/main" name="3_CSP Template Diamond 06/23">
  <a:themeElements>
    <a:clrScheme name="SCI new branding">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4.xml><?xml version="1.0" encoding="utf-8"?>
<a:theme xmlns:a="http://schemas.openxmlformats.org/drawingml/2006/main" name="1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960</Words>
  <Application>Microsoft Office PowerPoint</Application>
  <PresentationFormat>Custom</PresentationFormat>
  <Paragraphs>117</Paragraphs>
  <Slides>5</Slides>
  <Notes>5</Notes>
  <HiddenSlides>0</HiddenSlides>
  <MMClips>0</MMClips>
  <ScaleCrop>false</ScaleCrop>
  <HeadingPairs>
    <vt:vector size="6" baseType="variant">
      <vt:variant>
        <vt:lpstr>Fonts Used</vt:lpstr>
      </vt:variant>
      <vt:variant>
        <vt:i4>13</vt:i4>
      </vt:variant>
      <vt:variant>
        <vt:lpstr>Theme</vt:lpstr>
      </vt:variant>
      <vt:variant>
        <vt:i4>4</vt:i4>
      </vt:variant>
      <vt:variant>
        <vt:lpstr>Slide Titles</vt:lpstr>
      </vt:variant>
      <vt:variant>
        <vt:i4>5</vt:i4>
      </vt:variant>
    </vt:vector>
  </HeadingPairs>
  <TitlesOfParts>
    <vt:vector size="22" baseType="lpstr">
      <vt:lpstr>Aptos</vt:lpstr>
      <vt:lpstr>Aptos Display</vt:lpstr>
      <vt:lpstr>Arial</vt:lpstr>
      <vt:lpstr>Calibri</vt:lpstr>
      <vt:lpstr>Segoe Sans Display</vt:lpstr>
      <vt:lpstr>Segoe Sans Display Semibold</vt:lpstr>
      <vt:lpstr>Segoe Sans Display Semilight</vt:lpstr>
      <vt:lpstr>Segoe UI</vt:lpstr>
      <vt:lpstr>Segoe UI Bold</vt:lpstr>
      <vt:lpstr>Segoe UI Regular</vt:lpstr>
      <vt:lpstr>Segoe UI Semibold</vt:lpstr>
      <vt:lpstr>Segoe UI Variable Display Semib</vt:lpstr>
      <vt:lpstr>Wingdings</vt:lpstr>
      <vt:lpstr>Office Theme</vt:lpstr>
      <vt:lpstr>2_CSP Template Diamond 06/23</vt:lpstr>
      <vt:lpstr>3_CSP Template Diamond 06/23</vt:lpstr>
      <vt:lpstr>1_Office Theme</vt:lpstr>
      <vt:lpstr>PowerPoint Presentation</vt:lpstr>
      <vt:lpstr>Microsoft Purview Suite for Microsoft 365 Business Premium</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Samarth  Teotia</cp:lastModifiedBy>
  <cp:revision>5</cp:revision>
  <dcterms:created xsi:type="dcterms:W3CDTF">2026-02-21T17:45:29Z</dcterms:created>
  <dcterms:modified xsi:type="dcterms:W3CDTF">2026-05-07T20:20:37Z</dcterms:modified>
</cp:coreProperties>
</file>