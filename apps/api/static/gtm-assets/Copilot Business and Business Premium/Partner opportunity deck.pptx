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docMetadata/LabelInfo.xml" ContentType="application/vnd.ms-office.classificationlabels+xml"/>
  <Override PartName="/docProps/app.xml" ContentType="application/vnd.openxmlformats-officedocument.extended-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2" r:id="rId1"/>
  </p:sldMasterIdLst>
  <p:notesMasterIdLst>
    <p:notesMasterId r:id="rId34"/>
  </p:notesMasterIdLst>
  <p:sldIdLst>
    <p:sldId id="276" r:id="rId2"/>
    <p:sldId id="278" r:id="rId3"/>
    <p:sldId id="274" r:id="rId4"/>
    <p:sldId id="261" r:id="rId5"/>
    <p:sldId id="256" r:id="rId6"/>
    <p:sldId id="312" r:id="rId7"/>
    <p:sldId id="284" r:id="rId8"/>
    <p:sldId id="257" r:id="rId9"/>
    <p:sldId id="290" r:id="rId10"/>
    <p:sldId id="260" r:id="rId11"/>
    <p:sldId id="267" r:id="rId12"/>
    <p:sldId id="265" r:id="rId13"/>
    <p:sldId id="269" r:id="rId14"/>
    <p:sldId id="270" r:id="rId15"/>
    <p:sldId id="268" r:id="rId16"/>
    <p:sldId id="2147483647" r:id="rId17"/>
    <p:sldId id="262" r:id="rId18"/>
    <p:sldId id="264" r:id="rId19"/>
    <p:sldId id="304" r:id="rId20"/>
    <p:sldId id="258" r:id="rId21"/>
    <p:sldId id="305" r:id="rId22"/>
    <p:sldId id="266" r:id="rId23"/>
    <p:sldId id="306" r:id="rId24"/>
    <p:sldId id="285" r:id="rId25"/>
    <p:sldId id="2147483645" r:id="rId26"/>
    <p:sldId id="297" r:id="rId27"/>
    <p:sldId id="273" r:id="rId28"/>
    <p:sldId id="299" r:id="rId29"/>
    <p:sldId id="259" r:id="rId30"/>
    <p:sldId id="263" r:id="rId31"/>
    <p:sldId id="2147483646" r:id="rId32"/>
    <p:sldId id="30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EB0F60F-C374-4F27-8702-767A8C5F66D2}">
          <p14:sldIdLst>
            <p14:sldId id="276"/>
            <p14:sldId id="278"/>
            <p14:sldId id="274"/>
            <p14:sldId id="261"/>
            <p14:sldId id="256"/>
            <p14:sldId id="312"/>
            <p14:sldId id="284"/>
            <p14:sldId id="257"/>
            <p14:sldId id="290"/>
            <p14:sldId id="260"/>
            <p14:sldId id="267"/>
            <p14:sldId id="265"/>
            <p14:sldId id="269"/>
            <p14:sldId id="270"/>
            <p14:sldId id="268"/>
            <p14:sldId id="2147483647"/>
            <p14:sldId id="262"/>
            <p14:sldId id="264"/>
            <p14:sldId id="304"/>
            <p14:sldId id="258"/>
            <p14:sldId id="305"/>
            <p14:sldId id="266"/>
            <p14:sldId id="306"/>
          </p14:sldIdLst>
        </p14:section>
        <p14:section name="Reference" id="{440EC2C8-DBBC-4D43-BFB2-A9D7848839CC}">
          <p14:sldIdLst>
            <p14:sldId id="285"/>
            <p14:sldId id="2147483645"/>
            <p14:sldId id="297"/>
            <p14:sldId id="273"/>
            <p14:sldId id="299"/>
            <p14:sldId id="259"/>
            <p14:sldId id="263"/>
            <p14:sldId id="2147483646"/>
            <p14:sldId id="307"/>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8F3"/>
    <a:srgbClr val="C03BC4"/>
    <a:srgbClr val="FFEBDD"/>
    <a:srgbClr val="DC6DE6"/>
    <a:srgbClr val="F5FCFF"/>
    <a:srgbClr val="CF63FF"/>
    <a:srgbClr val="0078D4"/>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82A8C5-AF11-4FB7-93D1-17643FAF4102}" v="3" dt="2025-11-18T19:55:13.720"/>
    <p1510:client id="{DAC6172F-04EA-43B0-96C1-BF6A3B87F7DC}" v="4" dt="2025-11-18T17:57:09.380"/>
    <p1510:client id="{DCE75660-FF84-49B1-A543-6F91A0A5337C}" v="3" dt="2025-11-18T18:44:22.9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43"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BCF45E-7A1B-45D1-94F2-49C4EC98E101}"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ECADDA-65B3-46CA-914A-80E844CA87C9}" type="slidenum">
              <a:rPr lang="en-US" smtClean="0"/>
              <a:t>‹#›</a:t>
            </a:fld>
            <a:endParaRPr lang="en-US"/>
          </a:p>
        </p:txBody>
      </p:sp>
    </p:spTree>
    <p:extLst>
      <p:ext uri="{BB962C8B-B14F-4D97-AF65-F5344CB8AC3E}">
        <p14:creationId xmlns:p14="http://schemas.microsoft.com/office/powerpoint/2010/main" val="32345053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A58E0-ADBC-BB4D-5424-CE201866B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2DC66-428C-CDB5-4CA9-BC88BF7D317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83E7BFA-A6B2-4E9C-4023-8A9748CBBEA6}"/>
              </a:ext>
            </a:extLst>
          </p:cNvPr>
          <p:cNvSpPr>
            <a:spLocks noGrp="1"/>
          </p:cNvSpPr>
          <p:nvPr>
            <p:ph type="body" idx="1"/>
          </p:nvPr>
        </p:nvSpPr>
        <p:spPr/>
        <p:txBody>
          <a:bodyPr/>
          <a:lstStyle/>
          <a:p>
            <a:endParaRPr lang="en-US"/>
          </a:p>
          <a:p>
            <a:endParaRPr lang="en-US"/>
          </a:p>
        </p:txBody>
      </p:sp>
      <p:sp>
        <p:nvSpPr>
          <p:cNvPr id="4" name="Slide Number Placeholder 3">
            <a:extLst>
              <a:ext uri="{FF2B5EF4-FFF2-40B4-BE49-F238E27FC236}">
                <a16:creationId xmlns:a16="http://schemas.microsoft.com/office/drawing/2014/main" id="{2A4DD3AC-4968-638B-AE64-669331034D8E}"/>
              </a:ext>
            </a:extLst>
          </p:cNvPr>
          <p:cNvSpPr>
            <a:spLocks noGrp="1"/>
          </p:cNvSpPr>
          <p:nvPr>
            <p:ph type="sldNum" sz="quarter" idx="5"/>
          </p:nvPr>
        </p:nvSpPr>
        <p:spPr/>
        <p:txBody>
          <a:bodyPr/>
          <a:lstStyle/>
          <a:p>
            <a:fld id="{B6ECADDA-65B3-46CA-914A-80E844CA87C9}" type="slidenum">
              <a:rPr lang="en-US" smtClean="0"/>
              <a:t>4</a:t>
            </a:fld>
            <a:endParaRPr lang="en-US"/>
          </a:p>
        </p:txBody>
      </p:sp>
    </p:spTree>
    <p:extLst>
      <p:ext uri="{BB962C8B-B14F-4D97-AF65-F5344CB8AC3E}">
        <p14:creationId xmlns:p14="http://schemas.microsoft.com/office/powerpoint/2010/main" val="3258576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a:p>
            <a:endParaRPr lang="en-US"/>
          </a:p>
        </p:txBody>
      </p:sp>
      <p:sp>
        <p:nvSpPr>
          <p:cNvPr id="4" name="Slide Number Placeholder 3"/>
          <p:cNvSpPr>
            <a:spLocks noGrp="1"/>
          </p:cNvSpPr>
          <p:nvPr>
            <p:ph type="sldNum" sz="quarter" idx="5"/>
          </p:nvPr>
        </p:nvSpPr>
        <p:spPr/>
        <p:txBody>
          <a:bodyPr/>
          <a:lstStyle/>
          <a:p>
            <a:fld id="{B6ECADDA-65B3-46CA-914A-80E844CA87C9}" type="slidenum">
              <a:rPr lang="en-US" smtClean="0"/>
              <a:t>6</a:t>
            </a:fld>
            <a:endParaRPr lang="en-US"/>
          </a:p>
        </p:txBody>
      </p:sp>
    </p:spTree>
    <p:extLst>
      <p:ext uri="{BB962C8B-B14F-4D97-AF65-F5344CB8AC3E}">
        <p14:creationId xmlns:p14="http://schemas.microsoft.com/office/powerpoint/2010/main" val="41435002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C6405-84F6-82B3-9C21-4DFE194408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8FC55-6ABC-5650-6F49-16673A9FBD7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A8F0E0A-5ED9-888F-B3AA-D2EE29F8BC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C4C75E-7608-20BF-9BA5-515EFA6AD61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581206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B43A7-5CCF-B1B9-D695-1C20AD2D81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5E887A-05B2-EE69-7251-8244DB5ACCC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8A8C10C-A52E-0D60-B1E1-06798CB34F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6E0550A-D98C-BD59-F6FC-4DED79E41A0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61426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1BDE0-BF5E-2D48-664D-8F4AE6AD29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46019-B0DC-149D-FB36-2B09B3D224F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8A825C7-9F15-95A7-2EE6-74E3C9E1174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For partners, the benefits are compelling. Bundled pricing and CSP incentives provide predictable margins while promotional savings make the offer attractive to customers. Mid-term upgrades allow partners to capture incremental revenue without waiting for renewal, and optional add-ons like Microsoft Purview Suite create additional attach opportunities for compliance-sensitive businesses. Ultimately, these bundles enable partners to lead with innovation, differentiate their offerings, and position AI as the next logical step for SMB customers—whether at renewal or during the term—making every interaction a chance to drive growth and deepen customer relationships.</a:t>
            </a:r>
          </a:p>
          <a:p>
            <a:endParaRPr lang="en-US"/>
          </a:p>
        </p:txBody>
      </p:sp>
      <p:sp>
        <p:nvSpPr>
          <p:cNvPr id="4" name="Slide Number Placeholder 3">
            <a:extLst>
              <a:ext uri="{FF2B5EF4-FFF2-40B4-BE49-F238E27FC236}">
                <a16:creationId xmlns:a16="http://schemas.microsoft.com/office/drawing/2014/main" id="{12EC3858-1A77-C33A-E7C6-97C96EC127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520122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3427B-1857-F2EE-DE4A-838F009F87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ACFDBF-F8EA-3EF7-7BB2-79010867EE4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902488F-85B2-EE82-AC6C-C7F0329DF040}"/>
              </a:ext>
            </a:extLst>
          </p:cNvPr>
          <p:cNvSpPr>
            <a:spLocks noGrp="1"/>
          </p:cNvSpPr>
          <p:nvPr>
            <p:ph type="body" idx="1"/>
          </p:nvPr>
        </p:nvSpPr>
        <p:spPr/>
        <p:txBody>
          <a:bodyPr/>
          <a:lstStyle/>
          <a:p>
            <a:pPr algn="l" rtl="0" fontAlgn="base">
              <a:lnSpc>
                <a:spcPts val="1350"/>
              </a:lnSpc>
            </a:pPr>
            <a:endParaRPr lang="en-US" sz="1200">
              <a:solidFill>
                <a:schemeClr val="tx2"/>
              </a:solidFill>
              <a:latin typeface="+mn-lt"/>
              <a:cs typeface="+mn-cs"/>
            </a:endParaRPr>
          </a:p>
          <a:p>
            <a:endParaRPr lang="en-US"/>
          </a:p>
        </p:txBody>
      </p:sp>
      <p:sp>
        <p:nvSpPr>
          <p:cNvPr id="4" name="Slide Number Placeholder 3">
            <a:extLst>
              <a:ext uri="{FF2B5EF4-FFF2-40B4-BE49-F238E27FC236}">
                <a16:creationId xmlns:a16="http://schemas.microsoft.com/office/drawing/2014/main" id="{42A36E75-27EA-AEBE-8B0F-58027F940E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967661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A9FEB-B3B2-A8F9-E70D-8184FECDC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416652-8407-0CD5-26CB-69D958BD294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341AAB9-A9CC-9BF7-AB7C-3F91E4EAAD98}"/>
              </a:ext>
            </a:extLst>
          </p:cNvPr>
          <p:cNvSpPr>
            <a:spLocks noGrp="1"/>
          </p:cNvSpPr>
          <p:nvPr>
            <p:ph type="body" idx="1"/>
          </p:nvPr>
        </p:nvSpPr>
        <p:spPr/>
        <p:txBody>
          <a:bodyPr/>
          <a:lstStyle/>
          <a:p>
            <a:pPr algn="l" rtl="0" fontAlgn="base">
              <a:lnSpc>
                <a:spcPts val="1350"/>
              </a:lnSpc>
            </a:pPr>
            <a:endParaRPr lang="en-US" sz="1200">
              <a:solidFill>
                <a:schemeClr val="tx2"/>
              </a:solidFill>
              <a:latin typeface="+mn-lt"/>
              <a:cs typeface="+mn-cs"/>
            </a:endParaRPr>
          </a:p>
          <a:p>
            <a:endParaRPr lang="en-US"/>
          </a:p>
        </p:txBody>
      </p:sp>
      <p:sp>
        <p:nvSpPr>
          <p:cNvPr id="4" name="Slide Number Placeholder 3">
            <a:extLst>
              <a:ext uri="{FF2B5EF4-FFF2-40B4-BE49-F238E27FC236}">
                <a16:creationId xmlns:a16="http://schemas.microsoft.com/office/drawing/2014/main" id="{FCAAEAAE-F386-D780-EF6C-44A4D6294E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35401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63374-EC11-F410-F8A1-B52D1EFBE9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4CE2A8-90D2-DE5E-B4CF-DF44B5BC847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63F88DD-340F-0DB5-6D8A-2E6FCADA4118}"/>
              </a:ext>
            </a:extLst>
          </p:cNvPr>
          <p:cNvSpPr>
            <a:spLocks noGrp="1"/>
          </p:cNvSpPr>
          <p:nvPr>
            <p:ph type="body" idx="1"/>
          </p:nvPr>
        </p:nvSpPr>
        <p:spPr/>
        <p:txBody>
          <a:bodyPr/>
          <a:lstStyle/>
          <a:p>
            <a:pPr algn="l" rtl="0" fontAlgn="base">
              <a:lnSpc>
                <a:spcPts val="1350"/>
              </a:lnSpc>
            </a:pPr>
            <a:endParaRPr lang="en-US" sz="1200">
              <a:solidFill>
                <a:schemeClr val="tx2"/>
              </a:solidFill>
              <a:latin typeface="+mn-lt"/>
              <a:cs typeface="+mn-cs"/>
            </a:endParaRPr>
          </a:p>
          <a:p>
            <a:endParaRPr lang="en-US"/>
          </a:p>
        </p:txBody>
      </p:sp>
      <p:sp>
        <p:nvSpPr>
          <p:cNvPr id="4" name="Slide Number Placeholder 3">
            <a:extLst>
              <a:ext uri="{FF2B5EF4-FFF2-40B4-BE49-F238E27FC236}">
                <a16:creationId xmlns:a16="http://schemas.microsoft.com/office/drawing/2014/main" id="{16A5E5AE-D479-98B3-5D96-7462A7752B6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52121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E7FEB-5C55-7C3C-A0FB-A67115969E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34271-8873-EEE8-6F65-E543E49F312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CC3DF8E-447C-5D31-CC91-602307C696F3}"/>
              </a:ext>
            </a:extLst>
          </p:cNvPr>
          <p:cNvSpPr>
            <a:spLocks noGrp="1"/>
          </p:cNvSpPr>
          <p:nvPr>
            <p:ph type="body" idx="1"/>
          </p:nvPr>
        </p:nvSpPr>
        <p:spPr/>
        <p:txBody>
          <a:bodyPr/>
          <a:lstStyle/>
          <a:p>
            <a:pPr algn="l" rtl="0" fontAlgn="base">
              <a:lnSpc>
                <a:spcPts val="1350"/>
              </a:lnSpc>
            </a:pPr>
            <a:r>
              <a:rPr lang="en-US" sz="1200">
                <a:solidFill>
                  <a:schemeClr val="tx2"/>
                </a:solidFill>
                <a:latin typeface="+mn-lt"/>
                <a:cs typeface="+mn-cs"/>
              </a:rPr>
              <a:t>.</a:t>
            </a:r>
          </a:p>
          <a:p>
            <a:endParaRPr lang="en-US"/>
          </a:p>
        </p:txBody>
      </p:sp>
      <p:sp>
        <p:nvSpPr>
          <p:cNvPr id="4" name="Slide Number Placeholder 3">
            <a:extLst>
              <a:ext uri="{FF2B5EF4-FFF2-40B4-BE49-F238E27FC236}">
                <a16:creationId xmlns:a16="http://schemas.microsoft.com/office/drawing/2014/main" id="{78D9EB7C-20C5-CE32-F616-156A5801BEB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22183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014F6-C8BD-F416-B170-5D506B4C8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DB858A-A143-2AF8-A36B-3B9FBC46352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E8CCD7A-D8E5-707B-CAA6-C2D3C94E56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15EF86-99F1-FBB1-6919-A2D4BE0CBC3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22164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2C3AE-7C25-5C4E-C991-25EAC22E5F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0E8886-0B52-5CBD-CC2B-0FAB101C0E1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8B7ACA4-0262-F489-080A-A723993E168F}"/>
              </a:ext>
            </a:extLst>
          </p:cNvPr>
          <p:cNvSpPr>
            <a:spLocks noGrp="1"/>
          </p:cNvSpPr>
          <p:nvPr>
            <p:ph type="body" idx="1"/>
          </p:nvPr>
        </p:nvSpPr>
        <p:spPr/>
        <p:txBody>
          <a:bodyPr/>
          <a:lstStyle/>
          <a:p>
            <a:pPr lvl="1"/>
            <a:r>
              <a:rPr lang="en-US" sz="1200"/>
              <a:t>As you look at the opportunity to make AI-powered productivity foundational for SMBs, these new AI Productivity Bundles are critical to enabling that strategy. </a:t>
            </a:r>
          </a:p>
          <a:p>
            <a:pPr lvl="1"/>
            <a:r>
              <a:rPr lang="en-US" sz="1200"/>
              <a:t>By combining Microsoft 365 Business and Copilot Business into a single SKU, you simplify the sales motion and remove friction for customers. Instead of positioning Copilot as an add-on, you can now lead with a complete AI-productivity solution—making it easy for SMBs to adopt AI.</a:t>
            </a:r>
          </a:p>
          <a:p>
            <a:pPr lvl="1"/>
            <a:r>
              <a:rPr lang="en-US" sz="1200"/>
              <a:t>These bundles make upgrading simple and ensure every user has the tools to work smarter and are designed to accelerate adoption and make AI-first productivity the new standard.</a:t>
            </a:r>
          </a:p>
          <a:p>
            <a:pPr lvl="1"/>
            <a:r>
              <a:rPr lang="en-US" sz="1200"/>
              <a:t>These bundles are available for Business Basic, Standard, and Premium combined with Copilot Business starting at $27 per user per month, with options with or without Teams available.</a:t>
            </a:r>
          </a:p>
          <a:p>
            <a:endParaRPr lang="en-US"/>
          </a:p>
        </p:txBody>
      </p:sp>
      <p:sp>
        <p:nvSpPr>
          <p:cNvPr id="4" name="Slide Number Placeholder 3">
            <a:extLst>
              <a:ext uri="{FF2B5EF4-FFF2-40B4-BE49-F238E27FC236}">
                <a16:creationId xmlns:a16="http://schemas.microsoft.com/office/drawing/2014/main" id="{45E2E93D-F4C0-5E3F-4E3F-1179BE192F5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029844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CF09B-2EB0-E8B5-8BCD-52E9FD05C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8824D4-6BBE-9B00-9B45-8AE6807F5F1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3C87BD9-CD2B-B098-E1F1-AB97C2F85E42}"/>
              </a:ext>
            </a:extLst>
          </p:cNvPr>
          <p:cNvSpPr>
            <a:spLocks noGrp="1"/>
          </p:cNvSpPr>
          <p:nvPr>
            <p:ph type="body" idx="1"/>
          </p:nvPr>
        </p:nvSpPr>
        <p:spPr/>
        <p:txBody>
          <a:bodyPr/>
          <a:lstStyle/>
          <a:p>
            <a:pPr lvl="1"/>
            <a:r>
              <a:rPr lang="en-US" sz="1200"/>
              <a:t>As you look at the opportunity to make AI-powered productivity foundational for SMBs, these new AI Productivity Bundles are critical to enabling that strategy. </a:t>
            </a:r>
          </a:p>
          <a:p>
            <a:pPr lvl="1"/>
            <a:r>
              <a:rPr lang="en-US" sz="1200"/>
              <a:t>By combining Microsoft 365 Business and Copilot Business into a single SKU, you simplify the sales motion and remove friction for customers. Instead of positioning Copilot as an add-on, you can now lead with a complete AI-productivity solution—making it easy for SMBs to adopt AI.</a:t>
            </a:r>
          </a:p>
          <a:p>
            <a:pPr lvl="1"/>
            <a:r>
              <a:rPr lang="en-US" sz="1200"/>
              <a:t>These bundles make upgrading simple and ensure every user has the tools to work smarter and are designed to accelerate adoption and make AI-first productivity the new standard.</a:t>
            </a:r>
          </a:p>
          <a:p>
            <a:pPr lvl="1"/>
            <a:r>
              <a:rPr lang="en-US" sz="1200"/>
              <a:t>These bundles are available for Business Basic, Standard, and Premium combined with Copilot Business starting at $27 per user per month, with options with or without Teams available.</a:t>
            </a:r>
          </a:p>
          <a:p>
            <a:endParaRPr lang="en-US"/>
          </a:p>
        </p:txBody>
      </p:sp>
      <p:sp>
        <p:nvSpPr>
          <p:cNvPr id="4" name="Slide Number Placeholder 3">
            <a:extLst>
              <a:ext uri="{FF2B5EF4-FFF2-40B4-BE49-F238E27FC236}">
                <a16:creationId xmlns:a16="http://schemas.microsoft.com/office/drawing/2014/main" id="{CACC564F-2B94-3C25-1187-41329737A2E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ECADDA-65B3-46CA-914A-80E844CA87C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935929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s/slide19.xml"/></Relationships>
</file>

<file path=ppt/slideLayouts/_rels/slideLayout3.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2.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5.svg"/><Relationship Id="rId2" Type="http://schemas.openxmlformats.org/officeDocument/2006/relationships/image" Target="../media/image13.jpe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slide" Target="../slides/slide19.xml"/><Relationship Id="rId4" Type="http://schemas.openxmlformats.org/officeDocument/2006/relationships/image" Target="../media/image15.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19.xml"/><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6.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s/slide19.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s/slide19.xml"/></Relationships>
</file>

<file path=ppt/slideLayouts/_rels/slideLayout25.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6.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s/slide19.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s/slide19.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9.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8.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Master" Target="../slideMasters/slideMaster1.xml"/><Relationship Id="rId4" Type="http://schemas.openxmlformats.org/officeDocument/2006/relationships/image" Target="../media/image21.png"/></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5.png"/><Relationship Id="rId7" Type="http://schemas.openxmlformats.org/officeDocument/2006/relationships/image" Target="../media/image4.png"/><Relationship Id="rId2" Type="http://schemas.openxmlformats.org/officeDocument/2006/relationships/image" Target="../media/image24.png"/><Relationship Id="rId1" Type="http://schemas.openxmlformats.org/officeDocument/2006/relationships/slideMaster" Target="../slideMasters/slideMaster1.xml"/><Relationship Id="rId6" Type="http://schemas.openxmlformats.org/officeDocument/2006/relationships/image" Target="../media/image26.png"/><Relationship Id="rId5" Type="http://schemas.openxmlformats.org/officeDocument/2006/relationships/image" Target="../media/image16.jpeg"/><Relationship Id="rId4" Type="http://schemas.microsoft.com/office/2007/relationships/hdphoto" Target="../media/hdphoto1.wdp"/></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Master" Target="../slideMasters/slideMaster1.xml"/><Relationship Id="rId4" Type="http://schemas.openxmlformats.org/officeDocument/2006/relationships/image" Target="../media/image34.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Master" Target="../slideMasters/slideMaster1.xml"/><Relationship Id="rId5" Type="http://schemas.openxmlformats.org/officeDocument/2006/relationships/image" Target="../media/image38.jpeg"/><Relationship Id="rId4" Type="http://schemas.openxmlformats.org/officeDocument/2006/relationships/image" Target="../media/image37.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Master" Target="../slideMasters/slideMaster1.xml"/><Relationship Id="rId4" Type="http://schemas.openxmlformats.org/officeDocument/2006/relationships/image" Target="../media/image43.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Master" Target="../slideMasters/slideMaster1.xml"/><Relationship Id="rId5" Type="http://schemas.openxmlformats.org/officeDocument/2006/relationships/image" Target="../media/image47.jpeg"/><Relationship Id="rId4" Type="http://schemas.openxmlformats.org/officeDocument/2006/relationships/image" Target="../media/image46.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Master" Target="../slideMasters/slideMaster1.xml"/><Relationship Id="rId6" Type="http://schemas.openxmlformats.org/officeDocument/2006/relationships/image" Target="../media/image52.jpeg"/><Relationship Id="rId5" Type="http://schemas.openxmlformats.org/officeDocument/2006/relationships/image" Target="../media/image51.jpeg"/><Relationship Id="rId4" Type="http://schemas.openxmlformats.org/officeDocument/2006/relationships/image" Target="../media/image50.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Master" Target="../slideMasters/slideMaster1.xml"/><Relationship Id="rId4" Type="http://schemas.openxmlformats.org/officeDocument/2006/relationships/image" Target="../media/image55.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Master" Target="../slideMasters/slideMaster1.xml"/><Relationship Id="rId5" Type="http://schemas.openxmlformats.org/officeDocument/2006/relationships/image" Target="../media/image56.jpeg"/><Relationship Id="rId4" Type="http://schemas.openxmlformats.org/officeDocument/2006/relationships/image" Target="../media/image55.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Master" Target="../slideMasters/slideMaster1.xml"/><Relationship Id="rId6" Type="http://schemas.openxmlformats.org/officeDocument/2006/relationships/image" Target="../media/image61.jpeg"/><Relationship Id="rId5" Type="http://schemas.openxmlformats.org/officeDocument/2006/relationships/image" Target="../media/image60.jpeg"/><Relationship Id="rId4" Type="http://schemas.openxmlformats.org/officeDocument/2006/relationships/image" Target="../media/image59.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6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7.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8.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9.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0.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1.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2.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3.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Master" Target="../slideMasters/slideMaster1.xml"/><Relationship Id="rId4" Type="http://schemas.openxmlformats.org/officeDocument/2006/relationships/image" Target="../media/image79.svg"/></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1.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84.svg"/><Relationship Id="rId2" Type="http://schemas.openxmlformats.org/officeDocument/2006/relationships/image" Target="../media/image83.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71.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image" Target="../media/image86.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91.png"/><Relationship Id="rId4" Type="http://schemas.openxmlformats.org/officeDocument/2006/relationships/image" Target="../media/image90.svg"/></Relationships>
</file>

<file path=ppt/slideLayouts/_rels/slideLayout92.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93.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94.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16.jpeg"/><Relationship Id="rId5" Type="http://schemas.openxmlformats.org/officeDocument/2006/relationships/image" Target="../media/image5.svg"/><Relationship Id="rId4" Type="http://schemas.openxmlformats.org/officeDocument/2006/relationships/image" Target="../media/image4.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5.svg"/><Relationship Id="rId2" Type="http://schemas.openxmlformats.org/officeDocument/2006/relationships/image" Target="../media/image17.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slide" Target="../slides/slide19.xml"/><Relationship Id="rId4" Type="http://schemas.openxmlformats.org/officeDocument/2006/relationships/image" Target="../media/image16.jpeg"/></Relationships>
</file>

<file path=ppt/slideLayouts/_rels/slideLayout96.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6.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3.jpe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7.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19.xml"/><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image" Target="../media/image16.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19.xml"/><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s/slide19.xml"/><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080397"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080397"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8" name="Picture 7" descr="A logo of a company&#10;&#10;Description automatically generated">
            <a:extLst>
              <a:ext uri="{FF2B5EF4-FFF2-40B4-BE49-F238E27FC236}">
                <a16:creationId xmlns:a16="http://schemas.microsoft.com/office/drawing/2014/main" id="{51065696-BF77-547A-924A-9F4AB38AD419}"/>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5880419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3" name="Picture 2" descr="A computer screen shot of a computer screen&#10;&#10;Description automatically generated">
            <a:extLst>
              <a:ext uri="{FF2B5EF4-FFF2-40B4-BE49-F238E27FC236}">
                <a16:creationId xmlns:a16="http://schemas.microsoft.com/office/drawing/2014/main" id="{1B91B19F-5366-77DE-DF9E-1EF6C09E0EC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2" name="Picture 1" descr="A logo of a company&#10;&#10;Description automatically generated">
            <a:extLst>
              <a:ext uri="{FF2B5EF4-FFF2-40B4-BE49-F238E27FC236}">
                <a16:creationId xmlns:a16="http://schemas.microsoft.com/office/drawing/2014/main" id="{A50F46D6-40FA-B93E-7296-AED50F90EF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582" y="129394"/>
            <a:ext cx="3122228" cy="1373526"/>
          </a:xfrm>
          <a:prstGeom prst="rect">
            <a:avLst/>
          </a:prstGeom>
        </p:spPr>
      </p:pic>
      <p:sp>
        <p:nvSpPr>
          <p:cNvPr id="4" name="Title 1">
            <a:extLst>
              <a:ext uri="{FF2B5EF4-FFF2-40B4-BE49-F238E27FC236}">
                <a16:creationId xmlns:a16="http://schemas.microsoft.com/office/drawing/2014/main" id="{BB55674D-26E7-9727-2DC7-B84D57DD8406}"/>
              </a:ext>
            </a:extLst>
          </p:cNvPr>
          <p:cNvSpPr>
            <a:spLocks noGrp="1"/>
          </p:cNvSpPr>
          <p:nvPr>
            <p:ph type="title" hasCustomPrompt="1"/>
          </p:nvPr>
        </p:nvSpPr>
        <p:spPr>
          <a:xfrm>
            <a:off x="594360" y="1560468"/>
            <a:ext cx="4464657" cy="1354217"/>
          </a:xfrm>
          <a:prstGeom prst="rect">
            <a:avLst/>
          </a:prstGeom>
        </p:spPr>
        <p:txBody>
          <a:bodyPr wrap="square" lIns="0" tIns="0" rIns="0" bIns="0" anchor="b" anchorCtr="0">
            <a:spAutoFit/>
          </a:bodyPr>
          <a:lstStyle>
            <a:lvl1pPr marL="0" algn="l" defTabSz="932742" rtl="0" eaLnBrk="1" latinLnBrk="0" hangingPunct="1">
              <a:lnSpc>
                <a:spcPct val="100000"/>
              </a:lnSpc>
              <a:spcBef>
                <a:spcPct val="0"/>
              </a:spcBef>
              <a:buNone/>
              <a:defRPr lang="en-US" sz="4400" b="1" i="0" kern="1200" cap="none" spc="-50" baseline="0" dirty="0">
                <a:ln w="3175">
                  <a:noFill/>
                </a:ln>
                <a:solidFill>
                  <a:schemeClr val="accent4">
                    <a:lumMod val="75000"/>
                  </a:schemeClr>
                </a:solidFill>
                <a:effectLst/>
                <a:latin typeface="Segoe Sans Display Semibold" pitchFamily="2" charset="0"/>
                <a:ea typeface="+mn-ea"/>
                <a:cs typeface="Segoe Sans Display Semibold" pitchFamily="2" charset="0"/>
              </a:defRPr>
            </a:lvl1pPr>
          </a:lstStyle>
          <a:p>
            <a:r>
              <a:rPr lang="en-US"/>
              <a:t>Event name or presentation title </a:t>
            </a:r>
          </a:p>
        </p:txBody>
      </p:sp>
      <p:sp>
        <p:nvSpPr>
          <p:cNvPr id="5" name="Text Placeholder 4">
            <a:extLst>
              <a:ext uri="{FF2B5EF4-FFF2-40B4-BE49-F238E27FC236}">
                <a16:creationId xmlns:a16="http://schemas.microsoft.com/office/drawing/2014/main" id="{C47169B4-91B7-6381-7E92-580EC8940BCB}"/>
              </a:ext>
            </a:extLst>
          </p:cNvPr>
          <p:cNvSpPr>
            <a:spLocks noGrp="1"/>
          </p:cNvSpPr>
          <p:nvPr>
            <p:ph type="body" sz="quarter" idx="12" hasCustomPrompt="1"/>
          </p:nvPr>
        </p:nvSpPr>
        <p:spPr>
          <a:xfrm>
            <a:off x="594360" y="3346171"/>
            <a:ext cx="4461118" cy="307777"/>
          </a:xfrm>
          <a:prstGeom prst="rect">
            <a:avLst/>
          </a:prstGeom>
          <a:noFill/>
        </p:spPr>
        <p:txBody>
          <a:bodyPr wrap="square" lIns="0" tIns="0" rIns="0" bIns="0">
            <a:spAutoFit/>
          </a:bodyPr>
          <a:lstStyle>
            <a:lvl1pPr marL="0" indent="0">
              <a:spcBef>
                <a:spcPts val="0"/>
              </a:spcBef>
              <a:buNone/>
              <a:defRPr sz="2000" b="1" i="0" spc="0" baseline="0">
                <a:solidFill>
                  <a:schemeClr val="tx1"/>
                </a:solidFill>
                <a:latin typeface="Segoe Sans Display Semibold" pitchFamily="2" charset="0"/>
                <a:cs typeface="Segoe Sans Display Semibold" pitchFamily="2" charset="0"/>
              </a:defRPr>
            </a:lvl1pPr>
          </a:lstStyle>
          <a:p>
            <a:pPr lvl="0"/>
            <a:r>
              <a:rPr lang="en-US"/>
              <a:t>Speaker name or subtitle</a:t>
            </a:r>
          </a:p>
        </p:txBody>
      </p:sp>
      <p:sp>
        <p:nvSpPr>
          <p:cNvPr id="6" name="Rectangle: Single Corner Rounded 5">
            <a:extLst>
              <a:ext uri="{FF2B5EF4-FFF2-40B4-BE49-F238E27FC236}">
                <a16:creationId xmlns:a16="http://schemas.microsoft.com/office/drawing/2014/main" id="{EF03C0EE-B20E-7BEE-264D-22A9727A9CF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77C27A3C-E199-76C7-D306-E881AA30FC6F}"/>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D1616FA2-9D2C-8ECA-5E45-469CD1582EE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5E45A406-A3D7-5E6D-263B-E4B7E15B19DB}"/>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rId4" action="ppaction://hlinksldjump"/>
            <a:extLst>
              <a:ext uri="{FF2B5EF4-FFF2-40B4-BE49-F238E27FC236}">
                <a16:creationId xmlns:a16="http://schemas.microsoft.com/office/drawing/2014/main" id="{FD996E6E-A44D-B8BA-C56D-FB5F8A4B8767}"/>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448688043"/>
      </p:ext>
    </p:extLst>
  </p:cSld>
  <p:clrMapOvr>
    <a:masterClrMapping/>
  </p:clrMapOvr>
  <p:extLst>
    <p:ext uri="{DCECCB84-F9BA-43D5-87BE-67443E8EF086}">
      <p15:sldGuideLst xmlns:p15="http://schemas.microsoft.com/office/powerpoint/2012/main">
        <p15:guide id="1" pos="360">
          <p15:clr>
            <a:srgbClr val="FBAE40"/>
          </p15:clr>
        </p15:guide>
        <p15:guide id="2" pos="2376">
          <p15:clr>
            <a:srgbClr val="FBAE40"/>
          </p15:clr>
        </p15:guide>
        <p15:guide id="3" pos="2520">
          <p15:clr>
            <a:srgbClr val="FBAE40"/>
          </p15:clr>
        </p15:guide>
        <p15:guide id="4" pos="3096">
          <p15:clr>
            <a:srgbClr val="FBAE40"/>
          </p15:clr>
        </p15:guide>
        <p15:guide id="5" pos="3240">
          <p15:clr>
            <a:srgbClr val="FBAE40"/>
          </p15:clr>
        </p15:guide>
        <p15:guide id="6" pos="4536">
          <p15:clr>
            <a:srgbClr val="FBAE40"/>
          </p15:clr>
        </p15:guide>
        <p15:guide id="7" pos="4680">
          <p15:clr>
            <a:srgbClr val="FBAE40"/>
          </p15:clr>
        </p15:guide>
        <p15:guide id="8" pos="5976">
          <p15:clr>
            <a:srgbClr val="FBAE40"/>
          </p15:clr>
        </p15:guide>
        <p15:guide id="9" pos="6120">
          <p15:clr>
            <a:srgbClr val="FBAE40"/>
          </p15:clr>
        </p15:guide>
        <p15:guide id="10" pos="6696">
          <p15:clr>
            <a:srgbClr val="FBAE40"/>
          </p15:clr>
        </p15:guide>
        <p15:guide id="11" pos="6840">
          <p15:clr>
            <a:srgbClr val="FBAE40"/>
          </p15:clr>
        </p15:guide>
        <p15:guide id="12" pos="8856">
          <p15:clr>
            <a:srgbClr val="FBAE40"/>
          </p15:clr>
        </p15:guide>
        <p15:guide id="13" pos="1656">
          <p15:clr>
            <a:srgbClr val="FBAE40"/>
          </p15:clr>
        </p15:guide>
        <p15:guide id="14" pos="1800">
          <p15:clr>
            <a:srgbClr val="FBAE40"/>
          </p15:clr>
        </p15:guide>
        <p15:guide id="15" pos="2232">
          <p15:clr>
            <a:srgbClr val="FBAE40"/>
          </p15:clr>
        </p15:guide>
        <p15:guide id="16" orient="horz" pos="360">
          <p15:clr>
            <a:srgbClr val="FBAE40"/>
          </p15:clr>
        </p15:guide>
        <p15:guide id="17" orient="horz" pos="1296">
          <p15:clr>
            <a:srgbClr val="FBAE40"/>
          </p15:clr>
        </p15:guide>
        <p15:guide id="18" orient="horz" pos="2592">
          <p15:clr>
            <a:srgbClr val="FBAE40"/>
          </p15:clr>
        </p15:guide>
        <p15:guide id="19" orient="horz" pos="2448">
          <p15:clr>
            <a:srgbClr val="FBAE40"/>
          </p15:clr>
        </p15:guide>
        <p15:guide id="20" orient="horz" pos="2736">
          <p15:clr>
            <a:srgbClr val="FBAE40"/>
          </p15:clr>
        </p15:guide>
        <p15:guide id="21" orient="horz" pos="3888">
          <p15:clr>
            <a:srgbClr val="FBAE40"/>
          </p15:clr>
        </p15:guide>
        <p15:guide id="22" orient="horz" pos="4320">
          <p15:clr>
            <a:srgbClr val="FBAE40"/>
          </p15:clr>
        </p15:guide>
        <p15:guide id="23" orient="horz" pos="4824">
          <p15:clr>
            <a:srgbClr val="FBAE40"/>
          </p15:clr>
        </p15:guide>
        <p15:guide id="24" orient="horz" pos="4680">
          <p15:clr>
            <a:srgbClr val="FBAE40"/>
          </p15:clr>
        </p15:guide>
        <p15:guide id="25" pos="4608">
          <p15:clr>
            <a:srgbClr val="FBAE40"/>
          </p15:clr>
        </p15:guide>
        <p15:guide id="26" orient="horz" pos="496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8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Segoe Sans Display Semibold" pitchFamily="2" charset="0"/>
                <a:cs typeface="Segoe Sans Display Semibold" pitchFamily="2" charset="0"/>
              </a:defRPr>
            </a:lvl1pPr>
          </a:lstStyle>
          <a:p>
            <a:r>
              <a:rPr lang="en-US"/>
              <a:t>Click to edit Master title style</a:t>
            </a:r>
          </a:p>
        </p:txBody>
      </p:sp>
      <p:sp>
        <p:nvSpPr>
          <p:cNvPr id="2" name="Rectangle: Single Corner Rounded 1">
            <a:extLst>
              <a:ext uri="{FF2B5EF4-FFF2-40B4-BE49-F238E27FC236}">
                <a16:creationId xmlns:a16="http://schemas.microsoft.com/office/drawing/2014/main" id="{8300F718-54FA-0F60-6477-C3B2081EF459}"/>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38F7E899-7584-0EDE-88B6-5D5CABB8969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528EA8FC-A99A-B075-3D3D-3725C7A69052}"/>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 name="Isosceles Triangle 5">
            <a:hlinkClick r:id="" action="ppaction://hlinkshowjump?jump=nextslide"/>
            <a:extLst>
              <a:ext uri="{FF2B5EF4-FFF2-40B4-BE49-F238E27FC236}">
                <a16:creationId xmlns:a16="http://schemas.microsoft.com/office/drawing/2014/main" id="{943166D0-A493-CEAD-ECA7-8AFF8E32A703}"/>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rId3" action="ppaction://hlinksldjump"/>
            <a:extLst>
              <a:ext uri="{FF2B5EF4-FFF2-40B4-BE49-F238E27FC236}">
                <a16:creationId xmlns:a16="http://schemas.microsoft.com/office/drawing/2014/main" id="{557AC2D0-2F2C-82AA-7360-5EE934F3406E}"/>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50581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_Gradient_Warm Gray">
    <p:bg>
      <p:bgPr>
        <a:solidFill>
          <a:schemeClr val="bg1"/>
        </a:solidFill>
        <a:effectLst/>
      </p:bgPr>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A83DAD36-086B-87B0-091E-EC03E2CFCA2C}"/>
              </a:ext>
            </a:extLst>
          </p:cNvPr>
          <p:cNvPicPr>
            <a:picLocks noChangeAspect="1"/>
          </p:cNvPicPr>
          <p:nvPr userDrawn="1"/>
        </p:nvPicPr>
        <p:blipFill>
          <a:blip r:embed="rId2"/>
          <a:srcRect t="9590" r="19181" b="9590"/>
          <a:stretch/>
        </p:blipFill>
        <p:spPr>
          <a:xfrm>
            <a:off x="0" y="0"/>
            <a:ext cx="12191998" cy="6857999"/>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7452360"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0" i="0" spc="-50" baseline="0">
                <a:solidFill>
                  <a:schemeClr val="tx1"/>
                </a:solidFill>
                <a:latin typeface="+mj-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1B2DEF80-041D-77FD-B8E8-C078C398FE9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5342565D-CBC1-C9DD-F7C5-511242B2A044}"/>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E32FF796-ADFB-5545-548F-90CDDDC40625}"/>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EEB67BBC-5480-5157-9928-EE34ECDDFF7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rId3" action="ppaction://hlinksldjump"/>
            <a:extLst>
              <a:ext uri="{FF2B5EF4-FFF2-40B4-BE49-F238E27FC236}">
                <a16:creationId xmlns:a16="http://schemas.microsoft.com/office/drawing/2014/main" id="{BAF96844-5EF7-DF0F-3561-4686671DC597}"/>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4992782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Section_Gradient_Warm Gray">
    <p:bg>
      <p:bgPr>
        <a:solidFill>
          <a:schemeClr val="bg1"/>
        </a:solidFill>
        <a:effectLst/>
      </p:bgPr>
    </p:bg>
    <p:spTree>
      <p:nvGrpSpPr>
        <p:cNvPr id="1" name=""/>
        <p:cNvGrpSpPr/>
        <p:nvPr/>
      </p:nvGrpSpPr>
      <p:grpSpPr>
        <a:xfrm>
          <a:off x="0" y="0"/>
          <a:ext cx="0" cy="0"/>
          <a:chOff x="0" y="0"/>
          <a:chExt cx="0" cy="0"/>
        </a:xfrm>
      </p:grpSpPr>
      <p:pic>
        <p:nvPicPr>
          <p:cNvPr id="5" name="Picture 4" descr="A close-up of a colorful spiral&#10;&#10;Description automatically generated">
            <a:extLst>
              <a:ext uri="{FF2B5EF4-FFF2-40B4-BE49-F238E27FC236}">
                <a16:creationId xmlns:a16="http://schemas.microsoft.com/office/drawing/2014/main" id="{FE78A0B7-C38C-EF30-63E1-9BCE12AC5F85}"/>
              </a:ext>
            </a:extLst>
          </p:cNvPr>
          <p:cNvPicPr>
            <a:picLocks noChangeAspect="1"/>
          </p:cNvPicPr>
          <p:nvPr userDrawn="1"/>
        </p:nvPicPr>
        <p:blipFill>
          <a:blip r:embed="rId2"/>
          <a:srcRect r="10287" b="10287"/>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9299448"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B7DA1E5F-0B6E-D84E-A969-54274B041F0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7ECBD64D-391D-DDD5-0999-4B1C2432347A}"/>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45F2B9EF-FA29-7736-674A-BBEF24A2A84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78456457-B645-6B4A-9234-FD13629610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rId3" action="ppaction://hlinksldjump"/>
            <a:extLst>
              <a:ext uri="{FF2B5EF4-FFF2-40B4-BE49-F238E27FC236}">
                <a16:creationId xmlns:a16="http://schemas.microsoft.com/office/drawing/2014/main" id="{909A2849-8DB7-F1AF-08A2-B13986370749}"/>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9403146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2_Section_Gradient_Warm Gray">
    <p:bg>
      <p:bgPr>
        <a:solidFill>
          <a:schemeClr val="bg1"/>
        </a:solidFill>
        <a:effectLst/>
      </p:bgPr>
    </p:bg>
    <p:spTree>
      <p:nvGrpSpPr>
        <p:cNvPr id="1" name=""/>
        <p:cNvGrpSpPr/>
        <p:nvPr/>
      </p:nvGrpSpPr>
      <p:grpSpPr>
        <a:xfrm>
          <a:off x="0" y="0"/>
          <a:ext cx="0" cy="0"/>
          <a:chOff x="0" y="0"/>
          <a:chExt cx="0" cy="0"/>
        </a:xfrm>
      </p:grpSpPr>
      <p:pic>
        <p:nvPicPr>
          <p:cNvPr id="6" name="Picture 5" descr="A close-up of a curved object&#10;&#10;Description automatically generated">
            <a:extLst>
              <a:ext uri="{FF2B5EF4-FFF2-40B4-BE49-F238E27FC236}">
                <a16:creationId xmlns:a16="http://schemas.microsoft.com/office/drawing/2014/main" id="{BC06A425-7693-6E8F-EB7B-6C9814E9168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3531283E-7E05-06D6-CED0-423403AF3C8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F906741F-F457-6312-7C1C-A09F6440F65E}"/>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85E7ACB5-6589-7A26-354C-E93AE4CABE4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C0FF2EFA-C10B-EEC9-6956-36C7BFDE94BF}"/>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rId3" action="ppaction://hlinksldjump"/>
            <a:extLst>
              <a:ext uri="{FF2B5EF4-FFF2-40B4-BE49-F238E27FC236}">
                <a16:creationId xmlns:a16="http://schemas.microsoft.com/office/drawing/2014/main" id="{564C131B-6169-FE63-81DA-06E2313FB04F}"/>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4387370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91440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91440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19758679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5511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1" name="Picture 10" descr="A logo of a company&#10;&#10;Description automatically generated">
            <a:extLst>
              <a:ext uri="{FF2B5EF4-FFF2-40B4-BE49-F238E27FC236}">
                <a16:creationId xmlns:a16="http://schemas.microsoft.com/office/drawing/2014/main" id="{CAE62B93-42FC-5FEC-B67B-BA687583F380}"/>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Tree>
    <p:extLst>
      <p:ext uri="{BB962C8B-B14F-4D97-AF65-F5344CB8AC3E}">
        <p14:creationId xmlns:p14="http://schemas.microsoft.com/office/powerpoint/2010/main" val="32199252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pic>
        <p:nvPicPr>
          <p:cNvPr id="16" name="Picture 15" descr="A logo of a company&#10;&#10;Description automatically generated">
            <a:extLst>
              <a:ext uri="{FF2B5EF4-FFF2-40B4-BE49-F238E27FC236}">
                <a16:creationId xmlns:a16="http://schemas.microsoft.com/office/drawing/2014/main" id="{DD0AF0F7-CB9D-430F-0371-DEAB62BB5B47}"/>
              </a:ext>
            </a:extLst>
          </p:cNvPr>
          <p:cNvPicPr>
            <a:picLocks noChangeAspect="1"/>
          </p:cNvPicPr>
          <p:nvPr userDrawn="1"/>
        </p:nvPicPr>
        <p:blipFill rotWithShape="1">
          <a:blip r:embed="rId3"/>
          <a:srcRect l="12448" t="32535" r="14401" b="28160"/>
          <a:stretch/>
        </p:blipFill>
        <p:spPr>
          <a:xfrm>
            <a:off x="571500" y="581978"/>
            <a:ext cx="1454782" cy="343851"/>
          </a:xfrm>
          <a:prstGeom prst="rect">
            <a:avLst/>
          </a:prstGeom>
        </p:spPr>
      </p:pic>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Rectangle: Single Corner Rounded 2">
            <a:extLst>
              <a:ext uri="{FF2B5EF4-FFF2-40B4-BE49-F238E27FC236}">
                <a16:creationId xmlns:a16="http://schemas.microsoft.com/office/drawing/2014/main" id="{758B2ED8-1F95-9E15-AD78-1640240A5F5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F1A10584-5E85-378F-3690-87D31F7E1D6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E53AD5CD-EA72-71FE-650E-F024476CF131}"/>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305FEDCE-8D88-1C78-28C6-93D3FEFD456D}"/>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rId5" action="ppaction://hlinksldjump"/>
            <a:extLst>
              <a:ext uri="{FF2B5EF4-FFF2-40B4-BE49-F238E27FC236}">
                <a16:creationId xmlns:a16="http://schemas.microsoft.com/office/drawing/2014/main" id="{68337658-7BB2-6A81-B50F-082644C36077}"/>
              </a:ext>
            </a:extLst>
          </p:cNvPr>
          <p:cNvPicPr>
            <a:picLocks noChangeAspect="1"/>
          </p:cNvPicPr>
          <p:nvPr userDrawn="1"/>
        </p:nvPicPr>
        <p:blipFill>
          <a:blip r:embed="rId6">
            <a:extLst>
              <a:ext uri="{96DAC541-7B7A-43D3-8B79-37D633B846F1}">
                <asvg:svgBlip xmlns:asvg="http://schemas.microsoft.com/office/drawing/2016/SVG/main" r:embed="rId7"/>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399443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8263" y="1487825"/>
            <a:ext cx="11018838"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4262844"/>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312">
          <p15:clr>
            <a:srgbClr val="5ACBF0"/>
          </p15:clr>
        </p15:guide>
        <p15:guide id="5" orient="horz" pos="904">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2019300"/>
            <a:ext cx="11025188" cy="2562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280864467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3271689"/>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2482169"/>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D293C66-BD69-5C0F-E3DF-9A40BCFD38DA}"/>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2E6B27AF-6A05-4446-FE86-5C02BDBC24F8}"/>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B6CA7223-94D7-AAFC-DB2E-492B5D8C7A9A}"/>
              </a:ext>
            </a:extLst>
          </p:cNvPr>
          <p:cNvSpPr>
            <a:spLocks noGrp="1"/>
          </p:cNvSpPr>
          <p:nvPr>
            <p:ph type="body" sz="quarter" idx="20"/>
          </p:nvPr>
        </p:nvSpPr>
        <p:spPr>
          <a:xfrm>
            <a:off x="57785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014D9B61-EABE-C786-89C6-3777B6F69C6E}"/>
              </a:ext>
            </a:extLst>
          </p:cNvPr>
          <p:cNvSpPr>
            <a:spLocks noGrp="1"/>
          </p:cNvSpPr>
          <p:nvPr>
            <p:ph type="body" sz="quarter" idx="21"/>
          </p:nvPr>
        </p:nvSpPr>
        <p:spPr>
          <a:xfrm>
            <a:off x="341312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EE9211B1-4748-B663-B342-D6798C5B27B3}"/>
              </a:ext>
            </a:extLst>
          </p:cNvPr>
          <p:cNvSpPr>
            <a:spLocks noGrp="1"/>
          </p:cNvSpPr>
          <p:nvPr>
            <p:ph type="body" sz="quarter" idx="22"/>
          </p:nvPr>
        </p:nvSpPr>
        <p:spPr>
          <a:xfrm>
            <a:off x="6248400"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93AF2857-DAEF-31B4-9CAD-F347CCC41440}"/>
              </a:ext>
            </a:extLst>
          </p:cNvPr>
          <p:cNvSpPr>
            <a:spLocks noGrp="1"/>
          </p:cNvSpPr>
          <p:nvPr>
            <p:ph type="body" sz="quarter" idx="23"/>
          </p:nvPr>
        </p:nvSpPr>
        <p:spPr>
          <a:xfrm>
            <a:off x="9083675" y="1438275"/>
            <a:ext cx="2538413" cy="29432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275875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0E1D4FE1-DFED-1622-32F9-3D015929DFF1}"/>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CB8D4404-C124-7E57-8FB1-BA39742F7A50}"/>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6" name="Text Placeholder 4">
            <a:extLst>
              <a:ext uri="{FF2B5EF4-FFF2-40B4-BE49-F238E27FC236}">
                <a16:creationId xmlns:a16="http://schemas.microsoft.com/office/drawing/2014/main" id="{C6DACF10-6479-7F9D-29E8-1C10401F61D4}"/>
              </a:ext>
            </a:extLst>
          </p:cNvPr>
          <p:cNvSpPr>
            <a:spLocks noGrp="1"/>
          </p:cNvSpPr>
          <p:nvPr>
            <p:ph type="body" sz="quarter" idx="20"/>
          </p:nvPr>
        </p:nvSpPr>
        <p:spPr>
          <a:xfrm>
            <a:off x="577850"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4">
            <a:extLst>
              <a:ext uri="{FF2B5EF4-FFF2-40B4-BE49-F238E27FC236}">
                <a16:creationId xmlns:a16="http://schemas.microsoft.com/office/drawing/2014/main" id="{45D7083F-7CFE-DE24-42E2-444B7CF03635}"/>
              </a:ext>
            </a:extLst>
          </p:cNvPr>
          <p:cNvSpPr>
            <a:spLocks noGrp="1"/>
          </p:cNvSpPr>
          <p:nvPr>
            <p:ph type="body" sz="quarter" idx="21"/>
          </p:nvPr>
        </p:nvSpPr>
        <p:spPr>
          <a:xfrm>
            <a:off x="284956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5DDD545C-8D59-ABDC-9942-F25E1B5C9D06}"/>
              </a:ext>
            </a:extLst>
          </p:cNvPr>
          <p:cNvSpPr>
            <a:spLocks noGrp="1"/>
          </p:cNvSpPr>
          <p:nvPr>
            <p:ph type="body" sz="quarter" idx="22"/>
          </p:nvPr>
        </p:nvSpPr>
        <p:spPr>
          <a:xfrm>
            <a:off x="5103813"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B9EBAB35-9342-2545-2284-5BE24D05B2AA}"/>
              </a:ext>
            </a:extLst>
          </p:cNvPr>
          <p:cNvSpPr>
            <a:spLocks noGrp="1"/>
          </p:cNvSpPr>
          <p:nvPr>
            <p:ph type="body" sz="quarter" idx="23"/>
          </p:nvPr>
        </p:nvSpPr>
        <p:spPr>
          <a:xfrm>
            <a:off x="7375525"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E256F632-FA49-CD1A-8D2B-CB70CC3EE498}"/>
              </a:ext>
            </a:extLst>
          </p:cNvPr>
          <p:cNvSpPr>
            <a:spLocks noGrp="1"/>
          </p:cNvSpPr>
          <p:nvPr>
            <p:ph type="body" sz="quarter" idx="24"/>
          </p:nvPr>
        </p:nvSpPr>
        <p:spPr>
          <a:xfrm>
            <a:off x="9647237" y="1438275"/>
            <a:ext cx="1978025" cy="1631216"/>
          </a:xfrm>
          <a:prstGeom prst="rect">
            <a:avLst/>
          </a:prstGeom>
        </p:spPr>
        <p:txBody>
          <a:bodyPr/>
          <a:lstStyle>
            <a:lvl1pPr>
              <a:defRPr sz="1600"/>
            </a:lvl1pPr>
            <a:lvl2pPr>
              <a:defRPr sz="14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9601773"/>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Tree>
    <p:extLst>
      <p:ext uri="{BB962C8B-B14F-4D97-AF65-F5344CB8AC3E}">
        <p14:creationId xmlns:p14="http://schemas.microsoft.com/office/powerpoint/2010/main" val="365178134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w beig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0D2C7A-4F5B-353D-0C06-7346A8207B45}"/>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a:xfrm>
            <a:off x="576072" y="391414"/>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gradFill>
                  <a:gsLst>
                    <a:gs pos="2874">
                      <a:schemeClr val="accent1"/>
                    </a:gs>
                    <a:gs pos="71000">
                      <a:schemeClr val="accent4"/>
                    </a:gs>
                    <a:gs pos="100000">
                      <a:schemeClr val="accent2"/>
                    </a:gs>
                  </a:gsLst>
                  <a:lin ang="0" scaled="1"/>
                </a:gradFill>
                <a:effectLst/>
                <a:latin typeface="+mj-lt"/>
                <a:ea typeface="+mj-ea"/>
                <a:cs typeface="+mj-cs"/>
              </a:defRPr>
            </a:lvl1pPr>
          </a:lstStyle>
          <a:p>
            <a:r>
              <a:rPr lang="en-US"/>
              <a:t>Click to edit Master title style</a:t>
            </a:r>
          </a:p>
        </p:txBody>
      </p:sp>
      <p:sp>
        <p:nvSpPr>
          <p:cNvPr id="3" name="Rectangle: Single Corner Rounded 2">
            <a:extLst>
              <a:ext uri="{FF2B5EF4-FFF2-40B4-BE49-F238E27FC236}">
                <a16:creationId xmlns:a16="http://schemas.microsoft.com/office/drawing/2014/main" id="{7F3DBCB9-091E-64E7-9024-924C0419DCE8}"/>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04A0ACFB-F961-A014-386B-ECF382E3A025}"/>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ECFB7F0D-154E-F599-E9CD-E5B860162C22}"/>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F31A2294-3704-9C17-00A3-5E7F5B13B2AD}"/>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rId2" action="ppaction://hlinksldjump"/>
            <a:extLst>
              <a:ext uri="{FF2B5EF4-FFF2-40B4-BE49-F238E27FC236}">
                <a16:creationId xmlns:a16="http://schemas.microsoft.com/office/drawing/2014/main" id="{B28B5922-6563-F0FD-8795-8108550FB03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79670450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onl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vert="horz" wrap="square" lIns="0" tIns="45720" rIns="0" bIns="0" rtlCol="0">
            <a:spAutoFit/>
          </a:bodyPr>
          <a:lstStyle>
            <a:lvl1pPr>
              <a:defRPr lang="en-US" dirty="0">
                <a:latin typeface="+mn-lt"/>
              </a:defRPr>
            </a:lvl1pPr>
          </a:lstStyle>
          <a:p>
            <a:pPr lvl="0"/>
            <a:r>
              <a:rPr lang="en-US"/>
              <a:t>Subtitle</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Tree>
    <p:extLst>
      <p:ext uri="{BB962C8B-B14F-4D97-AF65-F5344CB8AC3E}">
        <p14:creationId xmlns:p14="http://schemas.microsoft.com/office/powerpoint/2010/main" val="327447772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w beige bg subtitl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Lst>
          </p:cNvPr>
          <p:cNvGrpSpPr/>
          <p:nvPr userDrawn="1"/>
        </p:nvGrpSpPr>
        <p:grpSpPr>
          <a:xfrm>
            <a:off x="0"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719"/>
              <a:ext cx="12188952" cy="133281"/>
            </a:xfrm>
            <a:prstGeom prst="roundRect">
              <a:avLst>
                <a:gd name="adj" fmla="val 0"/>
              </a:avLst>
            </a:prstGeom>
          </p:spPr>
        </p:pic>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
        <p:nvSpPr>
          <p:cNvPr id="2" name="Rectangle: Single Corner Rounded 1">
            <a:extLst>
              <a:ext uri="{FF2B5EF4-FFF2-40B4-BE49-F238E27FC236}">
                <a16:creationId xmlns:a16="http://schemas.microsoft.com/office/drawing/2014/main" id="{D2481967-D510-2C9B-AF33-B2CF91E1A8F8}"/>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70A396F1-112F-15B3-C82A-E461FC744DAF}"/>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9538267E-0363-5E4F-6768-A49EC7BFBFA9}"/>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7FAADF89-CB76-6AD1-6A51-D486F82AA15F}"/>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rId3" action="ppaction://hlinksldjump"/>
            <a:extLst>
              <a:ext uri="{FF2B5EF4-FFF2-40B4-BE49-F238E27FC236}">
                <a16:creationId xmlns:a16="http://schemas.microsoft.com/office/drawing/2014/main" id="{DC7123A5-9A6B-2145-5731-EEB51A5D59FB}"/>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75815833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30269795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alf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5219891"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5219891"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9660514"/>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alf content on bei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84666"/>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26670192"/>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719"/>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Single Corner Rounded 6">
            <a:extLst>
              <a:ext uri="{FF2B5EF4-FFF2-40B4-BE49-F238E27FC236}">
                <a16:creationId xmlns:a16="http://schemas.microsoft.com/office/drawing/2014/main" id="{5A7D2368-3C2D-37B2-A2AC-BFB4AA4E14EC}"/>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9" name="Straight Connector 8">
            <a:extLst>
              <a:ext uri="{FF2B5EF4-FFF2-40B4-BE49-F238E27FC236}">
                <a16:creationId xmlns:a16="http://schemas.microsoft.com/office/drawing/2014/main" id="{7EFDC503-4B2B-7AA8-2F1C-1217F07EAE1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9FF17851-8442-0F46-81A2-0CE4E9764680}"/>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DCF63050-A229-DF5B-344F-3034F467A5E5}"/>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rId4" action="ppaction://hlinksldjump"/>
            <a:extLst>
              <a:ext uri="{FF2B5EF4-FFF2-40B4-BE49-F238E27FC236}">
                <a16:creationId xmlns:a16="http://schemas.microsoft.com/office/drawing/2014/main" id="{808CC916-100F-93AA-1B0A-D65C7B77BFF3}"/>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60950174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792480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3B0115F8-0692-C4F4-4C0A-0A3BCD68357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719"/>
            <a:ext cx="12188952" cy="133281"/>
          </a:xfrm>
          <a:prstGeom prst="roundRect">
            <a:avLst>
              <a:gd name="adj" fmla="val 0"/>
            </a:avLst>
          </a:prstGeom>
        </p:spPr>
      </p:pic>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2" y="512064"/>
            <a:ext cx="7043927"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7043927"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Single Corner Rounded 6">
            <a:extLst>
              <a:ext uri="{FF2B5EF4-FFF2-40B4-BE49-F238E27FC236}">
                <a16:creationId xmlns:a16="http://schemas.microsoft.com/office/drawing/2014/main" id="{A7A6CA99-8EA8-3872-52B6-761D74010818}"/>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9" name="Straight Connector 8">
            <a:extLst>
              <a:ext uri="{FF2B5EF4-FFF2-40B4-BE49-F238E27FC236}">
                <a16:creationId xmlns:a16="http://schemas.microsoft.com/office/drawing/2014/main" id="{98CE3142-633E-0847-B776-91B95911ECE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CDB3D5A9-03FC-E86D-8C21-C59B5D07072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68DBB1E1-64A9-98C9-459B-F7C94C2B1CD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rId4" action="ppaction://hlinksldjump"/>
            <a:extLst>
              <a:ext uri="{FF2B5EF4-FFF2-40B4-BE49-F238E27FC236}">
                <a16:creationId xmlns:a16="http://schemas.microsoft.com/office/drawing/2014/main" id="{65246551-DC5D-0E94-9564-BE29F9EB87F8}"/>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349391922"/>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with 3 column campion role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8939FF-95FE-75CB-F489-D4BC74F1F5E2}"/>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Rectangle: Rounded Corners 12">
            <a:extLst>
              <a:ext uri="{FF2B5EF4-FFF2-40B4-BE49-F238E27FC236}">
                <a16:creationId xmlns:a16="http://schemas.microsoft.com/office/drawing/2014/main" id="{2DA8776D-5FDE-520C-3728-BC0EF2250115}"/>
              </a:ext>
            </a:extLst>
          </p:cNvPr>
          <p:cNvSpPr/>
          <p:nvPr userDrawn="1"/>
        </p:nvSpPr>
        <p:spPr>
          <a:xfrm>
            <a:off x="534763" y="2204047"/>
            <a:ext cx="3566160" cy="3968147"/>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12" name="Rectangle: Rounded Corners 11">
            <a:extLst>
              <a:ext uri="{FF2B5EF4-FFF2-40B4-BE49-F238E27FC236}">
                <a16:creationId xmlns:a16="http://schemas.microsoft.com/office/drawing/2014/main" id="{ACB68627-6F34-E3B1-FFDB-3A2662E90477}"/>
              </a:ext>
            </a:extLst>
          </p:cNvPr>
          <p:cNvSpPr/>
          <p:nvPr userDrawn="1"/>
        </p:nvSpPr>
        <p:spPr>
          <a:xfrm>
            <a:off x="4311396" y="2204047"/>
            <a:ext cx="3566160" cy="3968147"/>
          </a:xfrm>
          <a:prstGeom prst="roundRect">
            <a:avLst>
              <a:gd name="adj" fmla="val 3450"/>
            </a:avLst>
          </a:prstGeom>
          <a:solidFill>
            <a:schemeClr val="bg1">
              <a:alpha val="80000"/>
            </a:schemeClr>
          </a:solidFill>
          <a:ln w="12700">
            <a:solidFill>
              <a:schemeClr val="accent4"/>
            </a:solid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lvl="0"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15" name="Rectangle: Rounded Corners 14">
            <a:extLst>
              <a:ext uri="{FF2B5EF4-FFF2-40B4-BE49-F238E27FC236}">
                <a16:creationId xmlns:a16="http://schemas.microsoft.com/office/drawing/2014/main" id="{3BAA2EC5-18B2-B6D1-49E2-46B90C899EE3}"/>
              </a:ext>
            </a:extLst>
          </p:cNvPr>
          <p:cNvSpPr/>
          <p:nvPr userDrawn="1"/>
        </p:nvSpPr>
        <p:spPr>
          <a:xfrm>
            <a:off x="8028432" y="2204048"/>
            <a:ext cx="3566160" cy="3968147"/>
          </a:xfrm>
          <a:prstGeom prst="roundRect">
            <a:avLst>
              <a:gd name="adj" fmla="val 3435"/>
            </a:avLst>
          </a:prstGeom>
          <a:solidFill>
            <a:schemeClr val="accent3">
              <a:lumMod val="20000"/>
              <a:lumOff val="8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pic>
        <p:nvPicPr>
          <p:cNvPr id="6" name="Picture 5" descr="A colorful gradient going from darker blue on the left side to light blue to magenta to orange on the right side">
            <a:extLst>
              <a:ext uri="{FF2B5EF4-FFF2-40B4-BE49-F238E27FC236}">
                <a16:creationId xmlns:a16="http://schemas.microsoft.com/office/drawing/2014/main" id="{CC99E8CB-8095-F5BB-9985-F31C4460798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itle 1">
            <a:extLst>
              <a:ext uri="{FF2B5EF4-FFF2-40B4-BE49-F238E27FC236}">
                <a16:creationId xmlns:a16="http://schemas.microsoft.com/office/drawing/2014/main" id="{21DD7956-443E-F5C1-6303-7AD831D7A0C6}"/>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82EC56D0-8F4A-7DC2-7ACA-D873C5875A74}"/>
              </a:ext>
            </a:extLst>
          </p:cNvPr>
          <p:cNvSpPr>
            <a:spLocks noGrp="1"/>
          </p:cNvSpPr>
          <p:nvPr>
            <p:ph sz="quarter" idx="13"/>
          </p:nvPr>
        </p:nvSpPr>
        <p:spPr>
          <a:xfrm>
            <a:off x="4311396" y="2204047"/>
            <a:ext cx="3566160" cy="3768489"/>
          </a:xfrm>
          <a:prstGeom prst="rect">
            <a:avLst/>
          </a:prstGeom>
        </p:spPr>
        <p:txBody>
          <a:bodyPr lIns="182880" tIns="182880" rIns="182880" bIns="182880">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BAD520BF-9D63-2920-37CE-85C32918A2FA}"/>
              </a:ext>
            </a:extLst>
          </p:cNvPr>
          <p:cNvSpPr>
            <a:spLocks noGrp="1"/>
          </p:cNvSpPr>
          <p:nvPr>
            <p:ph sz="quarter" idx="14"/>
          </p:nvPr>
        </p:nvSpPr>
        <p:spPr>
          <a:xfrm>
            <a:off x="8028432" y="2219324"/>
            <a:ext cx="3566160" cy="3768489"/>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8">
            <a:extLst>
              <a:ext uri="{FF2B5EF4-FFF2-40B4-BE49-F238E27FC236}">
                <a16:creationId xmlns:a16="http://schemas.microsoft.com/office/drawing/2014/main" id="{DA9461E6-CB69-F6EE-E673-FB175343ED55}"/>
              </a:ext>
            </a:extLst>
          </p:cNvPr>
          <p:cNvSpPr>
            <a:spLocks noGrp="1"/>
          </p:cNvSpPr>
          <p:nvPr>
            <p:ph sz="quarter" idx="15"/>
          </p:nvPr>
        </p:nvSpPr>
        <p:spPr>
          <a:xfrm>
            <a:off x="542701" y="2204047"/>
            <a:ext cx="3566159" cy="3768489"/>
          </a:xfrm>
          <a:prstGeom prst="rect">
            <a:avLst/>
          </a:prstGeom>
          <a:noFill/>
          <a:ln w="12700">
            <a:noFill/>
          </a:ln>
          <a:effectLst>
            <a:outerShdw blurRad="285750" dist="95250" dir="3240000" algn="ctr" rotWithShape="0">
              <a:schemeClr val="accent3">
                <a:alpha val="15000"/>
              </a:schemeClr>
            </a:outerShdw>
          </a:effectLst>
        </p:spPr>
        <p:txBody>
          <a:bodyPr lIns="182880" tIns="182880" rIns="182880" bIns="182880" numCol="1">
            <a:noAutofit/>
          </a:bodyPr>
          <a:lstStyle>
            <a:lvl1pPr>
              <a:defRPr sz="1600"/>
            </a:lvl1pPr>
            <a:lvl2pPr>
              <a:defRPr sz="1200"/>
            </a:lvl2pPr>
            <a:lvl3pPr marL="201168" indent="-201168">
              <a:buFont typeface="Arial" panose="020B0604020202020204" pitchFamily="34" charset="0"/>
              <a:buChar char="•"/>
              <a:defRPr sz="1200"/>
            </a:lvl3pPr>
            <a:lvl4pPr marL="402336" indent="-201168">
              <a:buFont typeface="Arial" panose="020B0604020202020204" pitchFamily="34" charset="0"/>
              <a:buChar char="•"/>
              <a:defRPr sz="1100"/>
            </a:lvl4pPr>
            <a:lvl5pPr marL="603504" indent="-201168">
              <a:spcAft>
                <a:spcPts val="300"/>
              </a:spcAft>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Single Corner Rounded 2">
            <a:extLst>
              <a:ext uri="{FF2B5EF4-FFF2-40B4-BE49-F238E27FC236}">
                <a16:creationId xmlns:a16="http://schemas.microsoft.com/office/drawing/2014/main" id="{BC732C56-ED2E-0A3B-06A2-AC30ED382C54}"/>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0F29852D-7B7A-BBB6-D40C-4541D67DAA9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E6DAF8E7-D37C-89CA-BB88-EB251011DC4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9653F409-769E-6A6C-356C-D6D8209A157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rId3" action="ppaction://hlinksldjump"/>
            <a:extLst>
              <a:ext uri="{FF2B5EF4-FFF2-40B4-BE49-F238E27FC236}">
                <a16:creationId xmlns:a16="http://schemas.microsoft.com/office/drawing/2014/main" id="{652C157A-5D01-6359-0BC3-B4A62179D248}"/>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624542575"/>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ssion Case Study with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sp>
        <p:nvSpPr>
          <p:cNvPr id="16" name="Diagonal Stripe 10">
            <a:extLst>
              <a:ext uri="{FF2B5EF4-FFF2-40B4-BE49-F238E27FC236}">
                <a16:creationId xmlns:a16="http://schemas.microsoft.com/office/drawing/2014/main" id="{39F31FDD-DE45-C499-E791-BFFB7B25E3D2}"/>
              </a:ext>
              <a:ext uri="{C183D7F6-B498-43B3-948B-1728B52AA6E4}">
                <adec:decorative xmlns:adec="http://schemas.microsoft.com/office/drawing/2017/decorative" val="1"/>
              </a:ext>
            </a:extLst>
          </p:cNvPr>
          <p:cNvSpPr/>
          <p:nvPr userDrawn="1"/>
        </p:nvSpPr>
        <p:spPr bwMode="auto">
          <a:xfrm rot="5400000">
            <a:off x="10893594" y="-79215"/>
            <a:ext cx="1219186" cy="1377615"/>
          </a:xfrm>
          <a:prstGeom prst="diagStripe">
            <a:avLst/>
          </a:prstGeom>
          <a:solidFill>
            <a:schemeClr val="bg1"/>
          </a:solidFill>
          <a:ln w="10795" cap="flat" cmpd="sng" algn="ctr">
            <a:noFill/>
            <a:prstDash val="solid"/>
          </a:ln>
          <a:effectLst>
            <a:outerShdw blurRad="152400" sx="101000" sy="101000" algn="tl" rotWithShape="0">
              <a:prstClr val="black">
                <a:alpha val="29000"/>
              </a:prstClr>
            </a:outerShdw>
          </a:effectLst>
        </p:spPr>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de-AT" sz="2000">
              <a:solidFill>
                <a:schemeClr val="accent1"/>
              </a:solidFill>
              <a:latin typeface="Segoe Sans Display" pitchFamily="2" charset="0"/>
              <a:cs typeface="Segoe Sans Display" pitchFamily="2" charset="0"/>
            </a:endParaRP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Rectangle: Single Corner Rounded 5">
            <a:extLst>
              <a:ext uri="{FF2B5EF4-FFF2-40B4-BE49-F238E27FC236}">
                <a16:creationId xmlns:a16="http://schemas.microsoft.com/office/drawing/2014/main" id="{E845F47E-F8B8-2F10-A575-4C26F81C295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F778DE5D-64F7-A7FF-FC5F-D5C85829400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87082224-68CF-42A7-EE72-D9A06FDBB33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7" name="Isosceles Triangle 16">
            <a:hlinkClick r:id="" action="ppaction://hlinkshowjump?jump=nextslide"/>
            <a:extLst>
              <a:ext uri="{FF2B5EF4-FFF2-40B4-BE49-F238E27FC236}">
                <a16:creationId xmlns:a16="http://schemas.microsoft.com/office/drawing/2014/main" id="{0DEE8651-3D56-7F5B-E2F0-F90A4B47951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0" name="Graphic 19" descr="Home outline">
            <a:hlinkClick r:id="rId4" action="ppaction://hlinksldjump"/>
            <a:extLst>
              <a:ext uri="{FF2B5EF4-FFF2-40B4-BE49-F238E27FC236}">
                <a16:creationId xmlns:a16="http://schemas.microsoft.com/office/drawing/2014/main" id="{1D553159-0E05-FC12-C3AE-4B63ADD543B1}"/>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038682055"/>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ssion Case Study w/o corner ribb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FE0D29-0398-FECD-00AE-5D59AF674FAA}"/>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flipH="1">
            <a:off x="0" y="0"/>
            <a:ext cx="12191999" cy="6857999"/>
          </a:xfrm>
          <a:prstGeom prst="rect">
            <a:avLst/>
          </a:prstGeom>
        </p:spPr>
      </p:pic>
      <p:sp>
        <p:nvSpPr>
          <p:cNvPr id="15" name="Rectangle 14">
            <a:extLst>
              <a:ext uri="{FF2B5EF4-FFF2-40B4-BE49-F238E27FC236}">
                <a16:creationId xmlns:a16="http://schemas.microsoft.com/office/drawing/2014/main" id="{D3D3FF86-8B4C-BF42-921D-2525CFEB1071}"/>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Sans Display" pitchFamily="2" charset="0"/>
            </a:endParaRPr>
          </a:p>
        </p:txBody>
      </p:sp>
      <p:sp>
        <p:nvSpPr>
          <p:cNvPr id="4" name="Rectangle: Rounded Corners 30">
            <a:extLst>
              <a:ext uri="{FF2B5EF4-FFF2-40B4-BE49-F238E27FC236}">
                <a16:creationId xmlns:a16="http://schemas.microsoft.com/office/drawing/2014/main" id="{EF2D0231-F003-E2C8-4E38-4B20209B3F0C}"/>
              </a:ext>
              <a:ext uri="{C183D7F6-B498-43B3-948B-1728B52AA6E4}">
                <adec:decorative xmlns:adec="http://schemas.microsoft.com/office/drawing/2017/decorative" val="1"/>
              </a:ext>
            </a:extLst>
          </p:cNvPr>
          <p:cNvSpPr/>
          <p:nvPr userDrawn="1"/>
        </p:nvSpPr>
        <p:spPr bwMode="auto">
          <a:xfrm>
            <a:off x="4688586" y="505875"/>
            <a:ext cx="7078980" cy="5805714"/>
          </a:xfrm>
          <a:prstGeom prst="roundRect">
            <a:avLst>
              <a:gd name="adj" fmla="val 3388"/>
            </a:avLst>
          </a:prstGeom>
          <a:solidFill>
            <a:schemeClr val="bg1">
              <a:alpha val="65000"/>
            </a:schemeClr>
          </a:solidFill>
          <a:ln w="12700">
            <a:noFill/>
            <a:headEnd type="none" w="med" len="med"/>
            <a:tailEnd type="none" w="med" len="med"/>
          </a:ln>
          <a:effectLst>
            <a:outerShdw blurRad="285750" dist="95250" dir="3180000" algn="ctr" rotWithShape="0">
              <a:srgbClr val="000000">
                <a:alpha val="16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400">
              <a:lnSpc>
                <a:spcPct val="90000"/>
              </a:lnSpc>
              <a:spcBef>
                <a:spcPts val="600"/>
              </a:spcBef>
              <a:spcAft>
                <a:spcPts val="600"/>
              </a:spcAft>
              <a:buClr>
                <a:srgbClr val="243A5E"/>
              </a:buClr>
              <a:buSzPct val="110000"/>
            </a:pPr>
            <a:endParaRPr lang="en-US" sz="1200">
              <a:solidFill>
                <a:srgbClr val="000000"/>
              </a:solidFill>
              <a:latin typeface="Segoe Sans Display" pitchFamily="2" charset="0"/>
              <a:cs typeface="Segoe Sans Display Semibold" pitchFamily="2" charset="0"/>
            </a:endParaRPr>
          </a:p>
        </p:txBody>
      </p:sp>
      <p:sp>
        <p:nvSpPr>
          <p:cNvPr id="26" name="Title 25">
            <a:extLst>
              <a:ext uri="{FF2B5EF4-FFF2-40B4-BE49-F238E27FC236}">
                <a16:creationId xmlns:a16="http://schemas.microsoft.com/office/drawing/2014/main" id="{36BA4A26-76EC-BFFD-623A-5C1B12145C83}"/>
              </a:ext>
            </a:extLst>
          </p:cNvPr>
          <p:cNvSpPr>
            <a:spLocks noGrp="1"/>
          </p:cNvSpPr>
          <p:nvPr>
            <p:ph type="title"/>
          </p:nvPr>
        </p:nvSpPr>
        <p:spPr>
          <a:xfrm>
            <a:off x="576073" y="503840"/>
            <a:ext cx="3481578" cy="1310412"/>
          </a:xfrm>
        </p:spPr>
        <p:txBody>
          <a:bodyPr>
            <a:noAutofit/>
          </a:bodyPr>
          <a:lstStyle>
            <a:lvl1pPr>
              <a:defRPr sz="2800" spc="-50" baseline="0"/>
            </a:lvl1pPr>
          </a:lstStyle>
          <a:p>
            <a:r>
              <a:rPr lang="en-US"/>
              <a:t>Click to edit Master title style</a:t>
            </a:r>
          </a:p>
        </p:txBody>
      </p:sp>
      <p:sp>
        <p:nvSpPr>
          <p:cNvPr id="21" name="TextBox 20">
            <a:extLst>
              <a:ext uri="{FF2B5EF4-FFF2-40B4-BE49-F238E27FC236}">
                <a16:creationId xmlns:a16="http://schemas.microsoft.com/office/drawing/2014/main" id="{58D9E3DC-DBB3-E783-66C6-1CE56D439EF2}"/>
              </a:ext>
            </a:extLst>
          </p:cNvPr>
          <p:cNvSpPr txBox="1"/>
          <p:nvPr userDrawn="1"/>
        </p:nvSpPr>
        <p:spPr>
          <a:xfrm>
            <a:off x="556419" y="2018854"/>
            <a:ext cx="852093"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Preparation:</a:t>
            </a:r>
          </a:p>
        </p:txBody>
      </p:sp>
      <p:sp>
        <p:nvSpPr>
          <p:cNvPr id="8" name="Text Placeholder 3">
            <a:extLst>
              <a:ext uri="{FF2B5EF4-FFF2-40B4-BE49-F238E27FC236}">
                <a16:creationId xmlns:a16="http://schemas.microsoft.com/office/drawing/2014/main" id="{48E6EA0C-C6EA-88A6-62F6-49213F1DEA6A}"/>
              </a:ext>
            </a:extLst>
          </p:cNvPr>
          <p:cNvSpPr>
            <a:spLocks noGrp="1"/>
          </p:cNvSpPr>
          <p:nvPr>
            <p:ph type="body" sz="quarter" idx="15"/>
          </p:nvPr>
        </p:nvSpPr>
        <p:spPr>
          <a:xfrm>
            <a:off x="1645444" y="2018854"/>
            <a:ext cx="2412208"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2" name="TextBox 21">
            <a:extLst>
              <a:ext uri="{FF2B5EF4-FFF2-40B4-BE49-F238E27FC236}">
                <a16:creationId xmlns:a16="http://schemas.microsoft.com/office/drawing/2014/main" id="{28E29651-B3B9-0C23-E2DC-24A48A17C929}"/>
              </a:ext>
            </a:extLst>
          </p:cNvPr>
          <p:cNvSpPr txBox="1"/>
          <p:nvPr userDrawn="1"/>
        </p:nvSpPr>
        <p:spPr>
          <a:xfrm>
            <a:off x="556419" y="2334828"/>
            <a:ext cx="608949"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Delivery:</a:t>
            </a:r>
          </a:p>
        </p:txBody>
      </p:sp>
      <p:sp>
        <p:nvSpPr>
          <p:cNvPr id="11" name="Text Placeholder 3">
            <a:extLst>
              <a:ext uri="{FF2B5EF4-FFF2-40B4-BE49-F238E27FC236}">
                <a16:creationId xmlns:a16="http://schemas.microsoft.com/office/drawing/2014/main" id="{2971A7EC-2A4A-4884-EEF4-5CE98EAB8128}"/>
              </a:ext>
            </a:extLst>
          </p:cNvPr>
          <p:cNvSpPr>
            <a:spLocks noGrp="1"/>
          </p:cNvSpPr>
          <p:nvPr>
            <p:ph type="body" sz="quarter" idx="16"/>
          </p:nvPr>
        </p:nvSpPr>
        <p:spPr>
          <a:xfrm>
            <a:off x="1645444" y="2334828"/>
            <a:ext cx="2412207" cy="184666"/>
          </a:xfrm>
          <a:prstGeom prst="rect">
            <a:avLst/>
          </a:prstGeom>
        </p:spPr>
        <p:txBody>
          <a:bodyPr wrap="square" tIns="0" rIns="0" bIns="0" anchor="ctr" anchorCtr="0">
            <a:noAutofit/>
          </a:bodyPr>
          <a:lstStyle>
            <a:lvl1pPr marL="0" indent="0">
              <a:lnSpc>
                <a:spcPct val="100000"/>
              </a:lnSpc>
              <a:spcBef>
                <a:spcPts val="1224"/>
              </a:spcBef>
              <a:buClr>
                <a:schemeClr val="tx1"/>
              </a:buClr>
              <a:buFont typeface="Wingdings" panose="05000000000000000000" pitchFamily="2" charset="2"/>
              <a:buNone/>
              <a:defRPr sz="1200" b="0" spc="0" baseline="0">
                <a:solidFill>
                  <a:schemeClr val="tx1"/>
                </a:solidFill>
                <a:latin typeface="Segoe Sans Display" pitchFamily="2" charset="0"/>
                <a:cs typeface="Segoe Pro" panose="020B0604020202020204" pitchFamily="34" charset="0"/>
              </a:defRPr>
            </a:lvl1pPr>
            <a:lvl2pPr marL="427038" indent="-171450">
              <a:buFont typeface="Wingdings" panose="05000000000000000000" pitchFamily="2" charset="2"/>
              <a:buNone/>
              <a:defRPr sz="1400" b="0">
                <a:solidFill>
                  <a:schemeClr val="bg1"/>
                </a:solidFill>
              </a:defRPr>
            </a:lvl2pPr>
            <a:lvl3pPr marL="639763" indent="-188913">
              <a:buFont typeface="Wingdings" panose="05000000000000000000" pitchFamily="2" charset="2"/>
              <a:buNone/>
              <a:tabLst/>
              <a:defRPr sz="1400" b="0">
                <a:solidFill>
                  <a:schemeClr val="bg1"/>
                </a:solidFill>
              </a:defRPr>
            </a:lvl3pPr>
            <a:lvl4pPr marL="828675" indent="-176213">
              <a:buFont typeface="Wingdings" panose="05000000000000000000" pitchFamily="2" charset="2"/>
              <a:buNone/>
              <a:defRPr sz="1400" b="0">
                <a:solidFill>
                  <a:schemeClr val="bg1"/>
                </a:solidFill>
              </a:defRPr>
            </a:lvl4pPr>
            <a:lvl5pPr marL="1023938" indent="-169863">
              <a:buFont typeface="Wingdings" panose="05000000000000000000" pitchFamily="2" charset="2"/>
              <a:buNone/>
              <a:tabLst/>
              <a:defRPr sz="1400" b="0">
                <a:solidFill>
                  <a:schemeClr val="bg1"/>
                </a:solidFill>
              </a:defRPr>
            </a:lvl5pPr>
          </a:lstStyle>
          <a:p>
            <a:pPr lvl="0"/>
            <a:r>
              <a:rPr lang="en-US"/>
              <a:t>Click to edit Master text styles</a:t>
            </a:r>
          </a:p>
        </p:txBody>
      </p:sp>
      <p:sp>
        <p:nvSpPr>
          <p:cNvPr id="25" name="TextBox 24">
            <a:extLst>
              <a:ext uri="{FF2B5EF4-FFF2-40B4-BE49-F238E27FC236}">
                <a16:creationId xmlns:a16="http://schemas.microsoft.com/office/drawing/2014/main" id="{1F89F22E-B799-0FF5-458E-E50FA6349F4A}"/>
              </a:ext>
            </a:extLst>
          </p:cNvPr>
          <p:cNvSpPr txBox="1"/>
          <p:nvPr userDrawn="1"/>
        </p:nvSpPr>
        <p:spPr>
          <a:xfrm>
            <a:off x="556419" y="2650802"/>
            <a:ext cx="705834"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Summary:</a:t>
            </a:r>
          </a:p>
        </p:txBody>
      </p:sp>
      <p:sp>
        <p:nvSpPr>
          <p:cNvPr id="7" name="Text Placeholder 3">
            <a:extLst>
              <a:ext uri="{FF2B5EF4-FFF2-40B4-BE49-F238E27FC236}">
                <a16:creationId xmlns:a16="http://schemas.microsoft.com/office/drawing/2014/main" id="{522E7AA6-4819-8A02-C48C-29D6E3AD72D5}"/>
              </a:ext>
            </a:extLst>
          </p:cNvPr>
          <p:cNvSpPr>
            <a:spLocks noGrp="1"/>
          </p:cNvSpPr>
          <p:nvPr>
            <p:ph type="body" sz="quarter" idx="10"/>
          </p:nvPr>
        </p:nvSpPr>
        <p:spPr>
          <a:xfrm>
            <a:off x="556421" y="289044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18" name="TextBox 17">
            <a:extLst>
              <a:ext uri="{FF2B5EF4-FFF2-40B4-BE49-F238E27FC236}">
                <a16:creationId xmlns:a16="http://schemas.microsoft.com/office/drawing/2014/main" id="{B8A0FA93-18B9-BD01-8981-46D51869E49A}"/>
              </a:ext>
            </a:extLst>
          </p:cNvPr>
          <p:cNvSpPr txBox="1"/>
          <p:nvPr userDrawn="1"/>
        </p:nvSpPr>
        <p:spPr>
          <a:xfrm>
            <a:off x="549275" y="4780981"/>
            <a:ext cx="1714499"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Customer resources</a:t>
            </a:r>
          </a:p>
        </p:txBody>
      </p:sp>
      <p:sp>
        <p:nvSpPr>
          <p:cNvPr id="10" name="Text Placeholder 9">
            <a:extLst>
              <a:ext uri="{FF2B5EF4-FFF2-40B4-BE49-F238E27FC236}">
                <a16:creationId xmlns:a16="http://schemas.microsoft.com/office/drawing/2014/main" id="{C996942E-E982-4695-91C8-296676E06061}"/>
              </a:ext>
            </a:extLst>
          </p:cNvPr>
          <p:cNvSpPr>
            <a:spLocks noGrp="1"/>
          </p:cNvSpPr>
          <p:nvPr>
            <p:ph type="body" sz="quarter" idx="13"/>
          </p:nvPr>
        </p:nvSpPr>
        <p:spPr>
          <a:xfrm>
            <a:off x="549274"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19" name="TextBox 18">
            <a:extLst>
              <a:ext uri="{FF2B5EF4-FFF2-40B4-BE49-F238E27FC236}">
                <a16:creationId xmlns:a16="http://schemas.microsoft.com/office/drawing/2014/main" id="{5074AE67-07F7-ED0E-CC1D-F592BD9B98FE}"/>
              </a:ext>
            </a:extLst>
          </p:cNvPr>
          <p:cNvSpPr txBox="1"/>
          <p:nvPr userDrawn="1"/>
        </p:nvSpPr>
        <p:spPr>
          <a:xfrm>
            <a:off x="2419351" y="4780981"/>
            <a:ext cx="1560877" cy="276999"/>
          </a:xfrm>
          <a:prstGeom prst="rect">
            <a:avLst/>
          </a:prstGeom>
          <a:noFill/>
        </p:spPr>
        <p:txBody>
          <a:bodyPr wrap="square" lIns="0" anchor="ctr" anchorCtr="0">
            <a:spAutoFit/>
          </a:bodyPr>
          <a:lstStyle/>
          <a:p>
            <a:r>
              <a:rPr lang="en-GB" sz="1200" b="0" baseline="0">
                <a:solidFill>
                  <a:schemeClr val="accent4">
                    <a:lumMod val="75000"/>
                  </a:schemeClr>
                </a:solidFill>
                <a:latin typeface="Segoe Sans Display Semibold" pitchFamily="2" charset="0"/>
              </a:rPr>
              <a:t>Partner resources</a:t>
            </a:r>
          </a:p>
        </p:txBody>
      </p:sp>
      <p:sp>
        <p:nvSpPr>
          <p:cNvPr id="13" name="Text Placeholder 9">
            <a:extLst>
              <a:ext uri="{FF2B5EF4-FFF2-40B4-BE49-F238E27FC236}">
                <a16:creationId xmlns:a16="http://schemas.microsoft.com/office/drawing/2014/main" id="{D2F6B756-204A-4346-90B3-21CCEA788C54}"/>
              </a:ext>
            </a:extLst>
          </p:cNvPr>
          <p:cNvSpPr>
            <a:spLocks noGrp="1"/>
          </p:cNvSpPr>
          <p:nvPr>
            <p:ph type="body" sz="quarter" idx="14"/>
          </p:nvPr>
        </p:nvSpPr>
        <p:spPr>
          <a:xfrm>
            <a:off x="2419350" y="5051202"/>
            <a:ext cx="1638302" cy="332399"/>
          </a:xfrm>
          <a:prstGeom prst="rect">
            <a:avLst/>
          </a:prstGeom>
        </p:spPr>
        <p:txBody>
          <a:bodyPr>
            <a:noAutofit/>
          </a:bodyPr>
          <a:lstStyle>
            <a:lvl1pPr marL="137160" indent="-137160">
              <a:lnSpc>
                <a:spcPct val="100000"/>
              </a:lnSpc>
              <a:spcBef>
                <a:spcPts val="0"/>
              </a:spcBef>
              <a:spcAft>
                <a:spcPts val="200"/>
              </a:spcAft>
              <a:buFont typeface="Arial" panose="020B0604020202020204" pitchFamily="34" charset="0"/>
              <a:buChar char="•"/>
              <a:defRPr sz="1100" spc="0" baseline="0">
                <a:solidFill>
                  <a:schemeClr val="tx1"/>
                </a:solidFill>
                <a:latin typeface="Segoe Sans Display" pitchFamily="2" charset="0"/>
              </a:defRPr>
            </a:lvl1pPr>
            <a:lvl2pPr marL="228600" indent="0">
              <a:lnSpc>
                <a:spcPct val="90000"/>
              </a:lnSpc>
              <a:spcBef>
                <a:spcPts val="600"/>
              </a:spcBef>
              <a:buNone/>
              <a:defRPr sz="1400">
                <a:solidFill>
                  <a:schemeClr val="bg1"/>
                </a:solidFill>
              </a:defRPr>
            </a:lvl2pPr>
            <a:lvl3pPr marL="457200" indent="0">
              <a:lnSpc>
                <a:spcPct val="90000"/>
              </a:lnSpc>
              <a:spcBef>
                <a:spcPts val="600"/>
              </a:spcBef>
              <a:buNone/>
              <a:defRPr sz="1400">
                <a:solidFill>
                  <a:schemeClr val="bg1"/>
                </a:solidFill>
              </a:defRPr>
            </a:lvl3pPr>
            <a:lvl4pPr marL="661988" indent="0">
              <a:lnSpc>
                <a:spcPct val="90000"/>
              </a:lnSpc>
              <a:spcBef>
                <a:spcPts val="600"/>
              </a:spcBef>
              <a:buNone/>
              <a:defRPr sz="1400">
                <a:solidFill>
                  <a:schemeClr val="bg1"/>
                </a:solidFill>
              </a:defRPr>
            </a:lvl4pPr>
            <a:lvl5pPr marL="855663" indent="0">
              <a:lnSpc>
                <a:spcPct val="90000"/>
              </a:lnSpc>
              <a:spcBef>
                <a:spcPts val="600"/>
              </a:spcBef>
              <a:buNone/>
              <a:defRPr sz="1400">
                <a:solidFill>
                  <a:schemeClr val="bg1"/>
                </a:solidFill>
              </a:defRPr>
            </a:lvl5pPr>
          </a:lstStyle>
          <a:p>
            <a:pPr lvl="0"/>
            <a:r>
              <a:rPr lang="en-US"/>
              <a:t>Click to edit Master text styles</a:t>
            </a:r>
          </a:p>
        </p:txBody>
      </p:sp>
      <p:sp>
        <p:nvSpPr>
          <p:cNvPr id="5" name="Text Placeholder 6">
            <a:extLst>
              <a:ext uri="{FF2B5EF4-FFF2-40B4-BE49-F238E27FC236}">
                <a16:creationId xmlns:a16="http://schemas.microsoft.com/office/drawing/2014/main" id="{041F96D3-6920-47ED-9D36-1E9A814A58C9}"/>
              </a:ext>
            </a:extLst>
          </p:cNvPr>
          <p:cNvSpPr>
            <a:spLocks noGrp="1"/>
          </p:cNvSpPr>
          <p:nvPr>
            <p:ph type="body" sz="quarter" idx="17"/>
          </p:nvPr>
        </p:nvSpPr>
        <p:spPr>
          <a:xfrm>
            <a:off x="4688586" y="505876"/>
            <a:ext cx="7078980" cy="5805714"/>
          </a:xfrm>
          <a:prstGeom prst="rect">
            <a:avLst/>
          </a:prstGeom>
        </p:spPr>
        <p:txBody>
          <a:bodyPr lIns="274320" tIns="274320" rIns="274320" bIns="274320" anchor="t" anchorCtr="0">
            <a:noAutofit/>
          </a:bodyPr>
          <a:lstStyle>
            <a:lvl1pPr marL="0" indent="0">
              <a:lnSpc>
                <a:spcPct val="90000"/>
              </a:lnSpc>
              <a:spcBef>
                <a:spcPts val="0"/>
              </a:spcBef>
              <a:spcAft>
                <a:spcPts val="600"/>
              </a:spcAft>
              <a:buNone/>
              <a:defRPr sz="1400" spc="0">
                <a:solidFill>
                  <a:schemeClr val="accent4">
                    <a:lumMod val="75000"/>
                  </a:schemeClr>
                </a:solidFill>
                <a:latin typeface="Segoe Sans Display Semibold" pitchFamily="2" charset="0"/>
              </a:defRPr>
            </a:lvl1pPr>
            <a:lvl2pPr marL="0" indent="0">
              <a:lnSpc>
                <a:spcPct val="90000"/>
              </a:lnSpc>
              <a:spcBef>
                <a:spcPts val="0"/>
              </a:spcBef>
              <a:spcAft>
                <a:spcPts val="600"/>
              </a:spcAft>
              <a:buNone/>
              <a:defRPr sz="1200" spc="0">
                <a:latin typeface="Segoe Sans Display Semibold" pitchFamily="2" charset="0"/>
              </a:defRPr>
            </a:lvl2pPr>
            <a:lvl3pPr marL="0" indent="0">
              <a:lnSpc>
                <a:spcPct val="90000"/>
              </a:lnSpc>
              <a:spcBef>
                <a:spcPts val="0"/>
              </a:spcBef>
              <a:spcAft>
                <a:spcPts val="600"/>
              </a:spcAft>
              <a:buFontTx/>
              <a:buNone/>
              <a:defRPr lang="en-US" sz="1200" kern="1200" spc="0" baseline="0" dirty="0">
                <a:solidFill>
                  <a:schemeClr val="tx1"/>
                </a:solidFill>
                <a:latin typeface="Segoe Sans Display" pitchFamily="2" charset="0"/>
                <a:ea typeface="+mn-ea"/>
                <a:cs typeface="+mn-cs"/>
              </a:defRPr>
            </a:lvl3pPr>
            <a:lvl4pPr marL="137160" indent="-137160">
              <a:spcBef>
                <a:spcPts val="0"/>
              </a:spcBef>
              <a:spcAft>
                <a:spcPts val="600"/>
              </a:spcAft>
              <a:defRPr sz="1200" spc="0"/>
            </a:lvl4pPr>
            <a:lvl5pPr marL="274320" indent="-137160">
              <a:lnSpc>
                <a:spcPct val="90000"/>
              </a:lnSpc>
              <a:spcBef>
                <a:spcPts val="0"/>
              </a:spcBef>
              <a:spcAft>
                <a:spcPts val="600"/>
              </a:spcAft>
              <a:defRPr sz="1200" spc="0"/>
            </a:lvl5pPr>
          </a:lstStyle>
          <a:p>
            <a:pPr lvl="0"/>
            <a:r>
              <a:rPr lang="en-US"/>
              <a:t>Click to edit Master text styles</a:t>
            </a:r>
          </a:p>
          <a:p>
            <a:pPr lvl="1"/>
            <a:r>
              <a:rPr lang="en-US"/>
              <a:t>Second level</a:t>
            </a:r>
          </a:p>
          <a:p>
            <a:pPr lvl="2"/>
            <a:r>
              <a:rPr lang="en-US"/>
              <a:t>Third level</a:t>
            </a:r>
          </a:p>
          <a:p>
            <a:pPr marL="137160" lvl="2" indent="-137160" algn="l" defTabSz="914400" rtl="0" eaLnBrk="1" latinLnBrk="0" hangingPunct="1">
              <a:lnSpc>
                <a:spcPct val="100000"/>
              </a:lnSpc>
              <a:spcBef>
                <a:spcPts val="0"/>
              </a:spcBef>
              <a:spcAft>
                <a:spcPts val="600"/>
              </a:spcAft>
              <a:buFont typeface="Arial" panose="020B0604020202020204" pitchFamily="34" charset="0"/>
              <a:buChar char="•"/>
            </a:pPr>
            <a:r>
              <a:rPr lang="en-US"/>
              <a:t>Fourth level</a:t>
            </a:r>
          </a:p>
          <a:p>
            <a:pPr lvl="4"/>
            <a:r>
              <a:rPr lang="en-US"/>
              <a:t>Fifth level</a:t>
            </a:r>
          </a:p>
        </p:txBody>
      </p:sp>
      <p:pic>
        <p:nvPicPr>
          <p:cNvPr id="24" name="Picture 23" descr="A colorful gradient going from darker blue on the left side to light blue to magenta to orange on the right side">
            <a:extLst>
              <a:ext uri="{FF2B5EF4-FFF2-40B4-BE49-F238E27FC236}">
                <a16:creationId xmlns:a16="http://schemas.microsoft.com/office/drawing/2014/main" id="{0BDE085C-238C-0836-125B-931750D73EF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2" name="TextBox 1">
            <a:extLst>
              <a:ext uri="{FF2B5EF4-FFF2-40B4-BE49-F238E27FC236}">
                <a16:creationId xmlns:a16="http://schemas.microsoft.com/office/drawing/2014/main" id="{8038C89A-245F-D3DA-118C-31EF51F56E4F}"/>
              </a:ext>
            </a:extLst>
          </p:cNvPr>
          <p:cNvSpPr txBox="1"/>
          <p:nvPr userDrawn="1"/>
        </p:nvSpPr>
        <p:spPr>
          <a:xfrm>
            <a:off x="556419" y="3708145"/>
            <a:ext cx="613245" cy="184666"/>
          </a:xfrm>
          <a:prstGeom prst="rect">
            <a:avLst/>
          </a:prstGeom>
          <a:noFill/>
        </p:spPr>
        <p:txBody>
          <a:bodyPr wrap="none" lIns="0" tIns="0" rIns="0" bIns="0" anchor="ctr" anchorCtr="0">
            <a:spAutoFit/>
          </a:bodyPr>
          <a:lstStyle/>
          <a:p>
            <a:r>
              <a:rPr lang="en-GB" sz="1200" b="0" baseline="0">
                <a:solidFill>
                  <a:schemeClr val="accent4">
                    <a:lumMod val="75000"/>
                  </a:schemeClr>
                </a:solidFill>
                <a:latin typeface="Segoe Sans Display Semibold" pitchFamily="2" charset="0"/>
              </a:rPr>
              <a:t>Content:</a:t>
            </a:r>
          </a:p>
        </p:txBody>
      </p:sp>
      <p:sp>
        <p:nvSpPr>
          <p:cNvPr id="3" name="Text Placeholder 3">
            <a:extLst>
              <a:ext uri="{FF2B5EF4-FFF2-40B4-BE49-F238E27FC236}">
                <a16:creationId xmlns:a16="http://schemas.microsoft.com/office/drawing/2014/main" id="{A4173B7E-1461-655F-38E1-48A42EC1B8DC}"/>
              </a:ext>
            </a:extLst>
          </p:cNvPr>
          <p:cNvSpPr>
            <a:spLocks noGrp="1"/>
          </p:cNvSpPr>
          <p:nvPr>
            <p:ph type="body" sz="quarter" idx="25"/>
          </p:nvPr>
        </p:nvSpPr>
        <p:spPr>
          <a:xfrm>
            <a:off x="556421" y="3936217"/>
            <a:ext cx="3501230" cy="323165"/>
          </a:xfrm>
          <a:prstGeom prst="rect">
            <a:avLst/>
          </a:prstGeom>
        </p:spPr>
        <p:txBody>
          <a:bodyPr vert="horz" wrap="square" lIns="0" tIns="0" rIns="0" bIns="0" rtlCol="0">
            <a:noAutofit/>
          </a:bodyPr>
          <a:lstStyle>
            <a:lvl1pPr>
              <a:defRPr lang="en-US" sz="1200" dirty="0">
                <a:latin typeface="+mn-lt"/>
              </a:defRPr>
            </a:lvl1pPr>
          </a:lstStyle>
          <a:p>
            <a:pPr lvl="0">
              <a:spcBef>
                <a:spcPts val="0"/>
              </a:spcBef>
              <a:buClr>
                <a:schemeClr val="tx1"/>
              </a:buClr>
            </a:pPr>
            <a:r>
              <a:rPr lang="en-US"/>
              <a:t>Click to edit Master text styles</a:t>
            </a:r>
          </a:p>
        </p:txBody>
      </p:sp>
      <p:sp>
        <p:nvSpPr>
          <p:cNvPr id="6" name="Rectangle: Single Corner Rounded 5">
            <a:extLst>
              <a:ext uri="{FF2B5EF4-FFF2-40B4-BE49-F238E27FC236}">
                <a16:creationId xmlns:a16="http://schemas.microsoft.com/office/drawing/2014/main" id="{2BB51DDC-39E7-73A7-51D6-E69E30B8D640}"/>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2A35711-ACD9-8045-AA5A-124DE98813C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E98146FC-184D-6C88-E507-23F349C95D3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74FD1BE0-BECA-38DB-033E-5F4C01E1C99D}"/>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7" name="Graphic 16" descr="Home outline">
            <a:hlinkClick r:id="rId4" action="ppaction://hlinksldjump"/>
            <a:extLst>
              <a:ext uri="{FF2B5EF4-FFF2-40B4-BE49-F238E27FC236}">
                <a16:creationId xmlns:a16="http://schemas.microsoft.com/office/drawing/2014/main" id="{80C4EECE-A67A-C184-DE9C-73112FAE3FB9}"/>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4238778674"/>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035226-A8D0-F028-FCD3-95C53D3D7B69}"/>
              </a:ext>
            </a:extLst>
          </p:cNvPr>
          <p:cNvSpPr>
            <a:spLocks noGrp="1"/>
          </p:cNvSpPr>
          <p:nvPr>
            <p:ph type="title"/>
          </p:nvPr>
        </p:nvSpPr>
        <p:spPr>
          <a:xfrm>
            <a:off x="576072" y="512064"/>
            <a:ext cx="5375466" cy="430887"/>
          </a:xfrm>
        </p:spPr>
        <p:txBody>
          <a:bodyPr/>
          <a:lstStyle/>
          <a:p>
            <a:r>
              <a:rPr lang="en-US"/>
              <a:t>Click to edit Master title style</a:t>
            </a:r>
          </a:p>
        </p:txBody>
      </p:sp>
    </p:spTree>
    <p:extLst>
      <p:ext uri="{BB962C8B-B14F-4D97-AF65-F5344CB8AC3E}">
        <p14:creationId xmlns:p14="http://schemas.microsoft.com/office/powerpoint/2010/main" val="30580769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evic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CFD743-438B-21E8-B2BA-FF8644B73E5E}"/>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8" name="Title 7">
            <a:extLst>
              <a:ext uri="{FF2B5EF4-FFF2-40B4-BE49-F238E27FC236}">
                <a16:creationId xmlns:a16="http://schemas.microsoft.com/office/drawing/2014/main" id="{8A483F09-0A00-576B-D6FE-D03764398B89}"/>
              </a:ext>
            </a:extLst>
          </p:cNvPr>
          <p:cNvSpPr>
            <a:spLocks noGrp="1"/>
          </p:cNvSpPr>
          <p:nvPr>
            <p:ph type="title"/>
          </p:nvPr>
        </p:nvSpPr>
        <p:spPr>
          <a:xfrm>
            <a:off x="576072" y="512064"/>
            <a:ext cx="10580878" cy="430887"/>
          </a:xfrm>
        </p:spPr>
        <p:txBody>
          <a:bodyPr/>
          <a:lstStyle/>
          <a:p>
            <a:r>
              <a:rPr lang="en-US"/>
              <a:t>Click to edit Master title style</a:t>
            </a:r>
          </a:p>
        </p:txBody>
      </p:sp>
      <p:sp>
        <p:nvSpPr>
          <p:cNvPr id="9" name="Text Placeholder 4">
            <a:extLst>
              <a:ext uri="{FF2B5EF4-FFF2-40B4-BE49-F238E27FC236}">
                <a16:creationId xmlns:a16="http://schemas.microsoft.com/office/drawing/2014/main" id="{DA0D1C17-0CB4-AE09-C86F-B5B3C030BDB3}"/>
              </a:ext>
            </a:extLst>
          </p:cNvPr>
          <p:cNvSpPr>
            <a:spLocks noGrp="1"/>
          </p:cNvSpPr>
          <p:nvPr>
            <p:ph type="body" sz="quarter" idx="11" hasCustomPrompt="1"/>
          </p:nvPr>
        </p:nvSpPr>
        <p:spPr>
          <a:xfrm>
            <a:off x="576072" y="342645"/>
            <a:ext cx="10607040"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5394960" cy="4833938"/>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6343080" y="1866864"/>
            <a:ext cx="5544120" cy="3124272"/>
          </a:xfrm>
          <a:prstGeom prst="rect">
            <a:avLst/>
          </a:prstGeom>
          <a:blipFill>
            <a:blip r:embed="rId3"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
        <p:nvSpPr>
          <p:cNvPr id="2" name="Rectangle: Single Corner Rounded 1">
            <a:extLst>
              <a:ext uri="{FF2B5EF4-FFF2-40B4-BE49-F238E27FC236}">
                <a16:creationId xmlns:a16="http://schemas.microsoft.com/office/drawing/2014/main" id="{2EC7005D-CC0C-08CE-F03E-5D3ACEDE5E0C}"/>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281DA96-ECFA-6144-762A-F5C05CAAAD7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63A31DD5-7742-2690-0B60-B73658682132}"/>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73937CA6-20F3-6B07-A339-8535ECFA474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hlinkshowjump?jump=firstslide"/>
            <a:extLst>
              <a:ext uri="{FF2B5EF4-FFF2-40B4-BE49-F238E27FC236}">
                <a16:creationId xmlns:a16="http://schemas.microsoft.com/office/drawing/2014/main" id="{46434BB2-B840-B080-6AB9-E5F2202DDEF3}"/>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67598335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8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Devic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76072" y="2875002"/>
            <a:ext cx="3840862" cy="1107996"/>
          </a:xfrm>
        </p:spPr>
        <p:txBody>
          <a:bodyPr anchor="ctr" anchorCtr="0"/>
          <a:lstStyle>
            <a:lvl1pPr>
              <a:defRPr>
                <a:solidFill>
                  <a:schemeClr val="tx1"/>
                </a:solidFill>
              </a:defRPr>
            </a:lvl1pPr>
          </a:lstStyle>
          <a:p>
            <a:r>
              <a:rPr lang="en-US"/>
              <a:t>Click to edit Master title style</a:t>
            </a: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453295D4-3AEF-C922-4A3C-5C3DBD4757A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rot="16200000">
            <a:off x="8402320" y="3068320"/>
            <a:ext cx="6858000" cy="721360"/>
          </a:xfrm>
          <a:prstGeom prst="roundRect">
            <a:avLst>
              <a:gd name="adj" fmla="val 0"/>
            </a:avLst>
          </a:prstGeom>
        </p:spPr>
      </p:pic>
      <p:sp>
        <p:nvSpPr>
          <p:cNvPr id="7" name="Picture Placeholder 15">
            <a:extLst>
              <a:ext uri="{FF2B5EF4-FFF2-40B4-BE49-F238E27FC236}">
                <a16:creationId xmlns:a16="http://schemas.microsoft.com/office/drawing/2014/main" id="{D4F7535E-BABE-1B76-52D3-D100205F62BD}"/>
              </a:ext>
            </a:extLst>
          </p:cNvPr>
          <p:cNvSpPr>
            <a:spLocks noGrp="1"/>
          </p:cNvSpPr>
          <p:nvPr>
            <p:ph type="pic" sz="quarter" idx="12" hasCustomPrompt="1"/>
          </p:nvPr>
        </p:nvSpPr>
        <p:spPr>
          <a:xfrm>
            <a:off x="5191125" y="1542284"/>
            <a:ext cx="6696075" cy="3773432"/>
          </a:xfrm>
          <a:prstGeom prst="rect">
            <a:avLst/>
          </a:prstGeom>
          <a:blipFill>
            <a:blip r:embed="rId4" cstate="email">
              <a:extLst>
                <a:ext uri="{28A0092B-C50C-407E-A947-70E740481C1C}">
                  <a14:useLocalDpi xmlns:a14="http://schemas.microsoft.com/office/drawing/2010/main"/>
                </a:ext>
              </a:extLst>
            </a:blip>
            <a:stretch>
              <a:fillRect/>
            </a:stretch>
          </a:blipFill>
          <a:effectLst>
            <a:outerShdw blurRad="241300" dist="304800" dir="2700000" sx="101000" sy="101000" algn="ctr" rotWithShape="0">
              <a:srgbClr val="000000">
                <a:alpha val="17000"/>
              </a:srgbClr>
            </a:outerShdw>
          </a:effectLst>
        </p:spPr>
        <p:txBody>
          <a:bodyPr lIns="731520" rIns="731520" bIns="1097280" anchor="ctr" anchorCtr="0">
            <a:normAutofit/>
          </a:bodyPr>
          <a:lstStyle>
            <a:lvl1pPr marL="0" indent="0" algn="ctr">
              <a:buFont typeface="Arial" panose="020B0604020202020204" pitchFamily="34" charset="0"/>
              <a:buNone/>
              <a:defRPr sz="2000" b="1">
                <a:solidFill>
                  <a:schemeClr val="tx1"/>
                </a:solidFill>
              </a:defRPr>
            </a:lvl1pPr>
          </a:lstStyle>
          <a:p>
            <a:r>
              <a:rPr lang="en-US"/>
              <a:t>Drag &amp; drop your photo here or click or tap icon below to insert</a:t>
            </a:r>
          </a:p>
        </p:txBody>
      </p:sp>
      <p:sp>
        <p:nvSpPr>
          <p:cNvPr id="4" name="Rectangle: Single Corner Rounded 3">
            <a:extLst>
              <a:ext uri="{FF2B5EF4-FFF2-40B4-BE49-F238E27FC236}">
                <a16:creationId xmlns:a16="http://schemas.microsoft.com/office/drawing/2014/main" id="{DDC540BA-BDCD-29AD-D97E-B3BE7E9A0245}"/>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F4BB1920-D367-339B-60E4-6856399F2D1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77CCFB48-6133-BDA4-81E3-2204F522B76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1D75DC79-ADDF-B7DC-6088-8B0FA4703EAA}"/>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126636B3-5FF1-A8F9-3F52-15644BBA5FFA}"/>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81801020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918200" y="1155700"/>
            <a:ext cx="5702300" cy="5465928"/>
          </a:xfrm>
          <a:prstGeom prst="round2SameRect">
            <a:avLst>
              <a:gd name="adj1" fmla="val 2235"/>
              <a:gd name="adj2" fmla="val 0"/>
            </a:avLst>
          </a:prstGeom>
          <a:blipFill>
            <a:blip r:embed="rId2" cstate="email">
              <a:extLst>
                <a:ext uri="{28A0092B-C50C-407E-A947-70E740481C1C}">
                  <a14:useLocalDpi xmlns:a14="http://schemas.microsoft.com/office/drawing/2010/main"/>
                </a:ext>
              </a:extLst>
            </a:blip>
            <a:stretch>
              <a:fillRect b="-4324"/>
            </a:stretch>
          </a:blipFill>
        </p:spPr>
        <p:txBody>
          <a:bodyPr lIns="0" tIns="914400" rIns="0" anchor="t" anchorCtr="0">
            <a:noAutofit/>
          </a:bodyPr>
          <a:lstStyle>
            <a:lvl1pPr marL="0" indent="0" algn="ctr">
              <a:lnSpc>
                <a:spcPct val="100000"/>
              </a:lnSpc>
              <a:buNone/>
              <a:defRPr sz="11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3"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4" name="Rectangle: Single Corner Rounded 3">
            <a:extLst>
              <a:ext uri="{FF2B5EF4-FFF2-40B4-BE49-F238E27FC236}">
                <a16:creationId xmlns:a16="http://schemas.microsoft.com/office/drawing/2014/main" id="{27DA7B02-A8DB-DA73-CE35-A14A3918C08F}"/>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C8EF74B1-3EDD-C923-2EDB-E4C7BA7AC61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F5A23029-C5E5-D5AC-3AC8-3304DE1DBA6B}"/>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EE5BA749-FBFC-058C-941C-F539A7423C35}"/>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hlinkshowjump?jump=firstslide"/>
            <a:extLst>
              <a:ext uri="{FF2B5EF4-FFF2-40B4-BE49-F238E27FC236}">
                <a16:creationId xmlns:a16="http://schemas.microsoft.com/office/drawing/2014/main" id="{70FBBE71-EAE0-D02B-DE2B-A597687841A0}"/>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60306099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Square Photo Graphic">
    <p:bg>
      <p:bgPr>
        <a:solidFill>
          <a:srgbClr val="FFF8F3"/>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834586-5E35-30D9-D8B4-75A164A4F9C0}"/>
              </a:ext>
            </a:extLst>
          </p:cNvPr>
          <p:cNvSpPr/>
          <p:nvPr userDrawn="1"/>
        </p:nvSpPr>
        <p:spPr bwMode="auto">
          <a:xfrm>
            <a:off x="0" y="2438400"/>
            <a:ext cx="12192000" cy="4419600"/>
          </a:xfrm>
          <a:prstGeom prst="rect">
            <a:avLst/>
          </a:prstGeom>
          <a:gradFill flip="none" rotWithShape="1">
            <a:gsLst>
              <a:gs pos="0">
                <a:schemeClr val="accent6">
                  <a:lumMod val="20000"/>
                  <a:lumOff val="80000"/>
                </a:schemeClr>
              </a:gs>
              <a:gs pos="100000">
                <a:schemeClr val="bg2">
                  <a:lumMod val="90000"/>
                </a:schemeClr>
              </a:gs>
              <a:gs pos="69000">
                <a:srgbClr val="F9F2ED"/>
              </a:gs>
            </a:gsLst>
            <a:lin ang="1800000" scaled="0"/>
            <a:tileRect/>
          </a:gra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Segoe Sans Display" pitchFamily="2" charset="0"/>
            </a:endParaRP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745164" cy="1514157"/>
          </a:xfrm>
        </p:spPr>
        <p:txBody>
          <a:bodyPr anchor="b"/>
          <a:lstStyle>
            <a:lvl1pPr>
              <a:defRPr/>
            </a:lvl1pPr>
          </a:lstStyle>
          <a:p>
            <a:r>
              <a:rPr lang="en-US"/>
              <a:t>Title square photo layout </a:t>
            </a:r>
          </a:p>
        </p:txBody>
      </p:sp>
      <p:sp>
        <p:nvSpPr>
          <p:cNvPr id="10" name="Text Placeholder 9">
            <a:extLst>
              <a:ext uri="{FF2B5EF4-FFF2-40B4-BE49-F238E27FC236}">
                <a16:creationId xmlns:a16="http://schemas.microsoft.com/office/drawing/2014/main" id="{93DC828C-6415-94AB-ED16-5F15E2D8994D}"/>
              </a:ext>
              <a:ext uri="{C183D7F6-B498-43B3-948B-1728B52AA6E4}">
                <adec:decorative xmlns:adec="http://schemas.microsoft.com/office/drawing/2017/decorative" val="0"/>
              </a:ext>
            </a:extLst>
          </p:cNvPr>
          <p:cNvSpPr>
            <a:spLocks noGrp="1"/>
          </p:cNvSpPr>
          <p:nvPr>
            <p:ph type="body" sz="quarter" idx="12"/>
          </p:nvPr>
        </p:nvSpPr>
        <p:spPr>
          <a:xfrm>
            <a:off x="576263" y="2743200"/>
            <a:ext cx="4745037" cy="3525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E25C000A-8BFF-12E7-7DFB-FF34728592C6}"/>
              </a:ext>
            </a:extLst>
          </p:cNvPr>
          <p:cNvPicPr>
            <a:picLocks noChangeAspect="1"/>
          </p:cNvPicPr>
          <p:nvPr userDrawn="1"/>
        </p:nvPicPr>
        <p:blipFill>
          <a:blip r:embed="rId2" cstate="email">
            <a:extLst>
              <a:ext uri="{28A0092B-C50C-407E-A947-70E740481C1C}">
                <a14:useLocalDpi xmlns:a14="http://schemas.microsoft.com/office/drawing/2010/main"/>
              </a:ext>
            </a:extLst>
          </a:blip>
          <a:srcRect b="93678"/>
          <a:stretch/>
        </p:blipFill>
        <p:spPr>
          <a:xfrm flipV="1">
            <a:off x="5918200" y="6621628"/>
            <a:ext cx="5702300" cy="236372"/>
          </a:xfrm>
          <a:prstGeom prst="round2SameRect">
            <a:avLst>
              <a:gd name="adj1" fmla="val 0"/>
              <a:gd name="adj2" fmla="val 0"/>
            </a:avLst>
          </a:prstGeom>
        </p:spPr>
      </p:pic>
      <p:sp>
        <p:nvSpPr>
          <p:cNvPr id="6" name="Picture Placeholder 5">
            <a:extLst>
              <a:ext uri="{FF2B5EF4-FFF2-40B4-BE49-F238E27FC236}">
                <a16:creationId xmlns:a16="http://schemas.microsoft.com/office/drawing/2014/main" id="{F78AD535-FDDD-DD1F-6E1A-FD27892FE27B}"/>
              </a:ext>
            </a:extLst>
          </p:cNvPr>
          <p:cNvSpPr>
            <a:spLocks noGrp="1"/>
          </p:cNvSpPr>
          <p:nvPr>
            <p:ph type="pic" sz="quarter" idx="13"/>
          </p:nvPr>
        </p:nvSpPr>
        <p:spPr>
          <a:xfrm>
            <a:off x="5918200" y="1168400"/>
            <a:ext cx="5697538" cy="5453063"/>
          </a:xfrm>
          <a:prstGeom prst="round2SameRect">
            <a:avLst>
              <a:gd name="adj1" fmla="val 2693"/>
              <a:gd name="adj2" fmla="val 0"/>
            </a:avLst>
          </a:prstGeom>
        </p:spPr>
        <p:txBody>
          <a:bodyPr>
            <a:noAutofit/>
          </a:bodyPr>
          <a:lstStyle/>
          <a:p>
            <a:endParaRPr lang="en-US"/>
          </a:p>
        </p:txBody>
      </p:sp>
      <p:sp>
        <p:nvSpPr>
          <p:cNvPr id="4" name="Rectangle: Single Corner Rounded 3">
            <a:extLst>
              <a:ext uri="{FF2B5EF4-FFF2-40B4-BE49-F238E27FC236}">
                <a16:creationId xmlns:a16="http://schemas.microsoft.com/office/drawing/2014/main" id="{DC319D06-A325-3865-9961-F792503CFB0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A69DE2D5-1CBA-1BA9-B3E1-8C6D57D78F3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C1B3D3D6-1D89-6E1B-74D8-45C65374823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DEB29377-46DA-3EE3-F09D-2E16FE55751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hlinkshowjump?jump=firstslide"/>
            <a:extLst>
              <a:ext uri="{FF2B5EF4-FFF2-40B4-BE49-F238E27FC236}">
                <a16:creationId xmlns:a16="http://schemas.microsoft.com/office/drawing/2014/main" id="{E2699D2E-C693-FCE7-0E94-CA46C36329CA}"/>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368367650"/>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quare Photo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5624513" y="585788"/>
            <a:ext cx="5683249" cy="5683249"/>
          </a:xfrm>
          <a:prstGeom prst="roundRect">
            <a:avLst>
              <a:gd name="adj" fmla="val 3259"/>
            </a:avLst>
          </a:prstGeom>
          <a:blipFill>
            <a:blip r:embed="rId3" cstate="email">
              <a:extLst>
                <a:ext uri="{28A0092B-C50C-407E-A947-70E740481C1C}">
                  <a14:useLocalDpi xmlns:a14="http://schemas.microsoft.com/office/drawing/2010/main"/>
                </a:ext>
              </a:extLst>
            </a:blip>
            <a:stretch>
              <a:fillRect/>
            </a:stretch>
          </a:blipFill>
        </p:spPr>
        <p:txBody>
          <a:bodyPr lIns="0" tIns="91440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2" name="Picture 1">
            <a:extLst>
              <a:ext uri="{FF2B5EF4-FFF2-40B4-BE49-F238E27FC236}">
                <a16:creationId xmlns:a16="http://schemas.microsoft.com/office/drawing/2014/main" id="{4E2E619B-2D74-9B55-98E1-9E6126DE0DB1}"/>
              </a:ext>
              <a:ext uri="{C183D7F6-B498-43B3-948B-1728B52AA6E4}">
                <adec:decorative xmlns:adec="http://schemas.microsoft.com/office/drawing/2017/decorative" val="1"/>
              </a:ext>
            </a:extLst>
          </p:cNvPr>
          <p:cNvPicPr>
            <a:picLocks noChangeAspect="1"/>
          </p:cNvPicPr>
          <p:nvPr userDrawn="1"/>
        </p:nvPicPr>
        <p:blipFill>
          <a:blip r:embed="rId4" cstate="email">
            <a:extLst>
              <a:ext uri="{28A0092B-C50C-407E-A947-70E740481C1C}">
                <a14:useLocalDpi xmlns:a14="http://schemas.microsoft.com/office/drawing/2010/main"/>
              </a:ext>
            </a:extLst>
          </a:blip>
          <a:srcRect b="93678"/>
          <a:stretch/>
        </p:blipFill>
        <p:spPr>
          <a:xfrm flipV="1">
            <a:off x="5614987" y="6032665"/>
            <a:ext cx="5702300" cy="236372"/>
          </a:xfrm>
          <a:prstGeom prst="round2SameRect">
            <a:avLst>
              <a:gd name="adj1" fmla="val 50000"/>
              <a:gd name="adj2" fmla="val 0"/>
            </a:avLst>
          </a:prstGeom>
        </p:spPr>
      </p:pic>
      <p:sp>
        <p:nvSpPr>
          <p:cNvPr id="6" name="Text Placeholder 9">
            <a:extLst>
              <a:ext uri="{FF2B5EF4-FFF2-40B4-BE49-F238E27FC236}">
                <a16:creationId xmlns:a16="http://schemas.microsoft.com/office/drawing/2014/main" id="{27E1A4E4-65BC-180B-5815-78F17BD7D02D}"/>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75392523"/>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quare Photo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pic>
        <p:nvPicPr>
          <p:cNvPr id="10" name="Picture 9" descr="A close-up of a colorful object&#10;&#10;Description automatically generated">
            <a:extLst>
              <a:ext uri="{FF2B5EF4-FFF2-40B4-BE49-F238E27FC236}">
                <a16:creationId xmlns:a16="http://schemas.microsoft.com/office/drawing/2014/main" id="{89A104E1-D13F-B13B-BB5D-930C8205C897}"/>
              </a:ext>
            </a:extLst>
          </p:cNvPr>
          <p:cNvPicPr>
            <a:picLocks noChangeAspect="1"/>
          </p:cNvPicPr>
          <p:nvPr userDrawn="1"/>
        </p:nvPicPr>
        <p:blipFill>
          <a:blip r:embed="rId3" cstate="email">
            <a:extLst>
              <a:ext uri="{BEBA8EAE-BF5A-486C-A8C5-ECC9F3942E4B}">
                <a14:imgProps xmlns:a14="http://schemas.microsoft.com/office/drawing/2010/main">
                  <a14:imgLayer r:embed="rId4">
                    <a14:imgEffect>
                      <a14:sharpenSoften amount="-65000"/>
                    </a14:imgEffect>
                  </a14:imgLayer>
                </a14:imgProps>
              </a:ext>
              <a:ext uri="{28A0092B-C50C-407E-A947-70E740481C1C}">
                <a14:useLocalDpi xmlns:a14="http://schemas.microsoft.com/office/drawing/2010/main"/>
              </a:ext>
            </a:extLst>
          </a:blip>
          <a:srcRect/>
          <a:stretch/>
        </p:blipFill>
        <p:spPr>
          <a:xfrm>
            <a:off x="5333999" y="0"/>
            <a:ext cx="6858001" cy="6858000"/>
          </a:xfrm>
          <a:prstGeom prst="rect">
            <a:avLst/>
          </a:prstGeom>
          <a:solidFill>
            <a:schemeClr val="bg1"/>
          </a:solidFill>
        </p:spPr>
      </p:pic>
      <p:pic>
        <p:nvPicPr>
          <p:cNvPr id="8" name="Picture 7" descr="A colorful gradient going from darker blue on the left side to light blue to magenta to orange on the right side">
            <a:extLst>
              <a:ext uri="{FF2B5EF4-FFF2-40B4-BE49-F238E27FC236}">
                <a16:creationId xmlns:a16="http://schemas.microsoft.com/office/drawing/2014/main" id="{69B64261-FB99-ADE9-26E4-3ECE1E68CF38}"/>
              </a:ext>
            </a:extLst>
          </p:cNvPr>
          <p:cNvPicPr>
            <a:picLocks noChangeAspect="1"/>
          </p:cNvPicPr>
          <p:nvPr userDrawn="1"/>
        </p:nvPicPr>
        <p:blipFill rotWithShape="1">
          <a:blip r:embed="rId5" cstate="email">
            <a:alphaModFix amt="50000"/>
            <a:extLst>
              <a:ext uri="{28A0092B-C50C-407E-A947-70E740481C1C}">
                <a14:useLocalDpi xmlns:a14="http://schemas.microsoft.com/office/drawing/2010/main"/>
              </a:ext>
            </a:extLst>
          </a:blip>
          <a:srcRect t="160" b="160"/>
          <a:stretch/>
        </p:blipFill>
        <p:spPr>
          <a:xfrm rot="16200000">
            <a:off x="6205856" y="868680"/>
            <a:ext cx="5120640" cy="5120640"/>
          </a:xfrm>
          <a:prstGeom prst="roundRect">
            <a:avLst>
              <a:gd name="adj" fmla="val 2716"/>
            </a:avLst>
          </a:prstGeom>
        </p:spPr>
      </p:pic>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6705600" y="1371600"/>
            <a:ext cx="4114800" cy="4114800"/>
          </a:xfrm>
          <a:prstGeom prst="roundRect">
            <a:avLst>
              <a:gd name="adj" fmla="val 2346"/>
            </a:avLst>
          </a:prstGeom>
          <a:blipFill>
            <a:blip r:embed="rId6"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2" name="Text Placeholder 9">
            <a:extLst>
              <a:ext uri="{FF2B5EF4-FFF2-40B4-BE49-F238E27FC236}">
                <a16:creationId xmlns:a16="http://schemas.microsoft.com/office/drawing/2014/main" id="{2F3C68D3-53C2-F075-B146-D6A5B9E72C4E}"/>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Single Corner Rounded 3">
            <a:extLst>
              <a:ext uri="{FF2B5EF4-FFF2-40B4-BE49-F238E27FC236}">
                <a16:creationId xmlns:a16="http://schemas.microsoft.com/office/drawing/2014/main" id="{47E0569E-7B47-3608-F28C-6C86B1ECDAA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A8D0D0FB-0F7A-466F-5253-A13EE131132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56098C1F-10B2-D4D5-A76C-072D54ACB1B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7F2309F8-FAEB-AA27-B9D9-84150D9631E7}"/>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hlinkshowjump?jump=firstslide"/>
            <a:extLst>
              <a:ext uri="{FF2B5EF4-FFF2-40B4-BE49-F238E27FC236}">
                <a16:creationId xmlns:a16="http://schemas.microsoft.com/office/drawing/2014/main" id="{416224B9-8F77-C636-D902-5A4D93EF3C60}"/>
              </a:ext>
            </a:extLst>
          </p:cNvPr>
          <p:cNvPicPr>
            <a:picLocks noChangeAspect="1"/>
          </p:cNvPicPr>
          <p:nvPr userDrawn="1"/>
        </p:nvPicPr>
        <p:blipFill>
          <a:blip r:embed="rId7">
            <a:extLst>
              <a:ext uri="{96DAC541-7B7A-43D3-8B79-37D633B846F1}">
                <asvg:svgBlip xmlns:asvg="http://schemas.microsoft.com/office/drawing/2016/SVG/main" r:embed="rId8"/>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79892929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quare Photo Graphic 4">
    <p:bg>
      <p:bgPr>
        <a:solidFill>
          <a:srgbClr val="FFF8F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2" name="Text Placeholder 9">
            <a:extLst>
              <a:ext uri="{FF2B5EF4-FFF2-40B4-BE49-F238E27FC236}">
                <a16:creationId xmlns:a16="http://schemas.microsoft.com/office/drawing/2014/main" id="{D6C0C056-1013-470D-75D7-E28A834B1CF9}"/>
              </a:ext>
              <a:ext uri="{C183D7F6-B498-43B3-948B-1728B52AA6E4}">
                <adec:decorative xmlns:adec="http://schemas.microsoft.com/office/drawing/2017/decorative" val="0"/>
              </a:ext>
            </a:extLst>
          </p:cNvPr>
          <p:cNvSpPr>
            <a:spLocks noGrp="1"/>
          </p:cNvSpPr>
          <p:nvPr>
            <p:ph type="body" sz="quarter" idx="12"/>
          </p:nvPr>
        </p:nvSpPr>
        <p:spPr>
          <a:xfrm>
            <a:off x="576263" y="3535540"/>
            <a:ext cx="4158171" cy="273349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58AEFBE-EE1F-0FBF-5C84-1DF6EC17775A}"/>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5" name="Picture Placeholder">
            <a:extLst>
              <a:ext uri="{FF2B5EF4-FFF2-40B4-BE49-F238E27FC236}">
                <a16:creationId xmlns:a16="http://schemas.microsoft.com/office/drawing/2014/main" id="{2E18FD0C-FA99-4937-92CD-5CF7F279CD8E}"/>
              </a:ext>
              <a:ext uri="{C183D7F6-B498-43B3-948B-1728B52AA6E4}">
                <adec:decorative xmlns:adec="http://schemas.microsoft.com/office/drawing/2017/decorative" val="1"/>
              </a:ext>
            </a:extLst>
          </p:cNvPr>
          <p:cNvSpPr>
            <a:spLocks noGrp="1"/>
          </p:cNvSpPr>
          <p:nvPr>
            <p:ph type="pic" sz="quarter" idx="11" hasCustomPrompt="1"/>
          </p:nvPr>
        </p:nvSpPr>
        <p:spPr bwMode="ltGray">
          <a:xfrm>
            <a:off x="6705600" y="1371600"/>
            <a:ext cx="4114800" cy="4114800"/>
          </a:xfrm>
          <a:prstGeom prst="roundRect">
            <a:avLst>
              <a:gd name="adj" fmla="val 2602"/>
            </a:avLst>
          </a:prstGeom>
          <a:blipFill>
            <a:blip r:embed="rId3" cstate="email">
              <a:extLst>
                <a:ext uri="{28A0092B-C50C-407E-A947-70E740481C1C}">
                  <a14:useLocalDpi xmlns:a14="http://schemas.microsoft.com/office/drawing/2010/main"/>
                </a:ext>
              </a:extLst>
            </a:blip>
            <a:stretch>
              <a:fillRect/>
            </a:stretch>
          </a:blipFill>
        </p:spPr>
        <p:txBody>
          <a:bodyPr lIns="0" tIns="1188720" rIns="0" anchor="t" anchorCtr="0">
            <a:noAutofit/>
          </a:bodyPr>
          <a:lstStyle>
            <a:lvl1pPr marL="0" indent="0" algn="ctr">
              <a:lnSpc>
                <a:spcPct val="100000"/>
              </a:lnSpc>
              <a:buNone/>
              <a:defRPr sz="12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4" name="Rectangle: Single Corner Rounded 3">
            <a:extLst>
              <a:ext uri="{FF2B5EF4-FFF2-40B4-BE49-F238E27FC236}">
                <a16:creationId xmlns:a16="http://schemas.microsoft.com/office/drawing/2014/main" id="{BCCA12CC-F878-88D5-3508-7D352F94663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4556F2F7-83FD-54A8-7FC7-8F0EA6AD8D1E}"/>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8067BF19-6765-129F-2A22-B5769FE497A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D8459F15-C029-8AA3-23C0-5144A17B435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C9FA043C-D059-A270-0450-9191F5E3E5B5}"/>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86329269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32">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76072" y="588963"/>
            <a:ext cx="4158362" cy="2535236"/>
          </a:xfrm>
        </p:spPr>
        <p:txBody>
          <a:bodyPr anchor="b"/>
          <a:lstStyle>
            <a:lvl1pPr>
              <a:defRPr/>
            </a:lvl1pPr>
          </a:lstStyle>
          <a:p>
            <a:r>
              <a:rPr lang="en-US"/>
              <a:t>Title square photo layout </a:t>
            </a:r>
          </a:p>
        </p:txBody>
      </p:sp>
      <p:sp>
        <p:nvSpPr>
          <p:cNvPr id="6" name="Text Placeholder 5">
            <a:extLst>
              <a:ext uri="{FF2B5EF4-FFF2-40B4-BE49-F238E27FC236}">
                <a16:creationId xmlns:a16="http://schemas.microsoft.com/office/drawing/2014/main" id="{58B03B89-65B4-0499-6718-2A7C471F6CD3}"/>
              </a:ext>
            </a:extLst>
          </p:cNvPr>
          <p:cNvSpPr>
            <a:spLocks noGrp="1"/>
          </p:cNvSpPr>
          <p:nvPr>
            <p:ph type="body" sz="quarter" idx="12"/>
          </p:nvPr>
        </p:nvSpPr>
        <p:spPr>
          <a:xfrm>
            <a:off x="576263" y="3535363"/>
            <a:ext cx="4157662" cy="2733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Single Corner Rounded 1">
            <a:extLst>
              <a:ext uri="{FF2B5EF4-FFF2-40B4-BE49-F238E27FC236}">
                <a16:creationId xmlns:a16="http://schemas.microsoft.com/office/drawing/2014/main" id="{D34224B2-49EE-4739-FEB9-697CB69A0CA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07F59BA4-2BA0-006A-392C-BCA8F17C79FE}"/>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45EB44EA-4DC1-F06E-B8C8-1DBCC3A31D0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9583D399-5223-78DF-6F57-2E14A555D747}"/>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A668999E-5ABE-F11B-0E4D-3B79023F8E1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8640866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E8E6DF"/>
        </a:solidFill>
        <a:effectLst/>
      </p:bgPr>
    </p:bg>
    <p:spTree>
      <p:nvGrpSpPr>
        <p:cNvPr id="1" name=""/>
        <p:cNvGrpSpPr/>
        <p:nvPr/>
      </p:nvGrpSpPr>
      <p:grpSpPr>
        <a:xfrm>
          <a:off x="0" y="0"/>
          <a:ext cx="0" cy="0"/>
          <a:chOff x="0" y="0"/>
          <a:chExt cx="0" cy="0"/>
        </a:xfrm>
      </p:grpSpPr>
      <p:sp>
        <p:nvSpPr>
          <p:cNvPr id="2" name="Picture Placeholder" descr="This photo is a 'placeholder' only. Drag or drop your photo here, or click and tap the center to insert a photo.">
            <a:extLst>
              <a:ext uri="{FF2B5EF4-FFF2-40B4-BE49-F238E27FC236}">
                <a16:creationId xmlns:a16="http://schemas.microsoft.com/office/drawing/2014/main" id="{F7F87341-ECEA-3B94-51B2-A9E24914685F}"/>
              </a:ext>
            </a:extLst>
          </p:cNvPr>
          <p:cNvSpPr>
            <a:spLocks noGrp="1"/>
          </p:cNvSpPr>
          <p:nvPr>
            <p:ph type="pic" sz="quarter" idx="11" hasCustomPrompt="1"/>
          </p:nvPr>
        </p:nvSpPr>
        <p:spPr bwMode="ltGray">
          <a:xfrm>
            <a:off x="5334000" y="0"/>
            <a:ext cx="6858000" cy="6858000"/>
          </a:xfrm>
          <a:prstGeom prst="rect">
            <a:avLst/>
          </a:prstGeom>
          <a:blipFill dpi="0" rotWithShape="1">
            <a:blip r:embed="rId2"/>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6" name="Rectangle 5">
            <a:extLst>
              <a:ext uri="{FF2B5EF4-FFF2-40B4-BE49-F238E27FC236}">
                <a16:creationId xmlns:a16="http://schemas.microsoft.com/office/drawing/2014/main" id="{3DED39DE-8DED-DC59-2BDA-C621877CF64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tx1"/>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76072" y="585788"/>
            <a:ext cx="4159950" cy="5683249"/>
          </a:xfrm>
        </p:spPr>
        <p:txBody>
          <a:bodyPr anchor="ctr"/>
          <a:lstStyle/>
          <a:p>
            <a:r>
              <a:rPr lang="en-US"/>
              <a:t>Click to edit Master title style</a:t>
            </a:r>
          </a:p>
        </p:txBody>
      </p:sp>
      <p:sp>
        <p:nvSpPr>
          <p:cNvPr id="4" name="Rectangle: Single Corner Rounded 3">
            <a:extLst>
              <a:ext uri="{FF2B5EF4-FFF2-40B4-BE49-F238E27FC236}">
                <a16:creationId xmlns:a16="http://schemas.microsoft.com/office/drawing/2014/main" id="{BA10B8F8-B879-8FBB-6228-91ECCEECAB1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AFEC347B-0275-DB3C-F239-4C31369DA49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B3C2CDF6-96FE-B28C-26EB-9AFD0AB1ECA1}"/>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4EA3312F-5077-8A59-BE99-888D828876CF}"/>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359C1D64-578B-CFB9-EE05-DBE0C155EAE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42514047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Picture Placeholder">
            <a:extLst>
              <a:ext uri="{FF2B5EF4-FFF2-40B4-BE49-F238E27FC236}">
                <a16:creationId xmlns:a16="http://schemas.microsoft.com/office/drawing/2014/main" id="{3D4BC3CE-C968-246E-EAC3-B829FDF59F19}"/>
              </a:ext>
              <a:ext uri="{C183D7F6-B498-43B3-948B-1728B52AA6E4}">
                <adec:decorative xmlns:adec="http://schemas.microsoft.com/office/drawing/2017/decorative" val="1"/>
              </a:ext>
            </a:extLst>
          </p:cNvPr>
          <p:cNvSpPr>
            <a:spLocks noGrp="1"/>
          </p:cNvSpPr>
          <p:nvPr>
            <p:ph type="pic" sz="quarter" idx="11" hasCustomPrompt="1"/>
          </p:nvPr>
        </p:nvSpPr>
        <p:spPr bwMode="ltGray">
          <a:xfrm>
            <a:off x="5334000" y="0"/>
            <a:ext cx="6858000" cy="6858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lIns="0" tIns="2377440" rIns="0" anchor="t" anchorCtr="0">
            <a:noAutofit/>
          </a:bodyPr>
          <a:lstStyle>
            <a:lvl1pPr marL="0" indent="0" algn="ctr">
              <a:lnSpc>
                <a:spcPct val="100000"/>
              </a:lnSpc>
              <a:buNone/>
              <a:defRPr sz="14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 Placeholder 4">
            <a:extLst>
              <a:ext uri="{FF2B5EF4-FFF2-40B4-BE49-F238E27FC236}">
                <a16:creationId xmlns:a16="http://schemas.microsoft.com/office/drawing/2014/main" id="{7BE7730F-1274-832F-885C-F261B2BF8DD4}"/>
              </a:ext>
            </a:extLst>
          </p:cNvPr>
          <p:cNvSpPr>
            <a:spLocks noGrp="1"/>
          </p:cNvSpPr>
          <p:nvPr>
            <p:ph type="body" sz="quarter" idx="12" hasCustomPrompt="1"/>
          </p:nvPr>
        </p:nvSpPr>
        <p:spPr>
          <a:xfrm>
            <a:off x="576072" y="2976563"/>
            <a:ext cx="4163125" cy="1508105"/>
          </a:xfrm>
          <a:prstGeom prst="rect">
            <a:avLst/>
          </a:prstGeom>
        </p:spPr>
        <p:txBody>
          <a:bodyPr/>
          <a:lstStyle/>
          <a:p>
            <a:pPr lvl="0"/>
            <a:r>
              <a:rPr lang="en-US"/>
              <a:t>Square photo layout with smaller text</a:t>
            </a:r>
          </a:p>
          <a:p>
            <a:pPr lvl="1"/>
            <a:r>
              <a:rPr lang="en-US"/>
              <a:t>Second level</a:t>
            </a:r>
          </a:p>
          <a:p>
            <a:pPr lvl="2"/>
            <a:r>
              <a:rPr lang="en-US"/>
              <a:t>Third level</a:t>
            </a:r>
          </a:p>
          <a:p>
            <a:pPr lvl="3"/>
            <a:r>
              <a:rPr lang="en-US"/>
              <a:t>Fourth level</a:t>
            </a:r>
          </a:p>
          <a:p>
            <a:pPr lvl="4"/>
            <a:r>
              <a:rPr lang="en-US"/>
              <a:t>Fifth level</a:t>
            </a:r>
          </a:p>
        </p:txBody>
      </p:sp>
      <p:sp>
        <p:nvSpPr>
          <p:cNvPr id="3" name="Rectangle: Single Corner Rounded 2">
            <a:extLst>
              <a:ext uri="{FF2B5EF4-FFF2-40B4-BE49-F238E27FC236}">
                <a16:creationId xmlns:a16="http://schemas.microsoft.com/office/drawing/2014/main" id="{31379C6C-0B38-16B3-A8CD-95D3AE01BD0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7F36B3FE-9A37-EF7C-EF30-65D253DC58F4}"/>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02F1A22B-E72F-3C9A-02CD-CDE5A9D0B03B}"/>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EAE8C3CF-F5BF-ACFB-5F12-E882962CF55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5C7A1019-B833-3C60-7F42-83029763C71B}"/>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64473780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prstGeom prst="rect">
            <a:avLst/>
          </a:prstGeom>
          <a:blipFill dpi="0" rotWithShape="1">
            <a:blip r:embed="rId2" cstate="email">
              <a:extLst>
                <a:ext uri="{28A0092B-C50C-407E-A947-70E740481C1C}">
                  <a14:useLocalDpi xmlns:a14="http://schemas.microsoft.com/office/drawing/2010/main"/>
                </a:ext>
              </a:extLst>
            </a:blip>
            <a:srcRect/>
            <a:stretch>
              <a:fillRect/>
            </a:stretch>
          </a:blipFill>
        </p:spPr>
        <p:txBody>
          <a:bodyPr vert="horz" wrap="square" lIns="0" tIns="1280160" rIns="0" bIns="0" rtlCol="0" anchor="t" anchorCtr="0">
            <a:noAutofit/>
          </a:bodyPr>
          <a:lstStyle>
            <a:lvl1pPr marL="0" indent="0" algn="ctr">
              <a:buNone/>
              <a:defRPr lang="en-US" sz="14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76072" y="5157216"/>
            <a:ext cx="11018520" cy="1111822"/>
          </a:xfrm>
        </p:spPr>
        <p:txBody>
          <a:bodyPr anchor="ctr"/>
          <a:lstStyle>
            <a:lvl1pPr algn="ctr">
              <a:defRPr/>
            </a:lvl1pPr>
          </a:lstStyle>
          <a:p>
            <a:r>
              <a:rPr lang="en-US"/>
              <a:t>Click to edit Master title style</a:t>
            </a:r>
          </a:p>
        </p:txBody>
      </p:sp>
    </p:spTree>
    <p:extLst>
      <p:ext uri="{BB962C8B-B14F-4D97-AF65-F5344CB8AC3E}">
        <p14:creationId xmlns:p14="http://schemas.microsoft.com/office/powerpoint/2010/main" val="17013669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92">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2C3B-7067-5E64-5ECC-D15BE3E1F5CF}"/>
              </a:ext>
            </a:extLst>
          </p:cNvPr>
          <p:cNvSpPr>
            <a:spLocks noGrp="1"/>
          </p:cNvSpPr>
          <p:nvPr>
            <p:ph type="title"/>
          </p:nvPr>
        </p:nvSpPr>
        <p:spPr>
          <a:xfrm>
            <a:off x="576072" y="512064"/>
            <a:ext cx="11018520" cy="430887"/>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a:extLst>
              <a:ext uri="{FF2B5EF4-FFF2-40B4-BE49-F238E27FC236}">
                <a16:creationId xmlns:a16="http://schemas.microsoft.com/office/drawing/2014/main" id="{1231301F-62BD-4CF6-8990-CDF00AFC8CCF}"/>
              </a:ext>
              <a:ext uri="{C183D7F6-B498-43B3-948B-1728B52AA6E4}">
                <adec:decorative xmlns:adec="http://schemas.microsoft.com/office/drawing/2017/decorative" val="1"/>
              </a:ext>
            </a:extLst>
          </p:cNvPr>
          <p:cNvSpPr>
            <a:spLocks noGrp="1"/>
          </p:cNvSpPr>
          <p:nvPr>
            <p:ph type="pic" sz="quarter" idx="13" hasCustomPrompt="1"/>
          </p:nvPr>
        </p:nvSpPr>
        <p:spPr bwMode="ltGray">
          <a:xfrm>
            <a:off x="576072" y="2025650"/>
            <a:ext cx="5367528"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tx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a:extLst>
              <a:ext uri="{FF2B5EF4-FFF2-40B4-BE49-F238E27FC236}">
                <a16:creationId xmlns:a16="http://schemas.microsoft.com/office/drawing/2014/main" id="{7223C820-5673-4288-A9D6-185A95066B1E}"/>
              </a:ext>
              <a:ext uri="{C183D7F6-B498-43B3-948B-1728B52AA6E4}">
                <adec:decorative xmlns:adec="http://schemas.microsoft.com/office/drawing/2017/decorative" val="1"/>
              </a:ext>
            </a:extLst>
          </p:cNvPr>
          <p:cNvSpPr>
            <a:spLocks noGrp="1"/>
          </p:cNvSpPr>
          <p:nvPr>
            <p:ph type="pic" sz="quarter" idx="15" hasCustomPrompt="1"/>
          </p:nvPr>
        </p:nvSpPr>
        <p:spPr bwMode="ltGray">
          <a:xfrm>
            <a:off x="6239255" y="2025650"/>
            <a:ext cx="5367528"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1005840" rtlCol="0" anchor="ctr" anchorCtr="0">
            <a:noAutofit/>
          </a:bodyPr>
          <a:lstStyle>
            <a:lvl1pPr marL="0" indent="0" algn="ctr">
              <a:buNone/>
              <a:defRPr lang="en-US" sz="1000" b="1" dirty="0">
                <a:solidFill>
                  <a:schemeClr val="bg1"/>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831909469"/>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F1897E-2255-3566-2EBC-1100994EE516}"/>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3474720" cy="347472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prstGeom prst="rect">
            <a:avLst/>
          </a:prstGeom>
          <a:blipFill>
            <a:blip r:embed="rId3"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prstGeom prst="rect">
            <a:avLst/>
          </a:prstGeom>
          <a:blipFill>
            <a:blip r:embed="rId4" cstate="email">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002729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76072"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76072" y="2025650"/>
            <a:ext cx="2532888" cy="253288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a:prstGeom prst="rect">
            <a:avLst/>
          </a:prstGeo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6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64B45CC4-5C54-98DD-713E-0A9CBC1B931D}"/>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9599686"/>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5334000"/>
            <a:ext cx="4892040" cy="935037"/>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335838858"/>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246221"/>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53269407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76072"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76072" y="480060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defRPr lang="en-US" sz="10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47220700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prstGeom prst="rect">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bg1"/>
                </a:solidFill>
              </a:defRPr>
            </a:lvl1pPr>
          </a:lstStyle>
          <a:p>
            <a:pPr marL="0" lvl="0" indent="0" algn="ctr">
              <a:buNone/>
            </a:pPr>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prstGeom prst="rect">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731520" rtlCol="0" anchor="ctr" anchorCtr="0">
            <a:noAutofit/>
          </a:bodyPr>
          <a:lstStyle>
            <a:lvl1pPr>
              <a:defRPr lang="en-US" sz="800" b="1" dirty="0">
                <a:solidFill>
                  <a:schemeClr val="tx1"/>
                </a:solidFill>
              </a:defRPr>
            </a:lvl1pPr>
          </a:lstStyle>
          <a:p>
            <a:pPr marL="0" lvl="0" indent="0" algn="ctr">
              <a:buNone/>
            </a:pPr>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prstGeom prst="rect">
            <a:avLst/>
          </a:prstGeom>
          <a:blipFill>
            <a:blip r:embed="rId6" cstate="email">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800" b="1">
                <a:solidFill>
                  <a:schemeClr val="tx1"/>
                </a:solidFill>
                <a:latin typeface="+mn-lt"/>
                <a:cs typeface="Segoe Sans Display" pitchFamily="2" charset="0"/>
              </a:defRPr>
            </a:lvl1pPr>
          </a:lstStyle>
          <a:p>
            <a:r>
              <a:rPr lang="en-US"/>
              <a:t>Dag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29722020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9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119429668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bg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vert="horz" wrap="square" lIns="0" tIns="0" rIns="0" bIns="594360" rtlCol="0" anchor="ctr" anchorCtr="0">
            <a:noAutofit/>
          </a:bodyPr>
          <a:lstStyle>
            <a:lvl1pPr algn="ctr">
              <a:defRPr lang="en-US" sz="900" b="1" dirty="0">
                <a:solidFill>
                  <a:schemeClr val="tx1"/>
                </a:solidFill>
              </a:defRPr>
            </a:lvl1pPr>
          </a:lstStyle>
          <a:p>
            <a:pPr marL="0" lvl="0" indent="0" algn="ctr">
              <a:buNone/>
            </a:pPr>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a:prstGeom prst="rect">
            <a:avLst/>
          </a:prstGeom>
        </p:spPr>
        <p:txBody>
          <a:bodyPr/>
          <a:lstStyle>
            <a:lvl1pPr marL="0" indent="0" algn="ctr">
              <a:spcBef>
                <a:spcPts val="0"/>
              </a:spcBef>
              <a:buNone/>
              <a:defRPr sz="1800">
                <a:latin typeface="+mj-lt"/>
              </a:defRPr>
            </a:lvl1pPr>
          </a:lstStyle>
          <a:p>
            <a:pPr lvl="0"/>
            <a:r>
              <a:rPr lang="en-US"/>
              <a:t>Click to edit Master text styles</a:t>
            </a:r>
          </a:p>
        </p:txBody>
      </p:sp>
    </p:spTree>
    <p:extLst>
      <p:ext uri="{BB962C8B-B14F-4D97-AF65-F5344CB8AC3E}">
        <p14:creationId xmlns:p14="http://schemas.microsoft.com/office/powerpoint/2010/main" val="378417171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76072"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76072"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bg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email">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700" b="1">
                <a:solidFill>
                  <a:schemeClr val="tx1"/>
                </a:solidFill>
                <a:latin typeface="+mn-lt"/>
                <a:cs typeface="Segoe Sans Display" pitchFamily="2"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492443"/>
          </a:xfrm>
          <a:prstGeom prst="rect">
            <a:avLst/>
          </a:prstGeom>
        </p:spPr>
        <p:txBody>
          <a:bodyPr/>
          <a:lstStyle>
            <a:lvl1pPr marL="0" indent="0" algn="ctr">
              <a:spcBef>
                <a:spcPts val="0"/>
              </a:spcBef>
              <a:buNone/>
              <a:defRPr sz="1600">
                <a:latin typeface="+mj-lt"/>
              </a:defRPr>
            </a:lvl1pPr>
          </a:lstStyle>
          <a:p>
            <a:pPr lvl="0"/>
            <a:r>
              <a:rPr lang="en-US"/>
              <a:t>Click to edit Master text styles</a:t>
            </a:r>
          </a:p>
        </p:txBody>
      </p:sp>
    </p:spTree>
    <p:extLst>
      <p:ext uri="{BB962C8B-B14F-4D97-AF65-F5344CB8AC3E}">
        <p14:creationId xmlns:p14="http://schemas.microsoft.com/office/powerpoint/2010/main" val="15553271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pic>
        <p:nvPicPr>
          <p:cNvPr id="4" name="Picture 3" descr="A close up of a toy&#10;&#10;Description automatically generated">
            <a:extLst>
              <a:ext uri="{FF2B5EF4-FFF2-40B4-BE49-F238E27FC236}">
                <a16:creationId xmlns:a16="http://schemas.microsoft.com/office/drawing/2014/main" id="{4DE4BA7E-2310-0E2F-4ED5-4D99F5E9F00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7180"/>
          <a:stretch/>
        </p:blipFill>
        <p:spPr>
          <a:xfrm>
            <a:off x="0" y="0"/>
            <a:ext cx="12192000" cy="6724651"/>
          </a:xfrm>
          <a:prstGeom prst="rect">
            <a:avLst/>
          </a:prstGeom>
          <a:solidFill>
            <a:srgbClr val="EDEBE6"/>
          </a:solidFill>
        </p:spPr>
      </p:pic>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183737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1837372"/>
            <a:ext cx="7253288" cy="276999"/>
          </a:xfrm>
          <a:prstGeom prst="rect">
            <a:avLst/>
          </a:prstGeom>
        </p:spPr>
        <p:txBody>
          <a:bodyPr anchor="t"/>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1546860"/>
            <a:ext cx="3182112" cy="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154686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10" name="Picture 9" descr="A colorful gradient going from darker blue on the left side to light blue to magenta to orange on the right side">
            <a:extLst>
              <a:ext uri="{FF2B5EF4-FFF2-40B4-BE49-F238E27FC236}">
                <a16:creationId xmlns:a16="http://schemas.microsoft.com/office/drawing/2014/main" id="{EA057F72-1B5E-B539-638B-5BB6CF49B3C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Rectangle: Single Corner Rounded 2">
            <a:extLst>
              <a:ext uri="{FF2B5EF4-FFF2-40B4-BE49-F238E27FC236}">
                <a16:creationId xmlns:a16="http://schemas.microsoft.com/office/drawing/2014/main" id="{6BBAF511-66CD-6862-E124-25E398EC683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AE18A3A5-B866-3F3F-C94F-DFDE280B6F1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83248046-EB0E-67FC-7DC4-58E8B7AB1C7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DBDC79A5-6FA6-6CFD-5398-E1829053D02B}"/>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hlinkshowjump?jump=firstslide"/>
            <a:extLst>
              <a:ext uri="{FF2B5EF4-FFF2-40B4-BE49-F238E27FC236}">
                <a16:creationId xmlns:a16="http://schemas.microsoft.com/office/drawing/2014/main" id="{104E4C97-89D7-5997-B5FB-82DD183B7FBE}"/>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61093120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95314F8-50E7-5287-848E-756303209003}"/>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3288913"/>
            <a:ext cx="6667500" cy="276999"/>
          </a:xfrm>
          <a:prstGeom prst="rect">
            <a:avLst/>
          </a:prstGeom>
        </p:spPr>
        <p:txBody>
          <a:bodyPr anchor="ctr"/>
          <a:lstStyle>
            <a:lvl1pPr marL="201168" indent="-201168">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9" name="Picture 8" descr="A colorful gradient going from darker blue on the left side to light blue to magenta to orange on the right side">
            <a:extLst>
              <a:ext uri="{FF2B5EF4-FFF2-40B4-BE49-F238E27FC236}">
                <a16:creationId xmlns:a16="http://schemas.microsoft.com/office/drawing/2014/main" id="{F375F9A5-D844-2D4C-747F-AE8CFBDFEF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6" name="Rectangle: Single Corner Rounded 5">
            <a:extLst>
              <a:ext uri="{FF2B5EF4-FFF2-40B4-BE49-F238E27FC236}">
                <a16:creationId xmlns:a16="http://schemas.microsoft.com/office/drawing/2014/main" id="{665B6C1C-49FD-9769-C225-FA9BF9E0ED3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DA8F9BB5-401A-AECD-18A3-F0EFB301920F}"/>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85BCEA1E-E11D-D1BB-49C5-5D1A6CD295B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1FA0DAAB-E22F-0853-9257-66AAED12069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 action="ppaction://hlinkshowjump?jump=firstslide"/>
            <a:extLst>
              <a:ext uri="{FF2B5EF4-FFF2-40B4-BE49-F238E27FC236}">
                <a16:creationId xmlns:a16="http://schemas.microsoft.com/office/drawing/2014/main" id="{8F70019E-EF4E-81F3-935C-CC49BB0E062A}"/>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584058923"/>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D5F20BF-1B1B-50CA-191C-F2202EAF5B89}"/>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3" name="Rectangle: Single Corner Rounded 2">
            <a:extLst>
              <a:ext uri="{FF2B5EF4-FFF2-40B4-BE49-F238E27FC236}">
                <a16:creationId xmlns:a16="http://schemas.microsoft.com/office/drawing/2014/main" id="{28AC9BDA-E2D0-E751-039F-C83C04BF8FBD}"/>
              </a:ext>
            </a:extLst>
          </p:cNvPr>
          <p:cNvSpPr/>
          <p:nvPr userDrawn="1"/>
        </p:nvSpPr>
        <p:spPr bwMode="auto">
          <a:xfrm flipH="1">
            <a:off x="10794205" y="644273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60D75BA9-39AA-B323-3D67-CE9707420A65}"/>
              </a:ext>
              <a:ext uri="{C183D7F6-B498-43B3-948B-1728B52AA6E4}">
                <adec:decorative xmlns:adec="http://schemas.microsoft.com/office/drawing/2017/decorative" val="1"/>
              </a:ext>
            </a:extLst>
          </p:cNvPr>
          <p:cNvCxnSpPr>
            <a:cxnSpLocks/>
          </p:cNvCxnSpPr>
          <p:nvPr userDrawn="1"/>
        </p:nvCxnSpPr>
        <p:spPr>
          <a:xfrm>
            <a:off x="11695960" y="656841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0B5F1935-2AE2-25F8-12B6-D1C951036886}"/>
              </a:ext>
            </a:extLst>
          </p:cNvPr>
          <p:cNvSpPr/>
          <p:nvPr userDrawn="1"/>
        </p:nvSpPr>
        <p:spPr bwMode="auto">
          <a:xfrm rot="16200000">
            <a:off x="11421321" y="659321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3B7BB8F0-D028-147B-5BFE-554257916D35}"/>
              </a:ext>
            </a:extLst>
          </p:cNvPr>
          <p:cNvSpPr/>
          <p:nvPr userDrawn="1"/>
        </p:nvSpPr>
        <p:spPr bwMode="auto">
          <a:xfrm rot="5400000" flipH="1">
            <a:off x="11812645" y="659321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6D50E656-790D-7341-913C-CD09717C46C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514422"/>
            <a:ext cx="290467" cy="290871"/>
          </a:xfrm>
          <a:prstGeom prst="rect">
            <a:avLst/>
          </a:prstGeom>
        </p:spPr>
      </p:pic>
    </p:spTree>
    <p:extLst>
      <p:ext uri="{BB962C8B-B14F-4D97-AF65-F5344CB8AC3E}">
        <p14:creationId xmlns:p14="http://schemas.microsoft.com/office/powerpoint/2010/main" val="29041645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emo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10" name="Picture 9" descr="A person with curly hair standing in brightly illuminating outdoor light and shadows">
            <a:extLst>
              <a:ext uri="{FF2B5EF4-FFF2-40B4-BE49-F238E27FC236}">
                <a16:creationId xmlns:a16="http://schemas.microsoft.com/office/drawing/2014/main" id="{2E82545A-FD52-D775-7812-AC95C1735C2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rcRect l="17213" r="21311"/>
          <a:stretch/>
        </p:blipFill>
        <p:spPr>
          <a:xfrm>
            <a:off x="5334000" y="0"/>
            <a:ext cx="6858000" cy="6858000"/>
          </a:xfrm>
          <a:prstGeom prst="roundRect">
            <a:avLst>
              <a:gd name="adj" fmla="val 0"/>
            </a:avLst>
          </a:prstGeom>
        </p:spPr>
      </p:pic>
      <p:sp>
        <p:nvSpPr>
          <p:cNvPr id="3" name="Rectangle: Single Corner Rounded 2">
            <a:extLst>
              <a:ext uri="{FF2B5EF4-FFF2-40B4-BE49-F238E27FC236}">
                <a16:creationId xmlns:a16="http://schemas.microsoft.com/office/drawing/2014/main" id="{C7C10F3F-D14B-3EBB-57AD-7F6629846557}"/>
              </a:ext>
            </a:extLst>
          </p:cNvPr>
          <p:cNvSpPr/>
          <p:nvPr userDrawn="1"/>
        </p:nvSpPr>
        <p:spPr bwMode="auto">
          <a:xfrm flipH="1">
            <a:off x="10794205" y="6433207"/>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6BBD3826-4683-09FE-D383-C9233BB8B9FB}"/>
              </a:ext>
              <a:ext uri="{C183D7F6-B498-43B3-948B-1728B52AA6E4}">
                <adec:decorative xmlns:adec="http://schemas.microsoft.com/office/drawing/2017/decorative" val="1"/>
              </a:ext>
            </a:extLst>
          </p:cNvPr>
          <p:cNvCxnSpPr>
            <a:cxnSpLocks/>
          </p:cNvCxnSpPr>
          <p:nvPr userDrawn="1"/>
        </p:nvCxnSpPr>
        <p:spPr>
          <a:xfrm>
            <a:off x="11695960" y="6558892"/>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2399B0D4-62AC-BE9C-8C07-6A9E5A9702A8}"/>
              </a:ext>
            </a:extLst>
          </p:cNvPr>
          <p:cNvSpPr/>
          <p:nvPr userDrawn="1"/>
        </p:nvSpPr>
        <p:spPr bwMode="auto">
          <a:xfrm rot="16200000">
            <a:off x="11421321" y="6583692"/>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B50C8814-8E70-F7C2-2E82-8FB8ED3009A1}"/>
              </a:ext>
            </a:extLst>
          </p:cNvPr>
          <p:cNvSpPr/>
          <p:nvPr userDrawn="1"/>
        </p:nvSpPr>
        <p:spPr bwMode="auto">
          <a:xfrm rot="5400000" flipH="1">
            <a:off x="11812645" y="6583692"/>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60289E07-0EA3-6191-D334-9BD13F078A2D}"/>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504897"/>
            <a:ext cx="290467" cy="290871"/>
          </a:xfrm>
          <a:prstGeom prst="rect">
            <a:avLst/>
          </a:prstGeom>
        </p:spPr>
      </p:pic>
    </p:spTree>
    <p:extLst>
      <p:ext uri="{BB962C8B-B14F-4D97-AF65-F5344CB8AC3E}">
        <p14:creationId xmlns:p14="http://schemas.microsoft.com/office/powerpoint/2010/main" val="1651564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emo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a:extLst>
              <a:ext uri="{FF2B5EF4-FFF2-40B4-BE49-F238E27FC236}">
                <a16:creationId xmlns:a16="http://schemas.microsoft.com/office/drawing/2014/main" id="{EF270AE3-8618-7645-AE3C-5E57E3BF172C}"/>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5636036" y="302036"/>
            <a:ext cx="6251164" cy="6251164"/>
          </a:xfrm>
          <a:prstGeom prst="roundRect">
            <a:avLst>
              <a:gd name="adj" fmla="val 2595"/>
            </a:avLst>
          </a:prstGeom>
        </p:spPr>
      </p:pic>
    </p:spTree>
    <p:extLst>
      <p:ext uri="{BB962C8B-B14F-4D97-AF65-F5344CB8AC3E}">
        <p14:creationId xmlns:p14="http://schemas.microsoft.com/office/powerpoint/2010/main" val="35882870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emo slide 4">
    <p:bg>
      <p:bgPr>
        <a:solidFill>
          <a:srgbClr val="E8E6D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3223"/>
            <a:ext cx="41772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Demo title</a:t>
            </a:r>
          </a:p>
        </p:txBody>
      </p:sp>
      <p:sp>
        <p:nvSpPr>
          <p:cNvPr id="5" name="Text Placeholder 4"/>
          <p:cNvSpPr>
            <a:spLocks noGrp="1"/>
          </p:cNvSpPr>
          <p:nvPr>
            <p:ph type="body" sz="quarter" idx="12" hasCustomPrompt="1"/>
          </p:nvPr>
        </p:nvSpPr>
        <p:spPr>
          <a:xfrm>
            <a:off x="576072" y="3977319"/>
            <a:ext cx="4177284" cy="246221"/>
          </a:xfrm>
          <a:prstGeom prst="rect">
            <a:avLst/>
          </a:prstGeom>
          <a:noFill/>
        </p:spPr>
        <p:txBody>
          <a:bodyPr wrap="square" lIns="0" tIns="0" rIns="0" bIns="0">
            <a:spAutoFit/>
          </a:bodyPr>
          <a:lstStyle>
            <a:lvl1pPr marL="0" indent="0">
              <a:spcBef>
                <a:spcPts val="0"/>
              </a:spcBef>
              <a:spcAft>
                <a:spcPts val="0"/>
              </a:spcAft>
              <a:buFont typeface="Arial" panose="020B0604020202020204" pitchFamily="34" charset="0"/>
              <a:buNone/>
              <a:defRPr sz="1600" spc="0" baseline="0">
                <a:solidFill>
                  <a:schemeClr val="tx1"/>
                </a:solidFill>
                <a:latin typeface="+mn-lt"/>
              </a:defRPr>
            </a:lvl1pPr>
          </a:lstStyle>
          <a:p>
            <a:pPr lvl="0"/>
            <a:r>
              <a:rPr lang="en-US"/>
              <a:t>Speaker name</a:t>
            </a:r>
          </a:p>
        </p:txBody>
      </p:sp>
      <p:pic>
        <p:nvPicPr>
          <p:cNvPr id="4" name="Picture 3" descr="A person with white beard and hat&#10;&#10;Description automatically generated">
            <a:extLst>
              <a:ext uri="{FF2B5EF4-FFF2-40B4-BE49-F238E27FC236}">
                <a16:creationId xmlns:a16="http://schemas.microsoft.com/office/drawing/2014/main" id="{6114E386-90DD-2D33-E4EE-56C7BEC347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334000" y="0"/>
            <a:ext cx="6858000" cy="6858000"/>
          </a:xfrm>
          <a:prstGeom prst="rect">
            <a:avLst/>
          </a:prstGeom>
        </p:spPr>
      </p:pic>
      <p:sp>
        <p:nvSpPr>
          <p:cNvPr id="3" name="Rectangle 2">
            <a:extLst>
              <a:ext uri="{FF2B5EF4-FFF2-40B4-BE49-F238E27FC236}">
                <a16:creationId xmlns:a16="http://schemas.microsoft.com/office/drawing/2014/main" id="{232DA8AD-FBCB-B320-7C32-5B6DFD8E5B66}"/>
              </a:ext>
            </a:extLst>
          </p:cNvPr>
          <p:cNvSpPr/>
          <p:nvPr userDrawn="1"/>
        </p:nvSpPr>
        <p:spPr bwMode="auto">
          <a:xfrm>
            <a:off x="0" y="-1"/>
            <a:ext cx="5334000" cy="6857999"/>
          </a:xfrm>
          <a:prstGeom prst="rect">
            <a:avLst/>
          </a:prstGeom>
          <a:gradFill flip="none" rotWithShape="1">
            <a:gsLst>
              <a:gs pos="100000">
                <a:schemeClr val="bg1">
                  <a:alpha val="0"/>
                </a:schemeClr>
              </a:gs>
              <a:gs pos="0">
                <a:schemeClr val="bg1">
                  <a:shade val="100000"/>
                  <a:satMod val="115000"/>
                  <a:alpha val="22143"/>
                </a:schemeClr>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tx1"/>
              </a:solidFill>
              <a:ea typeface="Segoe UI" pitchFamily="34" charset="0"/>
              <a:cs typeface="Segoe UI" pitchFamily="34" charset="0"/>
            </a:endParaRPr>
          </a:p>
        </p:txBody>
      </p:sp>
      <p:sp>
        <p:nvSpPr>
          <p:cNvPr id="6" name="Rectangle: Single Corner Rounded 5">
            <a:extLst>
              <a:ext uri="{FF2B5EF4-FFF2-40B4-BE49-F238E27FC236}">
                <a16:creationId xmlns:a16="http://schemas.microsoft.com/office/drawing/2014/main" id="{A758B578-B4EF-3845-644E-C40A98C7C06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658A4C9F-3ABD-2024-4BDE-E16C6879B9B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54CE01F4-A614-E55F-5F92-DD1DC56631C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CACA2557-246E-AED4-CB3C-FC99011A7CDB}"/>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52F8A536-60CF-713B-CE3A-C9AB2BF3001B}"/>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1821179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3" orient="horz" pos="1910">
          <p15:clr>
            <a:srgbClr val="5ACBF0"/>
          </p15:clr>
        </p15:guide>
        <p15:guide id="4" orient="horz" pos="2505">
          <p15:clr>
            <a:srgbClr val="5ACBF0"/>
          </p15:clr>
        </p15:guide>
        <p15:guide id="5" pos="3360">
          <p15:clr>
            <a:srgbClr val="5ACBF0"/>
          </p15:clr>
        </p15:guide>
        <p15:guide id="6" pos="3000">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C9C269-D98F-D9FE-1184-5E914A126A00}"/>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C1E8B5B3-E911-FA3B-060D-08ACEFE48A20}"/>
              </a:ext>
            </a:extLst>
          </p:cNvPr>
          <p:cNvSpPr>
            <a:spLocks noGrp="1"/>
          </p:cNvSpPr>
          <p:nvPr>
            <p:ph type="pic" sz="quarter" idx="11" hasCustomPrompt="1"/>
          </p:nvPr>
        </p:nvSpPr>
        <p:spPr bwMode="ltGray">
          <a:xfrm>
            <a:off x="5334000" y="0"/>
            <a:ext cx="6858000" cy="6858000"/>
          </a:xfrm>
          <a:prstGeom prst="rect">
            <a:avLst/>
          </a:prstGeom>
          <a:blipFill>
            <a:blip r:embed="rId2"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bg1"/>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55E1E98-66FF-FDE8-C679-48CEA9AFE75F}"/>
              </a:ext>
            </a:extLst>
          </p:cNvPr>
          <p:cNvSpPr txBox="1"/>
          <p:nvPr userDrawn="1">
            <p:extLst>
              <p:ext uri="{1162E1C5-73C7-4A58-AE30-91384D911F3F}">
                <p184:classification xmlns:p184="http://schemas.microsoft.com/office/powerpoint/2018/4/main" val="ftr"/>
              </p:ext>
            </p:extLst>
          </p:nvPr>
        </p:nvSpPr>
        <p:spPr>
          <a:xfrm>
            <a:off x="145369" y="6638098"/>
            <a:ext cx="5949107" cy="153888"/>
          </a:xfrm>
          <a:prstGeom prst="rect">
            <a:avLst/>
          </a:prstGeom>
        </p:spPr>
        <p:txBody>
          <a:bodyPr horzOverflow="overflow" wrap="square" lIns="0" tIns="0" rIns="0" bIns="0">
            <a:spAutoFit/>
          </a:bodyPr>
          <a:lstStyle/>
          <a:p>
            <a:pPr algn="l"/>
            <a:r>
              <a:rPr lang="en-US" sz="1000" b="1">
                <a:solidFill>
                  <a:schemeClr val="tx2"/>
                </a:solidFill>
                <a:latin typeface="Aptos" panose="020B0004020202020204" pitchFamily="34" charset="0"/>
              </a:rPr>
              <a:t>Classified as Microsoft Confidential – content under embargo until Nov 18, 2025</a:t>
            </a:r>
          </a:p>
        </p:txBody>
      </p:sp>
      <p:sp>
        <p:nvSpPr>
          <p:cNvPr id="6" name="Rectangle: Single Corner Rounded 5">
            <a:extLst>
              <a:ext uri="{FF2B5EF4-FFF2-40B4-BE49-F238E27FC236}">
                <a16:creationId xmlns:a16="http://schemas.microsoft.com/office/drawing/2014/main" id="{5980DEC3-1A5B-A4CE-BDB0-20F9B5246A25}"/>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3F0D98B4-ED81-1C98-B94D-F4AD7A7C32E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E2668668-2534-CE75-DA6E-A025CB87856D}"/>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97AEF635-A538-362C-CA59-101AC855E74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0D475A54-28C4-9609-0F9C-DFFBAF7C9D51}"/>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936625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8111608B-3482-A33C-BA63-70C5869A2AC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1" y="0"/>
            <a:ext cx="6858000" cy="6861846"/>
          </a:xfrm>
          <a:prstGeom prst="rect">
            <a:avLst/>
          </a:prstGeom>
        </p:spPr>
      </p:pic>
      <p:sp>
        <p:nvSpPr>
          <p:cNvPr id="3" name="Rectangle: Single Corner Rounded 2">
            <a:extLst>
              <a:ext uri="{FF2B5EF4-FFF2-40B4-BE49-F238E27FC236}">
                <a16:creationId xmlns:a16="http://schemas.microsoft.com/office/drawing/2014/main" id="{1021BC44-D517-72A9-FB95-5BBF5D44B82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672F09F3-B1AC-97C6-D2DF-576877772B0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FF587DED-7E36-E992-4515-9122E22347C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 name="Isosceles Triangle 5">
            <a:hlinkClick r:id="" action="ppaction://hlinkshowjump?jump=nextslide"/>
            <a:extLst>
              <a:ext uri="{FF2B5EF4-FFF2-40B4-BE49-F238E27FC236}">
                <a16:creationId xmlns:a16="http://schemas.microsoft.com/office/drawing/2014/main" id="{14B8E33C-A609-3DE4-AB92-68CA2A98C164}"/>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2D43C62B-834C-7B1E-C2BD-F1CD5B885B28}"/>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7701145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8" name="Picture 7">
            <a:extLst>
              <a:ext uri="{FF2B5EF4-FFF2-40B4-BE49-F238E27FC236}">
                <a16:creationId xmlns:a16="http://schemas.microsoft.com/office/drawing/2014/main" id="{27F67BE8-1773-C479-4149-41024CAFA3D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5334000" y="0"/>
            <a:ext cx="6858000" cy="6858000"/>
          </a:xfrm>
          <a:prstGeom prst="rect">
            <a:avLst/>
          </a:prstGeom>
        </p:spPr>
      </p:pic>
      <p:sp>
        <p:nvSpPr>
          <p:cNvPr id="3" name="Rectangle: Single Corner Rounded 2">
            <a:extLst>
              <a:ext uri="{FF2B5EF4-FFF2-40B4-BE49-F238E27FC236}">
                <a16:creationId xmlns:a16="http://schemas.microsoft.com/office/drawing/2014/main" id="{6761B9BA-F260-6665-A9FC-F26BDAC23DC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529A5E3E-815E-E9BA-233D-62F61A38597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EBC91024-3EA7-7BE2-F91F-7DEBCB659EB5}"/>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 name="Isosceles Triangle 5">
            <a:hlinkClick r:id="" action="ppaction://hlinkshowjump?jump=nextslide"/>
            <a:extLst>
              <a:ext uri="{FF2B5EF4-FFF2-40B4-BE49-F238E27FC236}">
                <a16:creationId xmlns:a16="http://schemas.microsoft.com/office/drawing/2014/main" id="{3CEA3583-CF78-A530-07F6-89208C2A045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7" name="Graphic 6" descr="Home outline">
            <a:hlinkClick r:id="" action="ppaction://hlinkshowjump?jump=firstslide"/>
            <a:extLst>
              <a:ext uri="{FF2B5EF4-FFF2-40B4-BE49-F238E27FC236}">
                <a16:creationId xmlns:a16="http://schemas.microsoft.com/office/drawing/2014/main" id="{B7629007-E174-3640-1E04-C6F670242589}"/>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266236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ection Title 4">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sp>
        <p:nvSpPr>
          <p:cNvPr id="3" name="Rectangle: Single Corner Rounded 2">
            <a:extLst>
              <a:ext uri="{FF2B5EF4-FFF2-40B4-BE49-F238E27FC236}">
                <a16:creationId xmlns:a16="http://schemas.microsoft.com/office/drawing/2014/main" id="{EC7B6110-5481-E7B4-53AC-051C66AAE59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BE77BD12-964A-D4CA-E323-710B8503689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B884CBC4-57BA-00BA-E8DF-37211D66E45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9546D00B-FE2D-2D4A-3E5D-BE0EF32DB8D4}"/>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69D41EB2-86E4-E7BB-FDD4-D1FE015AFB3E}"/>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3625226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ction Title Full Blu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C80F9F-53D7-FD76-F927-4B731F87465C}"/>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4" name="Rectangle: Single Corner Rounded 3">
            <a:extLst>
              <a:ext uri="{FF2B5EF4-FFF2-40B4-BE49-F238E27FC236}">
                <a16:creationId xmlns:a16="http://schemas.microsoft.com/office/drawing/2014/main" id="{8D381952-EF29-4B2D-9E22-CC5F1E89CC9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DB729FA0-25BB-2DEC-1AD6-ECE4F769B02D}"/>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27641C03-4E93-A8ED-4F50-B0C7C24A501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040F1D0D-6D21-3FDE-C7C3-89CD9559B1D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919CAA01-5030-8F74-FC0D-07298DC72093}"/>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0981464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ection Title Full Go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22813B-0916-B031-5A6D-6C69C51D405F}"/>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8"/>
          </a:xfrm>
          <a:prstGeom prst="rect">
            <a:avLst/>
          </a:prstGeom>
        </p:spPr>
      </p:pic>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
        <p:nvSpPr>
          <p:cNvPr id="3" name="Rectangle: Single Corner Rounded 2">
            <a:extLst>
              <a:ext uri="{FF2B5EF4-FFF2-40B4-BE49-F238E27FC236}">
                <a16:creationId xmlns:a16="http://schemas.microsoft.com/office/drawing/2014/main" id="{36EFF19C-AE2A-99CD-0683-71CCB0E62F75}"/>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927A167A-6108-573B-3F72-AC70A365304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637ECFD1-2073-08FE-7F92-052F35A898F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C6A6B8CF-1C21-A01E-8B5B-03F38C734D7A}"/>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84C96DFF-F453-DD42-2DD3-18C93A0D264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8115734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 Title Cream Gradien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12F533E-13F8-CA91-8068-2E10F3E01094}"/>
              </a:ext>
            </a:extLst>
          </p:cNvPr>
          <p:cNvSpPr/>
          <p:nvPr userDrawn="1"/>
        </p:nvSpPr>
        <p:spPr bwMode="auto">
          <a:xfrm>
            <a:off x="0" y="0"/>
            <a:ext cx="12188952" cy="6858000"/>
          </a:xfrm>
          <a:prstGeom prst="rect">
            <a:avLst/>
          </a:prstGeom>
          <a:gradFill flip="none" rotWithShape="1">
            <a:gsLst>
              <a:gs pos="100000">
                <a:srgbClr val="F9ECDC"/>
              </a:gs>
              <a:gs pos="0">
                <a:srgbClr val="E5D0B9"/>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pic>
        <p:nvPicPr>
          <p:cNvPr id="7" name="Picture 6">
            <a:extLst>
              <a:ext uri="{FF2B5EF4-FFF2-40B4-BE49-F238E27FC236}">
                <a16:creationId xmlns:a16="http://schemas.microsoft.com/office/drawing/2014/main" id="{950F8DA4-AA5F-00A5-3FC7-349A40EA3800}"/>
              </a:ext>
              <a:ext uri="{C183D7F6-B498-43B3-948B-1728B52AA6E4}">
                <adec:decorative xmlns:adec="http://schemas.microsoft.com/office/drawing/2017/decorative" val="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570213"/>
            <a:ext cx="12188952" cy="287719"/>
          </a:xfrm>
          <a:prstGeom prst="roundRect">
            <a:avLst>
              <a:gd name="adj" fmla="val 0"/>
            </a:avLst>
          </a:prstGeom>
        </p:spPr>
      </p:pic>
      <p:sp>
        <p:nvSpPr>
          <p:cNvPr id="3" name="Rectangle: Single Corner Rounded 2">
            <a:extLst>
              <a:ext uri="{FF2B5EF4-FFF2-40B4-BE49-F238E27FC236}">
                <a16:creationId xmlns:a16="http://schemas.microsoft.com/office/drawing/2014/main" id="{4B727FEE-2BDB-F399-E5A8-5CF8AA8D42B1}"/>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E4E163E0-B5A5-DA3E-F9F2-E0AA1CCFE411}"/>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54A032E6-7F84-02C6-C620-672D0A723AD1}"/>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34DF0A6F-9AB6-4B73-C803-6738550E28C5}"/>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F019D4F8-5FCB-91A0-C9B9-7B387210FC55}"/>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1230732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ection Title 5">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73979539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ection Title 6">
    <p:bg>
      <p:bgPr>
        <a:solidFill>
          <a:srgbClr val="2A446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410747488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ection Title 7">
    <p:bg>
      <p:bgPr>
        <a:solidFill>
          <a:schemeClr val="accent3"/>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B8FDC08-6E01-3B36-160B-ED2547ADFBDE}"/>
              </a:ext>
            </a:extLst>
          </p:cNvPr>
          <p:cNvSpPr>
            <a:spLocks noGrp="1"/>
          </p:cNvSpPr>
          <p:nvPr>
            <p:ph type="title" hasCustomPrompt="1"/>
          </p:nvPr>
        </p:nvSpPr>
        <p:spPr>
          <a:xfrm>
            <a:off x="576072" y="3035808"/>
            <a:ext cx="4178808"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Sans Display" pitchFamily="2" charset="0"/>
              </a:defRPr>
            </a:lvl1pPr>
          </a:lstStyle>
          <a:p>
            <a:r>
              <a:rPr lang="en-US"/>
              <a:t>Section title</a:t>
            </a:r>
          </a:p>
        </p:txBody>
      </p:sp>
    </p:spTree>
    <p:extLst>
      <p:ext uri="{BB962C8B-B14F-4D97-AF65-F5344CB8AC3E}">
        <p14:creationId xmlns:p14="http://schemas.microsoft.com/office/powerpoint/2010/main" val="315954849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62EC4-DD39-EB54-3645-F5D77A41AB33}"/>
              </a:ext>
            </a:extLst>
          </p:cNvPr>
          <p:cNvSpPr>
            <a:spLocks noGrp="1"/>
          </p:cNvSpPr>
          <p:nvPr>
            <p:ph type="title"/>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Click to edit Master title style</a:t>
            </a:r>
          </a:p>
        </p:txBody>
      </p:sp>
    </p:spTree>
    <p:extLst>
      <p:ext uri="{BB962C8B-B14F-4D97-AF65-F5344CB8AC3E}">
        <p14:creationId xmlns:p14="http://schemas.microsoft.com/office/powerpoint/2010/main" val="209307414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Blank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124262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Blan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434140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Blank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802857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ntent Graphic">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BC87E-4CC9-0F44-6DF9-7F6E2A04362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4" name="Text Placeholder 4">
            <a:extLst>
              <a:ext uri="{FF2B5EF4-FFF2-40B4-BE49-F238E27FC236}">
                <a16:creationId xmlns:a16="http://schemas.microsoft.com/office/drawing/2014/main" id="{49DBCD25-6DFA-052F-4ED9-1E8C8737F934}"/>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3" name="Content Placeholder 3">
            <a:extLst>
              <a:ext uri="{FF2B5EF4-FFF2-40B4-BE49-F238E27FC236}">
                <a16:creationId xmlns:a16="http://schemas.microsoft.com/office/drawing/2014/main" id="{2155222B-26E4-2F43-D7F5-FC045289128D}"/>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3243882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ent Graphic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6318D53-3286-EAEB-3098-F1081AF276A8}"/>
              </a:ext>
              <a:ext uri="{C183D7F6-B498-43B3-948B-1728B52AA6E4}">
                <adec:decorative xmlns:adec="http://schemas.microsoft.com/office/drawing/2017/decorative" val="1"/>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5000"/>
                    </a14:imgEffect>
                  </a14:imgLayer>
                </a14:imgProps>
              </a:ext>
            </a:extLst>
          </a:blip>
          <a:srcRect t="48" b="48"/>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AD825C2-7FF1-3371-96A7-47B94663743F}"/>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2" name="Text Placeholder 4">
            <a:extLst>
              <a:ext uri="{FF2B5EF4-FFF2-40B4-BE49-F238E27FC236}">
                <a16:creationId xmlns:a16="http://schemas.microsoft.com/office/drawing/2014/main" id="{8F683B1D-9A97-8095-D692-BB98BA5D36B9}"/>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4DDFB201-BF2E-7E3A-CE08-CB33082FCE63}"/>
              </a:ext>
            </a:extLst>
          </p:cNvPr>
          <p:cNvSpPr>
            <a:spLocks noGrp="1"/>
          </p:cNvSpPr>
          <p:nvPr>
            <p:ph sz="quarter" idx="10"/>
          </p:nvPr>
        </p:nvSpPr>
        <p:spPr>
          <a:xfrm>
            <a:off x="913382"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0" name="Content Placeholder 3">
            <a:extLst>
              <a:ext uri="{FF2B5EF4-FFF2-40B4-BE49-F238E27FC236}">
                <a16:creationId xmlns:a16="http://schemas.microsoft.com/office/drawing/2014/main" id="{7FEBBDF5-F084-CF10-5555-E3848FF67896}"/>
              </a:ext>
            </a:extLst>
          </p:cNvPr>
          <p:cNvSpPr>
            <a:spLocks noGrp="1"/>
          </p:cNvSpPr>
          <p:nvPr>
            <p:ph sz="quarter" idx="12"/>
          </p:nvPr>
        </p:nvSpPr>
        <p:spPr>
          <a:xfrm>
            <a:off x="3589909"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1" name="Content Placeholder 3">
            <a:extLst>
              <a:ext uri="{FF2B5EF4-FFF2-40B4-BE49-F238E27FC236}">
                <a16:creationId xmlns:a16="http://schemas.microsoft.com/office/drawing/2014/main" id="{6B949797-8726-7778-B26B-C31DBA688882}"/>
              </a:ext>
            </a:extLst>
          </p:cNvPr>
          <p:cNvSpPr>
            <a:spLocks noGrp="1"/>
          </p:cNvSpPr>
          <p:nvPr>
            <p:ph sz="quarter" idx="13"/>
          </p:nvPr>
        </p:nvSpPr>
        <p:spPr>
          <a:xfrm>
            <a:off x="6266436"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
        <p:nvSpPr>
          <p:cNvPr id="12" name="Content Placeholder 3">
            <a:extLst>
              <a:ext uri="{FF2B5EF4-FFF2-40B4-BE49-F238E27FC236}">
                <a16:creationId xmlns:a16="http://schemas.microsoft.com/office/drawing/2014/main" id="{C68450D2-B84B-EFE2-F1F2-471B2C05B0F2}"/>
              </a:ext>
            </a:extLst>
          </p:cNvPr>
          <p:cNvSpPr>
            <a:spLocks noGrp="1"/>
          </p:cNvSpPr>
          <p:nvPr>
            <p:ph sz="quarter" idx="14"/>
          </p:nvPr>
        </p:nvSpPr>
        <p:spPr>
          <a:xfrm>
            <a:off x="8885671" y="3708400"/>
            <a:ext cx="2505456" cy="892552"/>
          </a:xfrm>
          <a:prstGeom prst="rect">
            <a:avLst/>
          </a:prstGeom>
        </p:spPr>
        <p:txBody>
          <a:bodyPr/>
          <a:lstStyle>
            <a:lvl1pPr algn="ctr">
              <a:defRPr sz="1600">
                <a:solidFill>
                  <a:schemeClr val="tx1"/>
                </a:solidFill>
                <a:latin typeface="+mn-lt"/>
              </a:defRPr>
            </a:lvl1pPr>
            <a:lvl2pPr algn="ct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806899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ent Graphic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B6B235D-925E-935A-C0D1-66A1BCB69698}"/>
              </a:ext>
              <a:ext uri="{C183D7F6-B498-43B3-948B-1728B52AA6E4}">
                <adec:decorative xmlns:adec="http://schemas.microsoft.com/office/drawing/2017/decorative" val="1"/>
              </a:ext>
            </a:extLst>
          </p:cNvPr>
          <p:cNvPicPr>
            <a:picLocks noChangeAspect="1"/>
          </p:cNvPicPr>
          <p:nvPr userDrawn="1"/>
        </p:nvPicPr>
        <p:blipFill>
          <a:blip r:embed="rId3">
            <a:lum bright="10000"/>
            <a:extLst>
              <a:ext uri="{96DAC541-7B7A-43D3-8B79-37D633B846F1}">
                <asvg:svgBlip xmlns:asvg="http://schemas.microsoft.com/office/drawing/2016/SVG/main" r:embed="rId4"/>
              </a:ext>
            </a:extLst>
          </a:blip>
          <a:srcRect l="29" r="29"/>
          <a:stretch/>
        </p:blipFill>
        <p:spPr>
          <a:xfrm>
            <a:off x="578642" y="588018"/>
            <a:ext cx="11033446" cy="5681964"/>
          </a:xfrm>
          <a:prstGeom prst="roundRect">
            <a:avLst>
              <a:gd name="adj" fmla="val 2183"/>
            </a:avLst>
          </a:prstGeom>
        </p:spPr>
      </p:pic>
      <p:sp>
        <p:nvSpPr>
          <p:cNvPr id="3" name="Title 1">
            <a:extLst>
              <a:ext uri="{FF2B5EF4-FFF2-40B4-BE49-F238E27FC236}">
                <a16:creationId xmlns:a16="http://schemas.microsoft.com/office/drawing/2014/main" id="{38A31E95-ADF9-9E3F-1324-0D2A40C31A9D}"/>
              </a:ext>
            </a:extLst>
          </p:cNvPr>
          <p:cNvSpPr>
            <a:spLocks noGrp="1"/>
          </p:cNvSpPr>
          <p:nvPr>
            <p:ph type="title"/>
          </p:nvPr>
        </p:nvSpPr>
        <p:spPr>
          <a:xfrm>
            <a:off x="913532" y="1008742"/>
            <a:ext cx="10363918" cy="430887"/>
          </a:xfrm>
        </p:spPr>
        <p:txBody>
          <a:bodyPr>
            <a:spAutoFit/>
          </a:bodyPr>
          <a:lstStyle>
            <a:lvl1pPr>
              <a:defRPr>
                <a:solidFill>
                  <a:schemeClr val="tx1"/>
                </a:solidFill>
              </a:defRPr>
            </a:lvl1pPr>
          </a:lstStyle>
          <a:p>
            <a:r>
              <a:rPr lang="en-US"/>
              <a:t>Click to edit Master title style</a:t>
            </a:r>
          </a:p>
        </p:txBody>
      </p:sp>
      <p:sp>
        <p:nvSpPr>
          <p:cNvPr id="6" name="Text Placeholder 4">
            <a:extLst>
              <a:ext uri="{FF2B5EF4-FFF2-40B4-BE49-F238E27FC236}">
                <a16:creationId xmlns:a16="http://schemas.microsoft.com/office/drawing/2014/main" id="{BE3AB752-DB9F-C311-68FE-01A729FCF97A}"/>
              </a:ext>
            </a:extLst>
          </p:cNvPr>
          <p:cNvSpPr>
            <a:spLocks noGrp="1"/>
          </p:cNvSpPr>
          <p:nvPr>
            <p:ph type="body" sz="quarter" idx="11" hasCustomPrompt="1"/>
          </p:nvPr>
        </p:nvSpPr>
        <p:spPr>
          <a:xfrm>
            <a:off x="913532" y="818242"/>
            <a:ext cx="10363918" cy="184666"/>
          </a:xfrm>
          <a:prstGeom prst="rect">
            <a:avLst/>
          </a:prstGeo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
        <p:nvSpPr>
          <p:cNvPr id="4" name="Content Placeholder 3">
            <a:extLst>
              <a:ext uri="{FF2B5EF4-FFF2-40B4-BE49-F238E27FC236}">
                <a16:creationId xmlns:a16="http://schemas.microsoft.com/office/drawing/2014/main" id="{855F23D6-B0F2-95EC-6A60-E33F63B03998}"/>
              </a:ext>
            </a:extLst>
          </p:cNvPr>
          <p:cNvSpPr>
            <a:spLocks noGrp="1"/>
          </p:cNvSpPr>
          <p:nvPr>
            <p:ph sz="quarter" idx="10"/>
          </p:nvPr>
        </p:nvSpPr>
        <p:spPr>
          <a:xfrm>
            <a:off x="913382" y="2017712"/>
            <a:ext cx="10364218" cy="4251325"/>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48494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ig Numb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3C62E-72E5-F065-0EA5-5455A61A105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6" name="Text Placeholder 5">
            <a:extLst>
              <a:ext uri="{FF2B5EF4-FFF2-40B4-BE49-F238E27FC236}">
                <a16:creationId xmlns:a16="http://schemas.microsoft.com/office/drawing/2014/main" id="{E61FDE9D-CE47-EE58-DDEB-A4E2C9956FDB}"/>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7" name="Text Placeholder 5">
            <a:extLst>
              <a:ext uri="{FF2B5EF4-FFF2-40B4-BE49-F238E27FC236}">
                <a16:creationId xmlns:a16="http://schemas.microsoft.com/office/drawing/2014/main" id="{483921F1-D334-EC88-D639-C6492418B9D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98348422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2">
          <p15:clr>
            <a:srgbClr val="A4A3A4"/>
          </p15:clr>
        </p15:guide>
        <p15:guide id="24" pos="6120">
          <p15:clr>
            <a:srgbClr val="A4A3A4"/>
          </p15:clr>
        </p15:guide>
        <p15:guide id="25" pos="6308">
          <p15:clr>
            <a:srgbClr val="A4A3A4"/>
          </p15:clr>
        </p15:guide>
        <p15:guide id="26" pos="6717">
          <p15:clr>
            <a:srgbClr val="A4A3A4"/>
          </p15:clr>
        </p15:guide>
        <p15:guide id="27" pos="6900">
          <p15:clr>
            <a:srgbClr val="A4A3A4"/>
          </p15:clr>
        </p15:guide>
        <p15:guide id="28" orient="horz" pos="888">
          <p15:clr>
            <a:srgbClr val="5ACBF0"/>
          </p15:clr>
        </p15:guide>
        <p15:guide id="29" orient="horz" pos="1271">
          <p15:clr>
            <a:srgbClr val="5ACBF0"/>
          </p15:clr>
        </p15:guide>
        <p15:guide id="30" orient="horz" pos="288">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ig Numb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4CD05008-D889-2657-9E64-AE1A68432B3A}"/>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B90B9417-A140-ED0E-9B15-EC46E435206D}"/>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AE6AC568-C052-9C82-938A-92DB6B485D9D}"/>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2602927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ig Numb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F1F03AAB-35E4-75D5-BC32-B2CE3D93644D}"/>
              </a:ext>
            </a:extLst>
          </p:cNvPr>
          <p:cNvSpPr>
            <a:spLocks noGrp="1"/>
          </p:cNvSpPr>
          <p:nvPr>
            <p:ph type="title" hasCustomPrompt="1"/>
          </p:nvPr>
        </p:nvSpPr>
        <p:spPr>
          <a:xfrm>
            <a:off x="2147823" y="1778853"/>
            <a:ext cx="7896354" cy="2462213"/>
          </a:xfrm>
        </p:spPr>
        <p:txBody>
          <a:bodyPr/>
          <a:lstStyle>
            <a:lvl1pPr marL="0" indent="0" algn="ctr">
              <a:buFont typeface="Arial" panose="020B0604020202020204" pitchFamily="34" charset="0"/>
              <a:buNone/>
              <a:defRPr sz="16000">
                <a:latin typeface="+mn-lt"/>
              </a:defRPr>
            </a:lvl1pPr>
          </a:lstStyle>
          <a:p>
            <a:r>
              <a:rPr lang="en-US"/>
              <a:t>##</a:t>
            </a:r>
          </a:p>
        </p:txBody>
      </p:sp>
      <p:sp>
        <p:nvSpPr>
          <p:cNvPr id="4" name="Text Placeholder 5">
            <a:extLst>
              <a:ext uri="{FF2B5EF4-FFF2-40B4-BE49-F238E27FC236}">
                <a16:creationId xmlns:a16="http://schemas.microsoft.com/office/drawing/2014/main" id="{D1F2F5D4-3A80-B49A-353F-38D18DF589C8}"/>
              </a:ext>
            </a:extLst>
          </p:cNvPr>
          <p:cNvSpPr>
            <a:spLocks noGrp="1"/>
          </p:cNvSpPr>
          <p:nvPr>
            <p:ph type="body" sz="quarter" idx="10" hasCustomPrompt="1"/>
          </p:nvPr>
        </p:nvSpPr>
        <p:spPr>
          <a:xfrm>
            <a:off x="2146300" y="4253885"/>
            <a:ext cx="7899400" cy="246221"/>
          </a:xfrm>
          <a:prstGeom prst="rect">
            <a:avLst/>
          </a:prstGeom>
        </p:spPr>
        <p:txBody>
          <a:bodyPr/>
          <a:lstStyle>
            <a:lvl1pPr marL="0" indent="0" algn="ctr">
              <a:buNone/>
              <a:defRPr sz="16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subtext style</a:t>
            </a:r>
          </a:p>
        </p:txBody>
      </p:sp>
      <p:sp>
        <p:nvSpPr>
          <p:cNvPr id="5" name="Text Placeholder 5">
            <a:extLst>
              <a:ext uri="{FF2B5EF4-FFF2-40B4-BE49-F238E27FC236}">
                <a16:creationId xmlns:a16="http://schemas.microsoft.com/office/drawing/2014/main" id="{E7DA8D6A-DC14-6890-FE2C-FDB67210F327}"/>
              </a:ext>
            </a:extLst>
          </p:cNvPr>
          <p:cNvSpPr>
            <a:spLocks noGrp="1"/>
          </p:cNvSpPr>
          <p:nvPr>
            <p:ph type="body" sz="quarter" idx="11" hasCustomPrompt="1"/>
          </p:nvPr>
        </p:nvSpPr>
        <p:spPr>
          <a:xfrm>
            <a:off x="2146300" y="5384185"/>
            <a:ext cx="7899400" cy="153888"/>
          </a:xfrm>
          <a:prstGeom prst="rect">
            <a:avLst/>
          </a:prstGeom>
        </p:spPr>
        <p:txBody>
          <a:bodyPr/>
          <a:lstStyle>
            <a:lvl1pPr marL="0" indent="0" algn="ctr">
              <a:buNone/>
              <a:defRPr sz="1000"/>
            </a:lvl1pPr>
            <a:lvl2pPr marL="228600" indent="0" algn="ctr">
              <a:buNone/>
              <a:defRPr/>
            </a:lvl2pPr>
            <a:lvl3pPr marL="457200" indent="0" algn="ctr">
              <a:buNone/>
              <a:defRPr/>
            </a:lvl3pPr>
            <a:lvl4pPr marL="661988" indent="0" algn="ctr">
              <a:buNone/>
              <a:defRPr/>
            </a:lvl4pPr>
            <a:lvl5pPr marL="855663" indent="0" algn="ctr">
              <a:buNone/>
              <a:defRPr/>
            </a:lvl5pPr>
          </a:lstStyle>
          <a:p>
            <a:pPr lvl="0"/>
            <a:r>
              <a:rPr lang="en-US"/>
              <a:t>Click to edit footer style</a:t>
            </a:r>
          </a:p>
        </p:txBody>
      </p:sp>
    </p:spTree>
    <p:extLst>
      <p:ext uri="{BB962C8B-B14F-4D97-AF65-F5344CB8AC3E}">
        <p14:creationId xmlns:p14="http://schemas.microsoft.com/office/powerpoint/2010/main" val="10453466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60">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rgbClr val="FFF8F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728B26F-D58F-C59C-79A9-B632CC130CA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4925569"/>
            <a:ext cx="12192000" cy="1932431"/>
          </a:xfrm>
          <a:prstGeom prst="rect">
            <a:avLst/>
          </a:prstGeom>
        </p:spPr>
      </p:pic>
      <p:sp>
        <p:nvSpPr>
          <p:cNvPr id="3" name="Rectangle: Single Corner Rounded 2">
            <a:extLst>
              <a:ext uri="{FF2B5EF4-FFF2-40B4-BE49-F238E27FC236}">
                <a16:creationId xmlns:a16="http://schemas.microsoft.com/office/drawing/2014/main" id="{34D61862-2205-6859-6E94-19AE400C5A90}"/>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4E070AB6-CD2D-8CE4-E836-3445A37CDECA}"/>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D04B5961-BB19-D1E4-B13E-450C373EDB2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9758ED1B-4057-451F-65B6-775A50F0BB51}"/>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A356BCAB-2C61-ED23-17FC-AFB63AA81C66}"/>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872626857"/>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Quote Slide 2">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EB123-B336-56F7-07B9-7157FE92A3BD}"/>
              </a:ext>
            </a:extLst>
          </p:cNvPr>
          <p:cNvSpPr>
            <a:spLocks noGrp="1"/>
          </p:cNvSpPr>
          <p:nvPr>
            <p:ph type="title" hasCustomPrompt="1"/>
          </p:nvPr>
        </p:nvSpPr>
        <p:spPr>
          <a:xfrm>
            <a:off x="2549561" y="3159323"/>
            <a:ext cx="5958557" cy="307777"/>
          </a:xfrm>
        </p:spPr>
        <p:txBody>
          <a:bodyPr anchor="b" anchorCtr="0"/>
          <a:lstStyle>
            <a:lvl1pPr>
              <a:defRPr sz="2000">
                <a:solidFill>
                  <a:schemeClr val="bg1"/>
                </a:solidFill>
                <a:latin typeface="+mn-lt"/>
              </a:defRPr>
            </a:lvl1pPr>
          </a:lstStyle>
          <a:p>
            <a:r>
              <a:rPr lang="en-US"/>
              <a:t>Click to edit quote style</a:t>
            </a:r>
          </a:p>
        </p:txBody>
      </p:sp>
      <p:sp>
        <p:nvSpPr>
          <p:cNvPr id="6" name="Text Placeholder 5">
            <a:extLst>
              <a:ext uri="{FF2B5EF4-FFF2-40B4-BE49-F238E27FC236}">
                <a16:creationId xmlns:a16="http://schemas.microsoft.com/office/drawing/2014/main" id="{E17E51B3-B187-5510-113C-862CE543F9DF}"/>
              </a:ext>
            </a:extLst>
          </p:cNvPr>
          <p:cNvSpPr>
            <a:spLocks noGrp="1"/>
          </p:cNvSpPr>
          <p:nvPr>
            <p:ph type="body" sz="quarter" idx="10" hasCustomPrompt="1"/>
          </p:nvPr>
        </p:nvSpPr>
        <p:spPr>
          <a:xfrm>
            <a:off x="2549561" y="3647032"/>
            <a:ext cx="5957887" cy="246221"/>
          </a:xfrm>
          <a:prstGeom prst="rect">
            <a:avLst/>
          </a:prstGeom>
        </p:spPr>
        <p:txBody>
          <a:bodyPr/>
          <a:lstStyle>
            <a:lvl1pPr marL="0" indent="0" algn="r">
              <a:buNone/>
              <a:defRPr sz="1600">
                <a:solidFill>
                  <a:schemeClr val="bg1"/>
                </a:solidFill>
              </a:defRPr>
            </a:lvl1pPr>
          </a:lstStyle>
          <a:p>
            <a:pPr lvl="0"/>
            <a:r>
              <a:rPr lang="en-US"/>
              <a:t>Quote author, Title, Organization</a:t>
            </a:r>
          </a:p>
        </p:txBody>
      </p:sp>
      <p:pic>
        <p:nvPicPr>
          <p:cNvPr id="8" name="Graphic 7" descr="Quote mark">
            <a:extLst>
              <a:ext uri="{FF2B5EF4-FFF2-40B4-BE49-F238E27FC236}">
                <a16:creationId xmlns:a16="http://schemas.microsoft.com/office/drawing/2014/main" id="{64077A7A-76A3-4EA6-6BF5-2CFADD74DE4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571500" y="585788"/>
            <a:ext cx="674370" cy="587754"/>
          </a:xfrm>
          <a:prstGeom prst="rect">
            <a:avLst/>
          </a:prstGeom>
        </p:spPr>
      </p:pic>
      <p:pic>
        <p:nvPicPr>
          <p:cNvPr id="3" name="Graphic 2" descr="Quote mark">
            <a:extLst>
              <a:ext uri="{FF2B5EF4-FFF2-40B4-BE49-F238E27FC236}">
                <a16:creationId xmlns:a16="http://schemas.microsoft.com/office/drawing/2014/main" id="{3884F2AA-E820-B43C-3C64-DA0CC8A6998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134846" y="5845760"/>
            <a:ext cx="485654" cy="423277"/>
          </a:xfrm>
          <a:prstGeom prst="rect">
            <a:avLst/>
          </a:prstGeom>
        </p:spPr>
      </p:pic>
    </p:spTree>
    <p:extLst>
      <p:ext uri="{BB962C8B-B14F-4D97-AF65-F5344CB8AC3E}">
        <p14:creationId xmlns:p14="http://schemas.microsoft.com/office/powerpoint/2010/main" val="1955975623"/>
      </p:ext>
    </p:extLst>
  </p:cSld>
  <p:clrMapOvr>
    <a:masterClrMapping/>
  </p:clrMapOvr>
  <p:transition>
    <p:fade/>
  </p:transition>
  <p:extLst>
    <p:ext uri="{DCECCB84-F9BA-43D5-87BE-67443E8EF086}">
      <p15:sldGuideLst xmlns:p15="http://schemas.microsoft.com/office/powerpoint/2012/main">
        <p15:guide id="1" orient="horz" pos="2184">
          <p15:clr>
            <a:srgbClr val="FBAE40"/>
          </p15:clr>
        </p15:guide>
        <p15:guide id="2" pos="3528">
          <p15:clr>
            <a:srgbClr val="FBAE40"/>
          </p15:clr>
        </p15:guide>
        <p15:guide id="3" pos="3168">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Prompt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B7F9270-AED1-98AC-8B18-BC521548F627}"/>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193FD22E-D362-78A6-2219-103E4138CA05}"/>
              </a:ext>
            </a:extLst>
          </p:cNvPr>
          <p:cNvSpPr>
            <a:spLocks noGrp="1"/>
          </p:cNvSpPr>
          <p:nvPr>
            <p:ph type="body" sz="quarter" idx="10"/>
          </p:nvPr>
        </p:nvSpPr>
        <p:spPr>
          <a:xfrm>
            <a:off x="4228113" y="220410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9" name="Text Placeholder 7">
            <a:extLst>
              <a:ext uri="{FF2B5EF4-FFF2-40B4-BE49-F238E27FC236}">
                <a16:creationId xmlns:a16="http://schemas.microsoft.com/office/drawing/2014/main" id="{ED89376E-3BB0-0414-9125-A137EF9F4E8D}"/>
              </a:ext>
            </a:extLst>
          </p:cNvPr>
          <p:cNvSpPr>
            <a:spLocks noGrp="1"/>
          </p:cNvSpPr>
          <p:nvPr>
            <p:ph type="body" sz="quarter" idx="11"/>
          </p:nvPr>
        </p:nvSpPr>
        <p:spPr>
          <a:xfrm>
            <a:off x="4228113" y="330138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
        <p:nvSpPr>
          <p:cNvPr id="10" name="Text Placeholder 7">
            <a:extLst>
              <a:ext uri="{FF2B5EF4-FFF2-40B4-BE49-F238E27FC236}">
                <a16:creationId xmlns:a16="http://schemas.microsoft.com/office/drawing/2014/main" id="{8D545552-38C6-59C4-C664-F1E24F0794B7}"/>
              </a:ext>
            </a:extLst>
          </p:cNvPr>
          <p:cNvSpPr>
            <a:spLocks noGrp="1"/>
          </p:cNvSpPr>
          <p:nvPr>
            <p:ph type="body" sz="quarter" idx="12"/>
          </p:nvPr>
        </p:nvSpPr>
        <p:spPr>
          <a:xfrm>
            <a:off x="4228113" y="4398666"/>
            <a:ext cx="3770601" cy="696337"/>
          </a:xfrm>
          <a:prstGeom prst="roundRect">
            <a:avLst>
              <a:gd name="adj" fmla="val 12775"/>
            </a:avLst>
          </a:prstGeom>
          <a:gradFill flip="none" rotWithShape="1">
            <a:gsLst>
              <a:gs pos="0">
                <a:schemeClr val="bg1">
                  <a:alpha val="25000"/>
                </a:schemeClr>
              </a:gs>
              <a:gs pos="100000">
                <a:schemeClr val="bg1"/>
              </a:gs>
            </a:gsLst>
            <a:path path="circle">
              <a:fillToRect l="100000" t="100000"/>
            </a:path>
            <a:tileRect r="-100000" b="-100000"/>
          </a:gradFill>
          <a:ln w="12700">
            <a:solidFill>
              <a:schemeClr val="bg1"/>
            </a:solidFill>
          </a:ln>
        </p:spPr>
        <p:txBody>
          <a:bodyPr wrap="square" lIns="274320" tIns="182880" rIns="274320" bIns="182880" anchor="ctr" anchorCtr="0"/>
          <a:lstStyle>
            <a:lvl1pPr marL="0" indent="0" algn="ctr">
              <a:buNone/>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774235439"/>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solidFill>
        <a:effectLst/>
      </p:bgPr>
    </p:bg>
    <p:spTree>
      <p:nvGrpSpPr>
        <p:cNvPr id="1" name=""/>
        <p:cNvGrpSpPr/>
        <p:nvPr/>
      </p:nvGrpSpPr>
      <p:grpSpPr>
        <a:xfrm>
          <a:off x="0" y="0"/>
          <a:ext cx="0" cy="0"/>
          <a:chOff x="0" y="0"/>
          <a:chExt cx="0" cy="0"/>
        </a:xfrm>
      </p:grpSpPr>
      <p:pic>
        <p:nvPicPr>
          <p:cNvPr id="2" name="Picture 1" descr="A close up of a toy&#10;&#10;Description automatically generated">
            <a:extLst>
              <a:ext uri="{FF2B5EF4-FFF2-40B4-BE49-F238E27FC236}">
                <a16:creationId xmlns:a16="http://schemas.microsoft.com/office/drawing/2014/main" id="{B9BB8E42-E9E3-39A4-743C-44A244AF228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
        <p:nvSpPr>
          <p:cNvPr id="4" name="Rectangle: Single Corner Rounded 3">
            <a:extLst>
              <a:ext uri="{FF2B5EF4-FFF2-40B4-BE49-F238E27FC236}">
                <a16:creationId xmlns:a16="http://schemas.microsoft.com/office/drawing/2014/main" id="{D2806553-1669-2C59-F0A3-53A0A0C8F3B8}"/>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2993609A-DDD1-94F7-A810-2AC63784253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A1819A27-AB43-E5B8-D8C7-ECC1BA154718}"/>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CEDE825C-1195-4B86-F9A3-6586765E970A}"/>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 action="ppaction://hlinkshowjump?jump=firstslide"/>
            <a:extLst>
              <a:ext uri="{FF2B5EF4-FFF2-40B4-BE49-F238E27FC236}">
                <a16:creationId xmlns:a16="http://schemas.microsoft.com/office/drawing/2014/main" id="{3FB475AB-E43F-935A-FD9A-F8EE4379AF4B}"/>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97492966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Thank you">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A7775C-4133-ABAD-0C3B-A8A6026E3AF8}"/>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 name="Picture 3" descr="A close-up of a colorful wave&#10;&#10;Description automatically generated">
            <a:extLst>
              <a:ext uri="{FF2B5EF4-FFF2-40B4-BE49-F238E27FC236}">
                <a16:creationId xmlns:a16="http://schemas.microsoft.com/office/drawing/2014/main" id="{7E23DEF3-55CD-9793-23E4-712C6621B7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5334000" y="0"/>
            <a:ext cx="6856632" cy="6858000"/>
          </a:xfrm>
          <a:prstGeom prst="rect">
            <a:avLst/>
          </a:prstGeom>
        </p:spPr>
      </p:pic>
      <p:pic>
        <p:nvPicPr>
          <p:cNvPr id="9" name="Picture 8" descr="A colorful gradient going from darker blue on the left side to light blue to magenta to orange on the right side">
            <a:extLst>
              <a:ext uri="{FF2B5EF4-FFF2-40B4-BE49-F238E27FC236}">
                <a16:creationId xmlns:a16="http://schemas.microsoft.com/office/drawing/2014/main" id="{AC565FDC-0846-5D0F-BA1F-1574971CEC2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3" name="TextBox 2">
            <a:extLst>
              <a:ext uri="{FF2B5EF4-FFF2-40B4-BE49-F238E27FC236}">
                <a16:creationId xmlns:a16="http://schemas.microsoft.com/office/drawing/2014/main" id="{37809D89-17EE-D9C9-77AB-DB15370EE3B1}"/>
              </a:ext>
            </a:extLst>
          </p:cNvPr>
          <p:cNvSpPr txBox="1"/>
          <p:nvPr userDrawn="1"/>
        </p:nvSpPr>
        <p:spPr>
          <a:xfrm>
            <a:off x="585216" y="3035808"/>
            <a:ext cx="3695700" cy="498598"/>
          </a:xfrm>
          <a:prstGeom prst="rect">
            <a:avLst/>
          </a:prstGeom>
          <a:noFill/>
        </p:spPr>
        <p:txBody>
          <a:bodyPr vert="horz" wrap="square" lIns="0" tIns="0" rIns="0" bIns="0" rtlCol="0" anchor="b" anchorCtr="0">
            <a:spAutoFit/>
          </a:bodyPr>
          <a:lstStyle>
            <a:lvl1pPr defTabSz="932742">
              <a:lnSpc>
                <a:spcPct val="90000"/>
              </a:lnSpc>
              <a:spcBef>
                <a:spcPct val="0"/>
              </a:spcBef>
              <a:buNone/>
              <a:defRPr lang="en-US" sz="3600" b="0" cap="none" spc="-50" baseline="0" dirty="0" smtClean="0">
                <a:ln w="3175">
                  <a:noFill/>
                </a:ln>
                <a:effectLst/>
                <a:latin typeface="+mj-lt"/>
                <a:cs typeface="Segoe Sans Display" pitchFamily="2" charset="0"/>
              </a:defRPr>
            </a:lvl1pPr>
          </a:lstStyle>
          <a:p>
            <a:pPr lvl="0"/>
            <a:r>
              <a:rPr lang="en-US"/>
              <a:t>Thank you.</a:t>
            </a:r>
          </a:p>
        </p:txBody>
      </p:sp>
      <p:sp>
        <p:nvSpPr>
          <p:cNvPr id="8" name="Title 7">
            <a:extLst>
              <a:ext uri="{FF2B5EF4-FFF2-40B4-BE49-F238E27FC236}">
                <a16:creationId xmlns:a16="http://schemas.microsoft.com/office/drawing/2014/main" id="{C9E9484E-0F6B-04E7-B2C6-42341D0FF2B4}"/>
              </a:ext>
            </a:extLst>
          </p:cNvPr>
          <p:cNvSpPr>
            <a:spLocks noGrp="1"/>
          </p:cNvSpPr>
          <p:nvPr>
            <p:ph type="title" hasCustomPrompt="1"/>
          </p:nvPr>
        </p:nvSpPr>
        <p:spPr>
          <a:xfrm>
            <a:off x="585216" y="-420892"/>
            <a:ext cx="11018520" cy="276999"/>
          </a:xfrm>
        </p:spPr>
        <p:txBody>
          <a:bodyPr/>
          <a:lstStyle>
            <a:lvl1pPr>
              <a:defRPr sz="1800"/>
            </a:lvl1pPr>
          </a:lstStyle>
          <a:p>
            <a:r>
              <a:rPr lang="en-US"/>
              <a:t>Thank you.</a:t>
            </a:r>
          </a:p>
        </p:txBody>
      </p:sp>
      <p:sp>
        <p:nvSpPr>
          <p:cNvPr id="2" name="Rectangle: Single Corner Rounded 1">
            <a:extLst>
              <a:ext uri="{FF2B5EF4-FFF2-40B4-BE49-F238E27FC236}">
                <a16:creationId xmlns:a16="http://schemas.microsoft.com/office/drawing/2014/main" id="{4373A990-6576-E56E-B5C5-EDAD96672C4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92E229B9-4F5D-5524-1A4B-30D1164461D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D2E3795B-DE18-9DEC-C3FE-D010AB510B12}"/>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8BF6B19D-BC9C-4521-859D-292538C13489}"/>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 action="ppaction://hlinkshowjump?jump=firstslide"/>
            <a:extLst>
              <a:ext uri="{FF2B5EF4-FFF2-40B4-BE49-F238E27FC236}">
                <a16:creationId xmlns:a16="http://schemas.microsoft.com/office/drawing/2014/main" id="{86DC15CE-30AC-B574-977E-A69668237F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8634703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3360">
          <p15:clr>
            <a:srgbClr val="5ACBF0"/>
          </p15:clr>
        </p15:guide>
        <p15:guide id="3" orient="horz" pos="1910">
          <p15:clr>
            <a:srgbClr val="5ACBF0"/>
          </p15:clr>
        </p15:guide>
        <p15:guide id="4" pos="3000">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Closing slide_with Logo">
    <p:bg>
      <p:bgRef idx="1001">
        <a:schemeClr val="bg2"/>
      </p:bgRef>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2DB4627A-42AD-DD19-0422-DBBC9408E6A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5" name="Text Box 3"/>
          <p:cNvSpPr txBox="1">
            <a:spLocks noChangeArrowheads="1"/>
          </p:cNvSpPr>
          <p:nvPr userDrawn="1"/>
        </p:nvSpPr>
        <p:spPr bwMode="blackWhite">
          <a:xfrm>
            <a:off x="584200" y="6446520"/>
            <a:ext cx="8193024" cy="153888"/>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1000">
                <a:solidFill>
                  <a:schemeClr val="tx1"/>
                </a:solidFill>
                <a:cs typeface="Segoe UI" pitchFamily="34" charset="0"/>
              </a:rPr>
              <a:t>© Copyright Microsoft Corporation. All rights reserved. </a:t>
            </a:r>
          </a:p>
        </p:txBody>
      </p:sp>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3077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4" name="Rectangle: Single Corner Rounded 3">
            <a:extLst>
              <a:ext uri="{FF2B5EF4-FFF2-40B4-BE49-F238E27FC236}">
                <a16:creationId xmlns:a16="http://schemas.microsoft.com/office/drawing/2014/main" id="{CE92136D-D214-2EA1-4662-AEE174FB363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5B47794B-09CF-7B1C-7E38-36921A98CB28}"/>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DBF31C40-FC1C-1356-04D5-6DEA572D0A0D}"/>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2CCD3CD6-7169-4181-3D7C-6DB044D18FE5}"/>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33503953-BF40-9A9A-A73F-3F80640D70B1}"/>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67496085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pic>
        <p:nvPicPr>
          <p:cNvPr id="4" name="Picture 3" descr="A logo of a company&#10;&#10;Description automatically generated">
            <a:extLst>
              <a:ext uri="{FF2B5EF4-FFF2-40B4-BE49-F238E27FC236}">
                <a16:creationId xmlns:a16="http://schemas.microsoft.com/office/drawing/2014/main" id="{6D0E7ACD-25E9-7FAD-3A11-733954C79AE2}"/>
              </a:ext>
            </a:extLst>
          </p:cNvPr>
          <p:cNvPicPr>
            <a:picLocks noChangeAspect="1"/>
          </p:cNvPicPr>
          <p:nvPr userDrawn="1"/>
        </p:nvPicPr>
        <p:blipFill rotWithShape="1">
          <a:blip r:embed="rId2"/>
          <a:srcRect l="12448" t="32535" r="14401" b="28160"/>
          <a:stretch/>
        </p:blipFill>
        <p:spPr>
          <a:xfrm>
            <a:off x="571500" y="581978"/>
            <a:ext cx="1454782" cy="343851"/>
          </a:xfrm>
          <a:prstGeom prst="rect">
            <a:avLst/>
          </a:prstGeom>
        </p:spPr>
      </p:pic>
      <p:sp>
        <p:nvSpPr>
          <p:cNvPr id="3" name="Title 2">
            <a:extLst>
              <a:ext uri="{FF2B5EF4-FFF2-40B4-BE49-F238E27FC236}">
                <a16:creationId xmlns:a16="http://schemas.microsoft.com/office/drawing/2014/main" id="{1643C870-A3BC-0AE9-86FC-9186C69D574A}"/>
              </a:ext>
            </a:extLst>
          </p:cNvPr>
          <p:cNvSpPr>
            <a:spLocks noGrp="1"/>
          </p:cNvSpPr>
          <p:nvPr>
            <p:ph type="title" hasCustomPrompt="1"/>
          </p:nvPr>
        </p:nvSpPr>
        <p:spPr>
          <a:xfrm>
            <a:off x="585216" y="-420892"/>
            <a:ext cx="11018520" cy="276999"/>
          </a:xfrm>
        </p:spPr>
        <p:txBody>
          <a:bodyPr vert="horz" wrap="square" lIns="0" tIns="0" rIns="0" bIns="0" rtlCol="0" anchor="t">
            <a:spAutoFit/>
          </a:bodyPr>
          <a:lstStyle>
            <a:lvl1pPr>
              <a:defRPr lang="en-US" sz="1800" dirty="0"/>
            </a:lvl1pPr>
          </a:lstStyle>
          <a:p>
            <a:pPr lvl="0"/>
            <a:r>
              <a:rPr lang="en-US"/>
              <a:t>Close</a:t>
            </a:r>
          </a:p>
        </p:txBody>
      </p:sp>
    </p:spTree>
    <p:extLst>
      <p:ext uri="{BB962C8B-B14F-4D97-AF65-F5344CB8AC3E}">
        <p14:creationId xmlns:p14="http://schemas.microsoft.com/office/powerpoint/2010/main" val="424357066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401248"/>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401248"/>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7401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80589"/>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4643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78013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0894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4320505" y="1673761"/>
            <a:ext cx="5972919" cy="79553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4320505" y="2559324"/>
            <a:ext cx="5972919" cy="908626"/>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p:nvPr userDrawn="1"/>
        </p:nvSpPr>
        <p:spPr bwMode="auto">
          <a:xfrm>
            <a:off x="4320505" y="3557975"/>
            <a:ext cx="5972919" cy="901563"/>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p:nvPr userDrawn="1"/>
        </p:nvSpPr>
        <p:spPr bwMode="auto">
          <a:xfrm>
            <a:off x="4320505" y="4549563"/>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699425" y="1673761"/>
            <a:ext cx="3114353" cy="797309"/>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699425" y="2567387"/>
            <a:ext cx="3114353" cy="1892151"/>
          </a:xfrm>
          <a:prstGeom prst="roundRect">
            <a:avLst>
              <a:gd name="adj" fmla="val 6304"/>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p:nvPr userDrawn="1"/>
        </p:nvSpPr>
        <p:spPr bwMode="auto">
          <a:xfrm>
            <a:off x="698469" y="4549563"/>
            <a:ext cx="31163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5416"/>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p:nvPr userDrawn="1"/>
        </p:nvSpPr>
        <p:spPr bwMode="auto">
          <a:xfrm>
            <a:off x="4320505" y="5616087"/>
            <a:ext cx="5972919" cy="976499"/>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p:nvPr userDrawn="1"/>
        </p:nvSpPr>
        <p:spPr bwMode="auto">
          <a:xfrm>
            <a:off x="699048" y="5616087"/>
            <a:ext cx="3115136" cy="976499"/>
          </a:xfrm>
          <a:prstGeom prst="roundRect">
            <a:avLst>
              <a:gd name="adj" fmla="val 12215"/>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95471"/>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673761"/>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23646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43651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46006"/>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57975"/>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760813"/>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60868"/>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49563"/>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27337"/>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27392"/>
            <a:ext cx="1792224" cy="153888"/>
          </a:xfrm>
          <a:prstGeom prst="rect">
            <a:avLst/>
          </a:prstGeom>
        </p:spPr>
        <p:txBody>
          <a:bodyPr anchor="ctr" anchorCtr="0"/>
          <a:lstStyle>
            <a:lvl1pPr>
              <a:lnSpc>
                <a:spcPct val="100000"/>
              </a:lnSpc>
              <a:spcBef>
                <a:spcPts val="300"/>
              </a:spcBef>
              <a:defRPr sz="10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16087"/>
            <a:ext cx="2788920" cy="398058"/>
          </a:xfrm>
          <a:prstGeom prst="rect">
            <a:avLst/>
          </a:prstGeom>
        </p:spPr>
        <p:txBody>
          <a:bodyPr tIns="64008"/>
          <a:lstStyle>
            <a:lvl1pPr>
              <a:lnSpc>
                <a:spcPct val="100000"/>
              </a:lnSpc>
              <a:spcBef>
                <a:spcPts val="0"/>
              </a:spcBef>
              <a:defRPr sz="1000">
                <a:solidFill>
                  <a:srgbClr val="0078D4"/>
                </a:solidFill>
                <a:latin typeface="+mn-lt"/>
              </a:defRPr>
            </a:lvl1pPr>
            <a:lvl2pPr>
              <a:lnSpc>
                <a:spcPct val="100000"/>
              </a:lnSpc>
              <a:spcBef>
                <a:spcPts val="200"/>
              </a:spcBef>
              <a:defRPr sz="100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ectangle: Single Corner Rounded 3">
            <a:extLst>
              <a:ext uri="{FF2B5EF4-FFF2-40B4-BE49-F238E27FC236}">
                <a16:creationId xmlns:a16="http://schemas.microsoft.com/office/drawing/2014/main" id="{2B779BDC-941E-E180-5F66-9C30B4BDB7B5}"/>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14535233-88C1-D3BC-F952-ED7F89EE054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Isosceles Triangle 22">
            <a:hlinkClick r:id="" action="ppaction://hlinkshowjump?jump=previousslide"/>
            <a:extLst>
              <a:ext uri="{FF2B5EF4-FFF2-40B4-BE49-F238E27FC236}">
                <a16:creationId xmlns:a16="http://schemas.microsoft.com/office/drawing/2014/main" id="{EF64F527-E044-D4B5-3B44-DAB011AAFA4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7" name="Isosceles Triangle 26">
            <a:hlinkClick r:id="" action="ppaction://hlinkshowjump?jump=nextslide"/>
            <a:extLst>
              <a:ext uri="{FF2B5EF4-FFF2-40B4-BE49-F238E27FC236}">
                <a16:creationId xmlns:a16="http://schemas.microsoft.com/office/drawing/2014/main" id="{6D182BEB-5320-3640-9096-967EDF2E7275}"/>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8" name="Graphic 27" descr="Home outline">
            <a:hlinkClick r:id="" action="ppaction://hlinkshowjump?jump=firstslide"/>
            <a:extLst>
              <a:ext uri="{FF2B5EF4-FFF2-40B4-BE49-F238E27FC236}">
                <a16:creationId xmlns:a16="http://schemas.microsoft.com/office/drawing/2014/main" id="{B086BA71-402F-8B84-8590-784AF2954109}"/>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47294719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3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a:xfrm>
            <a:off x="715449" y="512064"/>
            <a:ext cx="11018520" cy="430887"/>
          </a:xfrm>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1266275" y="1983465"/>
            <a:ext cx="3689058" cy="4071207"/>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5355382" y="1983465"/>
            <a:ext cx="5814391" cy="4071207"/>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4162339" y="2859131"/>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4252509" y="4828872"/>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p:nvPr userDrawn="1"/>
        </p:nvSpPr>
        <p:spPr bwMode="auto">
          <a:xfrm>
            <a:off x="5521607" y="2346387"/>
            <a:ext cx="5479000" cy="1421115"/>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p:nvPr userDrawn="1"/>
        </p:nvSpPr>
        <p:spPr bwMode="auto">
          <a:xfrm>
            <a:off x="5481751" y="4304287"/>
            <a:ext cx="5479000" cy="1492870"/>
          </a:xfrm>
          <a:prstGeom prst="roundRect">
            <a:avLst>
              <a:gd name="adj" fmla="val 10436"/>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p:nvPr userDrawn="1"/>
        </p:nvSpPr>
        <p:spPr bwMode="auto">
          <a:xfrm>
            <a:off x="1406608" y="2346388"/>
            <a:ext cx="3434324" cy="1421115"/>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p:nvPr userDrawn="1"/>
        </p:nvSpPr>
        <p:spPr bwMode="auto">
          <a:xfrm>
            <a:off x="1393642" y="4324707"/>
            <a:ext cx="3434324" cy="1472450"/>
          </a:xfrm>
          <a:prstGeom prst="roundRect">
            <a:avLst>
              <a:gd name="adj" fmla="val 10436"/>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1266276" y="1863441"/>
            <a:ext cx="2564907" cy="273059"/>
          </a:xfrm>
          <a:prstGeom prst="roundRect">
            <a:avLst>
              <a:gd name="adj" fmla="val 5000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 </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1505696" y="2640889"/>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4358936" y="1883804"/>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2605832" y="2844791"/>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5811732" y="2818537"/>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1505696" y="4084251"/>
            <a:ext cx="960120" cy="553998"/>
          </a:xfrm>
          <a:prstGeom prst="rect">
            <a:avLst/>
          </a:prstGeom>
        </p:spPr>
        <p:txBody>
          <a:bodyPr anchor="ctr" anchorCtr="0"/>
          <a:lstStyle>
            <a:lvl1pPr>
              <a:lnSpc>
                <a:spcPct val="100000"/>
              </a:lnSpc>
              <a:defRPr sz="12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2605832" y="4288153"/>
            <a:ext cx="2103120"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5812757" y="4855540"/>
            <a:ext cx="4816988" cy="390363"/>
          </a:xfrm>
          <a:prstGeom prst="rect">
            <a:avLst/>
          </a:prstGeom>
        </p:spPr>
        <p:txBody>
          <a:bodyPr tIns="64008" anchor="ctr" anchorCtr="0"/>
          <a:lstStyle>
            <a:lvl1pPr>
              <a:lnSpc>
                <a:spcPct val="100000"/>
              </a:lnSpc>
              <a:spcBef>
                <a:spcPts val="400"/>
              </a:spcBef>
              <a:defRPr sz="100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grpSp>
        <p:nvGrpSpPr>
          <p:cNvPr id="42" name="Group 41" hidden="1">
            <a:extLst>
              <a:ext uri="{FF2B5EF4-FFF2-40B4-BE49-F238E27FC236}">
                <a16:creationId xmlns:a16="http://schemas.microsoft.com/office/drawing/2014/main" id="{F53A1C28-20BE-4A4B-D66A-600BB88EB6BF}"/>
              </a:ext>
            </a:extLst>
          </p:cNvPr>
          <p:cNvGrpSpPr/>
          <p:nvPr userDrawn="1"/>
        </p:nvGrpSpPr>
        <p:grpSpPr>
          <a:xfrm>
            <a:off x="698469" y="1695932"/>
            <a:ext cx="9446947" cy="3796743"/>
            <a:chOff x="698469" y="1695932"/>
            <a:chExt cx="9446947" cy="3796743"/>
          </a:xfrm>
        </p:grpSpPr>
        <p:sp>
          <p:nvSpPr>
            <p:cNvPr id="4" name="Rounded Rectangle 50">
              <a:extLst>
                <a:ext uri="{FF2B5EF4-FFF2-40B4-BE49-F238E27FC236}">
                  <a16:creationId xmlns:a16="http://schemas.microsoft.com/office/drawing/2014/main" id="{C1DB0A56-625A-E13B-1B07-1B335728AC11}"/>
                </a:ext>
                <a:ext uri="{C183D7F6-B498-43B3-948B-1728B52AA6E4}">
                  <adec:decorative xmlns:adec="http://schemas.microsoft.com/office/drawing/2017/decorative" val="1"/>
                </a:ext>
              </a:extLst>
            </p:cNvPr>
            <p:cNvSpPr/>
            <p:nvPr userDrawn="1"/>
          </p:nvSpPr>
          <p:spPr bwMode="auto">
            <a:xfrm>
              <a:off x="4855540" y="1695932"/>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28" name="Rounded Rectangle 23">
              <a:extLst>
                <a:ext uri="{FF2B5EF4-FFF2-40B4-BE49-F238E27FC236}">
                  <a16:creationId xmlns:a16="http://schemas.microsoft.com/office/drawing/2014/main" id="{46457C18-BE03-7DFD-B7EB-6D5E6282FAA2}"/>
                </a:ext>
                <a:ext uri="{C183D7F6-B498-43B3-948B-1728B52AA6E4}">
                  <adec:decorative xmlns:adec="http://schemas.microsoft.com/office/drawing/2017/decorative" val="1"/>
                </a:ext>
              </a:extLst>
            </p:cNvPr>
            <p:cNvSpPr/>
            <p:nvPr userDrawn="1"/>
          </p:nvSpPr>
          <p:spPr bwMode="auto">
            <a:xfrm>
              <a:off x="698469" y="1695932"/>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9" name="Rounded Rectangle 23">
              <a:extLst>
                <a:ext uri="{FF2B5EF4-FFF2-40B4-BE49-F238E27FC236}">
                  <a16:creationId xmlns:a16="http://schemas.microsoft.com/office/drawing/2014/main" id="{858DC625-74C9-8E6F-E17A-A6C457BCA83A}"/>
                </a:ext>
                <a:ext uri="{C183D7F6-B498-43B3-948B-1728B52AA6E4}">
                  <adec:decorative xmlns:adec="http://schemas.microsoft.com/office/drawing/2017/decorative" val="1"/>
                </a:ext>
              </a:extLst>
            </p:cNvPr>
            <p:cNvSpPr/>
            <p:nvPr userDrawn="1"/>
          </p:nvSpPr>
          <p:spPr bwMode="auto">
            <a:xfrm>
              <a:off x="698469" y="3019864"/>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1" name="Rounded Rectangle 27">
              <a:extLst>
                <a:ext uri="{FF2B5EF4-FFF2-40B4-BE49-F238E27FC236}">
                  <a16:creationId xmlns:a16="http://schemas.microsoft.com/office/drawing/2014/main" id="{FFF80545-5C66-927D-6F4F-AC960CF585AC}"/>
                </a:ext>
                <a:ext uri="{C183D7F6-B498-43B3-948B-1728B52AA6E4}">
                  <adec:decorative xmlns:adec="http://schemas.microsoft.com/office/drawing/2017/decorative" val="1"/>
                </a:ext>
              </a:extLst>
            </p:cNvPr>
            <p:cNvSpPr/>
            <p:nvPr userDrawn="1"/>
          </p:nvSpPr>
          <p:spPr bwMode="auto">
            <a:xfrm>
              <a:off x="698469" y="4349675"/>
              <a:ext cx="3230955" cy="1143000"/>
            </a:xfrm>
            <a:prstGeom prst="roundRect">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32" name="Rounded Rectangle 50">
              <a:extLst>
                <a:ext uri="{FF2B5EF4-FFF2-40B4-BE49-F238E27FC236}">
                  <a16:creationId xmlns:a16="http://schemas.microsoft.com/office/drawing/2014/main" id="{274FB520-EEEC-EA40-72D4-B589424DA855}"/>
                </a:ext>
                <a:ext uri="{C183D7F6-B498-43B3-948B-1728B52AA6E4}">
                  <adec:decorative xmlns:adec="http://schemas.microsoft.com/office/drawing/2017/decorative" val="1"/>
                </a:ext>
              </a:extLst>
            </p:cNvPr>
            <p:cNvSpPr/>
            <p:nvPr userDrawn="1"/>
          </p:nvSpPr>
          <p:spPr bwMode="auto">
            <a:xfrm>
              <a:off x="4855540" y="3019864"/>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sp>
          <p:nvSpPr>
            <p:cNvPr id="34" name="Rounded Rectangle 55">
              <a:extLst>
                <a:ext uri="{FF2B5EF4-FFF2-40B4-BE49-F238E27FC236}">
                  <a16:creationId xmlns:a16="http://schemas.microsoft.com/office/drawing/2014/main" id="{40D39853-C478-B1E3-375D-73B75075DFF9}"/>
                </a:ext>
                <a:ext uri="{C183D7F6-B498-43B3-948B-1728B52AA6E4}">
                  <adec:decorative xmlns:adec="http://schemas.microsoft.com/office/drawing/2017/decorative" val="1"/>
                </a:ext>
              </a:extLst>
            </p:cNvPr>
            <p:cNvSpPr/>
            <p:nvPr userDrawn="1"/>
          </p:nvSpPr>
          <p:spPr bwMode="auto">
            <a:xfrm>
              <a:off x="4855074" y="4349675"/>
              <a:ext cx="5289876" cy="1143000"/>
            </a:xfrm>
            <a:prstGeom prst="roundRect">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mn-ea"/>
                <a:cs typeface="Segoe Sans Display" pitchFamily="2" charset="0"/>
              </a:endParaRPr>
            </a:p>
          </p:txBody>
        </p:sp>
      </p:grpSp>
      <p:sp>
        <p:nvSpPr>
          <p:cNvPr id="8" name="Rectangle: Single Corner Rounded 7">
            <a:extLst>
              <a:ext uri="{FF2B5EF4-FFF2-40B4-BE49-F238E27FC236}">
                <a16:creationId xmlns:a16="http://schemas.microsoft.com/office/drawing/2014/main" id="{C7BC38C5-F5D4-9ED1-1E1E-32FEB9A0803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9" name="Straight Connector 8">
            <a:extLst>
              <a:ext uri="{FF2B5EF4-FFF2-40B4-BE49-F238E27FC236}">
                <a16:creationId xmlns:a16="http://schemas.microsoft.com/office/drawing/2014/main" id="{B860817F-32BB-E422-BAFE-55AF9FC874C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Isosceles Triangle 10">
            <a:hlinkClick r:id="" action="ppaction://hlinkshowjump?jump=previousslide"/>
            <a:extLst>
              <a:ext uri="{FF2B5EF4-FFF2-40B4-BE49-F238E27FC236}">
                <a16:creationId xmlns:a16="http://schemas.microsoft.com/office/drawing/2014/main" id="{574C671B-2C3C-3C8E-8316-C6662C7D36E0}"/>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16146292-28F3-84FF-C85D-37A896DDCF07}"/>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6" name="Graphic 15" descr="Home outline">
            <a:hlinkClick r:id="" action="ppaction://hlinkshowjump?jump=firstslide"/>
            <a:extLst>
              <a:ext uri="{FF2B5EF4-FFF2-40B4-BE49-F238E27FC236}">
                <a16:creationId xmlns:a16="http://schemas.microsoft.com/office/drawing/2014/main" id="{ED39CAAD-B983-19D6-5B68-40B2E74799AA}"/>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53345188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4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383040"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717916"/>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200025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323938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4478515"/>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673760"/>
            <a:ext cx="5972919" cy="111556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912890"/>
            <a:ext cx="5972919" cy="111556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4152020"/>
            <a:ext cx="5972919" cy="111556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67376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88325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97762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391151"/>
            <a:ext cx="5972919" cy="111610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391151"/>
            <a:ext cx="3115136" cy="111610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215844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204021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318711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336793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327934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4518470"/>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695290"/>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5876108"/>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757871"/>
            <a:ext cx="5631962" cy="382669"/>
          </a:xfrm>
          <a:prstGeom prst="rect">
            <a:avLst/>
          </a:prstGeom>
        </p:spPr>
        <p:txBody>
          <a:bodyPr tIns="64008" anchor="ctr" anchorCtr="0"/>
          <a:lstStyle>
            <a:lvl1pPr>
              <a:lnSpc>
                <a:spcPct val="100000"/>
              </a:lnSpc>
              <a:spcBef>
                <a:spcPts val="0"/>
              </a:spcBef>
              <a:defRPr sz="950">
                <a:solidFill>
                  <a:srgbClr val="0078D4"/>
                </a:solidFill>
                <a:latin typeface="+mn-lt"/>
              </a:defRPr>
            </a:lvl1pPr>
            <a:lvl2pPr>
              <a:lnSpc>
                <a:spcPct val="100000"/>
              </a:lnSpc>
              <a:spcBef>
                <a:spcPts val="200"/>
              </a:spcBef>
              <a:defRPr sz="95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4152020"/>
            <a:ext cx="3114353" cy="111556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445588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4636707"/>
            <a:ext cx="1792224" cy="146194"/>
          </a:xfrm>
          <a:prstGeom prst="rect">
            <a:avLst/>
          </a:prstGeom>
        </p:spPr>
        <p:txBody>
          <a:bodyPr anchor="ctr" anchorCtr="0"/>
          <a:lstStyle>
            <a:lvl1pPr>
              <a:lnSpc>
                <a:spcPct val="100000"/>
              </a:lnSpc>
              <a:spcBef>
                <a:spcPts val="300"/>
              </a:spcBef>
              <a:defRPr sz="95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13" name="Rectangle: Single Corner Rounded 12">
            <a:extLst>
              <a:ext uri="{FF2B5EF4-FFF2-40B4-BE49-F238E27FC236}">
                <a16:creationId xmlns:a16="http://schemas.microsoft.com/office/drawing/2014/main" id="{DE12BA9D-64F3-9CB0-39C8-8C9892AFB3EF}"/>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7" name="Straight Connector 16">
            <a:extLst>
              <a:ext uri="{FF2B5EF4-FFF2-40B4-BE49-F238E27FC236}">
                <a16:creationId xmlns:a16="http://schemas.microsoft.com/office/drawing/2014/main" id="{4937A7FD-3C17-EA2D-1709-E81154380DD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Isosceles Triangle 19">
            <a:hlinkClick r:id="" action="ppaction://hlinkshowjump?jump=previousslide"/>
            <a:extLst>
              <a:ext uri="{FF2B5EF4-FFF2-40B4-BE49-F238E27FC236}">
                <a16:creationId xmlns:a16="http://schemas.microsoft.com/office/drawing/2014/main" id="{CFF4EEEF-A4B3-D136-365A-64E4EBC3048B}"/>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7" name="Isosceles Triangle 26">
            <a:hlinkClick r:id="" action="ppaction://hlinkshowjump?jump=nextslide"/>
            <a:extLst>
              <a:ext uri="{FF2B5EF4-FFF2-40B4-BE49-F238E27FC236}">
                <a16:creationId xmlns:a16="http://schemas.microsoft.com/office/drawing/2014/main" id="{DE693596-00A9-F250-52BF-67956B9C07FD}"/>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8" name="Graphic 27" descr="Home outline">
            <a:hlinkClick r:id="" action="ppaction://hlinkshowjump?jump=firstslide"/>
            <a:extLst>
              <a:ext uri="{FF2B5EF4-FFF2-40B4-BE49-F238E27FC236}">
                <a16:creationId xmlns:a16="http://schemas.microsoft.com/office/drawing/2014/main" id="{5A5B42B6-F91D-D665-FD94-8A7607C7E552}"/>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66421703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5 Key Processes - Before/After AI">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3C79BC07-2E4F-074C-E42E-3220BD3E1993}"/>
              </a:ext>
              <a:ext uri="{C183D7F6-B498-43B3-948B-1728B52AA6E4}">
                <adec:decorative xmlns:adec="http://schemas.microsoft.com/office/drawing/2017/decorative" val="1"/>
              </a:ext>
            </a:extLst>
          </p:cNvPr>
          <p:cNvGrpSpPr>
            <a:grpSpLocks noGrp="1" noUngrp="1" noRot="1" noMove="1" noResize="1"/>
          </p:cNvGrpSpPr>
          <p:nvPr userDrawn="1"/>
        </p:nvGrpSpPr>
        <p:grpSpPr>
          <a:xfrm>
            <a:off x="0" y="0"/>
            <a:ext cx="12188952" cy="6858000"/>
            <a:chOff x="0" y="0"/>
            <a:chExt cx="12188952" cy="6858000"/>
          </a:xfrm>
        </p:grpSpPr>
        <p:sp>
          <p:nvSpPr>
            <p:cNvPr id="2" name="Rectangle 1">
              <a:extLst>
                <a:ext uri="{FF2B5EF4-FFF2-40B4-BE49-F238E27FC236}">
                  <a16:creationId xmlns:a16="http://schemas.microsoft.com/office/drawing/2014/main" id="{D70D2C7A-4F5B-353D-0C06-7346A8207B45}"/>
                </a:ext>
              </a:extLst>
            </p:cNvPr>
            <p:cNvSpPr>
              <a:spLocks noGrp="1" noRot="1" noMove="1" noResize="1" noEditPoints="1" noAdjustHandles="1" noChangeArrowheads="1" noChangeShapeType="1"/>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 name="Picture 2" descr="A colorful gradient going from darker blue on the left side to light blue to magenta to orange on the right side">
              <a:extLst>
                <a:ext uri="{FF2B5EF4-FFF2-40B4-BE49-F238E27FC236}">
                  <a16:creationId xmlns:a16="http://schemas.microsoft.com/office/drawing/2014/main" id="{B0ABAD7C-69B5-267A-50D7-D08FB74F67A5}"/>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6" name="Rounded Rectangle 79">
            <a:extLst>
              <a:ext uri="{FF2B5EF4-FFF2-40B4-BE49-F238E27FC236}">
                <a16:creationId xmlns:a16="http://schemas.microsoft.com/office/drawing/2014/main" id="{9E4DC3B4-6499-63C7-3136-22B6755463DB}"/>
              </a:ext>
              <a:ext uri="{C183D7F6-B498-43B3-948B-1728B52AA6E4}">
                <adec:decorative xmlns:adec="http://schemas.microsoft.com/office/drawing/2017/decorative" val="1"/>
              </a:ext>
            </a:extLst>
          </p:cNvPr>
          <p:cNvSpPr/>
          <p:nvPr userDrawn="1"/>
        </p:nvSpPr>
        <p:spPr bwMode="auto">
          <a:xfrm>
            <a:off x="559092" y="1310837"/>
            <a:ext cx="3480778" cy="5335290"/>
          </a:xfrm>
          <a:prstGeom prst="roundRect">
            <a:avLst>
              <a:gd name="adj" fmla="val 2935"/>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7" name="Rounded Rectangle 80">
            <a:extLst>
              <a:ext uri="{FF2B5EF4-FFF2-40B4-BE49-F238E27FC236}">
                <a16:creationId xmlns:a16="http://schemas.microsoft.com/office/drawing/2014/main" id="{FAE29394-4DF2-FD1F-1AF1-260B0AF42F62}"/>
              </a:ext>
              <a:ext uri="{C183D7F6-B498-43B3-948B-1728B52AA6E4}">
                <adec:decorative xmlns:adec="http://schemas.microsoft.com/office/drawing/2017/decorative" val="1"/>
              </a:ext>
            </a:extLst>
          </p:cNvPr>
          <p:cNvSpPr/>
          <p:nvPr userDrawn="1"/>
        </p:nvSpPr>
        <p:spPr bwMode="auto">
          <a:xfrm>
            <a:off x="4170937" y="1310837"/>
            <a:ext cx="6253554" cy="5335290"/>
          </a:xfrm>
          <a:prstGeom prst="roundRect">
            <a:avLst>
              <a:gd name="adj" fmla="val 2180"/>
            </a:avLst>
          </a:prstGeom>
          <a:solidFill>
            <a:schemeClr val="accent3">
              <a:lumMod val="20000"/>
              <a:lumOff val="80000"/>
            </a:schemeClr>
          </a:solidFill>
          <a:ln w="19050">
            <a:gradFill flip="none" rotWithShape="1">
              <a:gsLst>
                <a:gs pos="50000">
                  <a:schemeClr val="bg1">
                    <a:alpha val="20000"/>
                  </a:schemeClr>
                </a:gs>
                <a:gs pos="0">
                  <a:schemeClr val="bg1"/>
                </a:gs>
                <a:gs pos="100000">
                  <a:schemeClr val="bg1"/>
                </a:gs>
              </a:gsLst>
              <a:lin ang="81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365760" rIns="182880" bIns="146304" numCol="1" spcCol="0" rtlCol="0" fromWordArt="0" anchor="t" anchorCtr="0" forceAA="0" compatLnSpc="1">
            <a:prstTxWarp prst="textNoShape">
              <a:avLst/>
            </a:prstTxWarp>
            <a:noAutofit/>
          </a:bodyPr>
          <a:lstStyle/>
          <a:p>
            <a:pPr>
              <a:spcBef>
                <a:spcPts val="1800"/>
              </a:spcBef>
              <a:buSzPct val="90000"/>
            </a:pPr>
            <a:endParaRPr lang="en-US">
              <a:solidFill>
                <a:srgbClr val="000000"/>
              </a:solidFill>
              <a:latin typeface="Segoe Sans Display"/>
              <a:cs typeface="Segoe Sans Display" pitchFamily="2" charset="0"/>
            </a:endParaRPr>
          </a:p>
        </p:txBody>
      </p:sp>
      <p:sp>
        <p:nvSpPr>
          <p:cNvPr id="9" name="Rectangle 8">
            <a:extLst>
              <a:ext uri="{FF2B5EF4-FFF2-40B4-BE49-F238E27FC236}">
                <a16:creationId xmlns:a16="http://schemas.microsoft.com/office/drawing/2014/main" id="{395FE5E3-B108-9973-E29F-F4169B842ECC}"/>
              </a:ext>
              <a:ext uri="{C183D7F6-B498-43B3-948B-1728B52AA6E4}">
                <adec:decorative xmlns:adec="http://schemas.microsoft.com/office/drawing/2017/decorative" val="1"/>
              </a:ext>
            </a:extLst>
          </p:cNvPr>
          <p:cNvSpPr/>
          <p:nvPr userDrawn="1"/>
        </p:nvSpPr>
        <p:spPr bwMode="auto">
          <a:xfrm>
            <a:off x="3446912" y="582518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0" name="Rectangle 9">
            <a:extLst>
              <a:ext uri="{FF2B5EF4-FFF2-40B4-BE49-F238E27FC236}">
                <a16:creationId xmlns:a16="http://schemas.microsoft.com/office/drawing/2014/main" id="{299A8EFD-2D0A-4BA9-1EFF-24E8AAD17AA0}"/>
              </a:ext>
              <a:ext uri="{C183D7F6-B498-43B3-948B-1728B52AA6E4}">
                <adec:decorative xmlns:adec="http://schemas.microsoft.com/office/drawing/2017/decorative" val="1"/>
              </a:ext>
            </a:extLst>
          </p:cNvPr>
          <p:cNvSpPr/>
          <p:nvPr userDrawn="1"/>
        </p:nvSpPr>
        <p:spPr bwMode="auto">
          <a:xfrm>
            <a:off x="3494230" y="1893253"/>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1" name="Rectangle 10">
            <a:extLst>
              <a:ext uri="{FF2B5EF4-FFF2-40B4-BE49-F238E27FC236}">
                <a16:creationId xmlns:a16="http://schemas.microsoft.com/office/drawing/2014/main" id="{96CF91C8-4DD4-D0F5-FCA4-79F8E1D3A5B6}"/>
              </a:ext>
              <a:ext uri="{C183D7F6-B498-43B3-948B-1728B52AA6E4}">
                <adec:decorative xmlns:adec="http://schemas.microsoft.com/office/drawing/2017/decorative" val="1"/>
              </a:ext>
            </a:extLst>
          </p:cNvPr>
          <p:cNvSpPr/>
          <p:nvPr userDrawn="1"/>
        </p:nvSpPr>
        <p:spPr bwMode="auto">
          <a:xfrm>
            <a:off x="3496418" y="2876237"/>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2" name="Rectangle 11">
            <a:extLst>
              <a:ext uri="{FF2B5EF4-FFF2-40B4-BE49-F238E27FC236}">
                <a16:creationId xmlns:a16="http://schemas.microsoft.com/office/drawing/2014/main" id="{E46ACF3F-45FE-47D6-C59E-50148796EE46}"/>
              </a:ext>
              <a:ext uri="{C183D7F6-B498-43B3-948B-1728B52AA6E4}">
                <adec:decorative xmlns:adec="http://schemas.microsoft.com/office/drawing/2017/decorative" val="1"/>
              </a:ext>
            </a:extLst>
          </p:cNvPr>
          <p:cNvSpPr/>
          <p:nvPr userDrawn="1"/>
        </p:nvSpPr>
        <p:spPr bwMode="auto">
          <a:xfrm>
            <a:off x="3493474" y="3859220"/>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3" name="Rectangle 12">
            <a:extLst>
              <a:ext uri="{FF2B5EF4-FFF2-40B4-BE49-F238E27FC236}">
                <a16:creationId xmlns:a16="http://schemas.microsoft.com/office/drawing/2014/main" id="{13E1A497-2059-869A-1E6F-D817713744F2}"/>
              </a:ext>
              <a:ext uri="{C183D7F6-B498-43B3-948B-1728B52AA6E4}">
                <adec:decorative xmlns:adec="http://schemas.microsoft.com/office/drawing/2017/decorative" val="1"/>
              </a:ext>
            </a:extLst>
          </p:cNvPr>
          <p:cNvSpPr/>
          <p:nvPr userDrawn="1"/>
        </p:nvSpPr>
        <p:spPr bwMode="auto">
          <a:xfrm>
            <a:off x="3488643" y="4842204"/>
            <a:ext cx="1489166" cy="46257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4" name="Rounded Rectangle 46">
            <a:extLst>
              <a:ext uri="{FF2B5EF4-FFF2-40B4-BE49-F238E27FC236}">
                <a16:creationId xmlns:a16="http://schemas.microsoft.com/office/drawing/2014/main" id="{3063B761-DBCC-60FA-BD86-6849C7A698A6}"/>
              </a:ext>
              <a:ext uri="{C183D7F6-B498-43B3-948B-1728B52AA6E4}">
                <adec:decorative xmlns:adec="http://schemas.microsoft.com/office/drawing/2017/decorative" val="1"/>
              </a:ext>
            </a:extLst>
          </p:cNvPr>
          <p:cNvSpPr>
            <a:spLocks/>
          </p:cNvSpPr>
          <p:nvPr userDrawn="1"/>
        </p:nvSpPr>
        <p:spPr bwMode="auto">
          <a:xfrm>
            <a:off x="4320505" y="1578510"/>
            <a:ext cx="5972919" cy="932688"/>
          </a:xfrm>
          <a:prstGeom prst="roundRect">
            <a:avLst>
              <a:gd name="adj" fmla="val 14994"/>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5" name="Rounded Rectangle 50">
            <a:extLst>
              <a:ext uri="{FF2B5EF4-FFF2-40B4-BE49-F238E27FC236}">
                <a16:creationId xmlns:a16="http://schemas.microsoft.com/office/drawing/2014/main" id="{F45FBE28-BE8D-DED6-3977-A35C74FD3290}"/>
              </a:ext>
              <a:ext uri="{C183D7F6-B498-43B3-948B-1728B52AA6E4}">
                <adec:decorative xmlns:adec="http://schemas.microsoft.com/office/drawing/2017/decorative" val="1"/>
              </a:ext>
            </a:extLst>
          </p:cNvPr>
          <p:cNvSpPr>
            <a:spLocks/>
          </p:cNvSpPr>
          <p:nvPr userDrawn="1"/>
        </p:nvSpPr>
        <p:spPr bwMode="auto">
          <a:xfrm>
            <a:off x="4320505" y="2585306"/>
            <a:ext cx="5972919" cy="932688"/>
          </a:xfrm>
          <a:prstGeom prst="roundRect">
            <a:avLst>
              <a:gd name="adj" fmla="val 13128"/>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6" name="Rounded Rectangle 55">
            <a:extLst>
              <a:ext uri="{FF2B5EF4-FFF2-40B4-BE49-F238E27FC236}">
                <a16:creationId xmlns:a16="http://schemas.microsoft.com/office/drawing/2014/main" id="{2F64D3D4-86A8-332C-C08C-56C186DAB212}"/>
              </a:ext>
              <a:ext uri="{C183D7F6-B498-43B3-948B-1728B52AA6E4}">
                <adec:decorative xmlns:adec="http://schemas.microsoft.com/office/drawing/2017/decorative" val="1"/>
              </a:ext>
            </a:extLst>
          </p:cNvPr>
          <p:cNvSpPr>
            <a:spLocks/>
          </p:cNvSpPr>
          <p:nvPr userDrawn="1"/>
        </p:nvSpPr>
        <p:spPr bwMode="auto">
          <a:xfrm>
            <a:off x="4320505" y="3592102"/>
            <a:ext cx="5972919" cy="932688"/>
          </a:xfrm>
          <a:prstGeom prst="roundRect">
            <a:avLst>
              <a:gd name="adj" fmla="val 13231"/>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7" name="Rounded Rectangle 60">
            <a:extLst>
              <a:ext uri="{FF2B5EF4-FFF2-40B4-BE49-F238E27FC236}">
                <a16:creationId xmlns:a16="http://schemas.microsoft.com/office/drawing/2014/main" id="{19F0CC36-F1FB-632F-7569-74DA79B953E9}"/>
              </a:ext>
              <a:ext uri="{C183D7F6-B498-43B3-948B-1728B52AA6E4}">
                <adec:decorative xmlns:adec="http://schemas.microsoft.com/office/drawing/2017/decorative" val="1"/>
              </a:ext>
            </a:extLst>
          </p:cNvPr>
          <p:cNvSpPr>
            <a:spLocks/>
          </p:cNvSpPr>
          <p:nvPr userDrawn="1"/>
        </p:nvSpPr>
        <p:spPr bwMode="auto">
          <a:xfrm>
            <a:off x="4320505" y="4598898"/>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8" name="Rounded Rectangle 20">
            <a:extLst>
              <a:ext uri="{FF2B5EF4-FFF2-40B4-BE49-F238E27FC236}">
                <a16:creationId xmlns:a16="http://schemas.microsoft.com/office/drawing/2014/main" id="{3923BC9E-92B9-804E-6B78-A0405A155021}"/>
              </a:ext>
              <a:ext uri="{C183D7F6-B498-43B3-948B-1728B52AA6E4}">
                <adec:decorative xmlns:adec="http://schemas.microsoft.com/office/drawing/2017/decorative" val="1"/>
              </a:ext>
            </a:extLst>
          </p:cNvPr>
          <p:cNvSpPr>
            <a:spLocks/>
          </p:cNvSpPr>
          <p:nvPr userDrawn="1"/>
        </p:nvSpPr>
        <p:spPr bwMode="auto">
          <a:xfrm>
            <a:off x="699425" y="1578510"/>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19" name="Rounded Rectangle 23">
            <a:extLst>
              <a:ext uri="{FF2B5EF4-FFF2-40B4-BE49-F238E27FC236}">
                <a16:creationId xmlns:a16="http://schemas.microsoft.com/office/drawing/2014/main" id="{DDF0544D-EDBE-E23C-1DEE-9321AD081C2F}"/>
              </a:ext>
              <a:ext uri="{C183D7F6-B498-43B3-948B-1728B52AA6E4}">
                <adec:decorative xmlns:adec="http://schemas.microsoft.com/office/drawing/2017/decorative" val="1"/>
              </a:ext>
            </a:extLst>
          </p:cNvPr>
          <p:cNvSpPr>
            <a:spLocks/>
          </p:cNvSpPr>
          <p:nvPr userDrawn="1"/>
        </p:nvSpPr>
        <p:spPr bwMode="auto">
          <a:xfrm>
            <a:off x="699425" y="2585306"/>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0" name="Rounded Rectangle 31">
            <a:extLst>
              <a:ext uri="{FF2B5EF4-FFF2-40B4-BE49-F238E27FC236}">
                <a16:creationId xmlns:a16="http://schemas.microsoft.com/office/drawing/2014/main" id="{C3455CCB-C24F-0918-DDC0-089FC7A04623}"/>
              </a:ext>
              <a:ext uri="{C183D7F6-B498-43B3-948B-1728B52AA6E4}">
                <adec:decorative xmlns:adec="http://schemas.microsoft.com/office/drawing/2017/decorative" val="1"/>
              </a:ext>
            </a:extLst>
          </p:cNvPr>
          <p:cNvSpPr>
            <a:spLocks/>
          </p:cNvSpPr>
          <p:nvPr userDrawn="1"/>
        </p:nvSpPr>
        <p:spPr bwMode="auto">
          <a:xfrm>
            <a:off x="698468" y="4598898"/>
            <a:ext cx="3206369"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1" name="Rectangle: Rounded Corners 10">
            <a:extLst>
              <a:ext uri="{FF2B5EF4-FFF2-40B4-BE49-F238E27FC236}">
                <a16:creationId xmlns:a16="http://schemas.microsoft.com/office/drawing/2014/main" id="{57AC6C64-4EA9-70A1-AE04-D983F85F6C61}"/>
              </a:ext>
              <a:ext uri="{C183D7F6-B498-43B3-948B-1728B52AA6E4}">
                <adec:decorative xmlns:adec="http://schemas.microsoft.com/office/drawing/2017/decorative" val="1"/>
              </a:ext>
            </a:extLst>
          </p:cNvPr>
          <p:cNvSpPr/>
          <p:nvPr userDrawn="1"/>
        </p:nvSpPr>
        <p:spPr>
          <a:xfrm>
            <a:off x="559093" y="1190813"/>
            <a:ext cx="1224299" cy="273059"/>
          </a:xfrm>
          <a:prstGeom prst="roundRect">
            <a:avLst>
              <a:gd name="adj" fmla="val 50000"/>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Key Processes</a:t>
            </a:r>
          </a:p>
        </p:txBody>
      </p:sp>
      <p:sp>
        <p:nvSpPr>
          <p:cNvPr id="30" name="Text Placeholder 29">
            <a:extLst>
              <a:ext uri="{FF2B5EF4-FFF2-40B4-BE49-F238E27FC236}">
                <a16:creationId xmlns:a16="http://schemas.microsoft.com/office/drawing/2014/main" id="{320DB206-1E09-B91E-9F54-10742BA42DF9}"/>
              </a:ext>
            </a:extLst>
          </p:cNvPr>
          <p:cNvSpPr>
            <a:spLocks noGrp="1"/>
          </p:cNvSpPr>
          <p:nvPr>
            <p:ph type="body" sz="quarter" idx="12"/>
          </p:nvPr>
        </p:nvSpPr>
        <p:spPr>
          <a:xfrm>
            <a:off x="798513" y="1790939"/>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2" name="Rectangle: Rounded Corners 10">
            <a:extLst>
              <a:ext uri="{FF2B5EF4-FFF2-40B4-BE49-F238E27FC236}">
                <a16:creationId xmlns:a16="http://schemas.microsoft.com/office/drawing/2014/main" id="{F283C8DD-3E76-1525-2983-F78D468EABC0}"/>
              </a:ext>
              <a:ext uri="{C183D7F6-B498-43B3-948B-1728B52AA6E4}">
                <adec:decorative xmlns:adec="http://schemas.microsoft.com/office/drawing/2017/decorative" val="1"/>
              </a:ext>
            </a:extLst>
          </p:cNvPr>
          <p:cNvSpPr/>
          <p:nvPr userDrawn="1"/>
        </p:nvSpPr>
        <p:spPr>
          <a:xfrm>
            <a:off x="1898649" y="1190813"/>
            <a:ext cx="1892808" cy="273059"/>
          </a:xfrm>
          <a:prstGeom prst="roundRect">
            <a:avLst>
              <a:gd name="adj" fmla="val 50000"/>
            </a:avLst>
          </a:prstGeom>
          <a:solidFill>
            <a:schemeClr val="bg1">
              <a:lumMod val="8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000000"/>
                </a:solidFill>
                <a:effectLst/>
                <a:uLnTx/>
                <a:uFillTx/>
                <a:latin typeface="+mj-lt"/>
                <a:ea typeface="+mn-ea"/>
                <a:cs typeface="Segoe Sans Display" pitchFamily="2" charset="0"/>
              </a:rPr>
              <a:t>Before AI</a:t>
            </a:r>
          </a:p>
        </p:txBody>
      </p:sp>
      <p:sp>
        <p:nvSpPr>
          <p:cNvPr id="24" name="Rounded Rectangle 60">
            <a:extLst>
              <a:ext uri="{FF2B5EF4-FFF2-40B4-BE49-F238E27FC236}">
                <a16:creationId xmlns:a16="http://schemas.microsoft.com/office/drawing/2014/main" id="{FE634DD4-3EF9-0D15-1DDE-4024D59FA392}"/>
              </a:ext>
              <a:ext uri="{C183D7F6-B498-43B3-948B-1728B52AA6E4}">
                <adec:decorative xmlns:adec="http://schemas.microsoft.com/office/drawing/2017/decorative" val="1"/>
              </a:ext>
            </a:extLst>
          </p:cNvPr>
          <p:cNvSpPr>
            <a:spLocks/>
          </p:cNvSpPr>
          <p:nvPr userDrawn="1"/>
        </p:nvSpPr>
        <p:spPr bwMode="auto">
          <a:xfrm>
            <a:off x="4320505" y="5605694"/>
            <a:ext cx="5972919" cy="932688"/>
          </a:xfrm>
          <a:prstGeom prst="roundRect">
            <a:avLst>
              <a:gd name="adj" fmla="val 12215"/>
            </a:avLst>
          </a:prstGeom>
          <a:solidFill>
            <a:schemeClr val="bg1"/>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95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5" name="Rounded Rectangle 31">
            <a:extLst>
              <a:ext uri="{FF2B5EF4-FFF2-40B4-BE49-F238E27FC236}">
                <a16:creationId xmlns:a16="http://schemas.microsoft.com/office/drawing/2014/main" id="{582E95FF-F204-A2C6-B1D7-26E7D0C6E110}"/>
              </a:ext>
              <a:ext uri="{C183D7F6-B498-43B3-948B-1728B52AA6E4}">
                <adec:decorative xmlns:adec="http://schemas.microsoft.com/office/drawing/2017/decorative" val="1"/>
              </a:ext>
            </a:extLst>
          </p:cNvPr>
          <p:cNvSpPr>
            <a:spLocks/>
          </p:cNvSpPr>
          <p:nvPr userDrawn="1"/>
        </p:nvSpPr>
        <p:spPr bwMode="auto">
          <a:xfrm>
            <a:off x="699048" y="5605694"/>
            <a:ext cx="3205134"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26" name="Rectangle: Rounded Corners 10">
            <a:extLst>
              <a:ext uri="{FF2B5EF4-FFF2-40B4-BE49-F238E27FC236}">
                <a16:creationId xmlns:a16="http://schemas.microsoft.com/office/drawing/2014/main" id="{FF4A5D24-E5ED-ED4B-73C8-FEEBC1E181E3}"/>
              </a:ext>
              <a:ext uri="{C183D7F6-B498-43B3-948B-1728B52AA6E4}">
                <adec:decorative xmlns:adec="http://schemas.microsoft.com/office/drawing/2017/decorative" val="1"/>
              </a:ext>
            </a:extLst>
          </p:cNvPr>
          <p:cNvSpPr/>
          <p:nvPr userDrawn="1"/>
        </p:nvSpPr>
        <p:spPr>
          <a:xfrm>
            <a:off x="4299290" y="1190813"/>
            <a:ext cx="1811983" cy="273059"/>
          </a:xfrm>
          <a:prstGeom prst="roundRect">
            <a:avLst>
              <a:gd name="adj" fmla="val 50000"/>
            </a:avLst>
          </a:prstGeom>
          <a:gradFill flip="none" rotWithShape="1">
            <a:gsLst>
              <a:gs pos="0">
                <a:srgbClr val="0178D4"/>
              </a:gs>
              <a:gs pos="67269">
                <a:srgbClr val="E176D5"/>
              </a:gs>
              <a:gs pos="33000">
                <a:srgbClr val="629CFF"/>
              </a:gs>
              <a:gs pos="100000">
                <a:srgbClr val="FDA778"/>
              </a:gs>
            </a:gsLst>
            <a:path path="circle">
              <a:fillToRect t="100000" r="100000"/>
            </a:path>
            <a:tileRect l="-100000" b="-100000"/>
          </a:gradFill>
          <a:ln>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i="0" u="none" strike="noStrike" kern="1200" cap="none" spc="0" normalizeH="0" baseline="0" noProof="0">
                <a:ln>
                  <a:noFill/>
                </a:ln>
                <a:solidFill>
                  <a:srgbClr val="FFFFFF"/>
                </a:solidFill>
                <a:effectLst/>
                <a:uLnTx/>
                <a:uFillTx/>
                <a:latin typeface="+mj-lt"/>
                <a:ea typeface="+mn-ea"/>
                <a:cs typeface="Segoe Sans Display" pitchFamily="2" charset="0"/>
              </a:rPr>
              <a:t>After AI</a:t>
            </a:r>
          </a:p>
        </p:txBody>
      </p:sp>
      <p:sp>
        <p:nvSpPr>
          <p:cNvPr id="33" name="Text Placeholder 32">
            <a:extLst>
              <a:ext uri="{FF2B5EF4-FFF2-40B4-BE49-F238E27FC236}">
                <a16:creationId xmlns:a16="http://schemas.microsoft.com/office/drawing/2014/main" id="{04735D59-0756-1F28-325D-B95A8012517D}"/>
              </a:ext>
            </a:extLst>
          </p:cNvPr>
          <p:cNvSpPr>
            <a:spLocks noGrp="1"/>
          </p:cNvSpPr>
          <p:nvPr>
            <p:ph type="body" sz="quarter" idx="13"/>
          </p:nvPr>
        </p:nvSpPr>
        <p:spPr>
          <a:xfrm>
            <a:off x="1898649" y="1975605"/>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46" name="Text Placeholder 32">
            <a:extLst>
              <a:ext uri="{FF2B5EF4-FFF2-40B4-BE49-F238E27FC236}">
                <a16:creationId xmlns:a16="http://schemas.microsoft.com/office/drawing/2014/main" id="{8DC41E68-3E78-C147-795C-5CE3F98396FE}"/>
              </a:ext>
            </a:extLst>
          </p:cNvPr>
          <p:cNvSpPr>
            <a:spLocks noGrp="1"/>
          </p:cNvSpPr>
          <p:nvPr>
            <p:ph type="body" sz="quarter" idx="20"/>
          </p:nvPr>
        </p:nvSpPr>
        <p:spPr>
          <a:xfrm>
            <a:off x="4432788"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6" name="Text Placeholder 32">
            <a:extLst>
              <a:ext uri="{FF2B5EF4-FFF2-40B4-BE49-F238E27FC236}">
                <a16:creationId xmlns:a16="http://schemas.microsoft.com/office/drawing/2014/main" id="{A35306A8-4AB6-27A1-2284-B67D86A65D03}"/>
              </a:ext>
            </a:extLst>
          </p:cNvPr>
          <p:cNvSpPr>
            <a:spLocks noGrp="1"/>
          </p:cNvSpPr>
          <p:nvPr>
            <p:ph type="body" sz="quarter" idx="21"/>
          </p:nvPr>
        </p:nvSpPr>
        <p:spPr>
          <a:xfrm>
            <a:off x="7405111" y="1578510"/>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6" name="Text Placeholder 29">
            <a:extLst>
              <a:ext uri="{FF2B5EF4-FFF2-40B4-BE49-F238E27FC236}">
                <a16:creationId xmlns:a16="http://schemas.microsoft.com/office/drawing/2014/main" id="{4BA3A142-A819-F553-5D15-FB96846EDCA7}"/>
              </a:ext>
            </a:extLst>
          </p:cNvPr>
          <p:cNvSpPr>
            <a:spLocks noGrp="1"/>
          </p:cNvSpPr>
          <p:nvPr>
            <p:ph type="body" sz="quarter" idx="14"/>
          </p:nvPr>
        </p:nvSpPr>
        <p:spPr>
          <a:xfrm>
            <a:off x="798513" y="2797735"/>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7" name="Text Placeholder 32">
            <a:extLst>
              <a:ext uri="{FF2B5EF4-FFF2-40B4-BE49-F238E27FC236}">
                <a16:creationId xmlns:a16="http://schemas.microsoft.com/office/drawing/2014/main" id="{D26EE3EA-C9A9-D990-9C00-02E44F91E73A}"/>
              </a:ext>
            </a:extLst>
          </p:cNvPr>
          <p:cNvSpPr>
            <a:spLocks noGrp="1"/>
          </p:cNvSpPr>
          <p:nvPr>
            <p:ph type="body" sz="quarter" idx="15"/>
          </p:nvPr>
        </p:nvSpPr>
        <p:spPr>
          <a:xfrm>
            <a:off x="1898649" y="2982401"/>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57" name="Text Placeholder 32">
            <a:extLst>
              <a:ext uri="{FF2B5EF4-FFF2-40B4-BE49-F238E27FC236}">
                <a16:creationId xmlns:a16="http://schemas.microsoft.com/office/drawing/2014/main" id="{F0E4F28B-ABF1-36EC-1032-A02714B652A3}"/>
              </a:ext>
            </a:extLst>
          </p:cNvPr>
          <p:cNvSpPr>
            <a:spLocks noGrp="1"/>
          </p:cNvSpPr>
          <p:nvPr>
            <p:ph type="body" sz="quarter" idx="22"/>
          </p:nvPr>
        </p:nvSpPr>
        <p:spPr>
          <a:xfrm>
            <a:off x="4432789"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8" name="Text Placeholder 32">
            <a:extLst>
              <a:ext uri="{FF2B5EF4-FFF2-40B4-BE49-F238E27FC236}">
                <a16:creationId xmlns:a16="http://schemas.microsoft.com/office/drawing/2014/main" id="{2ECDC387-F36E-528E-8201-026B467B78ED}"/>
              </a:ext>
            </a:extLst>
          </p:cNvPr>
          <p:cNvSpPr>
            <a:spLocks noGrp="1"/>
          </p:cNvSpPr>
          <p:nvPr>
            <p:ph type="body" sz="quarter" idx="23"/>
          </p:nvPr>
        </p:nvSpPr>
        <p:spPr>
          <a:xfrm>
            <a:off x="7405111" y="2585306"/>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59" name="Text Placeholder 32">
            <a:extLst>
              <a:ext uri="{FF2B5EF4-FFF2-40B4-BE49-F238E27FC236}">
                <a16:creationId xmlns:a16="http://schemas.microsoft.com/office/drawing/2014/main" id="{B7C78BB3-DA91-4E6E-F986-D3754AD22421}"/>
              </a:ext>
            </a:extLst>
          </p:cNvPr>
          <p:cNvSpPr>
            <a:spLocks noGrp="1"/>
          </p:cNvSpPr>
          <p:nvPr>
            <p:ph type="body" sz="quarter" idx="24"/>
          </p:nvPr>
        </p:nvSpPr>
        <p:spPr>
          <a:xfrm>
            <a:off x="4432789"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0" name="Text Placeholder 32">
            <a:extLst>
              <a:ext uri="{FF2B5EF4-FFF2-40B4-BE49-F238E27FC236}">
                <a16:creationId xmlns:a16="http://schemas.microsoft.com/office/drawing/2014/main" id="{45E89DB9-F245-9E41-1C7C-059AD53620EF}"/>
              </a:ext>
            </a:extLst>
          </p:cNvPr>
          <p:cNvSpPr>
            <a:spLocks noGrp="1"/>
          </p:cNvSpPr>
          <p:nvPr>
            <p:ph type="body" sz="quarter" idx="25"/>
          </p:nvPr>
        </p:nvSpPr>
        <p:spPr>
          <a:xfrm>
            <a:off x="7405111" y="3592102"/>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38" name="Text Placeholder 29">
            <a:extLst>
              <a:ext uri="{FF2B5EF4-FFF2-40B4-BE49-F238E27FC236}">
                <a16:creationId xmlns:a16="http://schemas.microsoft.com/office/drawing/2014/main" id="{E32B60DA-E7BB-2B7E-DA8C-1DE2918AAF6D}"/>
              </a:ext>
            </a:extLst>
          </p:cNvPr>
          <p:cNvSpPr>
            <a:spLocks noGrp="1"/>
          </p:cNvSpPr>
          <p:nvPr>
            <p:ph type="body" sz="quarter" idx="16"/>
          </p:nvPr>
        </p:nvSpPr>
        <p:spPr>
          <a:xfrm>
            <a:off x="798513" y="4811327"/>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39" name="Text Placeholder 32">
            <a:extLst>
              <a:ext uri="{FF2B5EF4-FFF2-40B4-BE49-F238E27FC236}">
                <a16:creationId xmlns:a16="http://schemas.microsoft.com/office/drawing/2014/main" id="{AD5D034B-B4D5-01E4-078A-4F1DE421991D}"/>
              </a:ext>
            </a:extLst>
          </p:cNvPr>
          <p:cNvSpPr>
            <a:spLocks noGrp="1"/>
          </p:cNvSpPr>
          <p:nvPr>
            <p:ph type="body" sz="quarter" idx="17"/>
          </p:nvPr>
        </p:nvSpPr>
        <p:spPr>
          <a:xfrm>
            <a:off x="1898649" y="4995993"/>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1" name="Text Placeholder 32">
            <a:extLst>
              <a:ext uri="{FF2B5EF4-FFF2-40B4-BE49-F238E27FC236}">
                <a16:creationId xmlns:a16="http://schemas.microsoft.com/office/drawing/2014/main" id="{C7F804DA-BC3F-3640-998C-1BB1F57FB2DD}"/>
              </a:ext>
            </a:extLst>
          </p:cNvPr>
          <p:cNvSpPr>
            <a:spLocks noGrp="1"/>
          </p:cNvSpPr>
          <p:nvPr>
            <p:ph type="body" sz="quarter" idx="26"/>
          </p:nvPr>
        </p:nvSpPr>
        <p:spPr>
          <a:xfrm>
            <a:off x="4432789"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2" name="Text Placeholder 32">
            <a:extLst>
              <a:ext uri="{FF2B5EF4-FFF2-40B4-BE49-F238E27FC236}">
                <a16:creationId xmlns:a16="http://schemas.microsoft.com/office/drawing/2014/main" id="{C6A9E63B-12A4-654D-49DD-164124F8D0B6}"/>
              </a:ext>
            </a:extLst>
          </p:cNvPr>
          <p:cNvSpPr>
            <a:spLocks noGrp="1"/>
          </p:cNvSpPr>
          <p:nvPr>
            <p:ph type="body" sz="quarter" idx="27"/>
          </p:nvPr>
        </p:nvSpPr>
        <p:spPr>
          <a:xfrm>
            <a:off x="7405111" y="4598898"/>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0" name="Text Placeholder 29">
            <a:extLst>
              <a:ext uri="{FF2B5EF4-FFF2-40B4-BE49-F238E27FC236}">
                <a16:creationId xmlns:a16="http://schemas.microsoft.com/office/drawing/2014/main" id="{E4ADED78-B614-0FFF-B211-76B31F9AE9C5}"/>
              </a:ext>
            </a:extLst>
          </p:cNvPr>
          <p:cNvSpPr>
            <a:spLocks noGrp="1"/>
          </p:cNvSpPr>
          <p:nvPr>
            <p:ph type="body" sz="quarter" idx="18"/>
          </p:nvPr>
        </p:nvSpPr>
        <p:spPr>
          <a:xfrm>
            <a:off x="798513" y="5818123"/>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41" name="Text Placeholder 32">
            <a:extLst>
              <a:ext uri="{FF2B5EF4-FFF2-40B4-BE49-F238E27FC236}">
                <a16:creationId xmlns:a16="http://schemas.microsoft.com/office/drawing/2014/main" id="{46CEDAE2-5599-F4E2-6E7F-C9E1F03E41A7}"/>
              </a:ext>
            </a:extLst>
          </p:cNvPr>
          <p:cNvSpPr>
            <a:spLocks noGrp="1"/>
          </p:cNvSpPr>
          <p:nvPr>
            <p:ph type="body" sz="quarter" idx="19"/>
          </p:nvPr>
        </p:nvSpPr>
        <p:spPr>
          <a:xfrm>
            <a:off x="1898649" y="6002789"/>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63" name="Text Placeholder 32">
            <a:extLst>
              <a:ext uri="{FF2B5EF4-FFF2-40B4-BE49-F238E27FC236}">
                <a16:creationId xmlns:a16="http://schemas.microsoft.com/office/drawing/2014/main" id="{80030978-FE73-07C4-38E2-BEC98FAE1029}"/>
              </a:ext>
            </a:extLst>
          </p:cNvPr>
          <p:cNvSpPr>
            <a:spLocks noGrp="1"/>
          </p:cNvSpPr>
          <p:nvPr>
            <p:ph type="body" sz="quarter" idx="28"/>
          </p:nvPr>
        </p:nvSpPr>
        <p:spPr>
          <a:xfrm>
            <a:off x="4432789"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64" name="Text Placeholder 32">
            <a:extLst>
              <a:ext uri="{FF2B5EF4-FFF2-40B4-BE49-F238E27FC236}">
                <a16:creationId xmlns:a16="http://schemas.microsoft.com/office/drawing/2014/main" id="{E93E70C8-4DCB-4FD4-1561-DC47304B7A44}"/>
              </a:ext>
            </a:extLst>
          </p:cNvPr>
          <p:cNvSpPr>
            <a:spLocks noGrp="1"/>
          </p:cNvSpPr>
          <p:nvPr>
            <p:ph type="body" sz="quarter" idx="29"/>
          </p:nvPr>
        </p:nvSpPr>
        <p:spPr>
          <a:xfrm>
            <a:off x="7405111" y="5605694"/>
            <a:ext cx="2788920" cy="382669"/>
          </a:xfrm>
          <a:prstGeom prst="rect">
            <a:avLst/>
          </a:prstGeom>
        </p:spPr>
        <p:txBody>
          <a:bodyPr tIns="64008"/>
          <a:lstStyle>
            <a:lvl1pPr>
              <a:lnSpc>
                <a:spcPct val="100000"/>
              </a:lnSpc>
              <a:spcBef>
                <a:spcPts val="0"/>
              </a:spcBef>
              <a:defRPr sz="950">
                <a:solidFill>
                  <a:srgbClr val="0078D4"/>
                </a:solidFill>
                <a:latin typeface="+mn-lt"/>
              </a:defRPr>
            </a:lvl1pPr>
            <a:lvl2pPr>
              <a:lnSpc>
                <a:spcPct val="100000"/>
              </a:lnSpc>
              <a:spcBef>
                <a:spcPts val="200"/>
              </a:spcBef>
              <a:defRPr sz="900"/>
            </a:lvl2pPr>
            <a:lvl3pPr>
              <a:defRPr sz="1000"/>
            </a:lvl3pPr>
            <a:lvl4pPr>
              <a:defRPr sz="1000"/>
            </a:lvl4pPr>
            <a:lvl5pPr>
              <a:defRPr sz="1000"/>
            </a:lvl5pPr>
          </a:lstStyle>
          <a:p>
            <a:pPr lvl="0"/>
            <a:r>
              <a:rPr lang="en-US"/>
              <a:t>Click to edit Master text styles</a:t>
            </a:r>
          </a:p>
          <a:p>
            <a:pPr lvl="1"/>
            <a:r>
              <a:rPr lang="en-US"/>
              <a:t>Level 2</a:t>
            </a:r>
          </a:p>
        </p:txBody>
      </p:sp>
      <p:sp>
        <p:nvSpPr>
          <p:cNvPr id="4" name="Rounded Rectangle 23">
            <a:extLst>
              <a:ext uri="{FF2B5EF4-FFF2-40B4-BE49-F238E27FC236}">
                <a16:creationId xmlns:a16="http://schemas.microsoft.com/office/drawing/2014/main" id="{C32EBA0D-9E4C-D25F-5B81-272FA1CC217D}"/>
              </a:ext>
              <a:ext uri="{C183D7F6-B498-43B3-948B-1728B52AA6E4}">
                <adec:decorative xmlns:adec="http://schemas.microsoft.com/office/drawing/2017/decorative" val="1"/>
              </a:ext>
            </a:extLst>
          </p:cNvPr>
          <p:cNvSpPr>
            <a:spLocks/>
          </p:cNvSpPr>
          <p:nvPr userDrawn="1"/>
        </p:nvSpPr>
        <p:spPr bwMode="auto">
          <a:xfrm>
            <a:off x="699425" y="3592102"/>
            <a:ext cx="3204328" cy="932688"/>
          </a:xfrm>
          <a:prstGeom prst="roundRect">
            <a:avLst>
              <a:gd name="adj" fmla="val 14961"/>
            </a:avLst>
          </a:prstGeom>
          <a:solidFill>
            <a:srgbClr val="FFFFFF"/>
          </a:solidFill>
          <a:ln>
            <a:noFill/>
            <a:headEnd type="none" w="med" len="med"/>
            <a:tailEnd type="none" w="med" len="med"/>
          </a:ln>
          <a:effectLst>
            <a:outerShdw blurRad="190500" sx="102000" sy="102000" algn="ctr" rotWithShape="0">
              <a:prstClr val="black">
                <a:alpha val="19758"/>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8" name="Text Placeholder 29">
            <a:extLst>
              <a:ext uri="{FF2B5EF4-FFF2-40B4-BE49-F238E27FC236}">
                <a16:creationId xmlns:a16="http://schemas.microsoft.com/office/drawing/2014/main" id="{DFA133CA-8E89-74C6-250B-E24A6EC18989}"/>
              </a:ext>
            </a:extLst>
          </p:cNvPr>
          <p:cNvSpPr>
            <a:spLocks noGrp="1"/>
          </p:cNvSpPr>
          <p:nvPr>
            <p:ph type="body" sz="quarter" idx="30"/>
          </p:nvPr>
        </p:nvSpPr>
        <p:spPr>
          <a:xfrm>
            <a:off x="798513" y="3804531"/>
            <a:ext cx="960120" cy="507831"/>
          </a:xfrm>
          <a:prstGeom prst="rect">
            <a:avLst/>
          </a:prstGeom>
        </p:spPr>
        <p:txBody>
          <a:bodyPr anchor="ctr" anchorCtr="0"/>
          <a:lstStyle>
            <a:lvl1pPr>
              <a:lnSpc>
                <a:spcPct val="100000"/>
              </a:lnSpc>
              <a:defRPr sz="1100"/>
            </a:lvl1pPr>
          </a:lstStyle>
          <a:p>
            <a:pPr lvl="0"/>
            <a:r>
              <a:rPr lang="en-US"/>
              <a:t>Click to edit Master text styles</a:t>
            </a:r>
          </a:p>
        </p:txBody>
      </p:sp>
      <p:sp>
        <p:nvSpPr>
          <p:cNvPr id="23" name="Text Placeholder 32">
            <a:extLst>
              <a:ext uri="{FF2B5EF4-FFF2-40B4-BE49-F238E27FC236}">
                <a16:creationId xmlns:a16="http://schemas.microsoft.com/office/drawing/2014/main" id="{5D933910-FE18-266F-2E15-062F7BB22197}"/>
              </a:ext>
            </a:extLst>
          </p:cNvPr>
          <p:cNvSpPr>
            <a:spLocks noGrp="1"/>
          </p:cNvSpPr>
          <p:nvPr>
            <p:ph type="body" sz="quarter" idx="31"/>
          </p:nvPr>
        </p:nvSpPr>
        <p:spPr>
          <a:xfrm>
            <a:off x="1898649" y="3989197"/>
            <a:ext cx="1920240" cy="138499"/>
          </a:xfrm>
          <a:prstGeom prst="rect">
            <a:avLst/>
          </a:prstGeom>
        </p:spPr>
        <p:txBody>
          <a:bodyPr anchor="ctr" anchorCtr="0"/>
          <a:lstStyle>
            <a:lvl1pPr>
              <a:lnSpc>
                <a:spcPct val="100000"/>
              </a:lnSpc>
              <a:spcBef>
                <a:spcPts val="300"/>
              </a:spcBef>
              <a:defRPr sz="900">
                <a:latin typeface="+mn-lt"/>
              </a:defRPr>
            </a:lvl1pPr>
            <a:lvl2pPr>
              <a:defRPr sz="1000"/>
            </a:lvl2pPr>
            <a:lvl3pPr>
              <a:defRPr sz="1000"/>
            </a:lvl3pPr>
            <a:lvl4pPr>
              <a:defRPr sz="1000"/>
            </a:lvl4pPr>
            <a:lvl5pPr>
              <a:defRPr sz="1000"/>
            </a:lvl5pPr>
          </a:lstStyle>
          <a:p>
            <a:pPr lvl="0"/>
            <a:r>
              <a:rPr lang="en-US"/>
              <a:t>Click to edit Master text styles</a:t>
            </a:r>
          </a:p>
        </p:txBody>
      </p:sp>
      <p:sp>
        <p:nvSpPr>
          <p:cNvPr id="27" name="Rectangle: Single Corner Rounded 26">
            <a:extLst>
              <a:ext uri="{FF2B5EF4-FFF2-40B4-BE49-F238E27FC236}">
                <a16:creationId xmlns:a16="http://schemas.microsoft.com/office/drawing/2014/main" id="{FAA21DAF-EC74-9C8C-71CA-545F31657C6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28" name="Straight Connector 27">
            <a:extLst>
              <a:ext uri="{FF2B5EF4-FFF2-40B4-BE49-F238E27FC236}">
                <a16:creationId xmlns:a16="http://schemas.microsoft.com/office/drawing/2014/main" id="{918BEC69-A4DA-30C8-90CD-4B950223426D}"/>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Isosceles Triangle 28">
            <a:hlinkClick r:id="" action="ppaction://hlinkshowjump?jump=previousslide"/>
            <a:extLst>
              <a:ext uri="{FF2B5EF4-FFF2-40B4-BE49-F238E27FC236}">
                <a16:creationId xmlns:a16="http://schemas.microsoft.com/office/drawing/2014/main" id="{CDFBE890-4D59-74C7-7704-C26DD461FDF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31" name="Isosceles Triangle 30">
            <a:hlinkClick r:id="" action="ppaction://hlinkshowjump?jump=nextslide"/>
            <a:extLst>
              <a:ext uri="{FF2B5EF4-FFF2-40B4-BE49-F238E27FC236}">
                <a16:creationId xmlns:a16="http://schemas.microsoft.com/office/drawing/2014/main" id="{2C529301-B41E-D138-8DC4-517A233D51B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32" name="Graphic 31" descr="Home outline">
            <a:hlinkClick r:id="" action="ppaction://hlinkshowjump?jump=firstslide"/>
            <a:extLst>
              <a:ext uri="{FF2B5EF4-FFF2-40B4-BE49-F238E27FC236}">
                <a16:creationId xmlns:a16="http://schemas.microsoft.com/office/drawing/2014/main" id="{1256A435-D458-B62D-7FAA-F0095092E10D}"/>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52305450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pilot Impact">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D3434CD3-B5AB-D10E-DB6D-E4408EEE1888}"/>
              </a:ext>
              <a:ext uri="{C183D7F6-B498-43B3-948B-1728B52AA6E4}">
                <adec:decorative xmlns:adec="http://schemas.microsoft.com/office/drawing/2017/decorative" val="1"/>
              </a:ext>
            </a:extLst>
          </p:cNvPr>
          <p:cNvGrpSpPr/>
          <p:nvPr userDrawn="1"/>
        </p:nvGrpSpPr>
        <p:grpSpPr>
          <a:xfrm>
            <a:off x="3048" y="0"/>
            <a:ext cx="12188952" cy="6858000"/>
            <a:chOff x="0" y="0"/>
            <a:chExt cx="12188952" cy="6858000"/>
          </a:xfrm>
        </p:grpSpPr>
        <p:sp>
          <p:nvSpPr>
            <p:cNvPr id="4" name="Rectangle 3">
              <a:extLst>
                <a:ext uri="{FF2B5EF4-FFF2-40B4-BE49-F238E27FC236}">
                  <a16:creationId xmlns:a16="http://schemas.microsoft.com/office/drawing/2014/main" id="{C58D21BD-6389-8481-3722-9F401AC1ECFB}"/>
                </a:ext>
              </a:extLst>
            </p:cNvPr>
            <p:cNvSpPr/>
            <p:nvPr userDrawn="1"/>
          </p:nvSpPr>
          <p:spPr bwMode="auto">
            <a:xfrm>
              <a:off x="0"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5" name="Picture 4" descr="A colorful gradient going from darker blue on the left side to light blue to magenta to orange on the right side">
              <a:extLst>
                <a:ext uri="{FF2B5EF4-FFF2-40B4-BE49-F238E27FC236}">
                  <a16:creationId xmlns:a16="http://schemas.microsoft.com/office/drawing/2014/main" id="{4BB01073-1777-1B14-214B-1FAE054897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sp>
        <p:nvSpPr>
          <p:cNvPr id="25" name="Rectangle: Rounded Corners 24">
            <a:extLst>
              <a:ext uri="{FF2B5EF4-FFF2-40B4-BE49-F238E27FC236}">
                <a16:creationId xmlns:a16="http://schemas.microsoft.com/office/drawing/2014/main" id="{C73AEEC1-EA5F-9431-80A5-D3A454A59AAB}"/>
              </a:ext>
              <a:ext uri="{C183D7F6-B498-43B3-948B-1728B52AA6E4}">
                <adec:decorative xmlns:adec="http://schemas.microsoft.com/office/drawing/2017/decorative" val="1"/>
              </a:ext>
            </a:extLst>
          </p:cNvPr>
          <p:cNvSpPr/>
          <p:nvPr userDrawn="1"/>
        </p:nvSpPr>
        <p:spPr>
          <a:xfrm>
            <a:off x="8313434" y="1731038"/>
            <a:ext cx="3291840" cy="4532639"/>
          </a:xfrm>
          <a:prstGeom prst="roundRect">
            <a:avLst>
              <a:gd name="adj" fmla="val 4435"/>
            </a:avLst>
          </a:prstGeom>
          <a:solidFill>
            <a:schemeClr val="bg1"/>
          </a:solidFill>
          <a:ln w="15875">
            <a:solidFill>
              <a:schemeClr val="bg2">
                <a:lumMod val="9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R="0" lvl="0" indent="0" defTabSz="914367" fontAlgn="auto">
              <a:lnSpc>
                <a:spcPct val="100000"/>
              </a:lnSpc>
              <a:spcBef>
                <a:spcPts val="0"/>
              </a:spcBef>
              <a:spcAft>
                <a:spcPts val="0"/>
              </a:spcAft>
              <a:buClrTx/>
              <a:buSzTx/>
              <a:buFontTx/>
              <a:buNone/>
              <a:tabLst/>
            </a:pPr>
            <a:endParaRPr kumimoji="0" lang="en-US" b="0" i="0" u="none" strike="noStrike" kern="0" cap="none" spc="0" normalizeH="0" baseline="0" noProof="0">
              <a:ln>
                <a:noFill/>
              </a:ln>
              <a:solidFill>
                <a:srgbClr val="000000"/>
              </a:solidFill>
              <a:effectLst/>
              <a:uLnTx/>
              <a:uFillTx/>
              <a:latin typeface="Segoe UI"/>
              <a:cs typeface="Segoe UI"/>
            </a:endParaRPr>
          </a:p>
        </p:txBody>
      </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a:prstGeom prst="rect">
            <a:avLst/>
          </a:prstGeom>
        </p:spPr>
        <p:txBody>
          <a:bodyPr tIns="45720">
            <a:spAutoFit/>
          </a:bodyPr>
          <a:lstStyle>
            <a:lvl1pPr>
              <a:defRPr sz="1800">
                <a:solidFill>
                  <a:schemeClr val="tx1"/>
                </a:solidFill>
                <a:latin typeface="+mn-lt"/>
              </a:defRPr>
            </a:lvl1pPr>
          </a:lstStyle>
          <a:p>
            <a:pPr lvl="0"/>
            <a:r>
              <a:rPr lang="en-US"/>
              <a:t>Subtitle</a:t>
            </a:r>
          </a:p>
        </p:txBody>
      </p:sp>
      <p:sp>
        <p:nvSpPr>
          <p:cNvPr id="8" name="Rounded Rectangle 80">
            <a:extLst>
              <a:ext uri="{FF2B5EF4-FFF2-40B4-BE49-F238E27FC236}">
                <a16:creationId xmlns:a16="http://schemas.microsoft.com/office/drawing/2014/main" id="{CDA2C4DA-D9EA-4BC1-790F-5CD51FB5C7DC}"/>
              </a:ext>
              <a:ext uri="{C183D7F6-B498-43B3-948B-1728B52AA6E4}">
                <adec:decorative xmlns:adec="http://schemas.microsoft.com/office/drawing/2017/decorative" val="1"/>
              </a:ext>
            </a:extLst>
          </p:cNvPr>
          <p:cNvSpPr/>
          <p:nvPr userDrawn="1"/>
        </p:nvSpPr>
        <p:spPr bwMode="auto">
          <a:xfrm>
            <a:off x="574675" y="1737226"/>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sp>
        <p:nvSpPr>
          <p:cNvPr id="9" name="Rounded Rectangle 80">
            <a:extLst>
              <a:ext uri="{FF2B5EF4-FFF2-40B4-BE49-F238E27FC236}">
                <a16:creationId xmlns:a16="http://schemas.microsoft.com/office/drawing/2014/main" id="{91B0EE55-8281-26B9-0E61-32D2B7483583}"/>
              </a:ext>
              <a:ext uri="{C183D7F6-B498-43B3-948B-1728B52AA6E4}">
                <adec:decorative xmlns:adec="http://schemas.microsoft.com/office/drawing/2017/decorative" val="1"/>
              </a:ext>
            </a:extLst>
          </p:cNvPr>
          <p:cNvSpPr/>
          <p:nvPr userDrawn="1"/>
        </p:nvSpPr>
        <p:spPr bwMode="auto">
          <a:xfrm>
            <a:off x="4450080" y="1731039"/>
            <a:ext cx="3291840" cy="1726634"/>
          </a:xfrm>
          <a:prstGeom prst="roundRect">
            <a:avLst>
              <a:gd name="adj" fmla="val 6254"/>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pitchFamily="2" charset="0"/>
              <a:ea typeface="Segoe UI" pitchFamily="34" charset="0"/>
              <a:cs typeface="Segoe Sans Display" pitchFamily="2" charset="0"/>
            </a:endParaRPr>
          </a:p>
        </p:txBody>
      </p:sp>
      <p:cxnSp>
        <p:nvCxnSpPr>
          <p:cNvPr id="17" name="Straight Connector 16">
            <a:extLst>
              <a:ext uri="{FF2B5EF4-FFF2-40B4-BE49-F238E27FC236}">
                <a16:creationId xmlns:a16="http://schemas.microsoft.com/office/drawing/2014/main" id="{410A0039-E3A0-37BA-4F7A-197CA2A7EAF4}"/>
              </a:ext>
              <a:ext uri="{C183D7F6-B498-43B3-948B-1728B52AA6E4}">
                <adec:decorative xmlns:adec="http://schemas.microsoft.com/office/drawing/2017/decorative" val="1"/>
              </a:ext>
            </a:extLst>
          </p:cNvPr>
          <p:cNvCxnSpPr>
            <a:cxnSpLocks/>
          </p:cNvCxnSpPr>
          <p:nvPr userDrawn="1"/>
        </p:nvCxnSpPr>
        <p:spPr>
          <a:xfrm>
            <a:off x="1446415" y="3912555"/>
            <a:ext cx="6295505" cy="0"/>
          </a:xfrm>
          <a:prstGeom prst="line">
            <a:avLst/>
          </a:prstGeom>
          <a:ln w="12700">
            <a:solidFill>
              <a:srgbClr val="E1D3C7"/>
            </a:solidFill>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B85E7996-D5BF-4B3B-BF27-C38435043BFB}"/>
              </a:ext>
            </a:extLst>
          </p:cNvPr>
          <p:cNvSpPr/>
          <p:nvPr userDrawn="1"/>
        </p:nvSpPr>
        <p:spPr>
          <a:xfrm>
            <a:off x="1326655"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Ambition</a:t>
            </a:r>
          </a:p>
        </p:txBody>
      </p:sp>
      <p:sp>
        <p:nvSpPr>
          <p:cNvPr id="29" name="Text Placeholder 28">
            <a:extLst>
              <a:ext uri="{FF2B5EF4-FFF2-40B4-BE49-F238E27FC236}">
                <a16:creationId xmlns:a16="http://schemas.microsoft.com/office/drawing/2014/main" id="{4FC9B34B-5A81-3A09-10FB-9C41354FF6E1}"/>
              </a:ext>
            </a:extLst>
          </p:cNvPr>
          <p:cNvSpPr>
            <a:spLocks noGrp="1"/>
          </p:cNvSpPr>
          <p:nvPr>
            <p:ph type="body" sz="quarter" idx="15"/>
          </p:nvPr>
        </p:nvSpPr>
        <p:spPr>
          <a:xfrm>
            <a:off x="584200" y="2173080"/>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2" name="Rectangle: Rounded Corners 10">
            <a:extLst>
              <a:ext uri="{FF2B5EF4-FFF2-40B4-BE49-F238E27FC236}">
                <a16:creationId xmlns:a16="http://schemas.microsoft.com/office/drawing/2014/main" id="{73B0FA2C-E203-6C45-E612-A0DCBE0437A7}"/>
              </a:ext>
            </a:extLst>
          </p:cNvPr>
          <p:cNvSpPr/>
          <p:nvPr userDrawn="1"/>
        </p:nvSpPr>
        <p:spPr>
          <a:xfrm>
            <a:off x="5190009" y="1594510"/>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Goal</a:t>
            </a:r>
          </a:p>
        </p:txBody>
      </p:sp>
      <p:sp>
        <p:nvSpPr>
          <p:cNvPr id="30" name="Text Placeholder 28">
            <a:extLst>
              <a:ext uri="{FF2B5EF4-FFF2-40B4-BE49-F238E27FC236}">
                <a16:creationId xmlns:a16="http://schemas.microsoft.com/office/drawing/2014/main" id="{6F8A2CCA-7BDC-25F6-6FE5-3B70990275F7}"/>
              </a:ext>
            </a:extLst>
          </p:cNvPr>
          <p:cNvSpPr>
            <a:spLocks noGrp="1"/>
          </p:cNvSpPr>
          <p:nvPr>
            <p:ph type="body" sz="quarter" idx="16"/>
          </p:nvPr>
        </p:nvSpPr>
        <p:spPr>
          <a:xfrm>
            <a:off x="4459538" y="2173078"/>
            <a:ext cx="3292475" cy="630942"/>
          </a:xfrm>
          <a:prstGeom prst="rect">
            <a:avLst/>
          </a:prstGeom>
        </p:spPr>
        <p:txBody>
          <a:bodyPr lIns="137160" rIns="137160"/>
          <a:lstStyle>
            <a:lvl1pPr>
              <a:defRPr sz="1200">
                <a:solidFill>
                  <a:schemeClr val="tx2"/>
                </a:solidFill>
                <a:latin typeface="+mn-lt"/>
              </a:defRPr>
            </a:lvl1pPr>
            <a:lvl2pPr>
              <a:spcBef>
                <a:spcPts val="300"/>
              </a:spcBef>
              <a:defRPr sz="1200"/>
            </a:lvl2pPr>
            <a:lvl3pPr marL="164592" indent="-164592">
              <a:spcBef>
                <a:spcPts val="300"/>
              </a:spcBef>
              <a:defRPr sz="1200"/>
            </a:lvl3pPr>
          </a:lstStyle>
          <a:p>
            <a:pPr lvl="0"/>
            <a:r>
              <a:rPr lang="en-US"/>
              <a:t>Click to edit Master text styles</a:t>
            </a:r>
          </a:p>
          <a:p>
            <a:pPr lvl="1"/>
            <a:r>
              <a:rPr lang="en-US"/>
              <a:t>Second level</a:t>
            </a:r>
          </a:p>
          <a:p>
            <a:pPr lvl="2"/>
            <a:r>
              <a:rPr lang="en-US"/>
              <a:t>Third level</a:t>
            </a:r>
          </a:p>
        </p:txBody>
      </p:sp>
      <p:sp>
        <p:nvSpPr>
          <p:cNvPr id="10" name="Rectangle: Rounded Corners 10">
            <a:extLst>
              <a:ext uri="{FF2B5EF4-FFF2-40B4-BE49-F238E27FC236}">
                <a16:creationId xmlns:a16="http://schemas.microsoft.com/office/drawing/2014/main" id="{F0543597-4B2E-D145-DF30-735818C8166B}"/>
              </a:ext>
            </a:extLst>
          </p:cNvPr>
          <p:cNvSpPr/>
          <p:nvPr userDrawn="1"/>
        </p:nvSpPr>
        <p:spPr>
          <a:xfrm>
            <a:off x="9053363" y="1600523"/>
            <a:ext cx="1811983" cy="393841"/>
          </a:xfrm>
          <a:prstGeom prst="roundRect">
            <a:avLst>
              <a:gd name="adj" fmla="val 50000"/>
            </a:avLst>
          </a:prstGeom>
          <a:solidFill>
            <a:schemeClr val="accent2"/>
          </a:solidFill>
          <a:ln w="19050" cap="rnd">
            <a:noFill/>
            <a:headEnd type="none" w="med" len="med"/>
            <a:tailEnd type="none" w="med" len="med"/>
          </a:ln>
          <a:effectLst>
            <a:outerShdw blurRad="63500" dist="63500" dir="2700000" algn="tl" rotWithShape="0">
              <a:srgbClr val="454142">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18288" rIns="0" bIns="45720" numCol="1" spcCol="0" rtlCol="0" fromWordArt="0" anchor="t" anchorCtr="0" forceAA="0" compatLnSpc="1">
            <a:prstTxWarp prst="textNoShape">
              <a:avLst/>
            </a:prstTxWarp>
            <a:spAutoFit/>
          </a:bodyPr>
          <a:lstStyle/>
          <a:p>
            <a:pPr algn="ctr" defTabSz="932449">
              <a:spcBef>
                <a:spcPts val="600"/>
              </a:spcBef>
            </a:pPr>
            <a:r>
              <a:rPr lang="en-US" sz="1400">
                <a:gradFill>
                  <a:gsLst>
                    <a:gs pos="1399">
                      <a:srgbClr val="FFFFFF"/>
                    </a:gs>
                    <a:gs pos="17000">
                      <a:srgbClr val="FFFFFF"/>
                    </a:gs>
                  </a:gsLst>
                  <a:path path="circle">
                    <a:fillToRect l="100000" t="100000"/>
                  </a:path>
                </a:gradFill>
                <a:latin typeface="+mj-lt"/>
              </a:rPr>
              <a:t>Approach</a:t>
            </a:r>
          </a:p>
        </p:txBody>
      </p:sp>
      <p:sp>
        <p:nvSpPr>
          <p:cNvPr id="31" name="Text Placeholder 28">
            <a:extLst>
              <a:ext uri="{FF2B5EF4-FFF2-40B4-BE49-F238E27FC236}">
                <a16:creationId xmlns:a16="http://schemas.microsoft.com/office/drawing/2014/main" id="{886F4193-138B-1E76-C9D9-CA0008A99DB1}"/>
              </a:ext>
            </a:extLst>
          </p:cNvPr>
          <p:cNvSpPr>
            <a:spLocks noGrp="1"/>
          </p:cNvSpPr>
          <p:nvPr>
            <p:ph type="body" sz="quarter" idx="17"/>
          </p:nvPr>
        </p:nvSpPr>
        <p:spPr>
          <a:xfrm>
            <a:off x="8303341" y="2724017"/>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2" name="Text Placeholder 28">
            <a:extLst>
              <a:ext uri="{FF2B5EF4-FFF2-40B4-BE49-F238E27FC236}">
                <a16:creationId xmlns:a16="http://schemas.microsoft.com/office/drawing/2014/main" id="{69EF917B-94C4-921E-4DE6-565DF1DEB811}"/>
              </a:ext>
            </a:extLst>
          </p:cNvPr>
          <p:cNvSpPr>
            <a:spLocks noGrp="1"/>
          </p:cNvSpPr>
          <p:nvPr>
            <p:ph type="body" sz="quarter" idx="18"/>
          </p:nvPr>
        </p:nvSpPr>
        <p:spPr>
          <a:xfrm>
            <a:off x="8303341" y="4133079"/>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33" name="Text Placeholder 28">
            <a:extLst>
              <a:ext uri="{FF2B5EF4-FFF2-40B4-BE49-F238E27FC236}">
                <a16:creationId xmlns:a16="http://schemas.microsoft.com/office/drawing/2014/main" id="{AED83C3E-CA1F-3974-41A1-2B0AF3E88B38}"/>
              </a:ext>
            </a:extLst>
          </p:cNvPr>
          <p:cNvSpPr>
            <a:spLocks noGrp="1"/>
          </p:cNvSpPr>
          <p:nvPr>
            <p:ph type="body" sz="quarter" idx="19"/>
          </p:nvPr>
        </p:nvSpPr>
        <p:spPr>
          <a:xfrm>
            <a:off x="8303341" y="5542140"/>
            <a:ext cx="3292475" cy="184666"/>
          </a:xfrm>
          <a:prstGeom prst="rect">
            <a:avLst/>
          </a:prstGeom>
        </p:spPr>
        <p:txBody>
          <a:bodyPr lIns="137160" rIns="137160" anchor="ctr" anchorCtr="0">
            <a:spAutoFit/>
          </a:bodyPr>
          <a:lstStyle>
            <a:lvl1pPr>
              <a:defRPr sz="1200">
                <a:solidFill>
                  <a:schemeClr val="tx2"/>
                </a:solidFill>
                <a:latin typeface="+mn-lt"/>
              </a:defRPr>
            </a:lvl1pPr>
          </a:lstStyle>
          <a:p>
            <a:pPr lvl="0"/>
            <a:r>
              <a:rPr lang="en-US"/>
              <a:t>Click to edit Master text styles</a:t>
            </a:r>
          </a:p>
        </p:txBody>
      </p:sp>
      <p:sp>
        <p:nvSpPr>
          <p:cNvPr id="18" name="Rectangle: Rounded Corners 17">
            <a:extLst>
              <a:ext uri="{FF2B5EF4-FFF2-40B4-BE49-F238E27FC236}">
                <a16:creationId xmlns:a16="http://schemas.microsoft.com/office/drawing/2014/main" id="{DE602759-D5CB-59FB-83DC-41FC240A198E}"/>
              </a:ext>
              <a:ext uri="{C183D7F6-B498-43B3-948B-1728B52AA6E4}">
                <adec:decorative xmlns:adec="http://schemas.microsoft.com/office/drawing/2017/decorative" val="1"/>
              </a:ext>
            </a:extLst>
          </p:cNvPr>
          <p:cNvSpPr/>
          <p:nvPr userDrawn="1"/>
        </p:nvSpPr>
        <p:spPr>
          <a:xfrm>
            <a:off x="574675"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19" name="Rectangle: Rounded Corners 18">
            <a:extLst>
              <a:ext uri="{FF2B5EF4-FFF2-40B4-BE49-F238E27FC236}">
                <a16:creationId xmlns:a16="http://schemas.microsoft.com/office/drawing/2014/main" id="{3760FDA5-25E5-23EE-82B9-EF5F45D85349}"/>
              </a:ext>
              <a:ext uri="{C183D7F6-B498-43B3-948B-1728B52AA6E4}">
                <adec:decorative xmlns:adec="http://schemas.microsoft.com/office/drawing/2017/decorative" val="1"/>
              </a:ext>
            </a:extLst>
          </p:cNvPr>
          <p:cNvSpPr/>
          <p:nvPr userDrawn="1"/>
        </p:nvSpPr>
        <p:spPr>
          <a:xfrm>
            <a:off x="3095983"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0" name="Rectangle: Rounded Corners 19">
            <a:extLst>
              <a:ext uri="{FF2B5EF4-FFF2-40B4-BE49-F238E27FC236}">
                <a16:creationId xmlns:a16="http://schemas.microsoft.com/office/drawing/2014/main" id="{0D5F0863-145A-E1F3-AC3C-9EFE022839A1}"/>
              </a:ext>
              <a:ext uri="{C183D7F6-B498-43B3-948B-1728B52AA6E4}">
                <adec:decorative xmlns:adec="http://schemas.microsoft.com/office/drawing/2017/decorative" val="1"/>
              </a:ext>
            </a:extLst>
          </p:cNvPr>
          <p:cNvSpPr/>
          <p:nvPr userDrawn="1"/>
        </p:nvSpPr>
        <p:spPr>
          <a:xfrm>
            <a:off x="5617291" y="4526322"/>
            <a:ext cx="2103120" cy="1737360"/>
          </a:xfrm>
          <a:prstGeom prst="roundRect">
            <a:avLst>
              <a:gd name="adj" fmla="val 6215"/>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cap="none" spc="0" normalizeH="0" baseline="0" noProof="0">
              <a:ln>
                <a:noFill/>
              </a:ln>
              <a:solidFill>
                <a:srgbClr val="FFFFFF"/>
              </a:solidFill>
              <a:effectLst/>
              <a:uLnTx/>
              <a:uFillTx/>
              <a:latin typeface="Segoe Sans Display" pitchFamily="2" charset="0"/>
              <a:ea typeface="Calibri" panose="020F0502020204030204" pitchFamily="34" charset="0"/>
              <a:cs typeface="Segoe Sans Display" pitchFamily="2" charset="0"/>
            </a:endParaRPr>
          </a:p>
        </p:txBody>
      </p:sp>
      <p:sp>
        <p:nvSpPr>
          <p:cNvPr id="28" name="Text Placeholder 28">
            <a:extLst>
              <a:ext uri="{FF2B5EF4-FFF2-40B4-BE49-F238E27FC236}">
                <a16:creationId xmlns:a16="http://schemas.microsoft.com/office/drawing/2014/main" id="{584837D6-9AC9-DF6F-24DC-BD68727F06D3}"/>
              </a:ext>
            </a:extLst>
          </p:cNvPr>
          <p:cNvSpPr>
            <a:spLocks noGrp="1"/>
          </p:cNvSpPr>
          <p:nvPr>
            <p:ph type="body" sz="quarter" idx="21"/>
          </p:nvPr>
        </p:nvSpPr>
        <p:spPr>
          <a:xfrm>
            <a:off x="584201"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7" name="Text Placeholder 26">
            <a:extLst>
              <a:ext uri="{FF2B5EF4-FFF2-40B4-BE49-F238E27FC236}">
                <a16:creationId xmlns:a16="http://schemas.microsoft.com/office/drawing/2014/main" id="{1966A5F5-487F-38E2-31AD-69410881CD41}"/>
              </a:ext>
            </a:extLst>
          </p:cNvPr>
          <p:cNvSpPr>
            <a:spLocks noGrp="1"/>
          </p:cNvSpPr>
          <p:nvPr>
            <p:ph type="body" sz="quarter" idx="20"/>
          </p:nvPr>
        </p:nvSpPr>
        <p:spPr>
          <a:xfrm>
            <a:off x="574675" y="3758667"/>
            <a:ext cx="1450012" cy="276999"/>
          </a:xfrm>
          <a:prstGeom prst="rect">
            <a:avLst/>
          </a:prstGeom>
          <a:solidFill>
            <a:srgbClr val="FFF8F3"/>
          </a:solidFill>
        </p:spPr>
        <p:txBody>
          <a:bodyPr wrap="none" rIns="182880"/>
          <a:lstStyle>
            <a:lvl1pPr>
              <a:defRPr sz="1800">
                <a:solidFill>
                  <a:schemeClr val="accent2">
                    <a:lumMod val="75000"/>
                  </a:schemeClr>
                </a:solidFill>
              </a:defRPr>
            </a:lvl1pPr>
          </a:lstStyle>
          <a:p>
            <a:pPr lvl="0"/>
            <a:r>
              <a:rPr lang="en-US"/>
              <a:t>Click to edit</a:t>
            </a:r>
          </a:p>
        </p:txBody>
      </p:sp>
      <p:sp>
        <p:nvSpPr>
          <p:cNvPr id="22" name="Text Placeholder 21">
            <a:extLst>
              <a:ext uri="{FF2B5EF4-FFF2-40B4-BE49-F238E27FC236}">
                <a16:creationId xmlns:a16="http://schemas.microsoft.com/office/drawing/2014/main" id="{8D49B5AF-A581-8673-2F9A-D713A4B557EC}"/>
              </a:ext>
            </a:extLst>
          </p:cNvPr>
          <p:cNvSpPr>
            <a:spLocks noGrp="1"/>
          </p:cNvSpPr>
          <p:nvPr>
            <p:ph type="body" sz="quarter" idx="12" hasCustomPrompt="1"/>
          </p:nvPr>
        </p:nvSpPr>
        <p:spPr>
          <a:xfrm>
            <a:off x="574675"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5" name="Text Placeholder 28">
            <a:extLst>
              <a:ext uri="{FF2B5EF4-FFF2-40B4-BE49-F238E27FC236}">
                <a16:creationId xmlns:a16="http://schemas.microsoft.com/office/drawing/2014/main" id="{E21B1086-03D4-D8A6-EDF7-B21D17180E66}"/>
              </a:ext>
            </a:extLst>
          </p:cNvPr>
          <p:cNvSpPr>
            <a:spLocks noGrp="1"/>
          </p:cNvSpPr>
          <p:nvPr>
            <p:ph type="body" sz="quarter" idx="22"/>
          </p:nvPr>
        </p:nvSpPr>
        <p:spPr>
          <a:xfrm>
            <a:off x="3114122"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3" name="Text Placeholder 21">
            <a:extLst>
              <a:ext uri="{FF2B5EF4-FFF2-40B4-BE49-F238E27FC236}">
                <a16:creationId xmlns:a16="http://schemas.microsoft.com/office/drawing/2014/main" id="{E74B66BA-251D-787B-1669-F62538B0EF4D}"/>
              </a:ext>
            </a:extLst>
          </p:cNvPr>
          <p:cNvSpPr>
            <a:spLocks noGrp="1"/>
          </p:cNvSpPr>
          <p:nvPr>
            <p:ph type="body" sz="quarter" idx="13" hasCustomPrompt="1"/>
          </p:nvPr>
        </p:nvSpPr>
        <p:spPr>
          <a:xfrm>
            <a:off x="3102008"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a:t>Third level</a:t>
            </a:r>
          </a:p>
        </p:txBody>
      </p:sp>
      <p:sp>
        <p:nvSpPr>
          <p:cNvPr id="36" name="Text Placeholder 28">
            <a:extLst>
              <a:ext uri="{FF2B5EF4-FFF2-40B4-BE49-F238E27FC236}">
                <a16:creationId xmlns:a16="http://schemas.microsoft.com/office/drawing/2014/main" id="{A9C7A361-EF4F-2E3F-4751-8E8BA9FDC9D8}"/>
              </a:ext>
            </a:extLst>
          </p:cNvPr>
          <p:cNvSpPr>
            <a:spLocks noGrp="1"/>
          </p:cNvSpPr>
          <p:nvPr>
            <p:ph type="body" sz="quarter" idx="23"/>
          </p:nvPr>
        </p:nvSpPr>
        <p:spPr>
          <a:xfrm>
            <a:off x="5629404" y="4183194"/>
            <a:ext cx="1968500" cy="215444"/>
          </a:xfrm>
          <a:prstGeom prst="rect">
            <a:avLst/>
          </a:prstGeom>
        </p:spPr>
        <p:txBody>
          <a:bodyPr lIns="0" rIns="0"/>
          <a:lstStyle>
            <a:lvl1pPr>
              <a:defRPr sz="1400">
                <a:solidFill>
                  <a:schemeClr val="tx2"/>
                </a:solidFill>
                <a:latin typeface="+mn-lt"/>
              </a:defRPr>
            </a:lvl1pPr>
          </a:lstStyle>
          <a:p>
            <a:pPr lvl="0"/>
            <a:r>
              <a:rPr lang="en-US"/>
              <a:t>Click to edit</a:t>
            </a:r>
          </a:p>
        </p:txBody>
      </p:sp>
      <p:sp>
        <p:nvSpPr>
          <p:cNvPr id="24" name="Text Placeholder 21">
            <a:extLst>
              <a:ext uri="{FF2B5EF4-FFF2-40B4-BE49-F238E27FC236}">
                <a16:creationId xmlns:a16="http://schemas.microsoft.com/office/drawing/2014/main" id="{D3CB9839-F2F7-C392-76E9-C1522FB24EDE}"/>
              </a:ext>
            </a:extLst>
          </p:cNvPr>
          <p:cNvSpPr>
            <a:spLocks noGrp="1"/>
          </p:cNvSpPr>
          <p:nvPr>
            <p:ph type="body" sz="quarter" idx="14" hasCustomPrompt="1"/>
          </p:nvPr>
        </p:nvSpPr>
        <p:spPr>
          <a:xfrm>
            <a:off x="5617291" y="4667250"/>
            <a:ext cx="2103120" cy="938719"/>
          </a:xfrm>
          <a:prstGeom prst="rect">
            <a:avLst/>
          </a:prstGeom>
        </p:spPr>
        <p:txBody>
          <a:bodyPr lIns="137160" rIns="137160"/>
          <a:lstStyle>
            <a:lvl1pPr>
              <a:spcBef>
                <a:spcPts val="0"/>
              </a:spcBef>
              <a:defRPr sz="3200">
                <a:solidFill>
                  <a:schemeClr val="accent2">
                    <a:lumMod val="75000"/>
                  </a:schemeClr>
                </a:solidFill>
              </a:defRPr>
            </a:lvl1pPr>
            <a:lvl2pPr>
              <a:spcBef>
                <a:spcPts val="0"/>
              </a:spcBef>
              <a:defRPr sz="1200">
                <a:solidFill>
                  <a:schemeClr val="tx2"/>
                </a:solidFill>
              </a:defRPr>
            </a:lvl2pPr>
            <a:lvl3pPr marL="0" indent="0">
              <a:buNone/>
              <a:defRPr sz="1200" i="1"/>
            </a:lvl3pPr>
          </a:lstStyle>
          <a:p>
            <a:pPr lvl="0"/>
            <a:r>
              <a:rPr lang="en-US"/>
              <a:t>##%</a:t>
            </a:r>
          </a:p>
          <a:p>
            <a:pPr lvl="1"/>
            <a:r>
              <a:rPr lang="en-US"/>
              <a:t>Second level</a:t>
            </a:r>
          </a:p>
          <a:p>
            <a:pPr lvl="2"/>
            <a:r>
              <a:rPr lang="en-US" sz="1200"/>
              <a:t>Third level</a:t>
            </a:r>
            <a:endParaRPr lang="en-US"/>
          </a:p>
        </p:txBody>
      </p:sp>
      <p:sp>
        <p:nvSpPr>
          <p:cNvPr id="39" name="Text Placeholder 12">
            <a:extLst>
              <a:ext uri="{FF2B5EF4-FFF2-40B4-BE49-F238E27FC236}">
                <a16:creationId xmlns:a16="http://schemas.microsoft.com/office/drawing/2014/main" id="{390451D9-D908-3B97-C523-5AD916D4DAB8}"/>
              </a:ext>
            </a:extLst>
          </p:cNvPr>
          <p:cNvSpPr>
            <a:spLocks noGrp="1"/>
          </p:cNvSpPr>
          <p:nvPr>
            <p:ph type="body" sz="quarter" idx="41"/>
          </p:nvPr>
        </p:nvSpPr>
        <p:spPr>
          <a:xfrm>
            <a:off x="584200" y="6482767"/>
            <a:ext cx="10058400" cy="123111"/>
          </a:xfrm>
          <a:prstGeom prst="rect">
            <a:avLst/>
          </a:prstGeom>
        </p:spPr>
        <p:txBody>
          <a:bodyPr anchor="b" anchorCtr="0"/>
          <a:lstStyle>
            <a:lvl1pPr>
              <a:spcBef>
                <a:spcPts val="100"/>
              </a:spcBef>
              <a:defRPr sz="800">
                <a:solidFill>
                  <a:schemeClr val="tx2"/>
                </a:solidFill>
                <a:latin typeface="+mn-lt"/>
              </a:defRPr>
            </a:lvl1pPr>
            <a:lvl2pPr>
              <a:defRPr sz="700"/>
            </a:lvl2pPr>
            <a:lvl3pPr>
              <a:defRPr sz="700"/>
            </a:lvl3pPr>
            <a:lvl4pPr>
              <a:defRPr sz="700"/>
            </a:lvl4pPr>
            <a:lvl5pPr>
              <a:defRPr sz="700"/>
            </a:lvl5pPr>
          </a:lstStyle>
          <a:p>
            <a:pPr lvl="0"/>
            <a:r>
              <a:rPr lang="en-US"/>
              <a:t>Click to edit Master text styles</a:t>
            </a:r>
          </a:p>
        </p:txBody>
      </p:sp>
      <p:sp>
        <p:nvSpPr>
          <p:cNvPr id="2" name="Rectangle: Single Corner Rounded 1">
            <a:extLst>
              <a:ext uri="{FF2B5EF4-FFF2-40B4-BE49-F238E27FC236}">
                <a16:creationId xmlns:a16="http://schemas.microsoft.com/office/drawing/2014/main" id="{423423DB-D921-2C72-55BF-09996E79913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3" name="Straight Connector 12">
            <a:extLst>
              <a:ext uri="{FF2B5EF4-FFF2-40B4-BE49-F238E27FC236}">
                <a16:creationId xmlns:a16="http://schemas.microsoft.com/office/drawing/2014/main" id="{D3252C60-85F2-3B91-C0AB-290E0F3E42B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97127449-1432-A83C-56B9-22DA7F7A79C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5" name="Isosceles Triangle 14">
            <a:hlinkClick r:id="" action="ppaction://hlinkshowjump?jump=nextslide"/>
            <a:extLst>
              <a:ext uri="{FF2B5EF4-FFF2-40B4-BE49-F238E27FC236}">
                <a16:creationId xmlns:a16="http://schemas.microsoft.com/office/drawing/2014/main" id="{9B62B40E-678E-F96D-E26B-7C84646C5ED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6" name="Graphic 15" descr="Home outline">
            <a:hlinkClick r:id="" action="ppaction://hlinkshowjump?jump=firstslide"/>
            <a:extLst>
              <a:ext uri="{FF2B5EF4-FFF2-40B4-BE49-F238E27FC236}">
                <a16:creationId xmlns:a16="http://schemas.microsoft.com/office/drawing/2014/main" id="{55996723-68E7-0255-2A75-59323C275E8D}"/>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64061464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Day in the life six steps">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A0119C2-A320-B7AA-11DD-460625EF3060}"/>
              </a:ext>
              <a:ext uri="{C183D7F6-B498-43B3-948B-1728B52AA6E4}">
                <adec:decorative xmlns:adec="http://schemas.microsoft.com/office/drawing/2017/decorative" val="1"/>
              </a:ext>
            </a:extLst>
          </p:cNvPr>
          <p:cNvGrpSpPr>
            <a:grpSpLocks noGrp="1" noUngrp="1" noRot="1" noMove="1" noResize="1"/>
          </p:cNvGrpSpPr>
          <p:nvPr userDrawn="1"/>
        </p:nvGrpSpPr>
        <p:grpSpPr>
          <a:xfrm>
            <a:off x="3048" y="0"/>
            <a:ext cx="12188952" cy="6858000"/>
            <a:chOff x="3048" y="0"/>
            <a:chExt cx="12188952" cy="6858000"/>
          </a:xfrm>
        </p:grpSpPr>
        <p:sp>
          <p:nvSpPr>
            <p:cNvPr id="11" name="Rectangle 10">
              <a:extLst>
                <a:ext uri="{FF2B5EF4-FFF2-40B4-BE49-F238E27FC236}">
                  <a16:creationId xmlns:a16="http://schemas.microsoft.com/office/drawing/2014/main" id="{E1A20901-02EE-A18C-D7F0-964EA40ECB7D}"/>
                </a:ext>
              </a:extLst>
            </p:cNvPr>
            <p:cNvSpPr>
              <a:spLocks noGrp="1" noRot="1" noMove="1" noResize="1" noEditPoints="1" noAdjustHandles="1" noChangeArrowheads="1" noChangeShapeType="1"/>
            </p:cNvSpPr>
            <p:nvPr userDrawn="1"/>
          </p:nvSpPr>
          <p:spPr bwMode="auto">
            <a:xfrm>
              <a:off x="3048" y="0"/>
              <a:ext cx="1218895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Picture 11" descr="A colorful gradient going from darker blue on the left side to light blue to magenta to orange on the right side">
              <a:extLst>
                <a:ext uri="{FF2B5EF4-FFF2-40B4-BE49-F238E27FC236}">
                  <a16:creationId xmlns:a16="http://schemas.microsoft.com/office/drawing/2014/main" id="{F19E7B0F-64A6-EDE0-A004-6345F3D3FF6B}"/>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3048" y="6724651"/>
              <a:ext cx="12188952" cy="133281"/>
            </a:xfrm>
            <a:prstGeom prst="roundRect">
              <a:avLst>
                <a:gd name="adj" fmla="val 0"/>
              </a:avLst>
            </a:prstGeom>
          </p:spPr>
        </p:pic>
      </p:grpSp>
      <p:sp>
        <p:nvSpPr>
          <p:cNvPr id="8" name="Freeform: Shape 2">
            <a:extLst>
              <a:ext uri="{FF2B5EF4-FFF2-40B4-BE49-F238E27FC236}">
                <a16:creationId xmlns:a16="http://schemas.microsoft.com/office/drawing/2014/main" id="{ACA1793F-CB56-036C-15C4-6F45C10EEB53}"/>
              </a:ext>
              <a:ext uri="{C183D7F6-B498-43B3-948B-1728B52AA6E4}">
                <adec:decorative xmlns:adec="http://schemas.microsoft.com/office/drawing/2017/decorative" val="1"/>
              </a:ext>
            </a:extLst>
          </p:cNvPr>
          <p:cNvSpPr/>
          <p:nvPr userDrawn="1"/>
        </p:nvSpPr>
        <p:spPr bwMode="auto">
          <a:xfrm>
            <a:off x="-1576" y="1637407"/>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solidFill>
              <a:schemeClr val="accent3"/>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tabLst/>
            </a:pPr>
            <a:endParaRPr kumimoji="0" lang="en-US" sz="2000" b="0" i="0" u="none" strike="noStrike" kern="0" cap="none" spc="0" normalizeH="0" baseline="0" noProof="0">
              <a:ln>
                <a:noFill/>
              </a:ln>
              <a:solidFill>
                <a:srgbClr val="FFFFFF"/>
              </a:solidFill>
              <a:effectLst/>
              <a:uLnTx/>
              <a:uFillTx/>
              <a:latin typeface="Segoe UI"/>
              <a:cs typeface="Segoe UI" pitchFamily="34" charset="0"/>
            </a:endParaRPr>
          </a:p>
        </p:txBody>
      </p:sp>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51933"/>
            <a:ext cx="6675120"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8716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7584282" y="521099"/>
            <a:ext cx="2534646" cy="169277"/>
          </a:xfrm>
          <a:prstGeom prst="rect">
            <a:avLst/>
          </a:prstGeom>
        </p:spPr>
        <p:txBody>
          <a:bodyPr/>
          <a:lstStyle>
            <a:lvl1pPr marL="0" indent="0" algn="r">
              <a:spcBef>
                <a:spcPts val="0"/>
              </a:spcBef>
              <a:buNone/>
              <a:defRPr sz="1100" b="1" i="0" spc="-20" baseline="0">
                <a:solidFill>
                  <a:schemeClr val="accent2">
                    <a:lumMod val="75000"/>
                  </a:schemeClr>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75" name="TextBox 74">
            <a:extLst>
              <a:ext uri="{FF2B5EF4-FFF2-40B4-BE49-F238E27FC236}">
                <a16:creationId xmlns:a16="http://schemas.microsoft.com/office/drawing/2014/main" id="{1BB75DAB-4D8A-2933-BB52-0C94AA4816E3}"/>
              </a:ext>
            </a:extLst>
          </p:cNvPr>
          <p:cNvSpPr txBox="1"/>
          <p:nvPr userDrawn="1"/>
        </p:nvSpPr>
        <p:spPr>
          <a:xfrm>
            <a:off x="10430235" y="351933"/>
            <a:ext cx="931764"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3" name="Text Placeholder 102">
            <a:extLst>
              <a:ext uri="{FF2B5EF4-FFF2-40B4-BE49-F238E27FC236}">
                <a16:creationId xmlns:a16="http://schemas.microsoft.com/office/drawing/2014/main" id="{78D71A05-3479-3DEB-1227-2FC98983A80C}"/>
              </a:ext>
            </a:extLst>
          </p:cNvPr>
          <p:cNvSpPr>
            <a:spLocks noGrp="1"/>
          </p:cNvSpPr>
          <p:nvPr>
            <p:ph type="body" sz="quarter" idx="37" hasCustomPrompt="1"/>
          </p:nvPr>
        </p:nvSpPr>
        <p:spPr>
          <a:xfrm>
            <a:off x="10430234" y="521099"/>
            <a:ext cx="1456966" cy="175614"/>
          </a:xfrm>
          <a:prstGeom prst="rect">
            <a:avLst/>
          </a:prstGeom>
        </p:spPr>
        <p:txBody>
          <a:bodyPr/>
          <a:lstStyle>
            <a:lvl1pPr marL="0" indent="0" algn="r">
              <a:spcBef>
                <a:spcPts val="0"/>
              </a:spcBef>
              <a:buNone/>
              <a:defRPr sz="1100" b="1" i="0" spc="-20" baseline="0">
                <a:solidFill>
                  <a:schemeClr val="accent1"/>
                </a:solidFill>
                <a:latin typeface="+mj-lt"/>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cxnSp>
        <p:nvCxnSpPr>
          <p:cNvPr id="86" name="Straight Connector 85">
            <a:extLst>
              <a:ext uri="{FF2B5EF4-FFF2-40B4-BE49-F238E27FC236}">
                <a16:creationId xmlns:a16="http://schemas.microsoft.com/office/drawing/2014/main" id="{4216CED8-8F45-B380-FB1B-B9408979340F}"/>
              </a:ext>
              <a:ext uri="{C183D7F6-B498-43B3-948B-1728B52AA6E4}">
                <adec:decorative xmlns:adec="http://schemas.microsoft.com/office/drawing/2017/decorative" val="1"/>
              </a:ext>
            </a:extLst>
          </p:cNvPr>
          <p:cNvCxnSpPr/>
          <p:nvPr userDrawn="1"/>
        </p:nvCxnSpPr>
        <p:spPr>
          <a:xfrm>
            <a:off x="10357672"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47" name="Group 146">
            <a:extLst>
              <a:ext uri="{FF2B5EF4-FFF2-40B4-BE49-F238E27FC236}">
                <a16:creationId xmlns:a16="http://schemas.microsoft.com/office/drawing/2014/main" id="{F3E1CBA9-BB11-EF2E-649E-27B49E82FE86}"/>
              </a:ext>
              <a:ext uri="{C183D7F6-B498-43B3-948B-1728B52AA6E4}">
                <adec:decorative xmlns:adec="http://schemas.microsoft.com/office/drawing/2017/decorative" val="1"/>
              </a:ext>
            </a:extLst>
          </p:cNvPr>
          <p:cNvGrpSpPr/>
          <p:nvPr userDrawn="1"/>
        </p:nvGrpSpPr>
        <p:grpSpPr>
          <a:xfrm>
            <a:off x="3637769" y="1557143"/>
            <a:ext cx="166152" cy="166152"/>
            <a:chOff x="5214995" y="-1168400"/>
            <a:chExt cx="431800" cy="431800"/>
          </a:xfrm>
        </p:grpSpPr>
        <p:sp>
          <p:nvSpPr>
            <p:cNvPr id="148" name="Oval 147">
              <a:extLst>
                <a:ext uri="{FF2B5EF4-FFF2-40B4-BE49-F238E27FC236}">
                  <a16:creationId xmlns:a16="http://schemas.microsoft.com/office/drawing/2014/main" id="{E54C8AC7-0DF2-A7B4-59BC-354BDE9A823D}"/>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Segoe UI" pitchFamily="34" charset="0"/>
                <a:cs typeface="Segoe UI" pitchFamily="34" charset="0"/>
              </a:endParaRPr>
            </a:p>
          </p:txBody>
        </p:sp>
        <p:sp>
          <p:nvSpPr>
            <p:cNvPr id="149" name="Rectangle 89">
              <a:extLst>
                <a:ext uri="{FF2B5EF4-FFF2-40B4-BE49-F238E27FC236}">
                  <a16:creationId xmlns:a16="http://schemas.microsoft.com/office/drawing/2014/main" id="{F0376496-3125-ED18-7608-C142A0C35F3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0" name="Group 149">
            <a:extLst>
              <a:ext uri="{FF2B5EF4-FFF2-40B4-BE49-F238E27FC236}">
                <a16:creationId xmlns:a16="http://schemas.microsoft.com/office/drawing/2014/main" id="{3D3E10AB-B82F-F7E8-A33D-8AF61C784420}"/>
              </a:ext>
              <a:ext uri="{C183D7F6-B498-43B3-948B-1728B52AA6E4}">
                <adec:decorative xmlns:adec="http://schemas.microsoft.com/office/drawing/2017/decorative" val="1"/>
              </a:ext>
            </a:extLst>
          </p:cNvPr>
          <p:cNvGrpSpPr/>
          <p:nvPr userDrawn="1"/>
        </p:nvGrpSpPr>
        <p:grpSpPr>
          <a:xfrm>
            <a:off x="7103853" y="1557143"/>
            <a:ext cx="166152" cy="166152"/>
            <a:chOff x="5214995" y="-1168400"/>
            <a:chExt cx="431800" cy="431800"/>
          </a:xfrm>
        </p:grpSpPr>
        <p:sp>
          <p:nvSpPr>
            <p:cNvPr id="151" name="Oval 150">
              <a:extLst>
                <a:ext uri="{FF2B5EF4-FFF2-40B4-BE49-F238E27FC236}">
                  <a16:creationId xmlns:a16="http://schemas.microsoft.com/office/drawing/2014/main" id="{CC526CF7-4F8D-6DB9-E3E9-2381E7AFAF4A}"/>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2" name="Rectangle 89">
              <a:extLst>
                <a:ext uri="{FF2B5EF4-FFF2-40B4-BE49-F238E27FC236}">
                  <a16:creationId xmlns:a16="http://schemas.microsoft.com/office/drawing/2014/main" id="{63E3BD4D-8045-49DC-2041-46643AE5ED02}"/>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3" name="Group 152">
            <a:extLst>
              <a:ext uri="{FF2B5EF4-FFF2-40B4-BE49-F238E27FC236}">
                <a16:creationId xmlns:a16="http://schemas.microsoft.com/office/drawing/2014/main" id="{816F1C59-4D7D-3BDD-0560-654E11A9B15E}"/>
              </a:ext>
              <a:ext uri="{C183D7F6-B498-43B3-948B-1728B52AA6E4}">
                <adec:decorative xmlns:adec="http://schemas.microsoft.com/office/drawing/2017/decorative" val="1"/>
              </a:ext>
            </a:extLst>
          </p:cNvPr>
          <p:cNvGrpSpPr/>
          <p:nvPr userDrawn="1"/>
        </p:nvGrpSpPr>
        <p:grpSpPr>
          <a:xfrm flipH="1">
            <a:off x="3637769" y="4012394"/>
            <a:ext cx="166152" cy="166152"/>
            <a:chOff x="5214995" y="-1168400"/>
            <a:chExt cx="431800" cy="431800"/>
          </a:xfrm>
        </p:grpSpPr>
        <p:sp>
          <p:nvSpPr>
            <p:cNvPr id="154" name="Oval 153">
              <a:extLst>
                <a:ext uri="{FF2B5EF4-FFF2-40B4-BE49-F238E27FC236}">
                  <a16:creationId xmlns:a16="http://schemas.microsoft.com/office/drawing/2014/main" id="{A0C410FC-F149-F1FA-B620-BF7F0EDE7D6C}"/>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5" name="Rectangle 89">
              <a:extLst>
                <a:ext uri="{FF2B5EF4-FFF2-40B4-BE49-F238E27FC236}">
                  <a16:creationId xmlns:a16="http://schemas.microsoft.com/office/drawing/2014/main" id="{5B5C9B65-59ED-2529-1E53-C9ABE9CB79FD}"/>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56" name="Group 155">
            <a:extLst>
              <a:ext uri="{FF2B5EF4-FFF2-40B4-BE49-F238E27FC236}">
                <a16:creationId xmlns:a16="http://schemas.microsoft.com/office/drawing/2014/main" id="{28DAF83D-E0BD-BE8E-ECEC-5E5EDE3E6C74}"/>
              </a:ext>
              <a:ext uri="{C183D7F6-B498-43B3-948B-1728B52AA6E4}">
                <adec:decorative xmlns:adec="http://schemas.microsoft.com/office/drawing/2017/decorative" val="1"/>
              </a:ext>
            </a:extLst>
          </p:cNvPr>
          <p:cNvGrpSpPr/>
          <p:nvPr userDrawn="1"/>
        </p:nvGrpSpPr>
        <p:grpSpPr>
          <a:xfrm flipH="1">
            <a:off x="7103853" y="4012394"/>
            <a:ext cx="166152" cy="166152"/>
            <a:chOff x="5214995" y="-1168400"/>
            <a:chExt cx="431800" cy="431800"/>
          </a:xfrm>
        </p:grpSpPr>
        <p:sp>
          <p:nvSpPr>
            <p:cNvPr id="157" name="Oval 156">
              <a:extLst>
                <a:ext uri="{FF2B5EF4-FFF2-40B4-BE49-F238E27FC236}">
                  <a16:creationId xmlns:a16="http://schemas.microsoft.com/office/drawing/2014/main" id="{2CC39567-C008-3C38-03DA-28EE0BE7483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58" name="Rectangle 89">
              <a:extLst>
                <a:ext uri="{FF2B5EF4-FFF2-40B4-BE49-F238E27FC236}">
                  <a16:creationId xmlns:a16="http://schemas.microsoft.com/office/drawing/2014/main" id="{99B2574B-7594-72E2-E826-4D4DA471A11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77" name="Group 176">
            <a:extLst>
              <a:ext uri="{FF2B5EF4-FFF2-40B4-BE49-F238E27FC236}">
                <a16:creationId xmlns:a16="http://schemas.microsoft.com/office/drawing/2014/main" id="{E60DF7C5-E7F6-A90D-706C-6592ECDDB338}"/>
              </a:ext>
              <a:ext uri="{C183D7F6-B498-43B3-948B-1728B52AA6E4}">
                <adec:decorative xmlns:adec="http://schemas.microsoft.com/office/drawing/2017/decorative" val="1"/>
              </a:ext>
            </a:extLst>
          </p:cNvPr>
          <p:cNvGrpSpPr/>
          <p:nvPr userDrawn="1"/>
        </p:nvGrpSpPr>
        <p:grpSpPr>
          <a:xfrm rot="5400000">
            <a:off x="11009412" y="1997561"/>
            <a:ext cx="166152" cy="166152"/>
            <a:chOff x="5214995" y="-1168400"/>
            <a:chExt cx="431800" cy="431800"/>
          </a:xfrm>
        </p:grpSpPr>
        <p:sp>
          <p:nvSpPr>
            <p:cNvPr id="178" name="Oval 177">
              <a:extLst>
                <a:ext uri="{FF2B5EF4-FFF2-40B4-BE49-F238E27FC236}">
                  <a16:creationId xmlns:a16="http://schemas.microsoft.com/office/drawing/2014/main" id="{11A9EA57-349E-6453-094C-DB252913E583}"/>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79" name="Rectangle 89">
              <a:extLst>
                <a:ext uri="{FF2B5EF4-FFF2-40B4-BE49-F238E27FC236}">
                  <a16:creationId xmlns:a16="http://schemas.microsoft.com/office/drawing/2014/main" id="{217C0C60-8F15-8390-C6A7-0DB9E99CA653}"/>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grpSp>
        <p:nvGrpSpPr>
          <p:cNvPr id="180" name="Group 179">
            <a:extLst>
              <a:ext uri="{FF2B5EF4-FFF2-40B4-BE49-F238E27FC236}">
                <a16:creationId xmlns:a16="http://schemas.microsoft.com/office/drawing/2014/main" id="{3B572509-4831-8A48-B663-AE17D9FD8ED5}"/>
              </a:ext>
              <a:ext uri="{C183D7F6-B498-43B3-948B-1728B52AA6E4}">
                <adec:decorative xmlns:adec="http://schemas.microsoft.com/office/drawing/2017/decorative" val="1"/>
              </a:ext>
            </a:extLst>
          </p:cNvPr>
          <p:cNvGrpSpPr/>
          <p:nvPr userDrawn="1"/>
        </p:nvGrpSpPr>
        <p:grpSpPr>
          <a:xfrm rot="5400000">
            <a:off x="11009412" y="3718568"/>
            <a:ext cx="166152" cy="166152"/>
            <a:chOff x="5214995" y="-1168400"/>
            <a:chExt cx="431800" cy="431800"/>
          </a:xfrm>
        </p:grpSpPr>
        <p:sp>
          <p:nvSpPr>
            <p:cNvPr id="181" name="Oval 180">
              <a:extLst>
                <a:ext uri="{FF2B5EF4-FFF2-40B4-BE49-F238E27FC236}">
                  <a16:creationId xmlns:a16="http://schemas.microsoft.com/office/drawing/2014/main" id="{068A591D-A59C-D3D7-2C67-293B3727D0A2}"/>
                </a:ext>
              </a:extLst>
            </p:cNvPr>
            <p:cNvSpPr/>
            <p:nvPr/>
          </p:nvSpPr>
          <p:spPr bwMode="auto">
            <a:xfrm>
              <a:off x="5214995" y="-1168400"/>
              <a:ext cx="431800" cy="431800"/>
            </a:xfrm>
            <a:prstGeom prst="ellipse">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chemeClr val="accent3"/>
                </a:solidFill>
                <a:effectLst/>
                <a:uLnTx/>
                <a:uFillTx/>
                <a:latin typeface="+mj-lt"/>
                <a:ea typeface="+mn-ea"/>
                <a:cs typeface="Segoe UI" pitchFamily="34" charset="0"/>
              </a:endParaRPr>
            </a:p>
          </p:txBody>
        </p:sp>
        <p:sp>
          <p:nvSpPr>
            <p:cNvPr id="182" name="Rectangle 89">
              <a:extLst>
                <a:ext uri="{FF2B5EF4-FFF2-40B4-BE49-F238E27FC236}">
                  <a16:creationId xmlns:a16="http://schemas.microsoft.com/office/drawing/2014/main" id="{8B0AF6B1-C3AC-C476-AE16-287C61A1D75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solidFill>
                <a:schemeClr val="accent3"/>
              </a:soli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chemeClr val="accent3"/>
                </a:solidFill>
                <a:effectLst/>
                <a:uLnTx/>
                <a:uFillTx/>
                <a:latin typeface="+mj-lt"/>
                <a:ea typeface="+mn-ea"/>
                <a:cs typeface="Segoe UI" pitchFamily="34" charset="0"/>
              </a:endParaRPr>
            </a:p>
          </p:txBody>
        </p:sp>
      </p:grp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hasCustomPrompt="1"/>
          </p:nvPr>
        </p:nvSpPr>
        <p:spPr>
          <a:xfrm>
            <a:off x="584199"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3" name="Text Placeholder 94">
            <a:extLst>
              <a:ext uri="{FF2B5EF4-FFF2-40B4-BE49-F238E27FC236}">
                <a16:creationId xmlns:a16="http://schemas.microsoft.com/office/drawing/2014/main" id="{DF1E6E41-3DB3-84EB-984F-CCB9167D5657}"/>
              </a:ext>
            </a:extLst>
          </p:cNvPr>
          <p:cNvSpPr>
            <a:spLocks noGrp="1"/>
          </p:cNvSpPr>
          <p:nvPr>
            <p:ph type="body" sz="quarter" idx="22" hasCustomPrompt="1"/>
          </p:nvPr>
        </p:nvSpPr>
        <p:spPr>
          <a:xfrm>
            <a:off x="4050283"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4" name="Text Placeholder 105">
            <a:extLst>
              <a:ext uri="{FF2B5EF4-FFF2-40B4-BE49-F238E27FC236}">
                <a16:creationId xmlns:a16="http://schemas.microsoft.com/office/drawing/2014/main" id="{6E6ACE10-8248-C360-0E35-7598E8EC8281}"/>
              </a:ext>
            </a:extLst>
          </p:cNvPr>
          <p:cNvSpPr>
            <a:spLocks noGrp="1"/>
          </p:cNvSpPr>
          <p:nvPr>
            <p:ph type="body" sz="quarter" idx="23"/>
          </p:nvPr>
        </p:nvSpPr>
        <p:spPr>
          <a:xfrm>
            <a:off x="4050283"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5" name="Text Placeholder 105">
            <a:extLst>
              <a:ext uri="{FF2B5EF4-FFF2-40B4-BE49-F238E27FC236}">
                <a16:creationId xmlns:a16="http://schemas.microsoft.com/office/drawing/2014/main" id="{55D154DF-71A5-D9D3-0756-AA7208899CFD}"/>
              </a:ext>
            </a:extLst>
          </p:cNvPr>
          <p:cNvSpPr>
            <a:spLocks noGrp="1"/>
          </p:cNvSpPr>
          <p:nvPr>
            <p:ph type="body" sz="quarter" idx="24"/>
          </p:nvPr>
        </p:nvSpPr>
        <p:spPr>
          <a:xfrm>
            <a:off x="4050283"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6" name="Text Placeholder 94">
            <a:extLst>
              <a:ext uri="{FF2B5EF4-FFF2-40B4-BE49-F238E27FC236}">
                <a16:creationId xmlns:a16="http://schemas.microsoft.com/office/drawing/2014/main" id="{3BF3353A-2534-A54C-BD30-4DA6ABBA06BA}"/>
              </a:ext>
            </a:extLst>
          </p:cNvPr>
          <p:cNvSpPr>
            <a:spLocks noGrp="1"/>
          </p:cNvSpPr>
          <p:nvPr>
            <p:ph type="body" sz="quarter" idx="25" hasCustomPrompt="1"/>
          </p:nvPr>
        </p:nvSpPr>
        <p:spPr>
          <a:xfrm>
            <a:off x="7516368" y="145418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87" name="Text Placeholder 105">
            <a:extLst>
              <a:ext uri="{FF2B5EF4-FFF2-40B4-BE49-F238E27FC236}">
                <a16:creationId xmlns:a16="http://schemas.microsoft.com/office/drawing/2014/main" id="{F8FA69C0-B798-B0EF-B064-997FF774E8E9}"/>
              </a:ext>
            </a:extLst>
          </p:cNvPr>
          <p:cNvSpPr>
            <a:spLocks noGrp="1"/>
          </p:cNvSpPr>
          <p:nvPr>
            <p:ph type="body" sz="quarter" idx="26"/>
          </p:nvPr>
        </p:nvSpPr>
        <p:spPr>
          <a:xfrm>
            <a:off x="7516368" y="1892488"/>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88" name="Text Placeholder 105">
            <a:extLst>
              <a:ext uri="{FF2B5EF4-FFF2-40B4-BE49-F238E27FC236}">
                <a16:creationId xmlns:a16="http://schemas.microsoft.com/office/drawing/2014/main" id="{FFA3E6BA-ECB6-F78C-CF22-7B05706020E3}"/>
              </a:ext>
            </a:extLst>
          </p:cNvPr>
          <p:cNvSpPr>
            <a:spLocks noGrp="1"/>
          </p:cNvSpPr>
          <p:nvPr>
            <p:ph type="body" sz="quarter" idx="27"/>
          </p:nvPr>
        </p:nvSpPr>
        <p:spPr>
          <a:xfrm>
            <a:off x="7516368" y="3068560"/>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5" name="Text Placeholder 94">
            <a:extLst>
              <a:ext uri="{FF2B5EF4-FFF2-40B4-BE49-F238E27FC236}">
                <a16:creationId xmlns:a16="http://schemas.microsoft.com/office/drawing/2014/main" id="{4411A19D-5600-3582-7891-BEECA6B3C921}"/>
              </a:ext>
            </a:extLst>
          </p:cNvPr>
          <p:cNvSpPr>
            <a:spLocks noGrp="1"/>
          </p:cNvSpPr>
          <p:nvPr>
            <p:ph type="body" sz="quarter" idx="34" hasCustomPrompt="1"/>
          </p:nvPr>
        </p:nvSpPr>
        <p:spPr>
          <a:xfrm>
            <a:off x="7516368"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6" name="Text Placeholder 105">
            <a:extLst>
              <a:ext uri="{FF2B5EF4-FFF2-40B4-BE49-F238E27FC236}">
                <a16:creationId xmlns:a16="http://schemas.microsoft.com/office/drawing/2014/main" id="{E6756EC6-5C62-CCBD-6970-540F4E463C66}"/>
              </a:ext>
            </a:extLst>
          </p:cNvPr>
          <p:cNvSpPr>
            <a:spLocks noGrp="1"/>
          </p:cNvSpPr>
          <p:nvPr>
            <p:ph type="body" sz="quarter" idx="35"/>
          </p:nvPr>
        </p:nvSpPr>
        <p:spPr>
          <a:xfrm>
            <a:off x="7516368"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7" name="Text Placeholder 105">
            <a:extLst>
              <a:ext uri="{FF2B5EF4-FFF2-40B4-BE49-F238E27FC236}">
                <a16:creationId xmlns:a16="http://schemas.microsoft.com/office/drawing/2014/main" id="{56520A8E-9E5D-0840-1CB1-35762F47BF5D}"/>
              </a:ext>
            </a:extLst>
          </p:cNvPr>
          <p:cNvSpPr>
            <a:spLocks noGrp="1"/>
          </p:cNvSpPr>
          <p:nvPr>
            <p:ph type="body" sz="quarter" idx="36"/>
          </p:nvPr>
        </p:nvSpPr>
        <p:spPr>
          <a:xfrm>
            <a:off x="7516368"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92" name="Text Placeholder 94">
            <a:extLst>
              <a:ext uri="{FF2B5EF4-FFF2-40B4-BE49-F238E27FC236}">
                <a16:creationId xmlns:a16="http://schemas.microsoft.com/office/drawing/2014/main" id="{D8F51403-DA8F-C60A-932D-8B8817FDA751}"/>
              </a:ext>
            </a:extLst>
          </p:cNvPr>
          <p:cNvSpPr>
            <a:spLocks noGrp="1"/>
          </p:cNvSpPr>
          <p:nvPr>
            <p:ph type="body" sz="quarter" idx="31" hasCustomPrompt="1"/>
          </p:nvPr>
        </p:nvSpPr>
        <p:spPr>
          <a:xfrm>
            <a:off x="4050283"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3" name="Text Placeholder 105">
            <a:extLst>
              <a:ext uri="{FF2B5EF4-FFF2-40B4-BE49-F238E27FC236}">
                <a16:creationId xmlns:a16="http://schemas.microsoft.com/office/drawing/2014/main" id="{1D287AE8-D07F-849B-E6F1-1AC629E8FB32}"/>
              </a:ext>
            </a:extLst>
          </p:cNvPr>
          <p:cNvSpPr>
            <a:spLocks noGrp="1"/>
          </p:cNvSpPr>
          <p:nvPr>
            <p:ph type="body" sz="quarter" idx="32"/>
          </p:nvPr>
        </p:nvSpPr>
        <p:spPr>
          <a:xfrm>
            <a:off x="4050283"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4" name="Text Placeholder 105">
            <a:extLst>
              <a:ext uri="{FF2B5EF4-FFF2-40B4-BE49-F238E27FC236}">
                <a16:creationId xmlns:a16="http://schemas.microsoft.com/office/drawing/2014/main" id="{D79AB424-C959-FD9F-0942-4B657234F221}"/>
              </a:ext>
            </a:extLst>
          </p:cNvPr>
          <p:cNvSpPr>
            <a:spLocks noGrp="1"/>
          </p:cNvSpPr>
          <p:nvPr>
            <p:ph type="body" sz="quarter" idx="33"/>
          </p:nvPr>
        </p:nvSpPr>
        <p:spPr>
          <a:xfrm>
            <a:off x="4050283"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189" name="Text Placeholder 94">
            <a:extLst>
              <a:ext uri="{FF2B5EF4-FFF2-40B4-BE49-F238E27FC236}">
                <a16:creationId xmlns:a16="http://schemas.microsoft.com/office/drawing/2014/main" id="{E07EBCA7-C1BD-E0AD-6403-14224CB1B5C6}"/>
              </a:ext>
            </a:extLst>
          </p:cNvPr>
          <p:cNvSpPr>
            <a:spLocks noGrp="1"/>
          </p:cNvSpPr>
          <p:nvPr>
            <p:ph type="body" sz="quarter" idx="28" hasCustomPrompt="1"/>
          </p:nvPr>
        </p:nvSpPr>
        <p:spPr>
          <a:xfrm>
            <a:off x="584199" y="3914121"/>
            <a:ext cx="2807208" cy="345600"/>
          </a:xfrm>
          <a:prstGeom prst="roundRect">
            <a:avLst>
              <a:gd name="adj" fmla="val 50000"/>
            </a:avLst>
          </a:prstGeom>
          <a:solidFill>
            <a:schemeClr val="accent2"/>
          </a:solidFill>
          <a:effectLst/>
        </p:spPr>
        <p:txBody>
          <a:bodyPr anchor="ctr" anchorCtr="0">
            <a:noAutofit/>
          </a:bodyPr>
          <a:lstStyle>
            <a:lvl1pPr marL="0" indent="0" algn="ctr">
              <a:buNone/>
              <a:defRPr sz="1200" b="1" i="0">
                <a:solidFill>
                  <a:srgbClr val="FFFFFF"/>
                </a:solidFill>
                <a:latin typeface="+mj-lt"/>
                <a:cs typeface="Segoe UI Semibold" panose="020B0502040204020203" pitchFamily="34" charset="0"/>
              </a:defRPr>
            </a:lvl1pPr>
          </a:lstStyle>
          <a:p>
            <a:pPr algn="ctr"/>
            <a:r>
              <a:rPr lang="en-US"/>
              <a:t>Scenario</a:t>
            </a:r>
          </a:p>
        </p:txBody>
      </p:sp>
      <p:sp>
        <p:nvSpPr>
          <p:cNvPr id="190" name="Text Placeholder 105">
            <a:extLst>
              <a:ext uri="{FF2B5EF4-FFF2-40B4-BE49-F238E27FC236}">
                <a16:creationId xmlns:a16="http://schemas.microsoft.com/office/drawing/2014/main" id="{880DDDC9-1973-AB6B-84B0-8402F7E57DD6}"/>
              </a:ext>
            </a:extLst>
          </p:cNvPr>
          <p:cNvSpPr>
            <a:spLocks noGrp="1"/>
          </p:cNvSpPr>
          <p:nvPr>
            <p:ph type="body" sz="quarter" idx="29"/>
          </p:nvPr>
        </p:nvSpPr>
        <p:spPr>
          <a:xfrm>
            <a:off x="584200" y="4348666"/>
            <a:ext cx="2808000" cy="626701"/>
          </a:xfrm>
          <a:prstGeom prst="rect">
            <a:avLst/>
          </a:prstGeom>
        </p:spPr>
        <p:txBody>
          <a:bodyPr lIns="90000" tIns="36000" rIns="90000" bIns="36000">
            <a:normAutofit/>
          </a:bodyPr>
          <a:lstStyle>
            <a:lvl1pPr marL="0" indent="0">
              <a:spcBef>
                <a:spcPts val="0"/>
              </a:spcBef>
              <a:buNone/>
              <a:defRPr sz="900">
                <a:latin typeface="+mn-lt"/>
              </a:defRPr>
            </a:lvl1pPr>
          </a:lstStyle>
          <a:p>
            <a:pPr lvl="0"/>
            <a:r>
              <a:rPr lang="en-US"/>
              <a:t>Click to edit Master text styles</a:t>
            </a:r>
          </a:p>
        </p:txBody>
      </p:sp>
      <p:sp>
        <p:nvSpPr>
          <p:cNvPr id="191" name="Text Placeholder 105">
            <a:extLst>
              <a:ext uri="{FF2B5EF4-FFF2-40B4-BE49-F238E27FC236}">
                <a16:creationId xmlns:a16="http://schemas.microsoft.com/office/drawing/2014/main" id="{779BA1D8-105C-B66F-63AF-84DC7F622456}"/>
              </a:ext>
            </a:extLst>
          </p:cNvPr>
          <p:cNvSpPr>
            <a:spLocks noGrp="1"/>
          </p:cNvSpPr>
          <p:nvPr>
            <p:ph type="body" sz="quarter" idx="30"/>
          </p:nvPr>
        </p:nvSpPr>
        <p:spPr>
          <a:xfrm>
            <a:off x="584200" y="5502238"/>
            <a:ext cx="2808000" cy="626701"/>
          </a:xfrm>
          <a:prstGeom prst="roundRect">
            <a:avLst>
              <a:gd name="adj" fmla="val 10035"/>
            </a:avLst>
          </a:prstGeom>
          <a:solidFill>
            <a:schemeClr val="accent6">
              <a:lumMod val="20000"/>
              <a:lumOff val="80000"/>
            </a:schemeClr>
          </a:solidFill>
          <a:ln w="12700">
            <a:noFill/>
          </a:ln>
        </p:spPr>
        <p:txBody>
          <a:bodyPr lIns="90000" tIns="36000" rIns="90000" bIns="36000" anchor="ctr" anchorCtr="0">
            <a:normAutofit/>
          </a:bodyPr>
          <a:lstStyle>
            <a:lvl1pPr marL="0" indent="0">
              <a:buFont typeface="Arial" panose="020B0604020202020204" pitchFamily="34" charset="0"/>
              <a:buNone/>
              <a:defRPr sz="900">
                <a:latin typeface="+mn-lt"/>
              </a:defRPr>
            </a:lvl1pPr>
            <a:lvl2pPr marL="0" indent="0">
              <a:spcBef>
                <a:spcPts val="0"/>
              </a:spcBef>
              <a:buNone/>
              <a:defRPr sz="900" b="1" i="0">
                <a:latin typeface="+mj-lt"/>
                <a:cs typeface="Segoe UI" panose="020B0502040204020203" pitchFamily="34" charset="0"/>
              </a:defRPr>
            </a:lvl2pPr>
          </a:lstStyle>
          <a:p>
            <a:pPr lvl="0"/>
            <a:r>
              <a:rPr lang="en-US"/>
              <a:t>Click to edit Master text styles</a:t>
            </a:r>
          </a:p>
          <a:p>
            <a:pPr lvl="1"/>
            <a:r>
              <a:rPr lang="en-US"/>
              <a:t>Level 2</a:t>
            </a:r>
          </a:p>
        </p:txBody>
      </p:sp>
      <p:sp>
        <p:nvSpPr>
          <p:cNvPr id="4" name="Text Placeholder 10">
            <a:extLst>
              <a:ext uri="{FF2B5EF4-FFF2-40B4-BE49-F238E27FC236}">
                <a16:creationId xmlns:a16="http://schemas.microsoft.com/office/drawing/2014/main" id="{07FB0D44-B2FC-AD50-89A4-2016469B01D6}"/>
              </a:ext>
              <a:ext uri="{C183D7F6-B498-43B3-948B-1728B52AA6E4}">
                <adec:decorative xmlns:adec="http://schemas.microsoft.com/office/drawing/2017/decorative" val="1"/>
              </a:ext>
            </a:extLst>
          </p:cNvPr>
          <p:cNvSpPr>
            <a:spLocks noGrp="1"/>
          </p:cNvSpPr>
          <p:nvPr>
            <p:ph type="body" sz="quarter" idx="38" hasCustomPrompt="1"/>
          </p:nvPr>
        </p:nvSpPr>
        <p:spPr>
          <a:xfrm>
            <a:off x="11417128"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6" name="Text Placeholder 10">
            <a:extLst>
              <a:ext uri="{FF2B5EF4-FFF2-40B4-BE49-F238E27FC236}">
                <a16:creationId xmlns:a16="http://schemas.microsoft.com/office/drawing/2014/main" id="{4A5639CF-B5E7-20B0-D289-A990965914E6}"/>
              </a:ext>
              <a:ext uri="{C183D7F6-B498-43B3-948B-1728B52AA6E4}">
                <adec:decorative xmlns:adec="http://schemas.microsoft.com/office/drawing/2017/decorative" val="1"/>
              </a:ext>
            </a:extLst>
          </p:cNvPr>
          <p:cNvSpPr>
            <a:spLocks noGrp="1"/>
          </p:cNvSpPr>
          <p:nvPr>
            <p:ph type="body" sz="quarter" idx="39" hasCustomPrompt="1"/>
          </p:nvPr>
        </p:nvSpPr>
        <p:spPr>
          <a:xfrm>
            <a:off x="11588664"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8C6AE7B5-FABD-E95D-A0C4-FEA8F2FE8010}"/>
              </a:ext>
              <a:ext uri="{C183D7F6-B498-43B3-948B-1728B52AA6E4}">
                <adec:decorative xmlns:adec="http://schemas.microsoft.com/office/drawing/2017/decorative" val="1"/>
              </a:ext>
            </a:extLst>
          </p:cNvPr>
          <p:cNvSpPr>
            <a:spLocks noGrp="1"/>
          </p:cNvSpPr>
          <p:nvPr>
            <p:ph type="body" sz="quarter" idx="40" hasCustomPrompt="1"/>
          </p:nvPr>
        </p:nvSpPr>
        <p:spPr>
          <a:xfrm>
            <a:off x="11760200"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5" name="Text Placeholder 12">
            <a:extLst>
              <a:ext uri="{FF2B5EF4-FFF2-40B4-BE49-F238E27FC236}">
                <a16:creationId xmlns:a16="http://schemas.microsoft.com/office/drawing/2014/main" id="{31D56D28-AB28-EDB2-5C51-5973494FA214}"/>
              </a:ext>
            </a:extLst>
          </p:cNvPr>
          <p:cNvSpPr>
            <a:spLocks noGrp="1"/>
          </p:cNvSpPr>
          <p:nvPr>
            <p:ph type="body" sz="quarter" idx="41"/>
          </p:nvPr>
        </p:nvSpPr>
        <p:spPr>
          <a:xfrm>
            <a:off x="584200" y="6498156"/>
            <a:ext cx="10058400" cy="107722"/>
          </a:xfrm>
          <a:prstGeom prst="rect">
            <a:avLst/>
          </a:prstGeom>
        </p:spPr>
        <p:txBody>
          <a:bodyPr anchor="b" anchorCtr="0"/>
          <a:lstStyle>
            <a:lvl1pPr>
              <a:spcBef>
                <a:spcPts val="100"/>
              </a:spcBef>
              <a:defRPr sz="700">
                <a:solidFill>
                  <a:schemeClr val="tx2"/>
                </a:solidFill>
                <a:latin typeface="+mn-lt"/>
              </a:defRPr>
            </a:lvl1pPr>
            <a:lvl2pPr>
              <a:defRPr sz="700"/>
            </a:lvl2pPr>
            <a:lvl3pPr>
              <a:defRPr sz="700"/>
            </a:lvl3pPr>
            <a:lvl4pPr>
              <a:defRPr sz="700"/>
            </a:lvl4pPr>
            <a:lvl5pPr>
              <a:defRPr sz="700"/>
            </a:lvl5pPr>
          </a:lstStyle>
          <a:p>
            <a:pPr lvl="0"/>
            <a:r>
              <a:rPr lang="en-US"/>
              <a:t>Click to edit Master text styles</a:t>
            </a:r>
          </a:p>
        </p:txBody>
      </p:sp>
      <p:sp>
        <p:nvSpPr>
          <p:cNvPr id="9" name="Rectangle: Single Corner Rounded 8">
            <a:extLst>
              <a:ext uri="{FF2B5EF4-FFF2-40B4-BE49-F238E27FC236}">
                <a16:creationId xmlns:a16="http://schemas.microsoft.com/office/drawing/2014/main" id="{0D9AAF98-F657-8391-A833-9D3621CE41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3" name="Straight Connector 12">
            <a:extLst>
              <a:ext uri="{FF2B5EF4-FFF2-40B4-BE49-F238E27FC236}">
                <a16:creationId xmlns:a16="http://schemas.microsoft.com/office/drawing/2014/main" id="{E446769B-B762-122B-0F01-4A69E26361E9}"/>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B4CB9675-3882-5E83-0732-91F5E4389F71}"/>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5" name="Isosceles Triangle 14">
            <a:hlinkClick r:id="" action="ppaction://hlinkshowjump?jump=nextslide"/>
            <a:extLst>
              <a:ext uri="{FF2B5EF4-FFF2-40B4-BE49-F238E27FC236}">
                <a16:creationId xmlns:a16="http://schemas.microsoft.com/office/drawing/2014/main" id="{8EFD27AC-377A-049B-A5C8-40C31DA5D59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6" name="Graphic 15" descr="Home outline">
            <a:hlinkClick r:id="" action="ppaction://hlinkshowjump?jump=firstslide"/>
            <a:extLst>
              <a:ext uri="{FF2B5EF4-FFF2-40B4-BE49-F238E27FC236}">
                <a16:creationId xmlns:a16="http://schemas.microsoft.com/office/drawing/2014/main" id="{F8E6C1E2-7EC2-3EBC-20E9-A8E3CE7D6FD0}"/>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777636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Scenario six steps">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387766"/>
            <a:ext cx="5672544" cy="526298"/>
          </a:xfrm>
        </p:spPr>
        <p:txBody>
          <a:bodyPr tIns="0"/>
          <a:lstStyle>
            <a:lvl1pPr>
              <a:lnSpc>
                <a:spcPct val="95000"/>
              </a:lnSpc>
              <a:defRPr sz="1800" spc="0">
                <a:latin typeface="+mj-lt"/>
                <a:cs typeface="Segoe UI" panose="020B0502040204020203" pitchFamily="34" charset="0"/>
              </a:defRPr>
            </a:lvl1pPr>
          </a:lstStyle>
          <a:p>
            <a:r>
              <a:rPr lang="en-US"/>
              <a:t>Click to edit Master title style; can be up to two lines long; lorem ipsum dolor sit </a:t>
            </a:r>
            <a:r>
              <a:rPr lang="en-US" err="1"/>
              <a:t>amet</a:t>
            </a:r>
            <a:r>
              <a:rPr lang="en-US"/>
              <a:t> </a:t>
            </a:r>
            <a:r>
              <a:rPr lang="en-US" err="1"/>
              <a:t>consectetur</a:t>
            </a:r>
            <a:endParaRPr lang="en-US"/>
          </a:p>
        </p:txBody>
      </p:sp>
      <p:sp>
        <p:nvSpPr>
          <p:cNvPr id="4" name="Freeform: Shape 2">
            <a:extLst>
              <a:ext uri="{FF2B5EF4-FFF2-40B4-BE49-F238E27FC236}">
                <a16:creationId xmlns:a16="http://schemas.microsoft.com/office/drawing/2014/main" id="{2F51F4A4-9D1C-10B6-3868-E6FD8FD9C23B}"/>
              </a:ext>
              <a:ext uri="{C183D7F6-B498-43B3-948B-1728B52AA6E4}">
                <adec:decorative xmlns:adec="http://schemas.microsoft.com/office/drawing/2017/decorative" val="1"/>
              </a:ext>
            </a:extLst>
          </p:cNvPr>
          <p:cNvSpPr/>
          <p:nvPr userDrawn="1"/>
        </p:nvSpPr>
        <p:spPr bwMode="auto">
          <a:xfrm>
            <a:off x="-1576" y="1761263"/>
            <a:ext cx="11100760" cy="2453282"/>
          </a:xfrm>
          <a:custGeom>
            <a:avLst/>
            <a:gdLst>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25400 w 9096375"/>
              <a:gd name="connsiteY0" fmla="*/ 0 h 2491048"/>
              <a:gd name="connsiteX1" fmla="*/ 8875992 w 9096375"/>
              <a:gd name="connsiteY1" fmla="*/ 0 h 2491048"/>
              <a:gd name="connsiteX2" fmla="*/ 9096375 w 9096375"/>
              <a:gd name="connsiteY2" fmla="*/ 220383 h 2491048"/>
              <a:gd name="connsiteX3" fmla="*/ 9096375 w 9096375"/>
              <a:gd name="connsiteY3" fmla="*/ 2270665 h 2491048"/>
              <a:gd name="connsiteX4" fmla="*/ 8875992 w 9096375"/>
              <a:gd name="connsiteY4" fmla="*/ 2491048 h 2491048"/>
              <a:gd name="connsiteX5" fmla="*/ 25400 w 9096375"/>
              <a:gd name="connsiteY5" fmla="*/ 2491048 h 2491048"/>
              <a:gd name="connsiteX6" fmla="*/ 0 w 9096375"/>
              <a:gd name="connsiteY6" fmla="*/ 1182948 h 2491048"/>
              <a:gd name="connsiteX7" fmla="*/ 25400 w 9096375"/>
              <a:gd name="connsiteY7" fmla="*/ 0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7" fmla="*/ 91440 w 9096375"/>
              <a:gd name="connsiteY7" fmla="*/ 1274388 h 2491048"/>
              <a:gd name="connsiteX0" fmla="*/ 0 w 9096375"/>
              <a:gd name="connsiteY0" fmla="*/ 1182948 h 2491048"/>
              <a:gd name="connsiteX1" fmla="*/ 25400 w 9096375"/>
              <a:gd name="connsiteY1" fmla="*/ 0 h 2491048"/>
              <a:gd name="connsiteX2" fmla="*/ 8875992 w 9096375"/>
              <a:gd name="connsiteY2" fmla="*/ 0 h 2491048"/>
              <a:gd name="connsiteX3" fmla="*/ 9096375 w 9096375"/>
              <a:gd name="connsiteY3" fmla="*/ 220383 h 2491048"/>
              <a:gd name="connsiteX4" fmla="*/ 9096375 w 9096375"/>
              <a:gd name="connsiteY4" fmla="*/ 2270665 h 2491048"/>
              <a:gd name="connsiteX5" fmla="*/ 8875992 w 9096375"/>
              <a:gd name="connsiteY5" fmla="*/ 2491048 h 2491048"/>
              <a:gd name="connsiteX6" fmla="*/ 25400 w 9096375"/>
              <a:gd name="connsiteY6" fmla="*/ 2491048 h 2491048"/>
              <a:gd name="connsiteX0" fmla="*/ 0 w 9070975"/>
              <a:gd name="connsiteY0" fmla="*/ 0 h 2491048"/>
              <a:gd name="connsiteX1" fmla="*/ 8850592 w 9070975"/>
              <a:gd name="connsiteY1" fmla="*/ 0 h 2491048"/>
              <a:gd name="connsiteX2" fmla="*/ 9070975 w 9070975"/>
              <a:gd name="connsiteY2" fmla="*/ 220383 h 2491048"/>
              <a:gd name="connsiteX3" fmla="*/ 9070975 w 9070975"/>
              <a:gd name="connsiteY3" fmla="*/ 2270665 h 2491048"/>
              <a:gd name="connsiteX4" fmla="*/ 8850592 w 9070975"/>
              <a:gd name="connsiteY4" fmla="*/ 2491048 h 2491048"/>
              <a:gd name="connsiteX5" fmla="*/ 0 w 9070975"/>
              <a:gd name="connsiteY5" fmla="*/ 2491048 h 2491048"/>
              <a:gd name="connsiteX0" fmla="*/ 0 w 9706877"/>
              <a:gd name="connsiteY0" fmla="*/ 0 h 2491048"/>
              <a:gd name="connsiteX1" fmla="*/ 9486494 w 9706877"/>
              <a:gd name="connsiteY1" fmla="*/ 0 h 2491048"/>
              <a:gd name="connsiteX2" fmla="*/ 9706877 w 9706877"/>
              <a:gd name="connsiteY2" fmla="*/ 220383 h 2491048"/>
              <a:gd name="connsiteX3" fmla="*/ 9706877 w 9706877"/>
              <a:gd name="connsiteY3" fmla="*/ 2270665 h 2491048"/>
              <a:gd name="connsiteX4" fmla="*/ 9486494 w 9706877"/>
              <a:gd name="connsiteY4" fmla="*/ 2491048 h 2491048"/>
              <a:gd name="connsiteX5" fmla="*/ 635902 w 9706877"/>
              <a:gd name="connsiteY5" fmla="*/ 2491048 h 2491048"/>
              <a:gd name="connsiteX0" fmla="*/ 19270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289046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745418"/>
              <a:gd name="connsiteY0" fmla="*/ 0 h 2491048"/>
              <a:gd name="connsiteX1" fmla="*/ 9525035 w 9745418"/>
              <a:gd name="connsiteY1" fmla="*/ 0 h 2491048"/>
              <a:gd name="connsiteX2" fmla="*/ 9745418 w 9745418"/>
              <a:gd name="connsiteY2" fmla="*/ 220383 h 2491048"/>
              <a:gd name="connsiteX3" fmla="*/ 9745418 w 9745418"/>
              <a:gd name="connsiteY3" fmla="*/ 2270665 h 2491048"/>
              <a:gd name="connsiteX4" fmla="*/ 9525035 w 9745418"/>
              <a:gd name="connsiteY4" fmla="*/ 2491048 h 2491048"/>
              <a:gd name="connsiteX5" fmla="*/ 19271 w 9745418"/>
              <a:gd name="connsiteY5" fmla="*/ 2491048 h 2491048"/>
              <a:gd name="connsiteX0" fmla="*/ 28903 w 9726147"/>
              <a:gd name="connsiteY0" fmla="*/ 0 h 2491048"/>
              <a:gd name="connsiteX1" fmla="*/ 9505764 w 9726147"/>
              <a:gd name="connsiteY1" fmla="*/ 0 h 2491048"/>
              <a:gd name="connsiteX2" fmla="*/ 9726147 w 9726147"/>
              <a:gd name="connsiteY2" fmla="*/ 220383 h 2491048"/>
              <a:gd name="connsiteX3" fmla="*/ 9726147 w 9726147"/>
              <a:gd name="connsiteY3" fmla="*/ 2270665 h 2491048"/>
              <a:gd name="connsiteX4" fmla="*/ 9505764 w 9726147"/>
              <a:gd name="connsiteY4" fmla="*/ 2491048 h 2491048"/>
              <a:gd name="connsiteX5" fmla="*/ 0 w 9726147"/>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54159 w 9697244"/>
              <a:gd name="connsiteY5" fmla="*/ 2491048 h 2491048"/>
              <a:gd name="connsiteX0" fmla="*/ 0 w 9697244"/>
              <a:gd name="connsiteY0" fmla="*/ 0 h 2491048"/>
              <a:gd name="connsiteX1" fmla="*/ 9476861 w 9697244"/>
              <a:gd name="connsiteY1" fmla="*/ 0 h 2491048"/>
              <a:gd name="connsiteX2" fmla="*/ 9697244 w 9697244"/>
              <a:gd name="connsiteY2" fmla="*/ 220383 h 2491048"/>
              <a:gd name="connsiteX3" fmla="*/ 9697244 w 9697244"/>
              <a:gd name="connsiteY3" fmla="*/ 2270665 h 2491048"/>
              <a:gd name="connsiteX4" fmla="*/ 9476861 w 9697244"/>
              <a:gd name="connsiteY4" fmla="*/ 2491048 h 2491048"/>
              <a:gd name="connsiteX5" fmla="*/ 1 w 9697244"/>
              <a:gd name="connsiteY5" fmla="*/ 2491048 h 2491048"/>
              <a:gd name="connsiteX0" fmla="*/ 240871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9634 w 9938115"/>
              <a:gd name="connsiteY0" fmla="*/ 0 h 2491048"/>
              <a:gd name="connsiteX1" fmla="*/ 9717732 w 9938115"/>
              <a:gd name="connsiteY1" fmla="*/ 0 h 2491048"/>
              <a:gd name="connsiteX2" fmla="*/ 9938115 w 9938115"/>
              <a:gd name="connsiteY2" fmla="*/ 220383 h 2491048"/>
              <a:gd name="connsiteX3" fmla="*/ 9938115 w 9938115"/>
              <a:gd name="connsiteY3" fmla="*/ 2270665 h 2491048"/>
              <a:gd name="connsiteX4" fmla="*/ 9717732 w 9938115"/>
              <a:gd name="connsiteY4" fmla="*/ 2491048 h 2491048"/>
              <a:gd name="connsiteX5" fmla="*/ 0 w 9938115"/>
              <a:gd name="connsiteY5" fmla="*/ 2491048 h 2491048"/>
              <a:gd name="connsiteX0" fmla="*/ 0 w 10058822"/>
              <a:gd name="connsiteY0" fmla="*/ 0 h 2491048"/>
              <a:gd name="connsiteX1" fmla="*/ 9838439 w 10058822"/>
              <a:gd name="connsiteY1" fmla="*/ 0 h 2491048"/>
              <a:gd name="connsiteX2" fmla="*/ 10058822 w 10058822"/>
              <a:gd name="connsiteY2" fmla="*/ 220383 h 2491048"/>
              <a:gd name="connsiteX3" fmla="*/ 10058822 w 10058822"/>
              <a:gd name="connsiteY3" fmla="*/ 2270665 h 2491048"/>
              <a:gd name="connsiteX4" fmla="*/ 9838439 w 10058822"/>
              <a:gd name="connsiteY4" fmla="*/ 2491048 h 2491048"/>
              <a:gd name="connsiteX5" fmla="*/ 120707 w 10058822"/>
              <a:gd name="connsiteY5" fmla="*/ 2491048 h 2491048"/>
              <a:gd name="connsiteX0" fmla="*/ 324 w 10059146"/>
              <a:gd name="connsiteY0" fmla="*/ 0 h 2491048"/>
              <a:gd name="connsiteX1" fmla="*/ 9838763 w 10059146"/>
              <a:gd name="connsiteY1" fmla="*/ 0 h 2491048"/>
              <a:gd name="connsiteX2" fmla="*/ 10059146 w 10059146"/>
              <a:gd name="connsiteY2" fmla="*/ 220383 h 2491048"/>
              <a:gd name="connsiteX3" fmla="*/ 10059146 w 10059146"/>
              <a:gd name="connsiteY3" fmla="*/ 2270665 h 2491048"/>
              <a:gd name="connsiteX4" fmla="*/ 9838763 w 10059146"/>
              <a:gd name="connsiteY4" fmla="*/ 2491048 h 2491048"/>
              <a:gd name="connsiteX5" fmla="*/ 0 w 10059146"/>
              <a:gd name="connsiteY5" fmla="*/ 2491048 h 2491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59146" h="2491048">
                <a:moveTo>
                  <a:pt x="324" y="0"/>
                </a:moveTo>
                <a:lnTo>
                  <a:pt x="9838763" y="0"/>
                </a:lnTo>
                <a:cubicBezTo>
                  <a:pt x="9960477" y="0"/>
                  <a:pt x="10059146" y="98669"/>
                  <a:pt x="10059146" y="220383"/>
                </a:cubicBezTo>
                <a:lnTo>
                  <a:pt x="10059146" y="2270665"/>
                </a:lnTo>
                <a:cubicBezTo>
                  <a:pt x="10059146" y="2392379"/>
                  <a:pt x="9960477" y="2491048"/>
                  <a:pt x="9838763" y="2491048"/>
                </a:cubicBezTo>
                <a:lnTo>
                  <a:pt x="0" y="2491048"/>
                </a:lnTo>
              </a:path>
            </a:pathLst>
          </a:custGeom>
          <a:ln w="15875" cap="flat">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nvGrpSpPr>
          <p:cNvPr id="41" name="Group 40">
            <a:extLst>
              <a:ext uri="{FF2B5EF4-FFF2-40B4-BE49-F238E27FC236}">
                <a16:creationId xmlns:a16="http://schemas.microsoft.com/office/drawing/2014/main" id="{09DFAC3A-9D18-4DFA-67CB-EE7054879BA6}"/>
              </a:ext>
              <a:ext uri="{C183D7F6-B498-43B3-948B-1728B52AA6E4}">
                <adec:decorative xmlns:adec="http://schemas.microsoft.com/office/drawing/2017/decorative" val="1"/>
              </a:ext>
            </a:extLst>
          </p:cNvPr>
          <p:cNvGrpSpPr/>
          <p:nvPr userDrawn="1"/>
        </p:nvGrpSpPr>
        <p:grpSpPr>
          <a:xfrm>
            <a:off x="3636944" y="1684408"/>
            <a:ext cx="166152" cy="166152"/>
            <a:chOff x="5214995" y="-1168400"/>
            <a:chExt cx="431800" cy="431800"/>
          </a:xfrm>
        </p:grpSpPr>
        <p:sp>
          <p:nvSpPr>
            <p:cNvPr id="42" name="Oval 41">
              <a:extLst>
                <a:ext uri="{FF2B5EF4-FFF2-40B4-BE49-F238E27FC236}">
                  <a16:creationId xmlns:a16="http://schemas.microsoft.com/office/drawing/2014/main" id="{71508D32-3003-665E-D9C9-67ACD21C3D71}"/>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3" name="Rectangle 89">
              <a:extLst>
                <a:ext uri="{FF2B5EF4-FFF2-40B4-BE49-F238E27FC236}">
                  <a16:creationId xmlns:a16="http://schemas.microsoft.com/office/drawing/2014/main" id="{248CF6DE-65DC-C736-D623-1F2A06E914A7}"/>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4" name="Group 43">
            <a:extLst>
              <a:ext uri="{FF2B5EF4-FFF2-40B4-BE49-F238E27FC236}">
                <a16:creationId xmlns:a16="http://schemas.microsoft.com/office/drawing/2014/main" id="{D45B81D1-84F0-94E4-4DE4-7A327E9B2AE4}"/>
              </a:ext>
              <a:ext uri="{C183D7F6-B498-43B3-948B-1728B52AA6E4}">
                <adec:decorative xmlns:adec="http://schemas.microsoft.com/office/drawing/2017/decorative" val="1"/>
              </a:ext>
            </a:extLst>
          </p:cNvPr>
          <p:cNvGrpSpPr/>
          <p:nvPr userDrawn="1"/>
        </p:nvGrpSpPr>
        <p:grpSpPr>
          <a:xfrm>
            <a:off x="7100584" y="1684408"/>
            <a:ext cx="166152" cy="166152"/>
            <a:chOff x="5214995" y="-1168400"/>
            <a:chExt cx="431800" cy="431800"/>
          </a:xfrm>
        </p:grpSpPr>
        <p:sp>
          <p:nvSpPr>
            <p:cNvPr id="45" name="Oval 44">
              <a:extLst>
                <a:ext uri="{FF2B5EF4-FFF2-40B4-BE49-F238E27FC236}">
                  <a16:creationId xmlns:a16="http://schemas.microsoft.com/office/drawing/2014/main" id="{E8C73BD9-3028-F45B-8158-789AEF32D47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6" name="Rectangle 89">
              <a:extLst>
                <a:ext uri="{FF2B5EF4-FFF2-40B4-BE49-F238E27FC236}">
                  <a16:creationId xmlns:a16="http://schemas.microsoft.com/office/drawing/2014/main" id="{FAF601F9-E0B9-1FBF-2750-424B7916332E}"/>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47" name="Group 46">
            <a:extLst>
              <a:ext uri="{FF2B5EF4-FFF2-40B4-BE49-F238E27FC236}">
                <a16:creationId xmlns:a16="http://schemas.microsoft.com/office/drawing/2014/main" id="{F779840A-3B56-4441-9EB1-044204839ABC}"/>
              </a:ext>
              <a:ext uri="{C183D7F6-B498-43B3-948B-1728B52AA6E4}">
                <adec:decorative xmlns:adec="http://schemas.microsoft.com/office/drawing/2017/decorative" val="1"/>
              </a:ext>
            </a:extLst>
          </p:cNvPr>
          <p:cNvGrpSpPr/>
          <p:nvPr userDrawn="1"/>
        </p:nvGrpSpPr>
        <p:grpSpPr>
          <a:xfrm flipH="1">
            <a:off x="3636944" y="4142745"/>
            <a:ext cx="166152" cy="166152"/>
            <a:chOff x="5214995" y="-1168400"/>
            <a:chExt cx="431800" cy="431800"/>
          </a:xfrm>
        </p:grpSpPr>
        <p:sp>
          <p:nvSpPr>
            <p:cNvPr id="48" name="Oval 47">
              <a:extLst>
                <a:ext uri="{FF2B5EF4-FFF2-40B4-BE49-F238E27FC236}">
                  <a16:creationId xmlns:a16="http://schemas.microsoft.com/office/drawing/2014/main" id="{2672E089-DCD3-79B1-E202-7C5F962CAC83}"/>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9" name="Rectangle 89">
              <a:extLst>
                <a:ext uri="{FF2B5EF4-FFF2-40B4-BE49-F238E27FC236}">
                  <a16:creationId xmlns:a16="http://schemas.microsoft.com/office/drawing/2014/main" id="{5A2EC4C6-437C-8108-922E-C4B4286B3B35}"/>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0" name="Group 49">
            <a:extLst>
              <a:ext uri="{FF2B5EF4-FFF2-40B4-BE49-F238E27FC236}">
                <a16:creationId xmlns:a16="http://schemas.microsoft.com/office/drawing/2014/main" id="{B64E915B-BA21-E031-5D19-4519F1D78B45}"/>
              </a:ext>
              <a:ext uri="{C183D7F6-B498-43B3-948B-1728B52AA6E4}">
                <adec:decorative xmlns:adec="http://schemas.microsoft.com/office/drawing/2017/decorative" val="1"/>
              </a:ext>
            </a:extLst>
          </p:cNvPr>
          <p:cNvGrpSpPr/>
          <p:nvPr userDrawn="1"/>
        </p:nvGrpSpPr>
        <p:grpSpPr>
          <a:xfrm flipH="1">
            <a:off x="7100584" y="4142745"/>
            <a:ext cx="166152" cy="166152"/>
            <a:chOff x="5214995" y="-1168400"/>
            <a:chExt cx="431800" cy="431800"/>
          </a:xfrm>
        </p:grpSpPr>
        <p:sp>
          <p:nvSpPr>
            <p:cNvPr id="51" name="Oval 50">
              <a:extLst>
                <a:ext uri="{FF2B5EF4-FFF2-40B4-BE49-F238E27FC236}">
                  <a16:creationId xmlns:a16="http://schemas.microsoft.com/office/drawing/2014/main" id="{02B82046-E842-DA14-9AF1-3064C6A958A2}"/>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2" name="Rectangle 89">
              <a:extLst>
                <a:ext uri="{FF2B5EF4-FFF2-40B4-BE49-F238E27FC236}">
                  <a16:creationId xmlns:a16="http://schemas.microsoft.com/office/drawing/2014/main" id="{C23BDFA1-27FE-AFFE-BAFA-178EC2BDEE68}"/>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3" name="Group 52">
            <a:extLst>
              <a:ext uri="{FF2B5EF4-FFF2-40B4-BE49-F238E27FC236}">
                <a16:creationId xmlns:a16="http://schemas.microsoft.com/office/drawing/2014/main" id="{2A8269E9-7FA7-00B4-27D8-BD3C30EC9C33}"/>
              </a:ext>
              <a:ext uri="{C183D7F6-B498-43B3-948B-1728B52AA6E4}">
                <adec:decorative xmlns:adec="http://schemas.microsoft.com/office/drawing/2017/decorative" val="1"/>
              </a:ext>
            </a:extLst>
          </p:cNvPr>
          <p:cNvGrpSpPr/>
          <p:nvPr userDrawn="1"/>
        </p:nvGrpSpPr>
        <p:grpSpPr>
          <a:xfrm rot="5400000">
            <a:off x="11016108" y="2124548"/>
            <a:ext cx="166152" cy="166152"/>
            <a:chOff x="5214995" y="-1168400"/>
            <a:chExt cx="431800" cy="431800"/>
          </a:xfrm>
        </p:grpSpPr>
        <p:sp>
          <p:nvSpPr>
            <p:cNvPr id="54" name="Oval 53">
              <a:extLst>
                <a:ext uri="{FF2B5EF4-FFF2-40B4-BE49-F238E27FC236}">
                  <a16:creationId xmlns:a16="http://schemas.microsoft.com/office/drawing/2014/main" id="{4716AABC-F343-A221-57CC-C5D99F7B3846}"/>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5" name="Rectangle 89">
              <a:extLst>
                <a:ext uri="{FF2B5EF4-FFF2-40B4-BE49-F238E27FC236}">
                  <a16:creationId xmlns:a16="http://schemas.microsoft.com/office/drawing/2014/main" id="{061DE92A-41EF-BE20-2B32-1F1C759D49CA}"/>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grpSp>
        <p:nvGrpSpPr>
          <p:cNvPr id="56" name="Group 55">
            <a:extLst>
              <a:ext uri="{FF2B5EF4-FFF2-40B4-BE49-F238E27FC236}">
                <a16:creationId xmlns:a16="http://schemas.microsoft.com/office/drawing/2014/main" id="{3D806EBC-6CF0-B99D-315F-A10C3C5C5E85}"/>
              </a:ext>
              <a:ext uri="{C183D7F6-B498-43B3-948B-1728B52AA6E4}">
                <adec:decorative xmlns:adec="http://schemas.microsoft.com/office/drawing/2017/decorative" val="1"/>
              </a:ext>
            </a:extLst>
          </p:cNvPr>
          <p:cNvGrpSpPr/>
          <p:nvPr userDrawn="1"/>
        </p:nvGrpSpPr>
        <p:grpSpPr>
          <a:xfrm rot="5400000">
            <a:off x="11016108" y="3672835"/>
            <a:ext cx="166152" cy="166152"/>
            <a:chOff x="5214995" y="-1168400"/>
            <a:chExt cx="431800" cy="431800"/>
          </a:xfrm>
        </p:grpSpPr>
        <p:sp>
          <p:nvSpPr>
            <p:cNvPr id="57" name="Oval 56">
              <a:extLst>
                <a:ext uri="{FF2B5EF4-FFF2-40B4-BE49-F238E27FC236}">
                  <a16:creationId xmlns:a16="http://schemas.microsoft.com/office/drawing/2014/main" id="{FCE15390-CFE7-F286-A235-8FA675AD4A0E}"/>
                </a:ext>
              </a:extLst>
            </p:cNvPr>
            <p:cNvSpPr/>
            <p:nvPr/>
          </p:nvSpPr>
          <p:spPr bwMode="auto">
            <a:xfrm>
              <a:off x="5214995" y="-1168400"/>
              <a:ext cx="431800" cy="431800"/>
            </a:xfrm>
            <a:prstGeom prst="ellipse">
              <a:avLst/>
            </a:prstGeom>
            <a:solidFill>
              <a:srgbClr val="F2F2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8" name="Rectangle 89">
              <a:extLst>
                <a:ext uri="{FF2B5EF4-FFF2-40B4-BE49-F238E27FC236}">
                  <a16:creationId xmlns:a16="http://schemas.microsoft.com/office/drawing/2014/main" id="{3AEFD386-8FD7-D901-A569-04180E61B0C0}"/>
                </a:ext>
              </a:extLst>
            </p:cNvPr>
            <p:cNvSpPr/>
            <p:nvPr/>
          </p:nvSpPr>
          <p:spPr bwMode="auto">
            <a:xfrm rot="2700000">
              <a:off x="5303185" y="-1042110"/>
              <a:ext cx="179220" cy="179220"/>
            </a:xfrm>
            <a:custGeom>
              <a:avLst/>
              <a:gdLst>
                <a:gd name="connsiteX0" fmla="*/ 0 w 317500"/>
                <a:gd name="connsiteY0" fmla="*/ 0 h 317500"/>
                <a:gd name="connsiteX1" fmla="*/ 317500 w 317500"/>
                <a:gd name="connsiteY1" fmla="*/ 0 h 317500"/>
                <a:gd name="connsiteX2" fmla="*/ 317500 w 317500"/>
                <a:gd name="connsiteY2" fmla="*/ 317500 h 317500"/>
                <a:gd name="connsiteX3" fmla="*/ 0 w 317500"/>
                <a:gd name="connsiteY3" fmla="*/ 317500 h 317500"/>
                <a:gd name="connsiteX4" fmla="*/ 0 w 317500"/>
                <a:gd name="connsiteY4" fmla="*/ 0 h 317500"/>
                <a:gd name="connsiteX0" fmla="*/ 0 w 317500"/>
                <a:gd name="connsiteY0" fmla="*/ 317500 h 408940"/>
                <a:gd name="connsiteX1" fmla="*/ 0 w 317500"/>
                <a:gd name="connsiteY1" fmla="*/ 0 h 408940"/>
                <a:gd name="connsiteX2" fmla="*/ 317500 w 317500"/>
                <a:gd name="connsiteY2" fmla="*/ 0 h 408940"/>
                <a:gd name="connsiteX3" fmla="*/ 317500 w 317500"/>
                <a:gd name="connsiteY3" fmla="*/ 317500 h 408940"/>
                <a:gd name="connsiteX4" fmla="*/ 91440 w 317500"/>
                <a:gd name="connsiteY4" fmla="*/ 408940 h 408940"/>
                <a:gd name="connsiteX0" fmla="*/ 0 w 317500"/>
                <a:gd name="connsiteY0" fmla="*/ 317500 h 317500"/>
                <a:gd name="connsiteX1" fmla="*/ 0 w 317500"/>
                <a:gd name="connsiteY1" fmla="*/ 0 h 317500"/>
                <a:gd name="connsiteX2" fmla="*/ 317500 w 317500"/>
                <a:gd name="connsiteY2" fmla="*/ 0 h 317500"/>
                <a:gd name="connsiteX3" fmla="*/ 317500 w 317500"/>
                <a:gd name="connsiteY3" fmla="*/ 317500 h 317500"/>
                <a:gd name="connsiteX0" fmla="*/ 0 w 317500"/>
                <a:gd name="connsiteY0" fmla="*/ 0 h 317500"/>
                <a:gd name="connsiteX1" fmla="*/ 317500 w 317500"/>
                <a:gd name="connsiteY1" fmla="*/ 0 h 317500"/>
                <a:gd name="connsiteX2" fmla="*/ 317500 w 317500"/>
                <a:gd name="connsiteY2" fmla="*/ 317500 h 317500"/>
              </a:gdLst>
              <a:ahLst/>
              <a:cxnLst>
                <a:cxn ang="0">
                  <a:pos x="connsiteX0" y="connsiteY0"/>
                </a:cxn>
                <a:cxn ang="0">
                  <a:pos x="connsiteX1" y="connsiteY1"/>
                </a:cxn>
                <a:cxn ang="0">
                  <a:pos x="connsiteX2" y="connsiteY2"/>
                </a:cxn>
              </a:cxnLst>
              <a:rect l="l" t="t" r="r" b="b"/>
              <a:pathLst>
                <a:path w="317500" h="317500">
                  <a:moveTo>
                    <a:pt x="0" y="0"/>
                  </a:moveTo>
                  <a:lnTo>
                    <a:pt x="317500" y="0"/>
                  </a:lnTo>
                  <a:lnTo>
                    <a:pt x="317500" y="317500"/>
                  </a:lnTo>
                </a:path>
              </a:pathLst>
            </a:custGeom>
            <a:ln w="15875" cap="rnd">
              <a:gradFill flip="none" rotWithShape="1">
                <a:gsLst>
                  <a:gs pos="0">
                    <a:srgbClr val="0078D4"/>
                  </a:gs>
                  <a:gs pos="100000">
                    <a:schemeClr val="accent3"/>
                  </a:gs>
                </a:gsLst>
                <a:lin ang="0" scaled="1"/>
                <a:tileRect/>
              </a:gradFill>
              <a:headEnd type="none" w="lg" len="med"/>
              <a:tailEnd type="none" w="lg" len="med"/>
            </a:ln>
            <a:effectLst>
              <a:outerShdw blurRad="127000" algn="ctr" rotWithShape="0">
                <a:prstClr val="black">
                  <a:alpha val="15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FFFFFF"/>
                </a:solidFill>
                <a:effectLst/>
                <a:uLnTx/>
                <a:uFillTx/>
                <a:latin typeface="Segoe UI"/>
                <a:ea typeface="+mn-ea"/>
                <a:cs typeface="Segoe UI" pitchFamily="34" charset="0"/>
              </a:endParaRPr>
            </a:p>
          </p:txBody>
        </p:sp>
      </p:grpSp>
      <p:sp>
        <p:nvSpPr>
          <p:cNvPr id="75" name="TextBox 74">
            <a:extLst>
              <a:ext uri="{FF2B5EF4-FFF2-40B4-BE49-F238E27FC236}">
                <a16:creationId xmlns:a16="http://schemas.microsoft.com/office/drawing/2014/main" id="{1BB75DAB-4D8A-2933-BB52-0C94AA4816E3}"/>
              </a:ext>
            </a:extLst>
          </p:cNvPr>
          <p:cNvSpPr txBox="1"/>
          <p:nvPr userDrawn="1"/>
        </p:nvSpPr>
        <p:spPr>
          <a:xfrm>
            <a:off x="1036986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Scenario level:</a:t>
            </a:r>
          </a:p>
        </p:txBody>
      </p:sp>
      <p:sp>
        <p:nvSpPr>
          <p:cNvPr id="84" name="TextBox 83">
            <a:extLst>
              <a:ext uri="{FF2B5EF4-FFF2-40B4-BE49-F238E27FC236}">
                <a16:creationId xmlns:a16="http://schemas.microsoft.com/office/drawing/2014/main" id="{8D8427AA-F015-D373-46E2-2EB1053D80CE}"/>
              </a:ext>
            </a:extLst>
          </p:cNvPr>
          <p:cNvSpPr txBox="1"/>
          <p:nvPr userDrawn="1"/>
        </p:nvSpPr>
        <p:spPr>
          <a:xfrm>
            <a:off x="9126798" y="351933"/>
            <a:ext cx="992247" cy="153888"/>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1" u="none" strike="noStrike" kern="1200" cap="none" spc="0" normalizeH="0" baseline="0" noProof="0">
                <a:ln>
                  <a:noFill/>
                </a:ln>
                <a:solidFill>
                  <a:srgbClr val="000000"/>
                </a:solidFill>
                <a:effectLst/>
                <a:uLnTx/>
                <a:uFillTx/>
                <a:latin typeface="Segoe UI Semibold" panose="020B0502040204020203" pitchFamily="34" charset="0"/>
                <a:cs typeface="Segoe UI Semibold" panose="020B0502040204020203" pitchFamily="34" charset="0"/>
              </a:rPr>
              <a:t>Available with:</a:t>
            </a:r>
          </a:p>
        </p:txBody>
      </p:sp>
      <p:cxnSp>
        <p:nvCxnSpPr>
          <p:cNvPr id="86" name="Straight Connector 85">
            <a:extLst>
              <a:ext uri="{FF2B5EF4-FFF2-40B4-BE49-F238E27FC236}">
                <a16:creationId xmlns:a16="http://schemas.microsoft.com/office/drawing/2014/main" id="{4216CED8-8F45-B380-FB1B-B9408979340F}"/>
              </a:ext>
            </a:extLst>
          </p:cNvPr>
          <p:cNvCxnSpPr/>
          <p:nvPr userDrawn="1"/>
        </p:nvCxnSpPr>
        <p:spPr>
          <a:xfrm>
            <a:off x="10357789" y="358721"/>
            <a:ext cx="0" cy="331655"/>
          </a:xfrm>
          <a:prstGeom prst="line">
            <a:avLst/>
          </a:prstGeom>
          <a:ln>
            <a:solidFill>
              <a:srgbClr val="B1B3B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5" name="Text Placeholder 94">
            <a:extLst>
              <a:ext uri="{FF2B5EF4-FFF2-40B4-BE49-F238E27FC236}">
                <a16:creationId xmlns:a16="http://schemas.microsoft.com/office/drawing/2014/main" id="{545F2FD2-44C5-DA9F-8E2B-13D6C03793D7}"/>
              </a:ext>
            </a:extLst>
          </p:cNvPr>
          <p:cNvSpPr>
            <a:spLocks noGrp="1"/>
          </p:cNvSpPr>
          <p:nvPr>
            <p:ph type="body" sz="quarter" idx="11"/>
          </p:nvPr>
        </p:nvSpPr>
        <p:spPr>
          <a:xfrm>
            <a:off x="58420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6" name="Text Placeholder 94">
            <a:extLst>
              <a:ext uri="{FF2B5EF4-FFF2-40B4-BE49-F238E27FC236}">
                <a16:creationId xmlns:a16="http://schemas.microsoft.com/office/drawing/2014/main" id="{8A6533F9-9132-CD8F-EACD-23DC8A6FF27F}"/>
              </a:ext>
            </a:extLst>
          </p:cNvPr>
          <p:cNvSpPr>
            <a:spLocks noGrp="1"/>
          </p:cNvSpPr>
          <p:nvPr>
            <p:ph type="body" sz="quarter" idx="12"/>
          </p:nvPr>
        </p:nvSpPr>
        <p:spPr>
          <a:xfrm>
            <a:off x="58420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7" name="Text Placeholder 94">
            <a:extLst>
              <a:ext uri="{FF2B5EF4-FFF2-40B4-BE49-F238E27FC236}">
                <a16:creationId xmlns:a16="http://schemas.microsoft.com/office/drawing/2014/main" id="{3B54AA0B-E0B1-5D11-B277-EFE8393CEB3D}"/>
              </a:ext>
            </a:extLst>
          </p:cNvPr>
          <p:cNvSpPr>
            <a:spLocks noGrp="1"/>
          </p:cNvSpPr>
          <p:nvPr>
            <p:ph type="body" sz="quarter" idx="13"/>
          </p:nvPr>
        </p:nvSpPr>
        <p:spPr>
          <a:xfrm>
            <a:off x="4047840"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8" name="Text Placeholder 94">
            <a:extLst>
              <a:ext uri="{FF2B5EF4-FFF2-40B4-BE49-F238E27FC236}">
                <a16:creationId xmlns:a16="http://schemas.microsoft.com/office/drawing/2014/main" id="{F4DCE8BB-0971-09CE-000F-84A576611FD9}"/>
              </a:ext>
            </a:extLst>
          </p:cNvPr>
          <p:cNvSpPr>
            <a:spLocks noGrp="1"/>
          </p:cNvSpPr>
          <p:nvPr>
            <p:ph type="body" sz="quarter" idx="14"/>
          </p:nvPr>
        </p:nvSpPr>
        <p:spPr>
          <a:xfrm>
            <a:off x="4047840"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99" name="Text Placeholder 94">
            <a:extLst>
              <a:ext uri="{FF2B5EF4-FFF2-40B4-BE49-F238E27FC236}">
                <a16:creationId xmlns:a16="http://schemas.microsoft.com/office/drawing/2014/main" id="{BC06CC83-0BF3-7305-E4C8-4FC7098F2465}"/>
              </a:ext>
            </a:extLst>
          </p:cNvPr>
          <p:cNvSpPr>
            <a:spLocks noGrp="1"/>
          </p:cNvSpPr>
          <p:nvPr>
            <p:ph type="body" sz="quarter" idx="15"/>
          </p:nvPr>
        </p:nvSpPr>
        <p:spPr>
          <a:xfrm>
            <a:off x="7511481" y="1593881"/>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0" name="Text Placeholder 94">
            <a:extLst>
              <a:ext uri="{FF2B5EF4-FFF2-40B4-BE49-F238E27FC236}">
                <a16:creationId xmlns:a16="http://schemas.microsoft.com/office/drawing/2014/main" id="{B23A96E3-3F83-DC61-A4B8-B2A153768700}"/>
              </a:ext>
            </a:extLst>
          </p:cNvPr>
          <p:cNvSpPr>
            <a:spLocks noGrp="1"/>
          </p:cNvSpPr>
          <p:nvPr>
            <p:ph type="body" sz="quarter" idx="16"/>
          </p:nvPr>
        </p:nvSpPr>
        <p:spPr>
          <a:xfrm>
            <a:off x="7511481" y="4052218"/>
            <a:ext cx="2808000" cy="345600"/>
          </a:xfrm>
          <a:prstGeom prst="roundRect">
            <a:avLst>
              <a:gd name="adj" fmla="val 50000"/>
            </a:avLst>
          </a:prstGeom>
          <a:gradFill flip="none" rotWithShape="1">
            <a:gsLst>
              <a:gs pos="35000">
                <a:srgbClr val="0078D4"/>
              </a:gs>
              <a:gs pos="0">
                <a:srgbClr val="C03BC4"/>
              </a:gs>
            </a:gsLst>
            <a:path path="circle">
              <a:fillToRect l="100000" t="100000"/>
            </a:path>
            <a:tileRect r="-100000" b="-100000"/>
          </a:gradFill>
          <a:effectLst>
            <a:outerShdw blurRad="63500" dist="63500" dir="2700000" algn="tl" rotWithShape="0">
              <a:srgbClr val="454142">
                <a:alpha val="20000"/>
              </a:srgbClr>
            </a:outerShdw>
          </a:effectLst>
        </p:spPr>
        <p:txBody>
          <a:bodyPr anchor="ctr" anchorCtr="0">
            <a:noAutofit/>
          </a:bodyPr>
          <a:lstStyle>
            <a:lvl1pPr marL="0" indent="0" algn="ctr">
              <a:buNone/>
              <a:defRPr sz="1200" b="1" i="0">
                <a:solidFill>
                  <a:srgbClr val="FFFFFF"/>
                </a:solidFill>
                <a:latin typeface="Segoe UI Semibold" panose="020B0502040204020203" pitchFamily="34" charset="0"/>
                <a:cs typeface="Segoe UI Semibold" panose="020B0502040204020203" pitchFamily="34" charset="0"/>
              </a:defRPr>
            </a:lvl1pPr>
          </a:lstStyle>
          <a:p>
            <a:pPr lvl="0"/>
            <a:r>
              <a:rPr lang="en-US"/>
              <a:t>Click to edit Master text styles</a:t>
            </a:r>
          </a:p>
        </p:txBody>
      </p:sp>
      <p:sp>
        <p:nvSpPr>
          <p:cNvPr id="103" name="Text Placeholder 102">
            <a:extLst>
              <a:ext uri="{FF2B5EF4-FFF2-40B4-BE49-F238E27FC236}">
                <a16:creationId xmlns:a16="http://schemas.microsoft.com/office/drawing/2014/main" id="{6B562108-00FE-5F42-7550-13BB7DE58EA1}"/>
              </a:ext>
            </a:extLst>
          </p:cNvPr>
          <p:cNvSpPr>
            <a:spLocks noGrp="1"/>
          </p:cNvSpPr>
          <p:nvPr>
            <p:ph type="body" sz="quarter" idx="17" hasCustomPrompt="1"/>
          </p:nvPr>
        </p:nvSpPr>
        <p:spPr>
          <a:xfrm>
            <a:off x="6519224" y="521099"/>
            <a:ext cx="3599821" cy="169277"/>
          </a:xfrm>
          <a:prstGeom prst="rect">
            <a:avLst/>
          </a:prstGeom>
        </p:spPr>
        <p:txBody>
          <a:bodyPr/>
          <a:lstStyle>
            <a:lvl1pPr marL="0" indent="0" algn="r">
              <a:spcBef>
                <a:spcPts val="0"/>
              </a:spcBef>
              <a:buNone/>
              <a:defRPr sz="1100" b="1" i="0" spc="-20" baseline="0">
                <a:solidFill>
                  <a:srgbClr val="C03BC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pPr lvl="0"/>
            <a:r>
              <a:rPr lang="en-US"/>
              <a:t>Copilot for Microsoft 365</a:t>
            </a:r>
          </a:p>
        </p:txBody>
      </p:sp>
      <p:sp>
        <p:nvSpPr>
          <p:cNvPr id="106" name="Text Placeholder 105">
            <a:extLst>
              <a:ext uri="{FF2B5EF4-FFF2-40B4-BE49-F238E27FC236}">
                <a16:creationId xmlns:a16="http://schemas.microsoft.com/office/drawing/2014/main" id="{433B73A7-DB5C-AF5A-B12A-70E655D0C55D}"/>
              </a:ext>
            </a:extLst>
          </p:cNvPr>
          <p:cNvSpPr>
            <a:spLocks noGrp="1"/>
          </p:cNvSpPr>
          <p:nvPr>
            <p:ph type="body" sz="quarter" idx="18"/>
          </p:nvPr>
        </p:nvSpPr>
        <p:spPr>
          <a:xfrm>
            <a:off x="58420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7" name="Text Placeholder 105">
            <a:extLst>
              <a:ext uri="{FF2B5EF4-FFF2-40B4-BE49-F238E27FC236}">
                <a16:creationId xmlns:a16="http://schemas.microsoft.com/office/drawing/2014/main" id="{316E4613-3786-8D83-9628-7E09E4CE5CA3}"/>
              </a:ext>
            </a:extLst>
          </p:cNvPr>
          <p:cNvSpPr>
            <a:spLocks noGrp="1"/>
          </p:cNvSpPr>
          <p:nvPr>
            <p:ph type="body" sz="quarter" idx="19"/>
          </p:nvPr>
        </p:nvSpPr>
        <p:spPr>
          <a:xfrm>
            <a:off x="4047840"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8" name="Text Placeholder 105">
            <a:extLst>
              <a:ext uri="{FF2B5EF4-FFF2-40B4-BE49-F238E27FC236}">
                <a16:creationId xmlns:a16="http://schemas.microsoft.com/office/drawing/2014/main" id="{78B00E55-70B0-D155-AAB8-EDCD9850B3EA}"/>
              </a:ext>
            </a:extLst>
          </p:cNvPr>
          <p:cNvSpPr>
            <a:spLocks noGrp="1"/>
          </p:cNvSpPr>
          <p:nvPr>
            <p:ph type="body" sz="quarter" idx="20"/>
          </p:nvPr>
        </p:nvSpPr>
        <p:spPr>
          <a:xfrm>
            <a:off x="7511481" y="2032188"/>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09" name="Text Placeholder 105">
            <a:extLst>
              <a:ext uri="{FF2B5EF4-FFF2-40B4-BE49-F238E27FC236}">
                <a16:creationId xmlns:a16="http://schemas.microsoft.com/office/drawing/2014/main" id="{C966B391-3BF4-A5FB-4F8A-8B4B54689661}"/>
              </a:ext>
            </a:extLst>
          </p:cNvPr>
          <p:cNvSpPr>
            <a:spLocks noGrp="1"/>
          </p:cNvSpPr>
          <p:nvPr>
            <p:ph type="body" sz="quarter" idx="21"/>
          </p:nvPr>
        </p:nvSpPr>
        <p:spPr>
          <a:xfrm>
            <a:off x="58420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0" name="Text Placeholder 105">
            <a:extLst>
              <a:ext uri="{FF2B5EF4-FFF2-40B4-BE49-F238E27FC236}">
                <a16:creationId xmlns:a16="http://schemas.microsoft.com/office/drawing/2014/main" id="{A2B81D72-802A-1B65-345D-831621254381}"/>
              </a:ext>
            </a:extLst>
          </p:cNvPr>
          <p:cNvSpPr>
            <a:spLocks noGrp="1"/>
          </p:cNvSpPr>
          <p:nvPr>
            <p:ph type="body" sz="quarter" idx="22"/>
          </p:nvPr>
        </p:nvSpPr>
        <p:spPr>
          <a:xfrm>
            <a:off x="58420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1" name="Text Placeholder 105">
            <a:extLst>
              <a:ext uri="{FF2B5EF4-FFF2-40B4-BE49-F238E27FC236}">
                <a16:creationId xmlns:a16="http://schemas.microsoft.com/office/drawing/2014/main" id="{C0FC7227-E465-68DB-562C-41F9209C1C45}"/>
              </a:ext>
            </a:extLst>
          </p:cNvPr>
          <p:cNvSpPr>
            <a:spLocks noGrp="1"/>
          </p:cNvSpPr>
          <p:nvPr>
            <p:ph type="body" sz="quarter" idx="23"/>
          </p:nvPr>
        </p:nvSpPr>
        <p:spPr>
          <a:xfrm>
            <a:off x="4047840"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2" name="Text Placeholder 105">
            <a:extLst>
              <a:ext uri="{FF2B5EF4-FFF2-40B4-BE49-F238E27FC236}">
                <a16:creationId xmlns:a16="http://schemas.microsoft.com/office/drawing/2014/main" id="{E720EE0E-4289-B4F4-1115-2C86FBB940E8}"/>
              </a:ext>
            </a:extLst>
          </p:cNvPr>
          <p:cNvSpPr>
            <a:spLocks noGrp="1"/>
          </p:cNvSpPr>
          <p:nvPr>
            <p:ph type="body" sz="quarter" idx="24"/>
          </p:nvPr>
        </p:nvSpPr>
        <p:spPr>
          <a:xfrm>
            <a:off x="4047840"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3" name="Text Placeholder 105">
            <a:extLst>
              <a:ext uri="{FF2B5EF4-FFF2-40B4-BE49-F238E27FC236}">
                <a16:creationId xmlns:a16="http://schemas.microsoft.com/office/drawing/2014/main" id="{14FE71DF-89A5-D552-ED14-BA6299A9B591}"/>
              </a:ext>
            </a:extLst>
          </p:cNvPr>
          <p:cNvSpPr>
            <a:spLocks noGrp="1"/>
          </p:cNvSpPr>
          <p:nvPr>
            <p:ph type="body" sz="quarter" idx="25"/>
          </p:nvPr>
        </p:nvSpPr>
        <p:spPr>
          <a:xfrm>
            <a:off x="7511481" y="3208260"/>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4" name="Text Placeholder 105">
            <a:extLst>
              <a:ext uri="{FF2B5EF4-FFF2-40B4-BE49-F238E27FC236}">
                <a16:creationId xmlns:a16="http://schemas.microsoft.com/office/drawing/2014/main" id="{5072DCCC-D271-7D85-5D20-D5B1E137F60B}"/>
              </a:ext>
            </a:extLst>
          </p:cNvPr>
          <p:cNvSpPr>
            <a:spLocks noGrp="1"/>
          </p:cNvSpPr>
          <p:nvPr>
            <p:ph type="body" sz="quarter" idx="26"/>
          </p:nvPr>
        </p:nvSpPr>
        <p:spPr>
          <a:xfrm>
            <a:off x="7511481" y="5641938"/>
            <a:ext cx="2808000" cy="626701"/>
          </a:xfrm>
          <a:prstGeom prst="roundRect">
            <a:avLst>
              <a:gd name="adj" fmla="val 10035"/>
            </a:avLst>
          </a:prstGeom>
          <a:solidFill>
            <a:srgbClr val="FFFFFF">
              <a:alpha val="70046"/>
            </a:srgbClr>
          </a:solidFill>
          <a:ln w="12700">
            <a:solidFill>
              <a:schemeClr val="bg1"/>
            </a:solidFill>
          </a:ln>
        </p:spPr>
        <p:txBody>
          <a:bodyPr lIns="90000" tIns="36000" rIns="90000" bIns="36000" anchor="ctr" anchorCtr="0">
            <a:normAutofit/>
          </a:bodyPr>
          <a:lstStyle>
            <a:lvl1pPr marL="0" indent="0">
              <a:buFont typeface="Arial" panose="020B0604020202020204" pitchFamily="34" charset="0"/>
              <a:buNone/>
              <a:defRPr sz="900"/>
            </a:lvl1pPr>
            <a:lvl2pPr marL="0" indent="0">
              <a:spcBef>
                <a:spcPts val="0"/>
              </a:spcBef>
              <a:buNone/>
              <a:defRPr sz="900" b="1" i="0">
                <a:latin typeface="Segoe UI" panose="020B0502040204020203" pitchFamily="34" charset="0"/>
                <a:cs typeface="Segoe UI" panose="020B0502040204020203" pitchFamily="34" charset="0"/>
              </a:defRPr>
            </a:lvl2pPr>
          </a:lstStyle>
          <a:p>
            <a:pPr lvl="0"/>
            <a:r>
              <a:rPr lang="en-US"/>
              <a:t>Click to edit Master text styles</a:t>
            </a:r>
          </a:p>
          <a:p>
            <a:pPr lvl="1"/>
            <a:r>
              <a:rPr lang="en-US"/>
              <a:t>Level 2</a:t>
            </a:r>
          </a:p>
        </p:txBody>
      </p:sp>
      <p:sp>
        <p:nvSpPr>
          <p:cNvPr id="115" name="Text Placeholder 105">
            <a:extLst>
              <a:ext uri="{FF2B5EF4-FFF2-40B4-BE49-F238E27FC236}">
                <a16:creationId xmlns:a16="http://schemas.microsoft.com/office/drawing/2014/main" id="{B939ABEF-8F03-D2E2-59E7-11A40F8ECABB}"/>
              </a:ext>
            </a:extLst>
          </p:cNvPr>
          <p:cNvSpPr>
            <a:spLocks noGrp="1"/>
          </p:cNvSpPr>
          <p:nvPr>
            <p:ph type="body" sz="quarter" idx="27"/>
          </p:nvPr>
        </p:nvSpPr>
        <p:spPr>
          <a:xfrm>
            <a:off x="584200"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6" name="Text Placeholder 105">
            <a:extLst>
              <a:ext uri="{FF2B5EF4-FFF2-40B4-BE49-F238E27FC236}">
                <a16:creationId xmlns:a16="http://schemas.microsoft.com/office/drawing/2014/main" id="{76F241AD-4900-CAEB-243D-CD8A3BDFB17C}"/>
              </a:ext>
            </a:extLst>
          </p:cNvPr>
          <p:cNvSpPr>
            <a:spLocks noGrp="1"/>
          </p:cNvSpPr>
          <p:nvPr>
            <p:ph type="body" sz="quarter" idx="28"/>
          </p:nvPr>
        </p:nvSpPr>
        <p:spPr>
          <a:xfrm>
            <a:off x="404784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117" name="Text Placeholder 105">
            <a:extLst>
              <a:ext uri="{FF2B5EF4-FFF2-40B4-BE49-F238E27FC236}">
                <a16:creationId xmlns:a16="http://schemas.microsoft.com/office/drawing/2014/main" id="{D2CA7E74-0DAF-8C61-3066-8A79C80C0112}"/>
              </a:ext>
            </a:extLst>
          </p:cNvPr>
          <p:cNvSpPr>
            <a:spLocks noGrp="1"/>
          </p:cNvSpPr>
          <p:nvPr>
            <p:ph type="body" sz="quarter" idx="29"/>
          </p:nvPr>
        </p:nvSpPr>
        <p:spPr>
          <a:xfrm>
            <a:off x="7511481" y="4488366"/>
            <a:ext cx="2808000" cy="626701"/>
          </a:xfrm>
          <a:prstGeom prst="rect">
            <a:avLst/>
          </a:prstGeom>
        </p:spPr>
        <p:txBody>
          <a:bodyPr lIns="90000" tIns="36000" rIns="90000" bIns="36000">
            <a:normAutofit/>
          </a:bodyPr>
          <a:lstStyle>
            <a:lvl1pPr marL="0" indent="0">
              <a:spcBef>
                <a:spcPts val="0"/>
              </a:spcBef>
              <a:buNone/>
              <a:defRPr sz="900"/>
            </a:lvl1pPr>
          </a:lstStyle>
          <a:p>
            <a:pPr lvl="0"/>
            <a:r>
              <a:rPr lang="en-US"/>
              <a:t>Click to edit Master text styles</a:t>
            </a:r>
          </a:p>
        </p:txBody>
      </p:sp>
      <p:sp>
        <p:nvSpPr>
          <p:cNvPr id="5" name="Text Placeholder 102">
            <a:extLst>
              <a:ext uri="{FF2B5EF4-FFF2-40B4-BE49-F238E27FC236}">
                <a16:creationId xmlns:a16="http://schemas.microsoft.com/office/drawing/2014/main" id="{D78A2D53-01ED-9D74-9712-451C6F321482}"/>
              </a:ext>
            </a:extLst>
          </p:cNvPr>
          <p:cNvSpPr>
            <a:spLocks noGrp="1"/>
          </p:cNvSpPr>
          <p:nvPr>
            <p:ph type="body" sz="quarter" idx="30" hasCustomPrompt="1"/>
          </p:nvPr>
        </p:nvSpPr>
        <p:spPr>
          <a:xfrm>
            <a:off x="10430351" y="521099"/>
            <a:ext cx="1456966" cy="175614"/>
          </a:xfrm>
          <a:prstGeom prst="rect">
            <a:avLst/>
          </a:prstGeom>
        </p:spPr>
        <p:txBody>
          <a:bodyPr/>
          <a:lstStyle>
            <a:lvl1pPr marL="0" indent="0" algn="r">
              <a:spcBef>
                <a:spcPts val="0"/>
              </a:spcBef>
              <a:buNone/>
              <a:defRPr sz="1100" b="1" i="0" spc="-20" baseline="0">
                <a:solidFill>
                  <a:srgbClr val="0078D4"/>
                </a:solidFill>
                <a:latin typeface="Segoe UI Semibold" panose="020B0502040204020203" pitchFamily="34" charset="0"/>
                <a:cs typeface="Segoe UI Semibold" panose="020B0502040204020203" pitchFamily="34" charset="0"/>
              </a:defRPr>
            </a:lvl1pPr>
            <a:lvl2pPr marL="228600" indent="0" algn="r">
              <a:spcBef>
                <a:spcPts val="0"/>
              </a:spcBef>
              <a:buNone/>
              <a:defRPr sz="1100" spc="-20" baseline="0">
                <a:solidFill>
                  <a:srgbClr val="B1B3B3"/>
                </a:solidFill>
              </a:defRPr>
            </a:lvl2pPr>
            <a:lvl3pPr algn="r">
              <a:defRPr/>
            </a:lvl3pPr>
            <a:lvl4pPr algn="r">
              <a:defRPr/>
            </a:lvl4pPr>
            <a:lvl5pPr algn="r">
              <a:defRPr/>
            </a:lvl5pPr>
          </a:lstStyle>
          <a:p>
            <a:r>
              <a:rPr lang="en-US"/>
              <a:t>Buy</a:t>
            </a:r>
          </a:p>
        </p:txBody>
      </p:sp>
      <p:sp>
        <p:nvSpPr>
          <p:cNvPr id="6" name="Text Placeholder 10">
            <a:extLst>
              <a:ext uri="{FF2B5EF4-FFF2-40B4-BE49-F238E27FC236}">
                <a16:creationId xmlns:a16="http://schemas.microsoft.com/office/drawing/2014/main" id="{26C3E936-7CEB-8A05-2E47-0AD7851B98F2}"/>
              </a:ext>
            </a:extLst>
          </p:cNvPr>
          <p:cNvSpPr>
            <a:spLocks noGrp="1"/>
          </p:cNvSpPr>
          <p:nvPr>
            <p:ph type="body" sz="quarter" idx="38" hasCustomPrompt="1"/>
          </p:nvPr>
        </p:nvSpPr>
        <p:spPr>
          <a:xfrm>
            <a:off x="11417245"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7" name="Text Placeholder 10">
            <a:extLst>
              <a:ext uri="{FF2B5EF4-FFF2-40B4-BE49-F238E27FC236}">
                <a16:creationId xmlns:a16="http://schemas.microsoft.com/office/drawing/2014/main" id="{04AEA325-90B3-6821-227C-4FFCA898F9AB}"/>
              </a:ext>
            </a:extLst>
          </p:cNvPr>
          <p:cNvSpPr>
            <a:spLocks noGrp="1"/>
          </p:cNvSpPr>
          <p:nvPr>
            <p:ph type="body" sz="quarter" idx="39" hasCustomPrompt="1"/>
          </p:nvPr>
        </p:nvSpPr>
        <p:spPr>
          <a:xfrm>
            <a:off x="11588781"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
        <p:nvSpPr>
          <p:cNvPr id="8" name="Text Placeholder 10">
            <a:extLst>
              <a:ext uri="{FF2B5EF4-FFF2-40B4-BE49-F238E27FC236}">
                <a16:creationId xmlns:a16="http://schemas.microsoft.com/office/drawing/2014/main" id="{35386AB7-28CA-0BBA-03F5-CC72BD939DC2}"/>
              </a:ext>
            </a:extLst>
          </p:cNvPr>
          <p:cNvSpPr>
            <a:spLocks noGrp="1"/>
          </p:cNvSpPr>
          <p:nvPr>
            <p:ph type="body" sz="quarter" idx="40" hasCustomPrompt="1"/>
          </p:nvPr>
        </p:nvSpPr>
        <p:spPr>
          <a:xfrm>
            <a:off x="11760317" y="357645"/>
            <a:ext cx="127000" cy="125999"/>
          </a:xfrm>
          <a:prstGeom prst="ellipse">
            <a:avLst/>
          </a:prstGeom>
          <a:solidFill>
            <a:srgbClr val="B1B3B3"/>
          </a:solidFill>
        </p:spPr>
        <p:txBody>
          <a:bodyPr>
            <a:noAutofit/>
          </a:bodyPr>
          <a:lstStyle>
            <a:lvl1pPr marL="0" indent="0">
              <a:buFontTx/>
              <a:buNone/>
              <a:defRPr sz="100">
                <a:noFill/>
              </a:defRPr>
            </a:lvl1pPr>
            <a:lvl2pPr marL="228600" indent="0">
              <a:buFontTx/>
              <a:buNone/>
              <a:defRPr sz="100">
                <a:noFill/>
              </a:defRPr>
            </a:lvl2pPr>
            <a:lvl3pPr marL="457200" indent="0">
              <a:buFontTx/>
              <a:buNone/>
              <a:defRPr sz="100">
                <a:noFill/>
              </a:defRPr>
            </a:lvl3pPr>
            <a:lvl4pPr marL="661988" indent="0">
              <a:buFontTx/>
              <a:buNone/>
              <a:defRPr sz="100">
                <a:noFill/>
              </a:defRPr>
            </a:lvl4pPr>
            <a:lvl5pPr marL="855663" indent="0">
              <a:buFontTx/>
              <a:buNone/>
              <a:defRPr sz="100">
                <a:noFill/>
              </a:defRPr>
            </a:lvl5pPr>
          </a:lstStyle>
          <a:p>
            <a:pPr lvl="0"/>
            <a:r>
              <a:rPr lang="en-US"/>
              <a:t>a</a:t>
            </a:r>
          </a:p>
        </p:txBody>
      </p:sp>
    </p:spTree>
    <p:extLst>
      <p:ext uri="{BB962C8B-B14F-4D97-AF65-F5344CB8AC3E}">
        <p14:creationId xmlns:p14="http://schemas.microsoft.com/office/powerpoint/2010/main" val="37993491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6221954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cSld name="1_Title Slide 1">
    <p:bg>
      <p:bgPr>
        <a:solidFill>
          <a:schemeClr val="bg1"/>
        </a:solidFill>
        <a:effectLst/>
      </p:bgPr>
    </p:bg>
    <p:spTree>
      <p:nvGrpSpPr>
        <p:cNvPr id="1" name=""/>
        <p:cNvGrpSpPr/>
        <p:nvPr/>
      </p:nvGrpSpPr>
      <p:grpSpPr>
        <a:xfrm>
          <a:off x="0" y="0"/>
          <a:ext cx="0" cy="0"/>
          <a:chOff x="0" y="0"/>
          <a:chExt cx="0" cy="0"/>
        </a:xfrm>
      </p:grpSpPr>
      <p:pic>
        <p:nvPicPr>
          <p:cNvPr id="12" name="Picture 11" descr="A close-up of a computer screen&#10;&#10;Description automatically generated">
            <a:extLst>
              <a:ext uri="{FF2B5EF4-FFF2-40B4-BE49-F238E27FC236}">
                <a16:creationId xmlns:a16="http://schemas.microsoft.com/office/drawing/2014/main" id="{B44BACAF-9070-A1CF-E5F1-FA909F804DEF}"/>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5" name="Screen">
            <a:extLst>
              <a:ext uri="{FF2B5EF4-FFF2-40B4-BE49-F238E27FC236}">
                <a16:creationId xmlns:a16="http://schemas.microsoft.com/office/drawing/2014/main" id="{FE81335F-53ED-7EBB-DFA1-7CA67C08F520}"/>
              </a:ext>
            </a:extLst>
          </p:cNvPr>
          <p:cNvPicPr>
            <a:picLocks noChangeAspect="1"/>
          </p:cNvPicPr>
          <p:nvPr userDrawn="1"/>
        </p:nvPicPr>
        <p:blipFill>
          <a:blip r:embed="rId3">
            <a:extLst>
              <a:ext uri="{96DAC541-7B7A-43D3-8B79-37D633B846F1}">
                <asvg:svgBlip xmlns:asvg="http://schemas.microsoft.com/office/drawing/2016/SVG/main" r:embed="rId4"/>
              </a:ext>
            </a:extLst>
          </a:blip>
          <a:srcRect l="533" t="5537" r="49745" b="5537"/>
          <a:stretch/>
        </p:blipFill>
        <p:spPr>
          <a:xfrm>
            <a:off x="0" y="389898"/>
            <a:ext cx="6061961" cy="6078206"/>
          </a:xfrm>
          <a:prstGeom prst="rect">
            <a:avLst/>
          </a:prstGeom>
        </p:spPr>
      </p:pic>
      <p:pic>
        <p:nvPicPr>
          <p:cNvPr id="10" name="To trace" descr="A close up of a computer screen&#10;&#10;Description automatically generated" hidden="1">
            <a:extLst>
              <a:ext uri="{FF2B5EF4-FFF2-40B4-BE49-F238E27FC236}">
                <a16:creationId xmlns:a16="http://schemas.microsoft.com/office/drawing/2014/main" id="{B00308E2-43A2-C5A7-AAB3-E96FDBD85011}"/>
              </a:ext>
            </a:extLst>
          </p:cNvPr>
          <p:cNvPicPr>
            <a:picLocks noChangeAspect="1"/>
          </p:cNvPicPr>
          <p:nvPr userDrawn="1"/>
        </p:nvPicPr>
        <p:blipFill>
          <a:blip r:embed="rId5"/>
          <a:stretch>
            <a:fillRect/>
          </a:stretch>
        </p:blipFill>
        <p:spPr>
          <a:xfrm>
            <a:off x="0" y="0"/>
            <a:ext cx="12192000" cy="6858000"/>
          </a:xfrm>
          <a:prstGeom prst="rect">
            <a:avLst/>
          </a:prstGeom>
        </p:spPr>
      </p:pic>
      <p:sp>
        <p:nvSpPr>
          <p:cNvPr id="9" name="Title 1"/>
          <p:cNvSpPr>
            <a:spLocks noGrp="1"/>
          </p:cNvSpPr>
          <p:nvPr>
            <p:ph type="title" hasCustomPrompt="1"/>
          </p:nvPr>
        </p:nvSpPr>
        <p:spPr>
          <a:xfrm>
            <a:off x="584200" y="2625370"/>
            <a:ext cx="4080397" cy="1107996"/>
          </a:xfrm>
          <a:noFill/>
        </p:spPr>
        <p:txBody>
          <a:bodyPr wrap="square" lIns="0" tIns="0" rIns="0" bIns="0" anchor="b" anchorCtr="0">
            <a:spAutoFit/>
          </a:bodyPr>
          <a:lstStyle>
            <a:lvl1pPr>
              <a:lnSpc>
                <a:spcPct val="90000"/>
              </a:lnSpc>
              <a:defRPr sz="4000" spc="-50" baseline="0">
                <a:solidFill>
                  <a:srgbClr val="2A446F"/>
                </a:solidFill>
                <a:latin typeface="+mj-lt"/>
                <a:cs typeface="Segoe Sans Display" pitchFamily="2"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4152707"/>
            <a:ext cx="4080397"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 a max of 2 lines</a:t>
            </a:r>
          </a:p>
        </p:txBody>
      </p:sp>
      <p:sp>
        <p:nvSpPr>
          <p:cNvPr id="17" name="Text Placeholder 4">
            <a:extLst>
              <a:ext uri="{FF2B5EF4-FFF2-40B4-BE49-F238E27FC236}">
                <a16:creationId xmlns:a16="http://schemas.microsoft.com/office/drawing/2014/main" id="{FAC6474F-0CF9-6C18-5117-3EA7B7CF6A67}"/>
              </a:ext>
            </a:extLst>
          </p:cNvPr>
          <p:cNvSpPr>
            <a:spLocks noGrp="1"/>
          </p:cNvSpPr>
          <p:nvPr>
            <p:ph type="body" sz="quarter" idx="13" hasCustomPrompt="1"/>
          </p:nvPr>
        </p:nvSpPr>
        <p:spPr>
          <a:xfrm>
            <a:off x="584200" y="5898445"/>
            <a:ext cx="4080397" cy="215444"/>
          </a:xfrm>
          <a:noFill/>
        </p:spPr>
        <p:txBody>
          <a:bodyPr wrap="square" lIns="0" tIns="0" rIns="0" bIns="0">
            <a:spAutoFit/>
          </a:bodyPr>
          <a:lstStyle>
            <a:lvl1pPr marL="0" indent="0">
              <a:spcBef>
                <a:spcPts val="0"/>
              </a:spcBef>
              <a:buNone/>
              <a:defRPr sz="1400" spc="0" baseline="0">
                <a:solidFill>
                  <a:schemeClr val="tx1"/>
                </a:solidFill>
                <a:latin typeface="+mn-lt"/>
                <a:cs typeface="Segoe Sans Display" pitchFamily="2" charset="0"/>
              </a:defRPr>
            </a:lvl1pPr>
          </a:lstStyle>
          <a:p>
            <a:pPr lvl="0"/>
            <a:r>
              <a:rPr lang="en-US"/>
              <a:t>More here max 1 line</a:t>
            </a:r>
          </a:p>
        </p:txBody>
      </p:sp>
      <p:pic>
        <p:nvPicPr>
          <p:cNvPr id="2" name="Picture 1" descr="A logo of a company&#10;&#10;Description automatically generated">
            <a:extLst>
              <a:ext uri="{FF2B5EF4-FFF2-40B4-BE49-F238E27FC236}">
                <a16:creationId xmlns:a16="http://schemas.microsoft.com/office/drawing/2014/main" id="{C8EB8B11-2600-F606-BEA4-6A68ABBA8E30}"/>
              </a:ext>
            </a:extLst>
          </p:cNvPr>
          <p:cNvPicPr>
            <a:picLocks noChangeAspect="1"/>
          </p:cNvPicPr>
          <p:nvPr userDrawn="1"/>
        </p:nvPicPr>
        <p:blipFill rotWithShape="1">
          <a:blip r:embed="rId6"/>
          <a:srcRect l="12448" t="32535" r="14401" b="28160"/>
          <a:stretch/>
        </p:blipFill>
        <p:spPr>
          <a:xfrm>
            <a:off x="571500" y="764113"/>
            <a:ext cx="1454782" cy="343851"/>
          </a:xfrm>
          <a:prstGeom prst="rect">
            <a:avLst/>
          </a:prstGeom>
        </p:spPr>
      </p:pic>
    </p:spTree>
    <p:extLst>
      <p:ext uri="{BB962C8B-B14F-4D97-AF65-F5344CB8AC3E}">
        <p14:creationId xmlns:p14="http://schemas.microsoft.com/office/powerpoint/2010/main" val="29592398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Third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67"/>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206375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C502BB36-D16D-52BC-AF02-0BE11206951E}"/>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DD795FA7-BE29-0654-08E3-D138BCFE03B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852DA06E-4C5D-6D9B-3126-CF1E2D1BA7A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a:hlinkClick r:id="" action="ppaction://hlinkshowjump?jump=previousslide"/>
              <a:extLst>
                <a:ext uri="{FF2B5EF4-FFF2-40B4-BE49-F238E27FC236}">
                  <a16:creationId xmlns:a16="http://schemas.microsoft.com/office/drawing/2014/main" id="{AB2192AC-9997-27A4-AAF5-462602F137B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7FF37E53-4D52-57A4-B3BD-61094CEB604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4" name="Graphic 13" descr="Home outline">
              <a:hlinkClick r:id="rId3" action="ppaction://hlinksldjump"/>
              <a:extLst>
                <a:ext uri="{FF2B5EF4-FFF2-40B4-BE49-F238E27FC236}">
                  <a16:creationId xmlns:a16="http://schemas.microsoft.com/office/drawing/2014/main" id="{069C0D11-739D-F151-FFE5-3C1349AA3EF1}"/>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16975858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Wider half content beige and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6" name="Rectangle 5">
            <a:extLst>
              <a:ext uri="{FF2B5EF4-FFF2-40B4-BE49-F238E27FC236}">
                <a16:creationId xmlns:a16="http://schemas.microsoft.com/office/drawing/2014/main" id="{EFC373D7-4179-185C-38E4-71040A4839E9}"/>
              </a:ext>
              <a:ext uri="{C183D7F6-B498-43B3-948B-1728B52AA6E4}">
                <adec:decorative xmlns:adec="http://schemas.microsoft.com/office/drawing/2017/decorative" val="1"/>
              </a:ext>
            </a:extLst>
          </p:cNvPr>
          <p:cNvSpPr/>
          <p:nvPr userDrawn="1"/>
        </p:nvSpPr>
        <p:spPr bwMode="auto">
          <a:xfrm>
            <a:off x="0" y="0"/>
            <a:ext cx="5931226" cy="6857932"/>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5659582"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4757206"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4757206"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2063750"/>
            <a:ext cx="49911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C502BB36-D16D-52BC-AF02-0BE11206951E}"/>
              </a:ext>
            </a:extLst>
          </p:cNvPr>
          <p:cNvGrpSpPr/>
          <p:nvPr userDrawn="1"/>
        </p:nvGrpSpPr>
        <p:grpSpPr>
          <a:xfrm>
            <a:off x="10794205" y="6423682"/>
            <a:ext cx="1397795" cy="434250"/>
            <a:chOff x="10794205" y="6423682"/>
            <a:chExt cx="1397795" cy="434250"/>
          </a:xfrm>
        </p:grpSpPr>
        <p:sp>
          <p:nvSpPr>
            <p:cNvPr id="10" name="Rectangle: Single Corner Rounded 9">
              <a:extLst>
                <a:ext uri="{FF2B5EF4-FFF2-40B4-BE49-F238E27FC236}">
                  <a16:creationId xmlns:a16="http://schemas.microsoft.com/office/drawing/2014/main" id="{DD795FA7-BE29-0654-08E3-D138BCFE03B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852DA06E-4C5D-6D9B-3126-CF1E2D1BA7A2}"/>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Isosceles Triangle 11">
              <a:hlinkClick r:id="" action="ppaction://hlinkshowjump?jump=previousslide"/>
              <a:extLst>
                <a:ext uri="{FF2B5EF4-FFF2-40B4-BE49-F238E27FC236}">
                  <a16:creationId xmlns:a16="http://schemas.microsoft.com/office/drawing/2014/main" id="{AB2192AC-9997-27A4-AAF5-462602F137BE}"/>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3" name="Isosceles Triangle 12">
              <a:hlinkClick r:id="" action="ppaction://hlinkshowjump?jump=nextslide"/>
              <a:extLst>
                <a:ext uri="{FF2B5EF4-FFF2-40B4-BE49-F238E27FC236}">
                  <a16:creationId xmlns:a16="http://schemas.microsoft.com/office/drawing/2014/main" id="{7FF37E53-4D52-57A4-B3BD-61094CEB604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4" name="Graphic 13" descr="Home outline">
              <a:hlinkClick r:id="rId3" action="ppaction://hlinksldjump"/>
              <a:extLst>
                <a:ext uri="{FF2B5EF4-FFF2-40B4-BE49-F238E27FC236}">
                  <a16:creationId xmlns:a16="http://schemas.microsoft.com/office/drawing/2014/main" id="{069C0D11-739D-F151-FFE5-3C1349AA3EF1}"/>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809620701"/>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TItle, subtitle over blue gradient">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EB633C1D-6BA8-FADD-23C7-3C0EF5D21DF8}"/>
              </a:ext>
              <a:ext uri="{C183D7F6-B498-43B3-948B-1728B52AA6E4}">
                <adec:decorative xmlns:adec="http://schemas.microsoft.com/office/drawing/2017/decorative" val="1"/>
              </a:ext>
            </a:extLst>
          </p:cNvPr>
          <p:cNvGrpSpPr/>
          <p:nvPr userDrawn="1"/>
        </p:nvGrpSpPr>
        <p:grpSpPr>
          <a:xfrm>
            <a:off x="0" y="0"/>
            <a:ext cx="12192000" cy="6857999"/>
            <a:chOff x="0" y="0"/>
            <a:chExt cx="12192000" cy="6857999"/>
          </a:xfrm>
        </p:grpSpPr>
        <p:pic>
          <p:nvPicPr>
            <p:cNvPr id="2" name="Picture 1">
              <a:extLst>
                <a:ext uri="{FF2B5EF4-FFF2-40B4-BE49-F238E27FC236}">
                  <a16:creationId xmlns:a16="http://schemas.microsoft.com/office/drawing/2014/main" id="{E8153CB7-5782-1038-8AFC-22E9CF38D212}"/>
                </a:ext>
                <a:ext uri="{C183D7F6-B498-43B3-948B-1728B52AA6E4}">
                  <adec:decorative xmlns:adec="http://schemas.microsoft.com/office/drawing/2017/decorative" val="1"/>
                </a:ext>
              </a:extLst>
            </p:cNvPr>
            <p:cNvPicPr>
              <a:picLocks noChangeAspect="1"/>
            </p:cNvPicPr>
            <p:nvPr/>
          </p:nvPicPr>
          <p:blipFill>
            <a:blip r:embed="rId2"/>
            <a:srcRect/>
            <a:stretch/>
          </p:blipFill>
          <p:spPr>
            <a:xfrm>
              <a:off x="0" y="0"/>
              <a:ext cx="12191999" cy="6857999"/>
            </a:xfrm>
            <a:prstGeom prst="rect">
              <a:avLst/>
            </a:prstGeom>
          </p:spPr>
        </p:pic>
        <p:grpSp>
          <p:nvGrpSpPr>
            <p:cNvPr id="12" name="Nav bar">
              <a:extLst>
                <a:ext uri="{FF2B5EF4-FFF2-40B4-BE49-F238E27FC236}">
                  <a16:creationId xmlns:a16="http://schemas.microsoft.com/office/drawing/2014/main" id="{4ADAC638-92D4-96CC-3CA9-257AAB4928B6}"/>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13" name="Rectangle: Single Corner Rounded 12">
                <a:extLst>
                  <a:ext uri="{FF2B5EF4-FFF2-40B4-BE49-F238E27FC236}">
                    <a16:creationId xmlns:a16="http://schemas.microsoft.com/office/drawing/2014/main" id="{4679600F-DF56-9595-0E8E-B4C9207D55B0}"/>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4" name="Straight Connector 13">
                <a:extLst>
                  <a:ext uri="{FF2B5EF4-FFF2-40B4-BE49-F238E27FC236}">
                    <a16:creationId xmlns:a16="http://schemas.microsoft.com/office/drawing/2014/main" id="{CAD2145B-8C2D-02D8-D36D-7488E09C9809}"/>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Isosceles Triangle 14">
                <a:hlinkClick r:id="" action="ppaction://hlinkshowjump?jump=previousslide"/>
                <a:extLst>
                  <a:ext uri="{FF2B5EF4-FFF2-40B4-BE49-F238E27FC236}">
                    <a16:creationId xmlns:a16="http://schemas.microsoft.com/office/drawing/2014/main" id="{9BE4C488-67CE-E009-9476-B9596E7D522D}"/>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74E656B7-4380-4B26-06E6-2BC4006A439B}"/>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7" name="Graphic 16" descr="Home outline">
                <a:hlinkClick r:id="rId3" action="ppaction://hlinksldjump"/>
                <a:extLst>
                  <a:ext uri="{FF2B5EF4-FFF2-40B4-BE49-F238E27FC236}">
                    <a16:creationId xmlns:a16="http://schemas.microsoft.com/office/drawing/2014/main" id="{9DD9021A-8401-5EC7-9DFF-7080B633CFF5}"/>
                  </a:ext>
                </a:extLst>
              </p:cNvPr>
              <p:cNvPicPr>
                <a:picLocks noChangeAspect="1"/>
              </p:cNvPicPr>
              <p:nvPr/>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pic>
        <p:nvPicPr>
          <p:cNvPr id="22" name="Picture 21">
            <a:extLst>
              <a:ext uri="{FF2B5EF4-FFF2-40B4-BE49-F238E27FC236}">
                <a16:creationId xmlns:a16="http://schemas.microsoft.com/office/drawing/2014/main" id="{0741831B-78D2-FE2C-2DBF-0ABC59D6B84B}"/>
              </a:ext>
              <a:ext uri="{C183D7F6-B498-43B3-948B-1728B52AA6E4}">
                <adec:decorative xmlns:adec="http://schemas.microsoft.com/office/drawing/2017/decorative" val="1"/>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vert="horz" wrap="square" lIns="0" tIns="45720" rIns="0" bIns="0" rtlCol="0">
            <a:spAutoFit/>
          </a:bodyPr>
          <a:lstStyle>
            <a:lvl1pPr>
              <a:defRPr lang="en-US" dirty="0">
                <a:latin typeface="+mn-lt"/>
              </a:defRPr>
            </a:lvl1pPr>
          </a:lstStyle>
          <a:p>
            <a:pPr lvl="0"/>
            <a:r>
              <a:rPr lang="en-US"/>
              <a:t>Subtitle</a:t>
            </a:r>
          </a:p>
        </p:txBody>
      </p:sp>
      <p:grpSp>
        <p:nvGrpSpPr>
          <p:cNvPr id="5" name="Group 4">
            <a:extLst>
              <a:ext uri="{FF2B5EF4-FFF2-40B4-BE49-F238E27FC236}">
                <a16:creationId xmlns:a16="http://schemas.microsoft.com/office/drawing/2014/main" id="{6049FB37-D050-B6AE-B344-63786F2F2FE7}"/>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D347E541-38DF-EA2C-DDC5-EAC8281DF13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3FF76887-0AB8-723F-593A-10531695DA9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Isosceles Triangle 8">
              <a:hlinkClick r:id="" action="ppaction://hlinkshowjump?jump=previousslide"/>
              <a:extLst>
                <a:ext uri="{FF2B5EF4-FFF2-40B4-BE49-F238E27FC236}">
                  <a16:creationId xmlns:a16="http://schemas.microsoft.com/office/drawing/2014/main" id="{7595693F-A3A0-A117-58DB-DB9E89BED6E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0" name="Isosceles Triangle 9">
              <a:hlinkClick r:id="" action="ppaction://hlinkshowjump?jump=nextslide"/>
              <a:extLst>
                <a:ext uri="{FF2B5EF4-FFF2-40B4-BE49-F238E27FC236}">
                  <a16:creationId xmlns:a16="http://schemas.microsoft.com/office/drawing/2014/main" id="{0FBEF17A-BF03-1990-BE2D-AB6819D6E23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1" name="Graphic 10" descr="Home outline">
              <a:hlinkClick r:id="rId3" action="ppaction://hlinksldjump"/>
              <a:extLst>
                <a:ext uri="{FF2B5EF4-FFF2-40B4-BE49-F238E27FC236}">
                  <a16:creationId xmlns:a16="http://schemas.microsoft.com/office/drawing/2014/main" id="{3C097CEF-3A0C-DBF3-7A09-CDA071D15794}"/>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71810404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740">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Third content with ghosted ribbon over blue gradi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E45F2B-FBCB-1B84-28EE-496686F1B43B}"/>
              </a:ext>
              <a:ext uri="{C183D7F6-B498-43B3-948B-1728B52AA6E4}">
                <adec:decorative xmlns:adec="http://schemas.microsoft.com/office/drawing/2017/decorative" val="1"/>
              </a:ext>
            </a:extLst>
          </p:cNvPr>
          <p:cNvPicPr>
            <a:picLocks noChangeAspect="1"/>
          </p:cNvPicPr>
          <p:nvPr userDrawn="1"/>
        </p:nvPicPr>
        <p:blipFill>
          <a:blip r:embed="rId2"/>
          <a:srcRect/>
          <a:stretch/>
        </p:blipFill>
        <p:spPr>
          <a:xfrm>
            <a:off x="0" y="0"/>
            <a:ext cx="12191999" cy="6857999"/>
          </a:xfrm>
          <a:prstGeom prst="rect">
            <a:avLst/>
          </a:prstGeom>
        </p:spPr>
      </p:pic>
      <p:sp>
        <p:nvSpPr>
          <p:cNvPr id="3" name="Rectangle 2">
            <a:extLst>
              <a:ext uri="{FF2B5EF4-FFF2-40B4-BE49-F238E27FC236}">
                <a16:creationId xmlns:a16="http://schemas.microsoft.com/office/drawing/2014/main" id="{40251FF2-9BAA-90D6-CB54-C5329CC65C30}"/>
              </a:ext>
            </a:extLst>
          </p:cNvPr>
          <p:cNvSpPr/>
          <p:nvPr userDrawn="1"/>
        </p:nvSpPr>
        <p:spPr bwMode="auto">
          <a:xfrm>
            <a:off x="0" y="0"/>
            <a:ext cx="4267200" cy="6858000"/>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nvGrpSpPr>
          <p:cNvPr id="6" name="Group 5">
            <a:extLst>
              <a:ext uri="{FF2B5EF4-FFF2-40B4-BE49-F238E27FC236}">
                <a16:creationId xmlns:a16="http://schemas.microsoft.com/office/drawing/2014/main" id="{F329A3AC-5CEF-25BE-B13B-7D727898D002}"/>
              </a:ext>
              <a:ext uri="{C183D7F6-B498-43B3-948B-1728B52AA6E4}">
                <adec:decorative xmlns:adec="http://schemas.microsoft.com/office/drawing/2017/decorative" val="1"/>
              </a:ext>
            </a:extLst>
          </p:cNvPr>
          <p:cNvGrpSpPr/>
          <p:nvPr userDrawn="1"/>
        </p:nvGrpSpPr>
        <p:grpSpPr>
          <a:xfrm>
            <a:off x="0" y="0"/>
            <a:ext cx="4319992" cy="6858000"/>
            <a:chOff x="0" y="0"/>
            <a:chExt cx="4319992" cy="6858000"/>
          </a:xfrm>
        </p:grpSpPr>
        <p:grpSp>
          <p:nvGrpSpPr>
            <p:cNvPr id="15" name="Group 14">
              <a:extLst>
                <a:ext uri="{FF2B5EF4-FFF2-40B4-BE49-F238E27FC236}">
                  <a16:creationId xmlns:a16="http://schemas.microsoft.com/office/drawing/2014/main" id="{22D60F67-30E9-F886-ED8B-249EEAAA6ED5}"/>
                </a:ext>
                <a:ext uri="{C183D7F6-B498-43B3-948B-1728B52AA6E4}">
                  <adec:decorative xmlns:adec="http://schemas.microsoft.com/office/drawing/2017/decorative" val="1"/>
                </a:ext>
              </a:extLst>
            </p:cNvPr>
            <p:cNvGrpSpPr/>
            <p:nvPr/>
          </p:nvGrpSpPr>
          <p:grpSpPr>
            <a:xfrm>
              <a:off x="0" y="3384912"/>
              <a:ext cx="4265959" cy="3473020"/>
              <a:chOff x="1828800" y="3384912"/>
              <a:chExt cx="4265959" cy="3473020"/>
            </a:xfrm>
          </p:grpSpPr>
          <p:pic>
            <p:nvPicPr>
              <p:cNvPr id="17" name="Picture 16" descr="A close-up of a colorful spiral&#10;&#10;Description automatically generated">
                <a:extLst>
                  <a:ext uri="{FF2B5EF4-FFF2-40B4-BE49-F238E27FC236}">
                    <a16:creationId xmlns:a16="http://schemas.microsoft.com/office/drawing/2014/main" id="{C2525AD2-C126-4128-3E78-021B840345B2}"/>
                  </a:ext>
                </a:extLst>
              </p:cNvPr>
              <p:cNvPicPr>
                <a:picLocks noChangeAspect="1"/>
              </p:cNvPicPr>
              <p:nvPr/>
            </p:nvPicPr>
            <p:blipFill>
              <a:blip r:embed="rId3">
                <a:alphaModFix amt="70000"/>
              </a:blip>
              <a:srcRect l="10267" r="13378" b="10287"/>
              <a:stretch/>
            </p:blipFill>
            <p:spPr>
              <a:xfrm>
                <a:off x="1828800" y="4038532"/>
                <a:ext cx="4265959" cy="2819400"/>
              </a:xfrm>
              <a:prstGeom prst="rect">
                <a:avLst/>
              </a:prstGeom>
            </p:spPr>
          </p:pic>
          <p:sp>
            <p:nvSpPr>
              <p:cNvPr id="18" name="Rectangle 17">
                <a:extLst>
                  <a:ext uri="{FF2B5EF4-FFF2-40B4-BE49-F238E27FC236}">
                    <a16:creationId xmlns:a16="http://schemas.microsoft.com/office/drawing/2014/main" id="{23075077-CD57-1D28-C750-FA8D8A5B81E1}"/>
                  </a:ext>
                </a:extLst>
              </p:cNvPr>
              <p:cNvSpPr/>
              <p:nvPr/>
            </p:nvSpPr>
            <p:spPr bwMode="auto">
              <a:xfrm>
                <a:off x="1828800" y="3384912"/>
                <a:ext cx="4264717" cy="1464824"/>
              </a:xfrm>
              <a:prstGeom prst="rect">
                <a:avLst/>
              </a:prstGeom>
              <a:gradFill flip="none" rotWithShape="1">
                <a:gsLst>
                  <a:gs pos="0">
                    <a:srgbClr val="FFF8F3"/>
                  </a:gs>
                  <a:gs pos="97899">
                    <a:srgbClr val="FEFAF8">
                      <a:alpha val="0"/>
                    </a:srgbClr>
                  </a:gs>
                  <a:gs pos="52000">
                    <a:srgbClr val="FEFAF8">
                      <a:alpha val="50000"/>
                    </a:srgb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grpSp>
        <p:sp>
          <p:nvSpPr>
            <p:cNvPr id="16" name="Rectangle 15">
              <a:extLst>
                <a:ext uri="{FF2B5EF4-FFF2-40B4-BE49-F238E27FC236}">
                  <a16:creationId xmlns:a16="http://schemas.microsoft.com/office/drawing/2014/main" id="{2EFE65EB-4F82-8126-1DDF-BF597C33A39A}"/>
                </a:ext>
                <a:ext uri="{C183D7F6-B498-43B3-948B-1728B52AA6E4}">
                  <adec:decorative xmlns:adec="http://schemas.microsoft.com/office/drawing/2017/decorative" val="1"/>
                </a:ext>
              </a:extLst>
            </p:cNvPr>
            <p:cNvSpPr/>
            <p:nvPr/>
          </p:nvSpPr>
          <p:spPr bwMode="auto">
            <a:xfrm>
              <a:off x="0" y="0"/>
              <a:ext cx="4319992"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gr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a:xfrm>
            <a:off x="576073" y="512064"/>
            <a:ext cx="3383468" cy="430887"/>
          </a:xfrm>
        </p:spPr>
        <p:txBody>
          <a:body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3" y="342645"/>
            <a:ext cx="3383468"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1" y="1539260"/>
            <a:ext cx="3378200" cy="4205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E4FDF6FC-FE63-721F-1FB8-C74EA4158457}"/>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10" name="Picture 9" descr="A colorful gradient going from darker blue on the left side to light blue to magenta to orange on the right side">
              <a:extLst>
                <a:ext uri="{FF2B5EF4-FFF2-40B4-BE49-F238E27FC236}">
                  <a16:creationId xmlns:a16="http://schemas.microsoft.com/office/drawing/2014/main" id="{FBF9CC62-B64D-CB52-B6A4-C0A30E71F4C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1" name="Group 10">
              <a:extLst>
                <a:ext uri="{FF2B5EF4-FFF2-40B4-BE49-F238E27FC236}">
                  <a16:creationId xmlns:a16="http://schemas.microsoft.com/office/drawing/2014/main" id="{744AE002-B497-E409-80B1-CD9C3447148C}"/>
                </a:ext>
              </a:extLst>
            </p:cNvPr>
            <p:cNvGrpSpPr/>
            <p:nvPr userDrawn="1"/>
          </p:nvGrpSpPr>
          <p:grpSpPr>
            <a:xfrm>
              <a:off x="10794205" y="6423682"/>
              <a:ext cx="1397795" cy="434250"/>
              <a:chOff x="10794205" y="6423682"/>
              <a:chExt cx="1397795" cy="434250"/>
            </a:xfrm>
          </p:grpSpPr>
          <p:sp>
            <p:nvSpPr>
              <p:cNvPr id="12" name="Rectangle: Single Corner Rounded 11">
                <a:extLst>
                  <a:ext uri="{FF2B5EF4-FFF2-40B4-BE49-F238E27FC236}">
                    <a16:creationId xmlns:a16="http://schemas.microsoft.com/office/drawing/2014/main" id="{38AE289D-5EC0-DEBC-D259-02271B9346D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3" name="Straight Connector 12">
                <a:extLst>
                  <a:ext uri="{FF2B5EF4-FFF2-40B4-BE49-F238E27FC236}">
                    <a16:creationId xmlns:a16="http://schemas.microsoft.com/office/drawing/2014/main" id="{6C0DBFAF-20D1-9824-0230-FFD33B831438}"/>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Isosceles Triangle 13">
                <a:hlinkClick r:id="" action="ppaction://hlinkshowjump?jump=previousslide"/>
                <a:extLst>
                  <a:ext uri="{FF2B5EF4-FFF2-40B4-BE49-F238E27FC236}">
                    <a16:creationId xmlns:a16="http://schemas.microsoft.com/office/drawing/2014/main" id="{0EC88C8B-C0B9-34B2-014D-0B8DF9E64AF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9" name="Isosceles Triangle 18">
                <a:hlinkClick r:id="" action="ppaction://hlinkshowjump?jump=nextslide"/>
                <a:extLst>
                  <a:ext uri="{FF2B5EF4-FFF2-40B4-BE49-F238E27FC236}">
                    <a16:creationId xmlns:a16="http://schemas.microsoft.com/office/drawing/2014/main" id="{E9315D03-2A06-40A1-083C-B59E04147FD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20" name="Graphic 19" descr="Home outline">
                <a:hlinkClick r:id="rId5" action="ppaction://hlinksldjump"/>
                <a:extLst>
                  <a:ext uri="{FF2B5EF4-FFF2-40B4-BE49-F238E27FC236}">
                    <a16:creationId xmlns:a16="http://schemas.microsoft.com/office/drawing/2014/main" id="{80B726D5-DF31-E14C-4F11-CC78EB5636F7}"/>
                  </a:ext>
                </a:extLst>
              </p:cNvPr>
              <p:cNvPicPr>
                <a:picLocks noChangeAspect="1"/>
              </p:cNvPicPr>
              <p:nvPr userDrawn="1"/>
            </p:nvPicPr>
            <p:blipFill>
              <a:blip r:embed="rId6">
                <a:extLst>
                  <a:ext uri="{96DAC541-7B7A-43D3-8B79-37D633B846F1}">
                    <asvg:svgBlip xmlns:asvg="http://schemas.microsoft.com/office/drawing/2016/SVG/main" r:embed="rId7"/>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767364073"/>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1_Two Column Content">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0A889C9E-D6C5-BD4F-E87B-77810892A131}"/>
              </a:ext>
              <a:ext uri="{C183D7F6-B498-43B3-948B-1728B52AA6E4}">
                <adec:decorative xmlns:adec="http://schemas.microsoft.com/office/drawing/2017/decorative" val="1"/>
              </a:ext>
            </a:extLst>
          </p:cNvPr>
          <p:cNvGrpSpPr/>
          <p:nvPr userDrawn="1"/>
        </p:nvGrpSpPr>
        <p:grpSpPr>
          <a:xfrm>
            <a:off x="0" y="6423750"/>
            <a:ext cx="12192000" cy="434250"/>
            <a:chOff x="0" y="6423682"/>
            <a:chExt cx="12192000" cy="434250"/>
          </a:xfrm>
        </p:grpSpPr>
        <p:pic>
          <p:nvPicPr>
            <p:cNvPr id="3" name="Picture 2" descr="A colorful gradient going from darker blue on the left side to light blue to magenta to orange on the right side">
              <a:extLst>
                <a:ext uri="{FF2B5EF4-FFF2-40B4-BE49-F238E27FC236}">
                  <a16:creationId xmlns:a16="http://schemas.microsoft.com/office/drawing/2014/main" id="{44F814B6-5DD9-CA7A-2A47-C4305B6FD03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83132494-E80F-DF21-8EEF-BA3DAE4DFE9F}"/>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02368D83-17A0-CD83-32A9-EAB189694B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570DE481-9268-AC8C-F7D7-4DEFF6591E0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64C90DCD-43D4-C38A-5618-4B4E1C4EDED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4B5C251B-0817-8333-7C94-69613917378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rId3" action="ppaction://hlinksldjump"/>
                <a:extLst>
                  <a:ext uri="{FF2B5EF4-FFF2-40B4-BE49-F238E27FC236}">
                    <a16:creationId xmlns:a16="http://schemas.microsoft.com/office/drawing/2014/main" id="{8246F55B-20B1-50A0-BBC5-9F92234F23B5}"/>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956884888"/>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pic>
        <p:nvPicPr>
          <p:cNvPr id="3" name="Picture 2" descr="A computer screen shot of a computer screen&#10;&#10;Description automatically generated">
            <a:extLst>
              <a:ext uri="{FF2B5EF4-FFF2-40B4-BE49-F238E27FC236}">
                <a16:creationId xmlns:a16="http://schemas.microsoft.com/office/drawing/2014/main" id="{1B91B19F-5366-77DE-DF9E-1EF6C09E0EC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2" name="Picture 1" descr="A logo of a company&#10;&#10;Description automatically generated">
            <a:extLst>
              <a:ext uri="{FF2B5EF4-FFF2-40B4-BE49-F238E27FC236}">
                <a16:creationId xmlns:a16="http://schemas.microsoft.com/office/drawing/2014/main" id="{A50F46D6-40FA-B93E-7296-AED50F90EFF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6582" y="129394"/>
            <a:ext cx="3122228" cy="1373526"/>
          </a:xfrm>
          <a:prstGeom prst="rect">
            <a:avLst/>
          </a:prstGeom>
        </p:spPr>
      </p:pic>
      <p:sp>
        <p:nvSpPr>
          <p:cNvPr id="4" name="Title 1">
            <a:extLst>
              <a:ext uri="{FF2B5EF4-FFF2-40B4-BE49-F238E27FC236}">
                <a16:creationId xmlns:a16="http://schemas.microsoft.com/office/drawing/2014/main" id="{BB55674D-26E7-9727-2DC7-B84D57DD8406}"/>
              </a:ext>
            </a:extLst>
          </p:cNvPr>
          <p:cNvSpPr>
            <a:spLocks noGrp="1"/>
          </p:cNvSpPr>
          <p:nvPr>
            <p:ph type="title" hasCustomPrompt="1"/>
          </p:nvPr>
        </p:nvSpPr>
        <p:spPr>
          <a:xfrm>
            <a:off x="594360" y="1560468"/>
            <a:ext cx="4464657" cy="1354217"/>
          </a:xfrm>
          <a:prstGeom prst="rect">
            <a:avLst/>
          </a:prstGeom>
        </p:spPr>
        <p:txBody>
          <a:bodyPr wrap="square" lIns="0" tIns="0" rIns="0" bIns="0" anchor="b" anchorCtr="0">
            <a:spAutoFit/>
          </a:bodyPr>
          <a:lstStyle>
            <a:lvl1pPr marL="0" algn="l" defTabSz="932742" rtl="0" eaLnBrk="1" latinLnBrk="0" hangingPunct="1">
              <a:lnSpc>
                <a:spcPct val="100000"/>
              </a:lnSpc>
              <a:spcBef>
                <a:spcPct val="0"/>
              </a:spcBef>
              <a:buNone/>
              <a:defRPr lang="en-US" sz="4400" b="1" i="0" kern="1200" cap="none" spc="-50" baseline="0" dirty="0">
                <a:ln w="3175">
                  <a:noFill/>
                </a:ln>
                <a:solidFill>
                  <a:schemeClr val="accent4">
                    <a:lumMod val="75000"/>
                  </a:schemeClr>
                </a:solidFill>
                <a:effectLst/>
                <a:latin typeface="Segoe Sans Display Semibold" pitchFamily="2" charset="0"/>
                <a:ea typeface="+mn-ea"/>
                <a:cs typeface="Segoe Sans Display Semibold" pitchFamily="2" charset="0"/>
              </a:defRPr>
            </a:lvl1pPr>
          </a:lstStyle>
          <a:p>
            <a:r>
              <a:rPr lang="en-US"/>
              <a:t>Event name or presentation title </a:t>
            </a:r>
          </a:p>
        </p:txBody>
      </p:sp>
      <p:sp>
        <p:nvSpPr>
          <p:cNvPr id="5" name="Text Placeholder 4">
            <a:extLst>
              <a:ext uri="{FF2B5EF4-FFF2-40B4-BE49-F238E27FC236}">
                <a16:creationId xmlns:a16="http://schemas.microsoft.com/office/drawing/2014/main" id="{C47169B4-91B7-6381-7E92-580EC8940BCB}"/>
              </a:ext>
            </a:extLst>
          </p:cNvPr>
          <p:cNvSpPr>
            <a:spLocks noGrp="1"/>
          </p:cNvSpPr>
          <p:nvPr>
            <p:ph type="body" sz="quarter" idx="12" hasCustomPrompt="1"/>
          </p:nvPr>
        </p:nvSpPr>
        <p:spPr>
          <a:xfrm>
            <a:off x="594360" y="3346171"/>
            <a:ext cx="4461118" cy="307777"/>
          </a:xfrm>
          <a:prstGeom prst="rect">
            <a:avLst/>
          </a:prstGeom>
          <a:noFill/>
        </p:spPr>
        <p:txBody>
          <a:bodyPr wrap="square" lIns="0" tIns="0" rIns="0" bIns="0">
            <a:spAutoFit/>
          </a:bodyPr>
          <a:lstStyle>
            <a:lvl1pPr marL="0" indent="0">
              <a:spcBef>
                <a:spcPts val="0"/>
              </a:spcBef>
              <a:buNone/>
              <a:defRPr sz="2000" b="1" i="0" spc="0" baseline="0">
                <a:solidFill>
                  <a:schemeClr val="tx1"/>
                </a:solidFill>
                <a:latin typeface="Segoe Sans Display Semibold" pitchFamily="2" charset="0"/>
                <a:cs typeface="Segoe Sans Display Semibold" pitchFamily="2" charset="0"/>
              </a:defRPr>
            </a:lvl1pPr>
          </a:lstStyle>
          <a:p>
            <a:pPr lvl="0"/>
            <a:r>
              <a:rPr lang="en-US"/>
              <a:t>Speaker name or subtitle</a:t>
            </a:r>
          </a:p>
        </p:txBody>
      </p:sp>
      <p:sp>
        <p:nvSpPr>
          <p:cNvPr id="6" name="Rectangle: Single Corner Rounded 5">
            <a:extLst>
              <a:ext uri="{FF2B5EF4-FFF2-40B4-BE49-F238E27FC236}">
                <a16:creationId xmlns:a16="http://schemas.microsoft.com/office/drawing/2014/main" id="{316225E7-080E-A6C5-7012-D52192587909}"/>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1297C7F0-85A6-B13E-5CFB-1F4169989FE0}"/>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A18730BD-A0B1-A9B9-DB3E-FC3245F40B2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7BCC38EF-6717-7F09-8319-57E061242A3A}"/>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E9347FEE-CAAF-793A-E5A7-8CAE7941DACF}"/>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313269298"/>
      </p:ext>
    </p:extLst>
  </p:cSld>
  <p:clrMapOvr>
    <a:masterClrMapping/>
  </p:clrMapOvr>
  <p:extLst>
    <p:ext uri="{DCECCB84-F9BA-43D5-87BE-67443E8EF086}">
      <p15:sldGuideLst xmlns:p15="http://schemas.microsoft.com/office/powerpoint/2012/main">
        <p15:guide id="1" pos="360">
          <p15:clr>
            <a:srgbClr val="FBAE40"/>
          </p15:clr>
        </p15:guide>
        <p15:guide id="2" pos="2376">
          <p15:clr>
            <a:srgbClr val="FBAE40"/>
          </p15:clr>
        </p15:guide>
        <p15:guide id="3" pos="2520">
          <p15:clr>
            <a:srgbClr val="FBAE40"/>
          </p15:clr>
        </p15:guide>
        <p15:guide id="4" pos="3096">
          <p15:clr>
            <a:srgbClr val="FBAE40"/>
          </p15:clr>
        </p15:guide>
        <p15:guide id="5" pos="3240">
          <p15:clr>
            <a:srgbClr val="FBAE40"/>
          </p15:clr>
        </p15:guide>
        <p15:guide id="6" pos="4536">
          <p15:clr>
            <a:srgbClr val="FBAE40"/>
          </p15:clr>
        </p15:guide>
        <p15:guide id="7" pos="4680">
          <p15:clr>
            <a:srgbClr val="FBAE40"/>
          </p15:clr>
        </p15:guide>
        <p15:guide id="8" pos="5976">
          <p15:clr>
            <a:srgbClr val="FBAE40"/>
          </p15:clr>
        </p15:guide>
        <p15:guide id="9" pos="6120">
          <p15:clr>
            <a:srgbClr val="FBAE40"/>
          </p15:clr>
        </p15:guide>
        <p15:guide id="10" pos="6696">
          <p15:clr>
            <a:srgbClr val="FBAE40"/>
          </p15:clr>
        </p15:guide>
        <p15:guide id="11" pos="6840">
          <p15:clr>
            <a:srgbClr val="FBAE40"/>
          </p15:clr>
        </p15:guide>
        <p15:guide id="12" pos="8856">
          <p15:clr>
            <a:srgbClr val="FBAE40"/>
          </p15:clr>
        </p15:guide>
        <p15:guide id="13" pos="1656">
          <p15:clr>
            <a:srgbClr val="FBAE40"/>
          </p15:clr>
        </p15:guide>
        <p15:guide id="14" pos="1800">
          <p15:clr>
            <a:srgbClr val="FBAE40"/>
          </p15:clr>
        </p15:guide>
        <p15:guide id="15" pos="2232">
          <p15:clr>
            <a:srgbClr val="FBAE40"/>
          </p15:clr>
        </p15:guide>
        <p15:guide id="16" orient="horz" pos="360">
          <p15:clr>
            <a:srgbClr val="FBAE40"/>
          </p15:clr>
        </p15:guide>
        <p15:guide id="17" orient="horz" pos="1296">
          <p15:clr>
            <a:srgbClr val="FBAE40"/>
          </p15:clr>
        </p15:guide>
        <p15:guide id="18" orient="horz" pos="2592">
          <p15:clr>
            <a:srgbClr val="FBAE40"/>
          </p15:clr>
        </p15:guide>
        <p15:guide id="19" orient="horz" pos="2448">
          <p15:clr>
            <a:srgbClr val="FBAE40"/>
          </p15:clr>
        </p15:guide>
        <p15:guide id="20" orient="horz" pos="2736">
          <p15:clr>
            <a:srgbClr val="FBAE40"/>
          </p15:clr>
        </p15:guide>
        <p15:guide id="21" orient="horz" pos="3888">
          <p15:clr>
            <a:srgbClr val="FBAE40"/>
          </p15:clr>
        </p15:guide>
        <p15:guide id="22" orient="horz" pos="4320">
          <p15:clr>
            <a:srgbClr val="FBAE40"/>
          </p15:clr>
        </p15:guide>
        <p15:guide id="23" orient="horz" pos="4824">
          <p15:clr>
            <a:srgbClr val="FBAE40"/>
          </p15:clr>
        </p15:guide>
        <p15:guide id="24" orient="horz" pos="4680">
          <p15:clr>
            <a:srgbClr val="FBAE40"/>
          </p15:clr>
        </p15:guide>
        <p15:guide id="25" pos="4608">
          <p15:clr>
            <a:srgbClr val="FBAE40"/>
          </p15:clr>
        </p15:guide>
        <p15:guide id="26" orient="horz" pos="4968">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9_Color BG">
    <p:bg>
      <p:bgPr>
        <a:solidFill>
          <a:srgbClr val="E9E6E0"/>
        </a:solidFill>
        <a:effectLst/>
      </p:bgPr>
    </p:bg>
    <p:spTree>
      <p:nvGrpSpPr>
        <p:cNvPr id="1" name=""/>
        <p:cNvGrpSpPr/>
        <p:nvPr/>
      </p:nvGrpSpPr>
      <p:grpSpPr>
        <a:xfrm>
          <a:off x="0" y="0"/>
          <a:ext cx="0" cy="0"/>
          <a:chOff x="0" y="0"/>
          <a:chExt cx="0" cy="0"/>
        </a:xfrm>
      </p:grpSpPr>
      <p:pic>
        <p:nvPicPr>
          <p:cNvPr id="7" name="Picture 6" descr="A close up of a toy&#10;&#10;Description automatically generated">
            <a:extLst>
              <a:ext uri="{FF2B5EF4-FFF2-40B4-BE49-F238E27FC236}">
                <a16:creationId xmlns:a16="http://schemas.microsoft.com/office/drawing/2014/main" id="{FAAA01C7-D9B4-5FD5-4FEA-61756841FDB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949" r="2" b="4951"/>
          <a:stretch/>
        </p:blipFill>
        <p:spPr>
          <a:xfrm>
            <a:off x="0" y="0"/>
            <a:ext cx="12191638" cy="6857796"/>
          </a:xfrm>
          <a:prstGeom prst="rect">
            <a:avLst/>
          </a:prstGeom>
        </p:spPr>
      </p:pic>
      <p:sp>
        <p:nvSpPr>
          <p:cNvPr id="3" name="Title Placeholder 1">
            <a:extLst>
              <a:ext uri="{FF2B5EF4-FFF2-40B4-BE49-F238E27FC236}">
                <a16:creationId xmlns:a16="http://schemas.microsoft.com/office/drawing/2014/main" id="{8479D426-82A7-259D-687F-28F57F1E609A}"/>
              </a:ext>
            </a:extLst>
          </p:cNvPr>
          <p:cNvSpPr>
            <a:spLocks noGrp="1"/>
          </p:cNvSpPr>
          <p:nvPr>
            <p:ph type="title"/>
          </p:nvPr>
        </p:nvSpPr>
        <p:spPr>
          <a:xfrm>
            <a:off x="588263" y="2875002"/>
            <a:ext cx="4853532" cy="1107996"/>
          </a:xfrm>
          <a:prstGeom prst="rect">
            <a:avLst/>
          </a:prstGeom>
        </p:spPr>
        <p:txBody>
          <a:bodyPr vert="horz" wrap="square" lIns="0" tIns="0" rIns="0" bIns="0" rtlCol="0" anchor="t">
            <a:spAutoFit/>
          </a:bodyPr>
          <a:lstStyle>
            <a:lvl1pPr>
              <a:defRPr sz="3600" b="1" i="0">
                <a:solidFill>
                  <a:schemeClr val="accent4">
                    <a:lumMod val="75000"/>
                  </a:schemeClr>
                </a:solidFill>
                <a:latin typeface="Segoe Sans Display Semibold" pitchFamily="2" charset="0"/>
                <a:cs typeface="Segoe Sans Display Semibold" pitchFamily="2" charset="0"/>
              </a:defRPr>
            </a:lvl1pPr>
          </a:lstStyle>
          <a:p>
            <a:r>
              <a:rPr lang="en-US"/>
              <a:t>Click to edit Master title style</a:t>
            </a:r>
          </a:p>
        </p:txBody>
      </p:sp>
      <p:sp>
        <p:nvSpPr>
          <p:cNvPr id="2" name="Rectangle: Single Corner Rounded 1">
            <a:extLst>
              <a:ext uri="{FF2B5EF4-FFF2-40B4-BE49-F238E27FC236}">
                <a16:creationId xmlns:a16="http://schemas.microsoft.com/office/drawing/2014/main" id="{8B54C95D-2013-9A82-5E9B-D33C4E45E03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4" name="Straight Connector 3">
            <a:extLst>
              <a:ext uri="{FF2B5EF4-FFF2-40B4-BE49-F238E27FC236}">
                <a16:creationId xmlns:a16="http://schemas.microsoft.com/office/drawing/2014/main" id="{1649A4B8-C40B-F458-F680-4B926DE38D4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Isosceles Triangle 4">
            <a:hlinkClick r:id="" action="ppaction://hlinkshowjump?jump=previousslide"/>
            <a:extLst>
              <a:ext uri="{FF2B5EF4-FFF2-40B4-BE49-F238E27FC236}">
                <a16:creationId xmlns:a16="http://schemas.microsoft.com/office/drawing/2014/main" id="{DDDF9D70-8C5A-45CA-2FF7-B72FCC510F45}"/>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6" name="Isosceles Triangle 5">
            <a:hlinkClick r:id="" action="ppaction://hlinkshowjump?jump=nextslide"/>
            <a:extLst>
              <a:ext uri="{FF2B5EF4-FFF2-40B4-BE49-F238E27FC236}">
                <a16:creationId xmlns:a16="http://schemas.microsoft.com/office/drawing/2014/main" id="{CCAEE316-2DF7-D3B3-1CBF-9956E6871C9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8" name="Graphic 7" descr="Home outline">
            <a:hlinkClick r:id="" action="ppaction://hlinkshowjump?jump=firstslide"/>
            <a:extLst>
              <a:ext uri="{FF2B5EF4-FFF2-40B4-BE49-F238E27FC236}">
                <a16:creationId xmlns:a16="http://schemas.microsoft.com/office/drawing/2014/main" id="{080DF1E1-FC96-C2A7-07FD-81E402218804}"/>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80246517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3_Section_Gradient_Warm Gray">
    <p:bg>
      <p:bgPr>
        <a:solidFill>
          <a:schemeClr val="bg1"/>
        </a:solidFill>
        <a:effectLst/>
      </p:bgPr>
    </p:bg>
    <p:spTree>
      <p:nvGrpSpPr>
        <p:cNvPr id="1" name=""/>
        <p:cNvGrpSpPr/>
        <p:nvPr/>
      </p:nvGrpSpPr>
      <p:grpSpPr>
        <a:xfrm>
          <a:off x="0" y="0"/>
          <a:ext cx="0" cy="0"/>
          <a:chOff x="0" y="0"/>
          <a:chExt cx="0" cy="0"/>
        </a:xfrm>
      </p:grpSpPr>
      <p:pic>
        <p:nvPicPr>
          <p:cNvPr id="8" name="Picture 7" descr="A close-up of a computer screen&#10;&#10;Description automatically generated">
            <a:extLst>
              <a:ext uri="{FF2B5EF4-FFF2-40B4-BE49-F238E27FC236}">
                <a16:creationId xmlns:a16="http://schemas.microsoft.com/office/drawing/2014/main" id="{A83DAD36-086B-87B0-091E-EC03E2CFCA2C}"/>
              </a:ext>
            </a:extLst>
          </p:cNvPr>
          <p:cNvPicPr>
            <a:picLocks noChangeAspect="1"/>
          </p:cNvPicPr>
          <p:nvPr userDrawn="1"/>
        </p:nvPicPr>
        <p:blipFill>
          <a:blip r:embed="rId2"/>
          <a:srcRect t="9590" r="19181" b="9590"/>
          <a:stretch/>
        </p:blipFill>
        <p:spPr>
          <a:xfrm>
            <a:off x="0" y="0"/>
            <a:ext cx="12191998" cy="6857999"/>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7452360"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0" i="0" spc="-50" baseline="0">
                <a:solidFill>
                  <a:schemeClr val="tx1"/>
                </a:solidFill>
                <a:latin typeface="+mj-lt"/>
                <a:cs typeface="Segoe UI"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80E2AF5A-38A6-6B0B-B8BB-4EAA56063B6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3434418-D87D-B0D3-5BB8-009064C45F3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Isosceles Triangle 5">
            <a:hlinkClick r:id="" action="ppaction://hlinkshowjump?jump=previousslide"/>
            <a:extLst>
              <a:ext uri="{FF2B5EF4-FFF2-40B4-BE49-F238E27FC236}">
                <a16:creationId xmlns:a16="http://schemas.microsoft.com/office/drawing/2014/main" id="{0EF5166D-27E2-DA05-9F07-83CC14E2AA2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7" name="Isosceles Triangle 6">
            <a:hlinkClick r:id="" action="ppaction://hlinkshowjump?jump=nextslide"/>
            <a:extLst>
              <a:ext uri="{FF2B5EF4-FFF2-40B4-BE49-F238E27FC236}">
                <a16:creationId xmlns:a16="http://schemas.microsoft.com/office/drawing/2014/main" id="{ABB87711-44EA-AB5A-F69D-09F7E016A013}"/>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57219826-8E0D-12E9-B32E-2FB52F2C340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5204493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4_Section_Gradient_Warm Gray">
    <p:bg>
      <p:bgPr>
        <a:solidFill>
          <a:schemeClr val="bg1"/>
        </a:solidFill>
        <a:effectLst/>
      </p:bgPr>
    </p:bg>
    <p:spTree>
      <p:nvGrpSpPr>
        <p:cNvPr id="1" name=""/>
        <p:cNvGrpSpPr/>
        <p:nvPr/>
      </p:nvGrpSpPr>
      <p:grpSpPr>
        <a:xfrm>
          <a:off x="0" y="0"/>
          <a:ext cx="0" cy="0"/>
          <a:chOff x="0" y="0"/>
          <a:chExt cx="0" cy="0"/>
        </a:xfrm>
      </p:grpSpPr>
      <p:pic>
        <p:nvPicPr>
          <p:cNvPr id="5" name="Picture 4" descr="A close-up of a colorful spiral&#10;&#10;Description automatically generated">
            <a:extLst>
              <a:ext uri="{FF2B5EF4-FFF2-40B4-BE49-F238E27FC236}">
                <a16:creationId xmlns:a16="http://schemas.microsoft.com/office/drawing/2014/main" id="{FE78A0B7-C38C-EF30-63E1-9BCE12AC5F85}"/>
              </a:ext>
            </a:extLst>
          </p:cNvPr>
          <p:cNvPicPr>
            <a:picLocks noChangeAspect="1"/>
          </p:cNvPicPr>
          <p:nvPr userDrawn="1"/>
        </p:nvPicPr>
        <p:blipFill>
          <a:blip r:embed="rId2"/>
          <a:srcRect r="10287" b="10287"/>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9299448"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043B36F6-2D4A-BF68-463F-8198F085EB4E}"/>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93D41253-BD96-FB2B-8C4E-3893CBE83403}"/>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798A1CF5-8A7A-3790-4DEC-D9099334F85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73638D70-65FA-1272-F821-F87462ADD770}"/>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55E3B25F-479C-4152-55C5-4B93EA00720C}"/>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5164562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5_Section_Gradient_Warm Gray">
    <p:bg>
      <p:bgPr>
        <a:solidFill>
          <a:schemeClr val="bg1"/>
        </a:solidFill>
        <a:effectLst/>
      </p:bgPr>
    </p:bg>
    <p:spTree>
      <p:nvGrpSpPr>
        <p:cNvPr id="1" name=""/>
        <p:cNvGrpSpPr/>
        <p:nvPr/>
      </p:nvGrpSpPr>
      <p:grpSpPr>
        <a:xfrm>
          <a:off x="0" y="0"/>
          <a:ext cx="0" cy="0"/>
          <a:chOff x="0" y="0"/>
          <a:chExt cx="0" cy="0"/>
        </a:xfrm>
      </p:grpSpPr>
      <p:pic>
        <p:nvPicPr>
          <p:cNvPr id="6" name="Picture 5" descr="A close-up of a curved object&#10;&#10;Description automatically generated">
            <a:extLst>
              <a:ext uri="{FF2B5EF4-FFF2-40B4-BE49-F238E27FC236}">
                <a16:creationId xmlns:a16="http://schemas.microsoft.com/office/drawing/2014/main" id="{BC06A425-7693-6E8F-EB7B-6C9814E91683}"/>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E4F28DDB-A2B6-F21A-AFAE-6D86A1D0D50C}"/>
              </a:ext>
            </a:extLst>
          </p:cNvPr>
          <p:cNvSpPr/>
          <p:nvPr userDrawn="1"/>
        </p:nvSpPr>
        <p:spPr bwMode="auto">
          <a:xfrm>
            <a:off x="0" y="0"/>
            <a:ext cx="8586216" cy="6858000"/>
          </a:xfrm>
          <a:prstGeom prst="rect">
            <a:avLst/>
          </a:prstGeom>
          <a:gradFill>
            <a:gsLst>
              <a:gs pos="0">
                <a:srgbClr val="FFF8F3"/>
              </a:gs>
              <a:gs pos="100000">
                <a:srgbClr val="FFF8F3">
                  <a:alpha val="0"/>
                </a:srgb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4989641" cy="615553"/>
          </a:xfrm>
          <a:noFill/>
        </p:spPr>
        <p:txBody>
          <a:bodyPr wrap="square" lIns="0" tIns="0" rIns="0" bIns="0" anchor="b" anchorCtr="0">
            <a:spAutoFit/>
          </a:bodyPr>
          <a:lstStyle>
            <a:lvl1pPr>
              <a:defRPr sz="4000" b="1" i="0" spc="-50" baseline="0">
                <a:solidFill>
                  <a:schemeClr val="tx1"/>
                </a:solidFill>
                <a:latin typeface="+mj-lt"/>
                <a:ea typeface="Amazon Ember Display" panose="020F0603020204020204" pitchFamily="34" charset="0"/>
                <a:cs typeface="Segoe UI Semibold" panose="020B0502040204020203" pitchFamily="34" charset="0"/>
              </a:defRPr>
            </a:lvl1pPr>
          </a:lstStyle>
          <a:p>
            <a:r>
              <a:rPr lang="en-US"/>
              <a:t>Section divider title</a:t>
            </a:r>
          </a:p>
        </p:txBody>
      </p:sp>
      <p:sp>
        <p:nvSpPr>
          <p:cNvPr id="2" name="Text Placeholder 4">
            <a:extLst>
              <a:ext uri="{FF2B5EF4-FFF2-40B4-BE49-F238E27FC236}">
                <a16:creationId xmlns:a16="http://schemas.microsoft.com/office/drawing/2014/main" id="{F9CC4CD7-01CD-2983-6312-47D1240CC951}"/>
              </a:ext>
            </a:extLst>
          </p:cNvPr>
          <p:cNvSpPr>
            <a:spLocks noGrp="1"/>
          </p:cNvSpPr>
          <p:nvPr>
            <p:ph type="body" sz="quarter" idx="12" hasCustomPrompt="1"/>
          </p:nvPr>
        </p:nvSpPr>
        <p:spPr>
          <a:xfrm>
            <a:off x="582042" y="4215828"/>
            <a:ext cx="4989641" cy="246221"/>
          </a:xfrm>
          <a:prstGeom prst="rect">
            <a:avLst/>
          </a:prstGeo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Subtitle</a:t>
            </a:r>
          </a:p>
        </p:txBody>
      </p:sp>
      <p:sp>
        <p:nvSpPr>
          <p:cNvPr id="4" name="Rectangle: Single Corner Rounded 3">
            <a:extLst>
              <a:ext uri="{FF2B5EF4-FFF2-40B4-BE49-F238E27FC236}">
                <a16:creationId xmlns:a16="http://schemas.microsoft.com/office/drawing/2014/main" id="{B4F9710B-F765-7104-F48D-6E52337DB7FB}"/>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D800256A-3213-7462-1973-8B978A9DA07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9F1BF2AF-6072-6D06-DCEB-3A0223768815}"/>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C60F317A-5C56-6343-2B7B-BFF72D05D7F4}"/>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2930ABDD-E694-A545-F3DD-8AD2985CBD0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38607333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Title Slide with replaceab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302670"/>
            <a:ext cx="4495800" cy="1231106"/>
          </a:xfrm>
          <a:noFill/>
        </p:spPr>
        <p:txBody>
          <a:bodyPr wrap="square" lIns="0" tIns="0" rIns="0" bIns="0" anchor="b" anchorCtr="0">
            <a:spAutoFit/>
          </a:bodyPr>
          <a:lstStyle>
            <a:lvl1pPr>
              <a:defRPr sz="4000" spc="-50" baseline="0">
                <a:solidFill>
                  <a:schemeClr val="tx1"/>
                </a:solidFill>
                <a:latin typeface="+mj-lt"/>
                <a:cs typeface="Segoe Sans Display" pitchFamily="2" charset="0"/>
              </a:defRPr>
            </a:lvl1pPr>
          </a:lstStyle>
          <a:p>
            <a:r>
              <a:rPr lang="en-US"/>
              <a:t>Event name or </a:t>
            </a:r>
            <a:br>
              <a:rPr lang="en-US"/>
            </a:br>
            <a:r>
              <a:rPr lang="en-US"/>
              <a:t>presentation title </a:t>
            </a:r>
          </a:p>
        </p:txBody>
      </p:sp>
      <p:sp>
        <p:nvSpPr>
          <p:cNvPr id="5" name="Text Placeholder 4"/>
          <p:cNvSpPr>
            <a:spLocks noGrp="1"/>
          </p:cNvSpPr>
          <p:nvPr>
            <p:ph type="body" sz="quarter" idx="12" hasCustomPrompt="1"/>
          </p:nvPr>
        </p:nvSpPr>
        <p:spPr>
          <a:xfrm>
            <a:off x="584200" y="3962400"/>
            <a:ext cx="4495800" cy="246221"/>
          </a:xfrm>
          <a:noFill/>
        </p:spPr>
        <p:txBody>
          <a:bodyPr wrap="square" lIns="0" tIns="0" rIns="0" bIns="0">
            <a:spAutoFit/>
          </a:bodyPr>
          <a:lstStyle>
            <a:lvl1pPr marL="0" indent="0">
              <a:spcBef>
                <a:spcPts val="0"/>
              </a:spcBef>
              <a:buNone/>
              <a:defRPr sz="1600" spc="0" baseline="0">
                <a:solidFill>
                  <a:schemeClr val="tx1"/>
                </a:solidFill>
                <a:latin typeface="+mn-lt"/>
                <a:cs typeface="Segoe Sans Display" pitchFamily="2" charset="0"/>
              </a:defRPr>
            </a:lvl1pPr>
          </a:lstStyle>
          <a:p>
            <a:pPr lvl="0"/>
            <a:r>
              <a:rPr lang="en-US"/>
              <a:t>Speaker name or subtitle text</a:t>
            </a:r>
          </a:p>
        </p:txBody>
      </p:sp>
      <p:sp>
        <p:nvSpPr>
          <p:cNvPr id="2" name="Picture Placeholder" descr="Picture placeholder">
            <a:extLst>
              <a:ext uri="{FF2B5EF4-FFF2-40B4-BE49-F238E27FC236}">
                <a16:creationId xmlns:a16="http://schemas.microsoft.com/office/drawing/2014/main" id="{9BD5030A-DADA-E973-A194-2BD6C3CE6D48}"/>
              </a:ext>
            </a:extLst>
          </p:cNvPr>
          <p:cNvSpPr>
            <a:spLocks noGrp="1"/>
          </p:cNvSpPr>
          <p:nvPr>
            <p:ph type="pic" sz="quarter" idx="11" hasCustomPrompt="1"/>
          </p:nvPr>
        </p:nvSpPr>
        <p:spPr bwMode="ltGray">
          <a:xfrm>
            <a:off x="5334000" y="0"/>
            <a:ext cx="6858000" cy="6858000"/>
          </a:xfrm>
          <a:blipFill>
            <a:blip r:embed="rId3" cstate="email">
              <a:extLst>
                <a:ext uri="{28A0092B-C50C-407E-A947-70E740481C1C}">
                  <a14:useLocalDpi xmlns:a14="http://schemas.microsoft.com/office/drawing/2010/main"/>
                </a:ext>
              </a:extLst>
            </a:blip>
            <a:stretch>
              <a:fillRect/>
            </a:stretch>
          </a:blipFill>
        </p:spPr>
        <p:txBody>
          <a:bodyPr lIns="0" tIns="2377440" rIns="0" anchor="t" anchorCtr="0">
            <a:noAutofit/>
          </a:bodyPr>
          <a:lstStyle>
            <a:lvl1pPr marL="0" indent="0" algn="ctr">
              <a:lnSpc>
                <a:spcPct val="100000"/>
              </a:lnSpc>
              <a:buNone/>
              <a:defRPr sz="1400" b="1">
                <a:solidFill>
                  <a:schemeClr val="tx2"/>
                </a:solidFill>
                <a:latin typeface="+mn-lt"/>
                <a:cs typeface="Segoe Sans Display" pitchFamily="2" charset="0"/>
              </a:defRPr>
            </a:lvl1pPr>
          </a:lstStyle>
          <a:p>
            <a:r>
              <a:rPr lang="en-US"/>
              <a:t>Drag &amp; drop your photo here </a:t>
            </a:r>
            <a:br>
              <a:rPr lang="en-US"/>
            </a:br>
            <a:r>
              <a:rPr lang="en-US"/>
              <a:t>or click or tap icon below </a:t>
            </a:r>
            <a:br>
              <a:rPr lang="en-US"/>
            </a:br>
            <a:r>
              <a:rPr lang="en-US"/>
              <a:t>to insert</a:t>
            </a:r>
          </a:p>
        </p:txBody>
      </p:sp>
      <p:pic>
        <p:nvPicPr>
          <p:cNvPr id="4" name="Picture 3" descr="A logo of a company&#10;&#10;Description automatically generated">
            <a:extLst>
              <a:ext uri="{FF2B5EF4-FFF2-40B4-BE49-F238E27FC236}">
                <a16:creationId xmlns:a16="http://schemas.microsoft.com/office/drawing/2014/main" id="{BDBF080B-BF21-EB33-9A4D-312E502815DD}"/>
              </a:ext>
            </a:extLst>
          </p:cNvPr>
          <p:cNvPicPr>
            <a:picLocks noChangeAspect="1"/>
          </p:cNvPicPr>
          <p:nvPr userDrawn="1"/>
        </p:nvPicPr>
        <p:blipFill rotWithShape="1">
          <a:blip r:embed="rId4"/>
          <a:srcRect l="12448" t="32535" r="14401" b="28160"/>
          <a:stretch/>
        </p:blipFill>
        <p:spPr>
          <a:xfrm>
            <a:off x="571500" y="764113"/>
            <a:ext cx="1454782" cy="343851"/>
          </a:xfrm>
          <a:prstGeom prst="rect">
            <a:avLst/>
          </a:prstGeom>
        </p:spPr>
      </p:pic>
      <p:sp>
        <p:nvSpPr>
          <p:cNvPr id="3" name="Rectangle: Single Corner Rounded 2">
            <a:extLst>
              <a:ext uri="{FF2B5EF4-FFF2-40B4-BE49-F238E27FC236}">
                <a16:creationId xmlns:a16="http://schemas.microsoft.com/office/drawing/2014/main" id="{AA203A0B-E098-2B20-A3C5-C2CE79D4BAAF}"/>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0DF71CA3-196C-057C-53B7-536CEBADB14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DA5468F6-6D4E-C292-9974-54AC22ED636C}"/>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7ACACCFD-344E-A30D-EF2B-D16F806B5C7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058433DC-47C2-1C6F-2B66-82C0A866D3D0}"/>
              </a:ext>
            </a:extLst>
          </p:cNvPr>
          <p:cNvPicPr>
            <a:picLocks noChangeAspect="1"/>
          </p:cNvPicPr>
          <p:nvPr userDrawn="1"/>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28863076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6E27CBDD-49E9-BBDF-550B-482E4E570E44}"/>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latin typeface="Segoe UI Semibold" panose="020B0702040204020203" pitchFamily="34" charset="0"/>
                <a:cs typeface="Segoe UI Semibold" panose="020B07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Single Corner Rounded 2">
            <a:extLst>
              <a:ext uri="{FF2B5EF4-FFF2-40B4-BE49-F238E27FC236}">
                <a16:creationId xmlns:a16="http://schemas.microsoft.com/office/drawing/2014/main" id="{2F1F068A-0425-4B11-CDF5-54041539891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6" name="Straight Connector 5">
            <a:extLst>
              <a:ext uri="{FF2B5EF4-FFF2-40B4-BE49-F238E27FC236}">
                <a16:creationId xmlns:a16="http://schemas.microsoft.com/office/drawing/2014/main" id="{66785968-64BC-1F8E-5B9C-F0CCA450E95C}"/>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Isosceles Triangle 6">
            <a:hlinkClick r:id="" action="ppaction://hlinkshowjump?jump=previousslide"/>
            <a:extLst>
              <a:ext uri="{FF2B5EF4-FFF2-40B4-BE49-F238E27FC236}">
                <a16:creationId xmlns:a16="http://schemas.microsoft.com/office/drawing/2014/main" id="{B9A7DFAD-8D5B-B898-C101-540848445DA3}"/>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8" name="Isosceles Triangle 7">
            <a:hlinkClick r:id="" action="ppaction://hlinkshowjump?jump=nextslide"/>
            <a:extLst>
              <a:ext uri="{FF2B5EF4-FFF2-40B4-BE49-F238E27FC236}">
                <a16:creationId xmlns:a16="http://schemas.microsoft.com/office/drawing/2014/main" id="{DB210C5F-883F-640B-479C-F8807D664EC2}"/>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9" name="Graphic 8" descr="Home outline">
            <a:hlinkClick r:id="rId2" action="ppaction://hlinksldjump"/>
            <a:extLst>
              <a:ext uri="{FF2B5EF4-FFF2-40B4-BE49-F238E27FC236}">
                <a16:creationId xmlns:a16="http://schemas.microsoft.com/office/drawing/2014/main" id="{92673C75-5418-87DD-41E8-B9A6AD4EB584}"/>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sp>
        <p:nvSpPr>
          <p:cNvPr id="10" name="Slide Number Placeholder 7">
            <a:extLst>
              <a:ext uri="{FF2B5EF4-FFF2-40B4-BE49-F238E27FC236}">
                <a16:creationId xmlns:a16="http://schemas.microsoft.com/office/drawing/2014/main" id="{256D5A23-0A22-0CED-C06F-701F18F0042F}"/>
              </a:ext>
            </a:extLst>
          </p:cNvPr>
          <p:cNvSpPr>
            <a:spLocks noGrp="1"/>
          </p:cNvSpPr>
          <p:nvPr>
            <p:ph type="sldNum" sz="quarter" idx="4"/>
          </p:nvPr>
        </p:nvSpPr>
        <p:spPr>
          <a:xfrm>
            <a:off x="576072" y="6413092"/>
            <a:ext cx="150682"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fld id="{E9AC625C-0623-4FA9-8F8A-4D900326205E}" type="slidenum">
              <a:rPr lang="en-US" smtClean="0"/>
              <a:pPr/>
              <a:t>‹#›</a:t>
            </a:fld>
            <a:endParaRPr lang="en-US"/>
          </a:p>
        </p:txBody>
      </p:sp>
    </p:spTree>
    <p:extLst>
      <p:ext uri="{BB962C8B-B14F-4D97-AF65-F5344CB8AC3E}">
        <p14:creationId xmlns:p14="http://schemas.microsoft.com/office/powerpoint/2010/main" val="156840666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312">
          <p15:clr>
            <a:srgbClr val="5ACBF0"/>
          </p15:clr>
        </p15:guide>
        <p15:guide id="5" orient="horz" pos="904">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_TItle, sub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23165"/>
          </a:xfrm>
        </p:spPr>
        <p:txBody>
          <a:bodyPr vert="horz" wrap="square" lIns="0" tIns="45720" rIns="0" bIns="0" rtlCol="0">
            <a:spAutoFit/>
          </a:bodyPr>
          <a:lstStyle>
            <a:lvl1pPr>
              <a:defRPr lang="en-US">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2019300"/>
            <a:ext cx="11025188" cy="2562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0CC8A979-8AB8-4200-42E7-0B13DA457A82}"/>
              </a:ext>
            </a:extLst>
          </p:cNvPr>
          <p:cNvSpPr>
            <a:spLocks noGrp="1"/>
          </p:cNvSpPr>
          <p:nvPr>
            <p:ph type="ftr" sz="quarter" idx="3"/>
          </p:nvPr>
        </p:nvSpPr>
        <p:spPr>
          <a:xfrm>
            <a:off x="584201" y="6456459"/>
            <a:ext cx="11025188" cy="107854"/>
          </a:xfrm>
          <a:prstGeom prst="rect">
            <a:avLst/>
          </a:prstGeom>
        </p:spPr>
        <p:txBody>
          <a:bodyPr lIns="0" tIns="0" rIns="0" bIns="0" anchor="b" anchorCtr="0"/>
          <a:lstStyle>
            <a:lvl1pPr>
              <a:defRPr sz="800" baseline="0">
                <a:solidFill>
                  <a:schemeClr val="bg1">
                    <a:lumMod val="50000"/>
                  </a:schemeClr>
                </a:solidFill>
              </a:defRPr>
            </a:lvl1pPr>
          </a:lstStyle>
          <a:p>
            <a:pPr>
              <a:tabLst>
                <a:tab pos="11029950" algn="r"/>
              </a:tabLst>
            </a:pPr>
            <a:endParaRPr lang="en-US"/>
          </a:p>
        </p:txBody>
      </p:sp>
      <p:sp>
        <p:nvSpPr>
          <p:cNvPr id="4" name="Rectangle: Single Corner Rounded 3">
            <a:extLst>
              <a:ext uri="{FF2B5EF4-FFF2-40B4-BE49-F238E27FC236}">
                <a16:creationId xmlns:a16="http://schemas.microsoft.com/office/drawing/2014/main" id="{400C5722-B833-AFD6-77A0-7EFAC13C110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477EF016-5F7E-9326-B946-5A7EFF42AC37}"/>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538327A6-17BB-058B-F31E-EC3EBB3F5E00}"/>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71A7DD24-A028-DB07-B757-64137CBA833C}"/>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 action="ppaction://hlinkshowjump?jump=firstslide"/>
            <a:extLst>
              <a:ext uri="{FF2B5EF4-FFF2-40B4-BE49-F238E27FC236}">
                <a16:creationId xmlns:a16="http://schemas.microsoft.com/office/drawing/2014/main" id="{DDEB16D5-22A6-FEA8-E340-60F15B978E2F}"/>
              </a:ext>
            </a:extLst>
          </p:cNvPr>
          <p:cNvPicPr>
            <a:picLocks noChangeAspect="1"/>
          </p:cNvPicPr>
          <p:nvPr userDrawn="1"/>
        </p:nvPicPr>
        <p:blipFill>
          <a:blip r:embed="rId2">
            <a:extLst>
              <a:ext uri="{96DAC541-7B7A-43D3-8B79-37D633B846F1}">
                <asvg:svgBlip xmlns:asvg="http://schemas.microsoft.com/office/drawing/2016/SVG/main" r:embed="rId3"/>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84791919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2_Two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lvl1pPr>
              <a:defRPr>
                <a:latin typeface="Segoe UI Semibold" panose="020B0702040204020203" pitchFamily="34" charset="0"/>
                <a:cs typeface="Segoe UI Semibold" panose="020B0702040204020203"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CE607471-1714-DF09-D946-DE3D04781CEF}"/>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latin typeface="Segoe UI Semibold" panose="020B0702040204020203" pitchFamily="34" charset="0"/>
                <a:cs typeface="Segoe UI Semibold" panose="020B0702040204020203" pitchFamily="34" charset="0"/>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7">
            <a:extLst>
              <a:ext uri="{FF2B5EF4-FFF2-40B4-BE49-F238E27FC236}">
                <a16:creationId xmlns:a16="http://schemas.microsoft.com/office/drawing/2014/main" id="{13D847D2-3F42-8DEF-3A68-70FE486772AD}"/>
              </a:ext>
            </a:extLst>
          </p:cNvPr>
          <p:cNvSpPr>
            <a:spLocks noGrp="1"/>
          </p:cNvSpPr>
          <p:nvPr>
            <p:ph type="sldNum" sz="quarter" idx="4"/>
          </p:nvPr>
        </p:nvSpPr>
        <p:spPr>
          <a:xfrm>
            <a:off x="576072" y="6413092"/>
            <a:ext cx="150682"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fld id="{E9AC625C-0623-4FA9-8F8A-4D900326205E}" type="slidenum">
              <a:rPr lang="en-US" smtClean="0"/>
              <a:pPr/>
              <a:t>‹#›</a:t>
            </a:fld>
            <a:endParaRPr lang="en-US"/>
          </a:p>
        </p:txBody>
      </p:sp>
      <p:grpSp>
        <p:nvGrpSpPr>
          <p:cNvPr id="14" name="Group 13">
            <a:extLst>
              <a:ext uri="{FF2B5EF4-FFF2-40B4-BE49-F238E27FC236}">
                <a16:creationId xmlns:a16="http://schemas.microsoft.com/office/drawing/2014/main" id="{0A889C9E-D6C5-BD4F-E87B-77810892A131}"/>
              </a:ext>
              <a:ext uri="{C183D7F6-B498-43B3-948B-1728B52AA6E4}">
                <adec:decorative xmlns:adec="http://schemas.microsoft.com/office/drawing/2017/decorative" val="1"/>
              </a:ext>
            </a:extLst>
          </p:cNvPr>
          <p:cNvGrpSpPr/>
          <p:nvPr userDrawn="1"/>
        </p:nvGrpSpPr>
        <p:grpSpPr>
          <a:xfrm>
            <a:off x="0" y="6423682"/>
            <a:ext cx="12192000" cy="434250"/>
            <a:chOff x="0" y="6423682"/>
            <a:chExt cx="12192000" cy="434250"/>
          </a:xfrm>
        </p:grpSpPr>
        <p:pic>
          <p:nvPicPr>
            <p:cNvPr id="3" name="Picture 2" descr="A colorful gradient going from darker blue on the left side to light blue to magenta to orange on the right side">
              <a:extLst>
                <a:ext uri="{FF2B5EF4-FFF2-40B4-BE49-F238E27FC236}">
                  <a16:creationId xmlns:a16="http://schemas.microsoft.com/office/drawing/2014/main" id="{44F814B6-5DD9-CA7A-2A47-C4305B6FD03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13" name="Group 12">
              <a:extLst>
                <a:ext uri="{FF2B5EF4-FFF2-40B4-BE49-F238E27FC236}">
                  <a16:creationId xmlns:a16="http://schemas.microsoft.com/office/drawing/2014/main" id="{83132494-E80F-DF21-8EEF-BA3DAE4DFE9F}"/>
                </a:ext>
              </a:extLst>
            </p:cNvPr>
            <p:cNvGrpSpPr/>
            <p:nvPr userDrawn="1"/>
          </p:nvGrpSpPr>
          <p:grpSpPr>
            <a:xfrm>
              <a:off x="10794205" y="6423682"/>
              <a:ext cx="1397795" cy="434250"/>
              <a:chOff x="10794205" y="6423682"/>
              <a:chExt cx="1397795" cy="434250"/>
            </a:xfrm>
          </p:grpSpPr>
          <p:sp>
            <p:nvSpPr>
              <p:cNvPr id="7" name="Rectangle: Single Corner Rounded 6">
                <a:extLst>
                  <a:ext uri="{FF2B5EF4-FFF2-40B4-BE49-F238E27FC236}">
                    <a16:creationId xmlns:a16="http://schemas.microsoft.com/office/drawing/2014/main" id="{02368D83-17A0-CD83-32A9-EAB189694B67}"/>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570DE481-9268-AC8C-F7D7-4DEFF6591E06}"/>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Isosceles Triangle 9">
                <a:hlinkClick r:id="" action="ppaction://hlinkshowjump?jump=previousslide"/>
                <a:extLst>
                  <a:ext uri="{FF2B5EF4-FFF2-40B4-BE49-F238E27FC236}">
                    <a16:creationId xmlns:a16="http://schemas.microsoft.com/office/drawing/2014/main" id="{64C90DCD-43D4-C38A-5618-4B4E1C4EDED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1" name="Isosceles Triangle 10">
                <a:hlinkClick r:id="" action="ppaction://hlinkshowjump?jump=nextslide"/>
                <a:extLst>
                  <a:ext uri="{FF2B5EF4-FFF2-40B4-BE49-F238E27FC236}">
                    <a16:creationId xmlns:a16="http://schemas.microsoft.com/office/drawing/2014/main" id="{4B5C251B-0817-8333-7C94-69613917378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2" name="Graphic 11" descr="Home outline">
                <a:hlinkClick r:id="rId3" action="ppaction://hlinksldjump"/>
                <a:extLst>
                  <a:ext uri="{FF2B5EF4-FFF2-40B4-BE49-F238E27FC236}">
                    <a16:creationId xmlns:a16="http://schemas.microsoft.com/office/drawing/2014/main" id="{8246F55B-20B1-50A0-BBC5-9F92234F23B5}"/>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3578805797"/>
      </p:ext>
    </p:extLst>
  </p:cSld>
  <p:clrMapOvr>
    <a:masterClrMapping/>
  </p:clrMapOvr>
  <p:transition>
    <p:fade/>
  </p:transition>
  <p:extLst>
    <p:ext uri="{DCECCB84-F9BA-43D5-87BE-67443E8EF086}">
      <p15:sldGuideLst xmlns:p15="http://schemas.microsoft.com/office/powerpoint/2012/main">
        <p15:guide id="1" orient="horz" pos="312">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_Three Column Bullet with Subtitl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614CF21-40C9-FD81-9FE0-C35C45EA6869}"/>
              </a:ext>
            </a:extLst>
          </p:cNvPr>
          <p:cNvSpPr>
            <a:spLocks noGrp="1"/>
          </p:cNvSpPr>
          <p:nvPr>
            <p:ph type="title"/>
          </p:nvPr>
        </p:nvSpPr>
        <p:spPr/>
        <p:txBody>
          <a:bodyPr/>
          <a:lstStyle/>
          <a:p>
            <a:r>
              <a:rPr lang="en-US"/>
              <a:t>Click to edit Master title style</a:t>
            </a:r>
          </a:p>
        </p:txBody>
      </p:sp>
      <p:sp>
        <p:nvSpPr>
          <p:cNvPr id="6" name="Text Placeholder 4">
            <a:extLst>
              <a:ext uri="{FF2B5EF4-FFF2-40B4-BE49-F238E27FC236}">
                <a16:creationId xmlns:a16="http://schemas.microsoft.com/office/drawing/2014/main" id="{CE7AB499-F4B6-AB75-F8BB-2E6B5006EAAD}"/>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solidFill>
                  <a:schemeClr val="accent2"/>
                </a:solidFill>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5" name="Text Placeholder 4">
            <a:extLst>
              <a:ext uri="{FF2B5EF4-FFF2-40B4-BE49-F238E27FC236}">
                <a16:creationId xmlns:a16="http://schemas.microsoft.com/office/drawing/2014/main" id="{5F95B007-C9EF-5B2F-94EA-FE8143537B48}"/>
              </a:ext>
            </a:extLst>
          </p:cNvPr>
          <p:cNvSpPr>
            <a:spLocks noGrp="1"/>
          </p:cNvSpPr>
          <p:nvPr>
            <p:ph type="body" sz="quarter" idx="20"/>
          </p:nvPr>
        </p:nvSpPr>
        <p:spPr>
          <a:xfrm>
            <a:off x="577850"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48F29CA2-1A6E-5E01-133F-13692EF74955}"/>
              </a:ext>
            </a:extLst>
          </p:cNvPr>
          <p:cNvSpPr>
            <a:spLocks noGrp="1"/>
          </p:cNvSpPr>
          <p:nvPr>
            <p:ph type="body" sz="quarter" idx="21"/>
          </p:nvPr>
        </p:nvSpPr>
        <p:spPr>
          <a:xfrm>
            <a:off x="4462463"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4">
            <a:extLst>
              <a:ext uri="{FF2B5EF4-FFF2-40B4-BE49-F238E27FC236}">
                <a16:creationId xmlns:a16="http://schemas.microsoft.com/office/drawing/2014/main" id="{1E78BFDD-CDF6-1991-27AA-4A34894154F1}"/>
              </a:ext>
            </a:extLst>
          </p:cNvPr>
          <p:cNvSpPr>
            <a:spLocks noGrp="1"/>
          </p:cNvSpPr>
          <p:nvPr>
            <p:ph type="body" sz="quarter" idx="22"/>
          </p:nvPr>
        </p:nvSpPr>
        <p:spPr>
          <a:xfrm>
            <a:off x="8348662" y="1438275"/>
            <a:ext cx="3271838" cy="2943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3" name="Group 2">
            <a:extLst>
              <a:ext uri="{FF2B5EF4-FFF2-40B4-BE49-F238E27FC236}">
                <a16:creationId xmlns:a16="http://schemas.microsoft.com/office/drawing/2014/main" id="{6D5CC598-39BC-01A4-9EC6-9B09F6238E21}"/>
              </a:ext>
            </a:extLst>
          </p:cNvPr>
          <p:cNvGrpSpPr/>
          <p:nvPr userDrawn="1"/>
        </p:nvGrpSpPr>
        <p:grpSpPr>
          <a:xfrm>
            <a:off x="10794205" y="6423682"/>
            <a:ext cx="1397795" cy="434250"/>
            <a:chOff x="10794205" y="6423682"/>
            <a:chExt cx="1397795" cy="434250"/>
          </a:xfrm>
        </p:grpSpPr>
        <p:sp>
          <p:nvSpPr>
            <p:cNvPr id="4" name="Rectangle: Single Corner Rounded 3">
              <a:extLst>
                <a:ext uri="{FF2B5EF4-FFF2-40B4-BE49-F238E27FC236}">
                  <a16:creationId xmlns:a16="http://schemas.microsoft.com/office/drawing/2014/main" id="{55982F81-1C89-B8A3-9E65-38B3E64FA7B3}"/>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10" name="Straight Connector 9">
              <a:extLst>
                <a:ext uri="{FF2B5EF4-FFF2-40B4-BE49-F238E27FC236}">
                  <a16:creationId xmlns:a16="http://schemas.microsoft.com/office/drawing/2014/main" id="{C7A0023D-D519-05ED-5CBD-EC0B3D5F1C1E}"/>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Isosceles Triangle 10">
              <a:hlinkClick r:id="" action="ppaction://hlinkshowjump?jump=previousslide"/>
              <a:extLst>
                <a:ext uri="{FF2B5EF4-FFF2-40B4-BE49-F238E27FC236}">
                  <a16:creationId xmlns:a16="http://schemas.microsoft.com/office/drawing/2014/main" id="{3E1664EF-2DEF-81AA-AECB-A4911BAC8C04}"/>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12" name="Isosceles Triangle 11">
              <a:hlinkClick r:id="" action="ppaction://hlinkshowjump?jump=nextslide"/>
              <a:extLst>
                <a:ext uri="{FF2B5EF4-FFF2-40B4-BE49-F238E27FC236}">
                  <a16:creationId xmlns:a16="http://schemas.microsoft.com/office/drawing/2014/main" id="{123D35B2-E9E5-2D49-8BBA-DCC522C18E48}"/>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3" name="Graphic 12" descr="Home outline">
              <a:hlinkClick r:id="rId2" action="ppaction://hlinksldjump"/>
              <a:extLst>
                <a:ext uri="{FF2B5EF4-FFF2-40B4-BE49-F238E27FC236}">
                  <a16:creationId xmlns:a16="http://schemas.microsoft.com/office/drawing/2014/main" id="{62308DD5-42B8-06F4-EC12-C98224B59707}"/>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3987734456"/>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312">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CEAD74-397D-0D97-9041-3CFAF98275DD}"/>
              </a:ext>
            </a:extLst>
          </p:cNvPr>
          <p:cNvSpPr>
            <a:spLocks noGrp="1"/>
          </p:cNvSpPr>
          <p:nvPr>
            <p:ph type="title"/>
          </p:nvPr>
        </p:nvSpPr>
        <p:spPr/>
        <p:txBody>
          <a:bodyPr/>
          <a:lstStyle/>
          <a:p>
            <a:r>
              <a:rPr lang="en-US"/>
              <a:t>Click to edit Master title style</a:t>
            </a:r>
          </a:p>
        </p:txBody>
      </p:sp>
      <p:sp>
        <p:nvSpPr>
          <p:cNvPr id="4" name="Text Placeholder 4">
            <a:extLst>
              <a:ext uri="{FF2B5EF4-FFF2-40B4-BE49-F238E27FC236}">
                <a16:creationId xmlns:a16="http://schemas.microsoft.com/office/drawing/2014/main" id="{06C78FC9-571D-C292-CABC-D6E40E5EF179}"/>
              </a:ext>
            </a:extLst>
          </p:cNvPr>
          <p:cNvSpPr>
            <a:spLocks noGrp="1"/>
          </p:cNvSpPr>
          <p:nvPr>
            <p:ph type="body" sz="quarter" idx="11" hasCustomPrompt="1"/>
          </p:nvPr>
        </p:nvSpPr>
        <p:spPr>
          <a:xfrm>
            <a:off x="576072" y="342645"/>
            <a:ext cx="11018520" cy="184666"/>
          </a:xfrm>
        </p:spPr>
        <p:txBody>
          <a:bodyPr/>
          <a:lstStyle>
            <a:lvl1pPr marL="0" indent="0">
              <a:buNone/>
              <a:defRPr sz="12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add optional eyebrow text</a:t>
            </a:r>
          </a:p>
        </p:txBody>
      </p:sp>
      <p:sp>
        <p:nvSpPr>
          <p:cNvPr id="2" name="Slide Number Placeholder 7">
            <a:extLst>
              <a:ext uri="{FF2B5EF4-FFF2-40B4-BE49-F238E27FC236}">
                <a16:creationId xmlns:a16="http://schemas.microsoft.com/office/drawing/2014/main" id="{CF0D59DA-576E-407F-1B07-A09F413CCC4B}"/>
              </a:ext>
            </a:extLst>
          </p:cNvPr>
          <p:cNvSpPr>
            <a:spLocks noGrp="1"/>
          </p:cNvSpPr>
          <p:nvPr>
            <p:ph type="sldNum" sz="quarter" idx="4"/>
          </p:nvPr>
        </p:nvSpPr>
        <p:spPr>
          <a:xfrm>
            <a:off x="576072" y="6413092"/>
            <a:ext cx="150682" cy="153888"/>
          </a:xfrm>
          <a:prstGeom prst="rect">
            <a:avLst/>
          </a:prstGeom>
        </p:spPr>
        <p:txBody>
          <a:bodyPr vert="horz" wrap="none" lIns="0" tIns="0" rIns="0" bIns="0" rtlCol="0" anchor="b" anchorCtr="0">
            <a:spAutoFit/>
          </a:bodyPr>
          <a:lstStyle>
            <a:lvl1pPr algn="l">
              <a:defRPr sz="1000">
                <a:solidFill>
                  <a:schemeClr val="tx1">
                    <a:tint val="82000"/>
                  </a:schemeClr>
                </a:solidFill>
              </a:defRPr>
            </a:lvl1pPr>
          </a:lstStyle>
          <a:p>
            <a:fld id="{E9AC625C-0623-4FA9-8F8A-4D900326205E}" type="slidenum">
              <a:rPr lang="en-US" smtClean="0"/>
              <a:pPr/>
              <a:t>‹#›</a:t>
            </a:fld>
            <a:endParaRPr lang="en-US"/>
          </a:p>
        </p:txBody>
      </p:sp>
      <p:grpSp>
        <p:nvGrpSpPr>
          <p:cNvPr id="3" name="Group 2">
            <a:extLst>
              <a:ext uri="{FF2B5EF4-FFF2-40B4-BE49-F238E27FC236}">
                <a16:creationId xmlns:a16="http://schemas.microsoft.com/office/drawing/2014/main" id="{54EA3B3A-3F92-E496-AF91-F43192FB76CD}"/>
              </a:ext>
            </a:extLst>
          </p:cNvPr>
          <p:cNvGrpSpPr/>
          <p:nvPr userDrawn="1"/>
        </p:nvGrpSpPr>
        <p:grpSpPr>
          <a:xfrm>
            <a:off x="10794205" y="6423682"/>
            <a:ext cx="1397795" cy="434250"/>
            <a:chOff x="10794205" y="6423682"/>
            <a:chExt cx="1397795" cy="434250"/>
          </a:xfrm>
        </p:grpSpPr>
        <p:sp>
          <p:nvSpPr>
            <p:cNvPr id="6" name="Rectangle: Single Corner Rounded 5">
              <a:extLst>
                <a:ext uri="{FF2B5EF4-FFF2-40B4-BE49-F238E27FC236}">
                  <a16:creationId xmlns:a16="http://schemas.microsoft.com/office/drawing/2014/main" id="{FABA2241-0695-380D-6708-080FEF0802D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7" name="Straight Connector 6">
              <a:extLst>
                <a:ext uri="{FF2B5EF4-FFF2-40B4-BE49-F238E27FC236}">
                  <a16:creationId xmlns:a16="http://schemas.microsoft.com/office/drawing/2014/main" id="{CDDBA99B-8DD0-4D01-2348-BB02834EBD8D}"/>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Isosceles Triangle 7">
              <a:hlinkClick r:id="" action="ppaction://hlinkshowjump?jump=previousslide"/>
              <a:extLst>
                <a:ext uri="{FF2B5EF4-FFF2-40B4-BE49-F238E27FC236}">
                  <a16:creationId xmlns:a16="http://schemas.microsoft.com/office/drawing/2014/main" id="{C6689718-88BB-2F56-E271-F4069616073A}"/>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9" name="Isosceles Triangle 8">
              <a:hlinkClick r:id="" action="ppaction://hlinkshowjump?jump=nextslide"/>
              <a:extLst>
                <a:ext uri="{FF2B5EF4-FFF2-40B4-BE49-F238E27FC236}">
                  <a16:creationId xmlns:a16="http://schemas.microsoft.com/office/drawing/2014/main" id="{0FE20146-7F8A-03E9-8B4B-9EB46F28E9FA}"/>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Graphic 9" descr="Home outline">
              <a:hlinkClick r:id="rId2" action="ppaction://hlinksldjump"/>
              <a:extLst>
                <a:ext uri="{FF2B5EF4-FFF2-40B4-BE49-F238E27FC236}">
                  <a16:creationId xmlns:a16="http://schemas.microsoft.com/office/drawing/2014/main" id="{D50D71EB-E93B-D2F3-8388-586EA247464F}"/>
                </a:ext>
              </a:extLst>
            </p:cNvPr>
            <p:cNvPicPr>
              <a:picLocks noChangeAspect="1"/>
            </p:cNvPicPr>
            <p:nvPr userDrawn="1"/>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338828988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image" Target="../media/image2.png"/><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image" Target="../media/image3.svg"/><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theme" Target="../theme/theme1.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14" Type="http://schemas.openxmlformats.org/officeDocument/2006/relationships/image" Target="../media/image4.pn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tags" Target="../tags/tag1.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oleObject" Target="../embeddings/oleObject1.bin"/><Relationship Id="rId115" Type="http://schemas.openxmlformats.org/officeDocument/2006/relationships/image" Target="../media/image5.svg"/><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AB055CF-558F-00BD-AEB8-9EBA1D418982}"/>
              </a:ext>
            </a:extLst>
          </p:cNvPr>
          <p:cNvGraphicFramePr>
            <a:graphicFrameLocks noChangeAspect="1"/>
          </p:cNvGraphicFramePr>
          <p:nvPr userDrawn="1">
            <p:custDataLst>
              <p:tags r:id="rId109"/>
            </p:custDataLst>
            <p:extLst>
              <p:ext uri="{D42A27DB-BD31-4B8C-83A1-F6EECF244321}">
                <p14:modId xmlns:p14="http://schemas.microsoft.com/office/powerpoint/2010/main" val="29136952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0" imgW="425" imgH="424" progId="TCLayout.ActiveDocument.1">
                  <p:embed/>
                </p:oleObj>
              </mc:Choice>
              <mc:Fallback>
                <p:oleObj name="think-cell Slide" r:id="rId110" imgW="425" imgH="424" progId="TCLayout.ActiveDocument.1">
                  <p:embed/>
                  <p:pic>
                    <p:nvPicPr>
                      <p:cNvPr id="8" name="think-cell data - do not delete" hidden="1">
                        <a:extLst>
                          <a:ext uri="{FF2B5EF4-FFF2-40B4-BE49-F238E27FC236}">
                            <a16:creationId xmlns:a16="http://schemas.microsoft.com/office/drawing/2014/main" id="{DAB055CF-558F-00BD-AEB8-9EBA1D418982}"/>
                          </a:ext>
                        </a:extLst>
                      </p:cNvPr>
                      <p:cNvPicPr/>
                      <p:nvPr/>
                    </p:nvPicPr>
                    <p:blipFill>
                      <a:blip r:embed="rId111"/>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76072" y="512064"/>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76072" y="1435503"/>
            <a:ext cx="11018520" cy="1517338"/>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Sans Display" pitchFamily="2"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112">
            <a:extLst>
              <a:ext uri="{96DAC541-7B7A-43D3-8B79-37D633B846F1}">
                <asvg:svgBlip xmlns:asvg="http://schemas.microsoft.com/office/drawing/2016/SVG/main" r:embed="rId113"/>
              </a:ext>
            </a:extLst>
          </a:blip>
          <a:srcRect/>
          <a:stretch/>
        </p:blipFill>
        <p:spPr>
          <a:xfrm rot="5400000">
            <a:off x="9509919" y="2743200"/>
            <a:ext cx="6858000" cy="1371600"/>
          </a:xfrm>
          <a:prstGeom prst="rect">
            <a:avLst/>
          </a:prstGeom>
        </p:spPr>
      </p:pic>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253119" y="-203944"/>
            <a:ext cx="1165384" cy="153888"/>
          </a:xfrm>
          <a:prstGeom prst="rect">
            <a:avLst/>
          </a:prstGeom>
          <a:noFill/>
        </p:spPr>
        <p:txBody>
          <a:bodyPr wrap="none" lIns="0" tIns="0" rIns="0" bIns="0" rtlCol="0">
            <a:spAutoFit/>
          </a:bodyPr>
          <a:lstStyle/>
          <a:p>
            <a:pPr algn="l"/>
            <a:r>
              <a:rPr lang="en-US" sz="1000">
                <a:solidFill>
                  <a:srgbClr val="A3A3A3"/>
                </a:solidFill>
              </a:rPr>
              <a:t>365/CoP DE 01.16.25 </a:t>
            </a:r>
          </a:p>
        </p:txBody>
      </p:sp>
      <p:sp>
        <p:nvSpPr>
          <p:cNvPr id="6" name="Rectangle: Single Corner Rounded 5">
            <a:extLst>
              <a:ext uri="{FF2B5EF4-FFF2-40B4-BE49-F238E27FC236}">
                <a16:creationId xmlns:a16="http://schemas.microsoft.com/office/drawing/2014/main" id="{272A1A3D-8651-23C7-EFB2-0DF6DB02FBE1}"/>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defTabSz="932472" fontAlgn="base">
              <a:spcBef>
                <a:spcPct val="0"/>
              </a:spcBef>
              <a:spcAft>
                <a:spcPct val="0"/>
              </a:spcAft>
            </a:pPr>
            <a:endParaRPr lang="en-US" sz="2000">
              <a:solidFill>
                <a:schemeClr val="bg1"/>
              </a:solidFill>
              <a:ea typeface="Segoe UI" pitchFamily="34" charset="0"/>
              <a:cs typeface="Segoe UI" pitchFamily="34" charset="0"/>
            </a:endParaRPr>
          </a:p>
        </p:txBody>
      </p:sp>
      <p:cxnSp>
        <p:nvCxnSpPr>
          <p:cNvPr id="34" name="Straight Connector 33">
            <a:extLst>
              <a:ext uri="{FF2B5EF4-FFF2-40B4-BE49-F238E27FC236}">
                <a16:creationId xmlns:a16="http://schemas.microsoft.com/office/drawing/2014/main" id="{830F922B-F7F1-EDCD-3869-D7F202537E80}"/>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Isosceles Triangle 36">
            <a:hlinkClick r:id="" action="ppaction://hlinkshowjump?jump=previousslide"/>
            <a:extLst>
              <a:ext uri="{FF2B5EF4-FFF2-40B4-BE49-F238E27FC236}">
                <a16:creationId xmlns:a16="http://schemas.microsoft.com/office/drawing/2014/main" id="{7F477CAB-A0A3-1441-28AE-BE3156ADC157}"/>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38" name="Isosceles Triangle 37">
            <a:hlinkClick r:id="" action="ppaction://hlinkshowjump?jump=nextslide"/>
            <a:extLst>
              <a:ext uri="{FF2B5EF4-FFF2-40B4-BE49-F238E27FC236}">
                <a16:creationId xmlns:a16="http://schemas.microsoft.com/office/drawing/2014/main" id="{E57A9EC6-2305-84E9-F63E-8EFF34873833}"/>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48" name="Graphic 47" descr="Home outline">
            <a:hlinkClick r:id="" action="ppaction://hlinkshowjump?jump=firstslide"/>
            <a:extLst>
              <a:ext uri="{FF2B5EF4-FFF2-40B4-BE49-F238E27FC236}">
                <a16:creationId xmlns:a16="http://schemas.microsoft.com/office/drawing/2014/main" id="{825B7A20-E648-3426-3201-DD6F4AC89290}"/>
              </a:ext>
            </a:extLst>
          </p:cNvPr>
          <p:cNvPicPr>
            <a:picLocks noChangeAspect="1"/>
          </p:cNvPicPr>
          <p:nvPr userDrawn="1"/>
        </p:nvPicPr>
        <p:blipFill>
          <a:blip r:embed="rId114">
            <a:extLst>
              <a:ext uri="{96DAC541-7B7A-43D3-8B79-37D633B846F1}">
                <asvg:svgBlip xmlns:asvg="http://schemas.microsoft.com/office/drawing/2016/SVG/main" r:embed="rId115"/>
              </a:ext>
            </a:extLst>
          </a:blip>
          <a:srcRect l="69" r="69"/>
          <a:stretch/>
        </p:blipFill>
        <p:spPr>
          <a:xfrm>
            <a:off x="10995722" y="6495372"/>
            <a:ext cx="290467" cy="290871"/>
          </a:xfrm>
          <a:prstGeom prst="rect">
            <a:avLst/>
          </a:prstGeom>
        </p:spPr>
      </p:pic>
    </p:spTree>
    <p:extLst>
      <p:ext uri="{BB962C8B-B14F-4D97-AF65-F5344CB8AC3E}">
        <p14:creationId xmlns:p14="http://schemas.microsoft.com/office/powerpoint/2010/main" val="110770963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 id="2147483697" r:id="rId25"/>
    <p:sldLayoutId id="2147483698" r:id="rId26"/>
    <p:sldLayoutId id="2147483699" r:id="rId27"/>
    <p:sldLayoutId id="2147483700" r:id="rId28"/>
    <p:sldLayoutId id="2147483701" r:id="rId29"/>
    <p:sldLayoutId id="2147483702" r:id="rId30"/>
    <p:sldLayoutId id="2147483703" r:id="rId31"/>
    <p:sldLayoutId id="2147483704" r:id="rId32"/>
    <p:sldLayoutId id="2147483705" r:id="rId33"/>
    <p:sldLayoutId id="2147483706" r:id="rId34"/>
    <p:sldLayoutId id="2147483707" r:id="rId35"/>
    <p:sldLayoutId id="2147483708" r:id="rId36"/>
    <p:sldLayoutId id="2147483709" r:id="rId37"/>
    <p:sldLayoutId id="2147483710" r:id="rId38"/>
    <p:sldLayoutId id="2147483711" r:id="rId39"/>
    <p:sldLayoutId id="2147483713" r:id="rId40"/>
    <p:sldLayoutId id="2147483714" r:id="rId41"/>
    <p:sldLayoutId id="2147483715" r:id="rId42"/>
    <p:sldLayoutId id="2147483716" r:id="rId43"/>
    <p:sldLayoutId id="2147483717" r:id="rId44"/>
    <p:sldLayoutId id="2147483718" r:id="rId45"/>
    <p:sldLayoutId id="2147483719" r:id="rId46"/>
    <p:sldLayoutId id="2147483720" r:id="rId47"/>
    <p:sldLayoutId id="2147483721" r:id="rId48"/>
    <p:sldLayoutId id="2147483722" r:id="rId49"/>
    <p:sldLayoutId id="2147483723" r:id="rId50"/>
    <p:sldLayoutId id="2147483724" r:id="rId51"/>
    <p:sldLayoutId id="2147483725" r:id="rId52"/>
    <p:sldLayoutId id="2147483726" r:id="rId53"/>
    <p:sldLayoutId id="2147483727" r:id="rId54"/>
    <p:sldLayoutId id="2147483728" r:id="rId55"/>
    <p:sldLayoutId id="2147483729" r:id="rId56"/>
    <p:sldLayoutId id="2147483730" r:id="rId57"/>
    <p:sldLayoutId id="2147483731" r:id="rId58"/>
    <p:sldLayoutId id="2147483732" r:id="rId59"/>
    <p:sldLayoutId id="2147483733" r:id="rId60"/>
    <p:sldLayoutId id="2147483734" r:id="rId61"/>
    <p:sldLayoutId id="2147483735" r:id="rId62"/>
    <p:sldLayoutId id="2147483736" r:id="rId63"/>
    <p:sldLayoutId id="2147483737" r:id="rId64"/>
    <p:sldLayoutId id="2147483738" r:id="rId65"/>
    <p:sldLayoutId id="2147483739" r:id="rId66"/>
    <p:sldLayoutId id="2147483740" r:id="rId67"/>
    <p:sldLayoutId id="2147483741" r:id="rId68"/>
    <p:sldLayoutId id="2147483742" r:id="rId69"/>
    <p:sldLayoutId id="2147483743" r:id="rId70"/>
    <p:sldLayoutId id="2147483744" r:id="rId71"/>
    <p:sldLayoutId id="2147483745" r:id="rId72"/>
    <p:sldLayoutId id="2147483746" r:id="rId73"/>
    <p:sldLayoutId id="2147483747" r:id="rId74"/>
    <p:sldLayoutId id="2147483748" r:id="rId75"/>
    <p:sldLayoutId id="2147483749" r:id="rId76"/>
    <p:sldLayoutId id="2147483750" r:id="rId77"/>
    <p:sldLayoutId id="2147483751" r:id="rId78"/>
    <p:sldLayoutId id="2147483757" r:id="rId79"/>
    <p:sldLayoutId id="2147483758" r:id="rId80"/>
    <p:sldLayoutId id="2147483759" r:id="rId81"/>
    <p:sldLayoutId id="2147483760" r:id="rId82"/>
    <p:sldLayoutId id="2147483761" r:id="rId83"/>
    <p:sldLayoutId id="2147483762" r:id="rId84"/>
    <p:sldLayoutId id="2147483763" r:id="rId85"/>
    <p:sldLayoutId id="2147483764" r:id="rId86"/>
    <p:sldLayoutId id="2147483765" r:id="rId87"/>
    <p:sldLayoutId id="2147483766" r:id="rId88"/>
    <p:sldLayoutId id="2147483767" r:id="rId89"/>
    <p:sldLayoutId id="2147483769" r:id="rId90"/>
    <p:sldLayoutId id="2147484667" r:id="rId91"/>
    <p:sldLayoutId id="2147484668" r:id="rId92"/>
    <p:sldLayoutId id="2147484669" r:id="rId93"/>
    <p:sldLayoutId id="2147484670" r:id="rId94"/>
    <p:sldLayoutId id="2147484671" r:id="rId95"/>
    <p:sldLayoutId id="2147484672" r:id="rId96"/>
    <p:sldLayoutId id="2147483967" r:id="rId97"/>
    <p:sldLayoutId id="2147483968" r:id="rId98"/>
    <p:sldLayoutId id="2147483969" r:id="rId99"/>
    <p:sldLayoutId id="2147483970" r:id="rId100"/>
    <p:sldLayoutId id="2147483971" r:id="rId101"/>
    <p:sldLayoutId id="2147483974" r:id="rId102"/>
    <p:sldLayoutId id="2147483975" r:id="rId103"/>
    <p:sldLayoutId id="2147483976" r:id="rId104"/>
    <p:sldLayoutId id="2147483977" r:id="rId105"/>
    <p:sldLayoutId id="2147483978" r:id="rId106"/>
    <p:sldLayoutId id="2147483979" r:id="rId107"/>
  </p:sldLayoutIdLst>
  <p:transition>
    <p:fade/>
  </p:transition>
  <p:hf sldNum="0"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j-lt"/>
          <a:ea typeface="+mn-ea"/>
          <a:cs typeface="Segoe Sans Display" pitchFamily="2"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6" orient="horz" pos="3949">
          <p15:clr>
            <a:srgbClr val="C35EA4"/>
          </p15:clr>
        </p15:guide>
        <p15:guide id="28" pos="192">
          <p15:clr>
            <a:srgbClr val="A4A3A4"/>
          </p15:clr>
        </p15:guide>
        <p15:guide id="29" orient="horz" pos="4135">
          <p15:clr>
            <a:srgbClr val="A4A3A4"/>
          </p15:clr>
        </p15:guide>
        <p15:guide id="30" pos="7488">
          <p15:clr>
            <a:srgbClr val="A4A3A4"/>
          </p15:clr>
        </p15:guide>
        <p15:guide id="31" orient="horz" pos="4008">
          <p15:clr>
            <a:srgbClr val="F26B43"/>
          </p15:clr>
        </p15:guide>
        <p15:guide id="32" orient="horz" pos="544">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2.xml.rels><?xml version="1.0" encoding="UTF-8" standalone="yes"?>
<Relationships xmlns="http://schemas.openxmlformats.org/package/2006/relationships"><Relationship Id="rId8" Type="http://schemas.openxmlformats.org/officeDocument/2006/relationships/slide" Target="slide18.xml"/><Relationship Id="rId3" Type="http://schemas.openxmlformats.org/officeDocument/2006/relationships/slide" Target="slide29.xml"/><Relationship Id="rId7" Type="http://schemas.openxmlformats.org/officeDocument/2006/relationships/slide" Target="slide10.xml"/><Relationship Id="rId2" Type="http://schemas.openxmlformats.org/officeDocument/2006/relationships/slide" Target="slide3.xml"/><Relationship Id="rId1" Type="http://schemas.openxmlformats.org/officeDocument/2006/relationships/slideLayout" Target="../slideLayouts/slideLayout51.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26.xml"/><Relationship Id="rId4" Type="http://schemas.openxmlformats.org/officeDocument/2006/relationships/slide" Target="slide4.xml"/><Relationship Id="rId9" Type="http://schemas.openxmlformats.org/officeDocument/2006/relationships/slide" Target="slide24.xml"/></Relationships>
</file>

<file path=ppt/slides/_rels/slide3.xml.rels><?xml version="1.0" encoding="UTF-8" standalone="yes"?>
<Relationships xmlns="http://schemas.openxmlformats.org/package/2006/relationships"><Relationship Id="rId3" Type="http://schemas.openxmlformats.org/officeDocument/2006/relationships/image" Target="../media/image93.svg"/><Relationship Id="rId7" Type="http://schemas.openxmlformats.org/officeDocument/2006/relationships/image" Target="../media/image5.svg"/><Relationship Id="rId2" Type="http://schemas.openxmlformats.org/officeDocument/2006/relationships/image" Target="../media/image92.png"/><Relationship Id="rId1" Type="http://schemas.openxmlformats.org/officeDocument/2006/relationships/slideLayout" Target="../slideLayouts/slideLayout21.xml"/><Relationship Id="rId6" Type="http://schemas.openxmlformats.org/officeDocument/2006/relationships/image" Target="../media/image4.png"/><Relationship Id="rId5" Type="http://schemas.openxmlformats.org/officeDocument/2006/relationships/slide" Target="slide2.xml"/><Relationship Id="rId4" Type="http://schemas.openxmlformats.org/officeDocument/2006/relationships/image" Target="../media/image16.jpeg"/></Relationships>
</file>

<file path=ppt/slides/_rels/slide4.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notesSlide" Target="../notesSlides/notesSlide1.xml"/><Relationship Id="rId1" Type="http://schemas.openxmlformats.org/officeDocument/2006/relationships/slideLayout" Target="../slideLayouts/slideLayout93.xml"/></Relationships>
</file>

<file path=ppt/slides/_rels/slide5.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101.svg"/><Relationship Id="rId18" Type="http://schemas.openxmlformats.org/officeDocument/2006/relationships/image" Target="../media/image106.png"/><Relationship Id="rId26" Type="http://schemas.openxmlformats.org/officeDocument/2006/relationships/image" Target="../media/image114.png"/><Relationship Id="rId3" Type="http://schemas.openxmlformats.org/officeDocument/2006/relationships/slide" Target="slide2.xml"/><Relationship Id="rId21" Type="http://schemas.openxmlformats.org/officeDocument/2006/relationships/image" Target="../media/image109.png"/><Relationship Id="rId7" Type="http://schemas.openxmlformats.org/officeDocument/2006/relationships/image" Target="../media/image95.svg"/><Relationship Id="rId12" Type="http://schemas.openxmlformats.org/officeDocument/2006/relationships/image" Target="../media/image100.png"/><Relationship Id="rId17" Type="http://schemas.openxmlformats.org/officeDocument/2006/relationships/image" Target="../media/image105.svg"/><Relationship Id="rId25" Type="http://schemas.openxmlformats.org/officeDocument/2006/relationships/image" Target="../media/image113.png"/><Relationship Id="rId2" Type="http://schemas.openxmlformats.org/officeDocument/2006/relationships/image" Target="../media/image16.jpeg"/><Relationship Id="rId16" Type="http://schemas.openxmlformats.org/officeDocument/2006/relationships/image" Target="../media/image104.png"/><Relationship Id="rId20" Type="http://schemas.openxmlformats.org/officeDocument/2006/relationships/image" Target="../media/image108.png"/><Relationship Id="rId1" Type="http://schemas.openxmlformats.org/officeDocument/2006/relationships/slideLayout" Target="../slideLayouts/slideLayout92.xml"/><Relationship Id="rId6" Type="http://schemas.openxmlformats.org/officeDocument/2006/relationships/image" Target="../media/image94.png"/><Relationship Id="rId11" Type="http://schemas.openxmlformats.org/officeDocument/2006/relationships/image" Target="../media/image99.svg"/><Relationship Id="rId24" Type="http://schemas.openxmlformats.org/officeDocument/2006/relationships/image" Target="../media/image112.png"/><Relationship Id="rId5" Type="http://schemas.openxmlformats.org/officeDocument/2006/relationships/image" Target="../media/image5.svg"/><Relationship Id="rId15" Type="http://schemas.openxmlformats.org/officeDocument/2006/relationships/image" Target="../media/image103.svg"/><Relationship Id="rId23" Type="http://schemas.openxmlformats.org/officeDocument/2006/relationships/image" Target="../media/image111.png"/><Relationship Id="rId28" Type="http://schemas.openxmlformats.org/officeDocument/2006/relationships/slide" Target="slide25.xml"/><Relationship Id="rId10" Type="http://schemas.openxmlformats.org/officeDocument/2006/relationships/image" Target="../media/image98.png"/><Relationship Id="rId19" Type="http://schemas.openxmlformats.org/officeDocument/2006/relationships/image" Target="../media/image107.svg"/><Relationship Id="rId4" Type="http://schemas.openxmlformats.org/officeDocument/2006/relationships/image" Target="../media/image4.png"/><Relationship Id="rId9" Type="http://schemas.openxmlformats.org/officeDocument/2006/relationships/image" Target="../media/image97.svg"/><Relationship Id="rId14" Type="http://schemas.openxmlformats.org/officeDocument/2006/relationships/image" Target="../media/image102.png"/><Relationship Id="rId22" Type="http://schemas.openxmlformats.org/officeDocument/2006/relationships/image" Target="../media/image110.svg"/><Relationship Id="rId27" Type="http://schemas.openxmlformats.org/officeDocument/2006/relationships/image" Target="../media/image115.svg"/></Relationships>
</file>

<file path=ppt/slides/_rels/slide6.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xml"/><Relationship Id="rId1" Type="http://schemas.openxmlformats.org/officeDocument/2006/relationships/slideLayout" Target="../slideLayouts/slideLayout93.xml"/><Relationship Id="rId4" Type="http://schemas.openxmlformats.org/officeDocument/2006/relationships/image" Target="../media/image115.svg"/></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94.xml"/><Relationship Id="rId5" Type="http://schemas.openxmlformats.org/officeDocument/2006/relationships/image" Target="../media/image5.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94.xml"/><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2.xml"/></Relationships>
</file>

<file path=ppt/slides/_rels/slide14.xml.rels><?xml version="1.0" encoding="UTF-8" standalone="yes"?>
<Relationships xmlns="http://schemas.openxmlformats.org/package/2006/relationships"><Relationship Id="rId3" Type="http://schemas.openxmlformats.org/officeDocument/2006/relationships/image" Target="../media/image117.svg"/><Relationship Id="rId2" Type="http://schemas.openxmlformats.org/officeDocument/2006/relationships/image" Target="../media/image116.png"/><Relationship Id="rId1" Type="http://schemas.openxmlformats.org/officeDocument/2006/relationships/slideLayout" Target="../slideLayouts/slideLayout94.xml"/></Relationships>
</file>

<file path=ppt/slides/_rels/slide15.xml.rels><?xml version="1.0" encoding="UTF-8" standalone="yes"?>
<Relationships xmlns="http://schemas.openxmlformats.org/package/2006/relationships"><Relationship Id="rId3" Type="http://schemas.openxmlformats.org/officeDocument/2006/relationships/image" Target="../media/image117.svg"/><Relationship Id="rId2" Type="http://schemas.openxmlformats.org/officeDocument/2006/relationships/image" Target="../media/image116.png"/><Relationship Id="rId1" Type="http://schemas.openxmlformats.org/officeDocument/2006/relationships/slideLayout" Target="../slideLayouts/slideLayout94.xml"/></Relationships>
</file>

<file path=ppt/slides/_rels/slide16.xml.rels><?xml version="1.0" encoding="UTF-8" standalone="yes"?>
<Relationships xmlns="http://schemas.openxmlformats.org/package/2006/relationships"><Relationship Id="rId3" Type="http://schemas.openxmlformats.org/officeDocument/2006/relationships/image" Target="../media/image117.svg"/><Relationship Id="rId2" Type="http://schemas.openxmlformats.org/officeDocument/2006/relationships/image" Target="../media/image116.png"/><Relationship Id="rId1" Type="http://schemas.openxmlformats.org/officeDocument/2006/relationships/slideLayout" Target="../slideLayouts/slideLayout94.xml"/></Relationships>
</file>

<file path=ppt/slides/_rels/slide17.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svg"/><Relationship Id="rId18" Type="http://schemas.openxmlformats.org/officeDocument/2006/relationships/image" Target="../media/image130.png"/><Relationship Id="rId3" Type="http://schemas.openxmlformats.org/officeDocument/2006/relationships/hyperlink" Target="https://aka.ms/M365CopilotBizKit" TargetMode="External"/><Relationship Id="rId7" Type="http://schemas.openxmlformats.org/officeDocument/2006/relationships/image" Target="../media/image119.svg"/><Relationship Id="rId12" Type="http://schemas.openxmlformats.org/officeDocument/2006/relationships/image" Target="../media/image124.png"/><Relationship Id="rId17" Type="http://schemas.openxmlformats.org/officeDocument/2006/relationships/image" Target="../media/image129.svg"/><Relationship Id="rId2" Type="http://schemas.openxmlformats.org/officeDocument/2006/relationships/notesSlide" Target="../notesSlides/notesSlide9.xml"/><Relationship Id="rId16" Type="http://schemas.openxmlformats.org/officeDocument/2006/relationships/image" Target="../media/image128.png"/><Relationship Id="rId1" Type="http://schemas.openxmlformats.org/officeDocument/2006/relationships/slideLayout" Target="../slideLayouts/slideLayout93.xml"/><Relationship Id="rId6" Type="http://schemas.openxmlformats.org/officeDocument/2006/relationships/image" Target="../media/image118.png"/><Relationship Id="rId11" Type="http://schemas.openxmlformats.org/officeDocument/2006/relationships/image" Target="../media/image123.svg"/><Relationship Id="rId5" Type="http://schemas.openxmlformats.org/officeDocument/2006/relationships/hyperlink" Target="https://aka.ms/CopilotGettingStarted_LandingKit" TargetMode="External"/><Relationship Id="rId15" Type="http://schemas.openxmlformats.org/officeDocument/2006/relationships/image" Target="../media/image127.svg"/><Relationship Id="rId10" Type="http://schemas.openxmlformats.org/officeDocument/2006/relationships/image" Target="../media/image122.png"/><Relationship Id="rId19" Type="http://schemas.openxmlformats.org/officeDocument/2006/relationships/image" Target="../media/image131.svg"/><Relationship Id="rId4" Type="http://schemas.openxmlformats.org/officeDocument/2006/relationships/hyperlink" Target="https://cloudpartners.transform.microsoft.com/download?assetname=assets/Copilot-Mini-Guide.pptx&amp;download=1" TargetMode="External"/><Relationship Id="rId9" Type="http://schemas.openxmlformats.org/officeDocument/2006/relationships/image" Target="../media/image121.svg"/><Relationship Id="rId14" Type="http://schemas.openxmlformats.org/officeDocument/2006/relationships/image" Target="../media/image126.png"/></Relationships>
</file>

<file path=ppt/slides/_rels/slide18.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image" Target="../media/image133.png"/><Relationship Id="rId7" Type="http://schemas.openxmlformats.org/officeDocument/2006/relationships/image" Target="../media/image137.png"/><Relationship Id="rId2" Type="http://schemas.openxmlformats.org/officeDocument/2006/relationships/image" Target="../media/image132.png"/><Relationship Id="rId1" Type="http://schemas.openxmlformats.org/officeDocument/2006/relationships/slideLayout" Target="../slideLayouts/slideLayout95.xml"/><Relationship Id="rId6" Type="http://schemas.openxmlformats.org/officeDocument/2006/relationships/image" Target="../media/image136.png"/><Relationship Id="rId11" Type="http://schemas.openxmlformats.org/officeDocument/2006/relationships/image" Target="../media/image141.png"/><Relationship Id="rId5" Type="http://schemas.openxmlformats.org/officeDocument/2006/relationships/image" Target="../media/image135.png"/><Relationship Id="rId10" Type="http://schemas.openxmlformats.org/officeDocument/2006/relationships/image" Target="../media/image140.png"/><Relationship Id="rId4" Type="http://schemas.openxmlformats.org/officeDocument/2006/relationships/image" Target="../media/image134.png"/><Relationship Id="rId9" Type="http://schemas.openxmlformats.org/officeDocument/2006/relationships/image" Target="../media/image139.png"/></Relationships>
</file>

<file path=ppt/slides/_rels/slide19.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95.xml"/></Relationships>
</file>

<file path=ppt/slides/_rels/slide20.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95.xml"/></Relationships>
</file>

<file path=ppt/slides/_rels/slide2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95.xml"/></Relationships>
</file>

<file path=ppt/slides/_rels/slide22.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95.xml"/></Relationships>
</file>

<file path=ppt/slides/_rels/slide23.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95.xml"/><Relationship Id="rId5" Type="http://schemas.openxmlformats.org/officeDocument/2006/relationships/image" Target="../media/image151.png"/><Relationship Id="rId4" Type="http://schemas.openxmlformats.org/officeDocument/2006/relationships/image" Target="../media/image150.png"/></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hyperlink" Target="https://www.microsoft.com/en-us/microsoft-copilot/microsoft-copilot-studio?msockid=3ca1e54fb2c66b9c3db2f5cdb3756a77" TargetMode="External"/><Relationship Id="rId2" Type="http://schemas.openxmlformats.org/officeDocument/2006/relationships/notesSlide" Target="../notesSlides/notesSlide10.xml"/><Relationship Id="rId1" Type="http://schemas.openxmlformats.org/officeDocument/2006/relationships/slideLayout" Target="../slideLayouts/slideLayout96.xml"/><Relationship Id="rId6" Type="http://schemas.openxmlformats.org/officeDocument/2006/relationships/image" Target="../media/image152.jpeg"/><Relationship Id="rId5" Type="http://schemas.openxmlformats.org/officeDocument/2006/relationships/image" Target="../media/image5.sv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8" Type="http://schemas.openxmlformats.org/officeDocument/2006/relationships/image" Target="../media/image155.png"/><Relationship Id="rId13" Type="http://schemas.openxmlformats.org/officeDocument/2006/relationships/image" Target="../media/image160.png"/><Relationship Id="rId18" Type="http://schemas.openxmlformats.org/officeDocument/2006/relationships/image" Target="../media/image165.png"/><Relationship Id="rId26" Type="http://schemas.openxmlformats.org/officeDocument/2006/relationships/image" Target="../media/image173.svg"/><Relationship Id="rId3" Type="http://schemas.openxmlformats.org/officeDocument/2006/relationships/slide" Target="slide2.xml"/><Relationship Id="rId21" Type="http://schemas.openxmlformats.org/officeDocument/2006/relationships/image" Target="../media/image168.svg"/><Relationship Id="rId7" Type="http://schemas.openxmlformats.org/officeDocument/2006/relationships/image" Target="../media/image154.png"/><Relationship Id="rId12" Type="http://schemas.openxmlformats.org/officeDocument/2006/relationships/image" Target="../media/image159.png"/><Relationship Id="rId17" Type="http://schemas.openxmlformats.org/officeDocument/2006/relationships/image" Target="../media/image164.png"/><Relationship Id="rId25" Type="http://schemas.openxmlformats.org/officeDocument/2006/relationships/image" Target="../media/image172.png"/><Relationship Id="rId2" Type="http://schemas.openxmlformats.org/officeDocument/2006/relationships/notesSlide" Target="../notesSlides/notesSlide11.xml"/><Relationship Id="rId16" Type="http://schemas.openxmlformats.org/officeDocument/2006/relationships/image" Target="../media/image163.png"/><Relationship Id="rId20" Type="http://schemas.openxmlformats.org/officeDocument/2006/relationships/image" Target="../media/image167.png"/><Relationship Id="rId1" Type="http://schemas.openxmlformats.org/officeDocument/2006/relationships/slideLayout" Target="../slideLayouts/slideLayout96.xml"/><Relationship Id="rId6" Type="http://schemas.openxmlformats.org/officeDocument/2006/relationships/image" Target="../media/image153.png"/><Relationship Id="rId11" Type="http://schemas.openxmlformats.org/officeDocument/2006/relationships/image" Target="../media/image158.png"/><Relationship Id="rId24" Type="http://schemas.openxmlformats.org/officeDocument/2006/relationships/image" Target="../media/image171.png"/><Relationship Id="rId5" Type="http://schemas.openxmlformats.org/officeDocument/2006/relationships/image" Target="../media/image5.svg"/><Relationship Id="rId15" Type="http://schemas.openxmlformats.org/officeDocument/2006/relationships/image" Target="../media/image162.png"/><Relationship Id="rId23" Type="http://schemas.openxmlformats.org/officeDocument/2006/relationships/image" Target="../media/image170.png"/><Relationship Id="rId28" Type="http://schemas.openxmlformats.org/officeDocument/2006/relationships/slide" Target="slide27.xml"/><Relationship Id="rId10" Type="http://schemas.openxmlformats.org/officeDocument/2006/relationships/image" Target="../media/image157.png"/><Relationship Id="rId19" Type="http://schemas.openxmlformats.org/officeDocument/2006/relationships/image" Target="../media/image166.png"/><Relationship Id="rId4" Type="http://schemas.openxmlformats.org/officeDocument/2006/relationships/image" Target="../media/image4.png"/><Relationship Id="rId9" Type="http://schemas.openxmlformats.org/officeDocument/2006/relationships/image" Target="../media/image156.png"/><Relationship Id="rId14" Type="http://schemas.openxmlformats.org/officeDocument/2006/relationships/image" Target="../media/image161.png"/><Relationship Id="rId22" Type="http://schemas.openxmlformats.org/officeDocument/2006/relationships/image" Target="../media/image169.png"/><Relationship Id="rId27" Type="http://schemas.openxmlformats.org/officeDocument/2006/relationships/image" Target="../media/image113.png"/></Relationships>
</file>

<file path=ppt/slides/_rels/slide2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174.jpeg"/><Relationship Id="rId1" Type="http://schemas.openxmlformats.org/officeDocument/2006/relationships/slideLayout" Target="../slideLayouts/slideLayout21.xml"/><Relationship Id="rId6" Type="http://schemas.openxmlformats.org/officeDocument/2006/relationships/image" Target="../media/image16.jpeg"/><Relationship Id="rId5" Type="http://schemas.openxmlformats.org/officeDocument/2006/relationships/image" Target="../media/image5.sv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hyperlink" Target="https://aka.ms/AMBillingChangePartnerFAQ" TargetMode="External"/><Relationship Id="rId2" Type="http://schemas.openxmlformats.org/officeDocument/2006/relationships/image" Target="../media/image175.jpeg"/><Relationship Id="rId1" Type="http://schemas.openxmlformats.org/officeDocument/2006/relationships/slideLayout" Target="../slideLayouts/slideLayout21.xml"/><Relationship Id="rId6" Type="http://schemas.openxmlformats.org/officeDocument/2006/relationships/image" Target="../media/image16.jpeg"/><Relationship Id="rId5" Type="http://schemas.openxmlformats.org/officeDocument/2006/relationships/image" Target="../media/image5.svg"/><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94.xml"/><Relationship Id="rId4" Type="http://schemas.openxmlformats.org/officeDocument/2006/relationships/image" Target="../media/image5.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2.xml"/><Relationship Id="rId1" Type="http://schemas.openxmlformats.org/officeDocument/2006/relationships/slideLayout" Target="../slideLayouts/slideLayout96.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 Target="slide2.xml"/></Relationships>
</file>

<file path=ppt/slides/_rels/slide31.xml.rels><?xml version="1.0" encoding="UTF-8" standalone="yes"?>
<Relationships xmlns="http://schemas.openxmlformats.org/package/2006/relationships"><Relationship Id="rId8" Type="http://schemas.openxmlformats.org/officeDocument/2006/relationships/hyperlink" Target="https://aka.ms/m365lighthouse" TargetMode="External"/><Relationship Id="rId13" Type="http://schemas.openxmlformats.org/officeDocument/2006/relationships/hyperlink" Target="https://aka.ms/agentscspdeck" TargetMode="External"/><Relationship Id="rId3" Type="http://schemas.openxmlformats.org/officeDocument/2006/relationships/hyperlink" Target="https://aka.ms/CopilotGettingStarted" TargetMode="External"/><Relationship Id="rId7" Type="http://schemas.openxmlformats.org/officeDocument/2006/relationships/hyperlink" Target="https://aka.ms/CopilotSuccessKit" TargetMode="External"/><Relationship Id="rId12" Type="http://schemas.openxmlformats.org/officeDocument/2006/relationships/hyperlink" Target="aka.ms/LevelUpLabagentseries" TargetMode="External"/><Relationship Id="rId2" Type="http://schemas.openxmlformats.org/officeDocument/2006/relationships/hyperlink" Target="https://aka.ms/CSPCopilot" TargetMode="External"/><Relationship Id="rId16" Type="http://schemas.openxmlformats.org/officeDocument/2006/relationships/hyperlink" Target="aka.ms/powerplatformsimulateddemos" TargetMode="External"/><Relationship Id="rId1" Type="http://schemas.openxmlformats.org/officeDocument/2006/relationships/slideLayout" Target="../slideLayouts/slideLayout19.xml"/><Relationship Id="rId6" Type="http://schemas.openxmlformats.org/officeDocument/2006/relationships/hyperlink" Target="https://aka.ms/CopilotPartnerServicesBlueprint" TargetMode="External"/><Relationship Id="rId11" Type="http://schemas.openxmlformats.org/officeDocument/2006/relationships/hyperlink" Target="https://aka.ms/LevelUpCSPBootcamp" TargetMode="External"/><Relationship Id="rId5" Type="http://schemas.openxmlformats.org/officeDocument/2006/relationships/hyperlink" Target="https://aka.ms/CopilotCSPBriefings" TargetMode="External"/><Relationship Id="rId15" Type="http://schemas.openxmlformats.org/officeDocument/2006/relationships/hyperlink" Target="https://aka.ms/m365copilotapr23" TargetMode="External"/><Relationship Id="rId10" Type="http://schemas.openxmlformats.org/officeDocument/2006/relationships/hyperlink" Target="https://aka.ms/CopilotScenarioLibrary" TargetMode="External"/><Relationship Id="rId4" Type="http://schemas.openxmlformats.org/officeDocument/2006/relationships/hyperlink" Target="https://aka.ms/QuickStartCopilot" TargetMode="External"/><Relationship Id="rId9" Type="http://schemas.openxmlformats.org/officeDocument/2006/relationships/hyperlink" Target="https://aka.ms/CopilotCSPPromoFAQ" TargetMode="External"/><Relationship Id="rId14" Type="http://schemas.openxmlformats.org/officeDocument/2006/relationships/hyperlink" Target="https://aka.ms/promoreadinessguide"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2.xml"/><Relationship Id="rId1" Type="http://schemas.openxmlformats.org/officeDocument/2006/relationships/slideLayout" Target="../slideLayouts/slideLayout79.xml"/><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1796D-9D44-0572-4A88-241FF33CA547}"/>
              </a:ext>
            </a:extLst>
          </p:cNvPr>
          <p:cNvSpPr>
            <a:spLocks noGrp="1"/>
          </p:cNvSpPr>
          <p:nvPr>
            <p:ph type="title"/>
          </p:nvPr>
        </p:nvSpPr>
        <p:spPr>
          <a:xfrm>
            <a:off x="584200" y="2015973"/>
            <a:ext cx="4820557" cy="1717393"/>
          </a:xfrm>
        </p:spPr>
        <p:txBody>
          <a:bodyPr/>
          <a:lstStyle/>
          <a:p>
            <a:r>
              <a:rPr lang="en-US">
                <a:solidFill>
                  <a:schemeClr val="accent4"/>
                </a:solidFill>
              </a:rPr>
              <a:t>Microsoft 365 Copilot Business </a:t>
            </a:r>
            <a:br>
              <a:rPr lang="en-US">
                <a:solidFill>
                  <a:schemeClr val="accent4"/>
                </a:solidFill>
              </a:rPr>
            </a:br>
            <a:r>
              <a:rPr lang="en-US" sz="3600">
                <a:solidFill>
                  <a:schemeClr val="accent4"/>
                </a:solidFill>
              </a:rPr>
              <a:t>GTM</a:t>
            </a:r>
            <a:r>
              <a:rPr lang="en-US" sz="4400">
                <a:solidFill>
                  <a:schemeClr val="accent4"/>
                </a:solidFill>
              </a:rPr>
              <a:t> </a:t>
            </a:r>
            <a:r>
              <a:rPr lang="en-US" sz="3600">
                <a:solidFill>
                  <a:schemeClr val="accent4"/>
                </a:solidFill>
              </a:rPr>
              <a:t>Playbook</a:t>
            </a:r>
            <a:endParaRPr lang="en-US" sz="4400">
              <a:solidFill>
                <a:schemeClr val="accent4"/>
              </a:solidFill>
            </a:endParaRPr>
          </a:p>
        </p:txBody>
      </p:sp>
      <p:sp>
        <p:nvSpPr>
          <p:cNvPr id="12" name="Text Placeholder 11">
            <a:extLst>
              <a:ext uri="{FF2B5EF4-FFF2-40B4-BE49-F238E27FC236}">
                <a16:creationId xmlns:a16="http://schemas.microsoft.com/office/drawing/2014/main" id="{6E5DBB9C-3D0F-4637-96CD-D375757687FE}"/>
              </a:ext>
            </a:extLst>
          </p:cNvPr>
          <p:cNvSpPr>
            <a:spLocks noGrp="1"/>
          </p:cNvSpPr>
          <p:nvPr>
            <p:ph type="body" sz="quarter" idx="12"/>
          </p:nvPr>
        </p:nvSpPr>
        <p:spPr>
          <a:xfrm>
            <a:off x="584199" y="4152707"/>
            <a:ext cx="4721225" cy="492443"/>
          </a:xfrm>
        </p:spPr>
        <p:txBody>
          <a:bodyPr/>
          <a:lstStyle/>
          <a:p>
            <a:r>
              <a:rPr lang="en-US"/>
              <a:t>Your guide to winning the SMB AI opportunity</a:t>
            </a:r>
          </a:p>
          <a:p>
            <a:endParaRPr lang="en-US"/>
          </a:p>
        </p:txBody>
      </p:sp>
      <p:sp>
        <p:nvSpPr>
          <p:cNvPr id="13" name="Text Placeholder 12">
            <a:extLst>
              <a:ext uri="{FF2B5EF4-FFF2-40B4-BE49-F238E27FC236}">
                <a16:creationId xmlns:a16="http://schemas.microsoft.com/office/drawing/2014/main" id="{B155321D-4AE3-8B81-BFF7-E35053122D0E}"/>
              </a:ext>
            </a:extLst>
          </p:cNvPr>
          <p:cNvSpPr>
            <a:spLocks noGrp="1"/>
          </p:cNvSpPr>
          <p:nvPr>
            <p:ph type="body" sz="quarter" idx="13"/>
          </p:nvPr>
        </p:nvSpPr>
        <p:spPr>
          <a:xfrm>
            <a:off x="584200" y="5053799"/>
            <a:ext cx="4080397" cy="430887"/>
          </a:xfrm>
        </p:spPr>
        <p:txBody>
          <a:bodyPr/>
          <a:lstStyle/>
          <a:p>
            <a:r>
              <a:rPr lang="en-US"/>
              <a:t>v1 November 2025</a:t>
            </a:r>
          </a:p>
          <a:p>
            <a:endParaRPr lang="en-US"/>
          </a:p>
        </p:txBody>
      </p:sp>
    </p:spTree>
    <p:extLst>
      <p:ext uri="{BB962C8B-B14F-4D97-AF65-F5344CB8AC3E}">
        <p14:creationId xmlns:p14="http://schemas.microsoft.com/office/powerpoint/2010/main" val="276277322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8">
            <a:extLst>
              <a:ext uri="{FF2B5EF4-FFF2-40B4-BE49-F238E27FC236}">
                <a16:creationId xmlns:a16="http://schemas.microsoft.com/office/drawing/2014/main" id="{1753D9DB-A742-9BE6-0C22-44D13A4942D6}"/>
              </a:ext>
              <a:ext uri="{C183D7F6-B498-43B3-948B-1728B52AA6E4}">
                <adec:decorative xmlns:adec="http://schemas.microsoft.com/office/drawing/2017/decorative" val="1"/>
              </a:ext>
            </a:extLst>
          </p:cNvPr>
          <p:cNvSpPr/>
          <p:nvPr/>
        </p:nvSpPr>
        <p:spPr bwMode="auto">
          <a:xfrm>
            <a:off x="4346637" y="758392"/>
            <a:ext cx="6504243" cy="5081218"/>
          </a:xfrm>
          <a:prstGeom prst="roundRect">
            <a:avLst>
              <a:gd name="adj" fmla="val 4629"/>
            </a:avLst>
          </a:prstGeom>
          <a:solidFill>
            <a:schemeClr val="bg1">
              <a:alpha val="8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Sans Display"/>
              <a:ea typeface="+mn-ea"/>
              <a:cs typeface="Segoe UI"/>
            </a:endParaRPr>
          </a:p>
        </p:txBody>
      </p:sp>
      <p:sp>
        <p:nvSpPr>
          <p:cNvPr id="3" name="Title 2">
            <a:extLst>
              <a:ext uri="{FF2B5EF4-FFF2-40B4-BE49-F238E27FC236}">
                <a16:creationId xmlns:a16="http://schemas.microsoft.com/office/drawing/2014/main" id="{77908616-E4DE-F4F8-1A5C-BF4538BA70C0}"/>
              </a:ext>
            </a:extLst>
          </p:cNvPr>
          <p:cNvSpPr>
            <a:spLocks noGrp="1"/>
          </p:cNvSpPr>
          <p:nvPr>
            <p:ph type="title"/>
          </p:nvPr>
        </p:nvSpPr>
        <p:spPr>
          <a:xfrm>
            <a:off x="821943" y="2050526"/>
            <a:ext cx="3182027" cy="553998"/>
          </a:xfrm>
        </p:spPr>
        <p:txBody>
          <a:bodyPr/>
          <a:lstStyle/>
          <a:p>
            <a:r>
              <a:rPr lang="en-US"/>
              <a:t>Welcome</a:t>
            </a:r>
          </a:p>
        </p:txBody>
      </p:sp>
      <p:sp>
        <p:nvSpPr>
          <p:cNvPr id="14" name="TextBox 13">
            <a:hlinkClick r:id="rId2" action="ppaction://hlinksldjump"/>
            <a:extLst>
              <a:ext uri="{FF2B5EF4-FFF2-40B4-BE49-F238E27FC236}">
                <a16:creationId xmlns:a16="http://schemas.microsoft.com/office/drawing/2014/main" id="{0D81ADA3-9409-9A8A-5E11-E07DB7A98137}"/>
              </a:ext>
            </a:extLst>
          </p:cNvPr>
          <p:cNvSpPr txBox="1"/>
          <p:nvPr/>
        </p:nvSpPr>
        <p:spPr>
          <a:xfrm>
            <a:off x="4912461" y="1542370"/>
            <a:ext cx="2860037" cy="492443"/>
          </a:xfrm>
          <a:prstGeom prst="rect">
            <a:avLst/>
          </a:prstGeom>
          <a:noFill/>
        </p:spPr>
        <p:txBody>
          <a:bodyPr wrap="square" lIns="0" tIns="0" rIns="0" bIns="0" rtlCol="0" anchor="t" anchorCtr="0">
            <a:spAutoFit/>
          </a:body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2" action="ppaction://hlinksldjump"/>
              </a:rPr>
              <a:t>01</a:t>
            </a:r>
            <a:r>
              <a:rPr kumimoji="0" lang="en-US" sz="1600" b="0" i="0" u="none" strike="noStrike" kern="1200" cap="none" spc="0" normalizeH="0" baseline="0" noProof="0">
                <a:ln>
                  <a:noFill/>
                </a:ln>
                <a:solidFill>
                  <a:srgbClr val="091F2C"/>
                </a:solidFill>
                <a:effectLst/>
                <a:uLnTx/>
                <a:uFillTx/>
                <a:latin typeface="Segoe Sans Display"/>
                <a:ea typeface="+mn-ea"/>
                <a:cs typeface="+mn-cs"/>
              </a:rPr>
              <a:t>	</a:t>
            </a:r>
          </a:p>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mn-cs"/>
              </a:rPr>
              <a:t>The Opportunity</a:t>
            </a:r>
          </a:p>
        </p:txBody>
      </p:sp>
      <p:sp>
        <p:nvSpPr>
          <p:cNvPr id="7" name="TextBox 6">
            <a:hlinkClick r:id="rId3" action="ppaction://hlinksldjump"/>
            <a:extLst>
              <a:ext uri="{FF2B5EF4-FFF2-40B4-BE49-F238E27FC236}">
                <a16:creationId xmlns:a16="http://schemas.microsoft.com/office/drawing/2014/main" id="{1D82B953-639B-E759-C084-99A08676BEB8}"/>
              </a:ext>
            </a:extLst>
          </p:cNvPr>
          <p:cNvSpPr txBox="1">
            <a:spLocks/>
          </p:cNvSpPr>
          <p:nvPr/>
        </p:nvSpPr>
        <p:spPr>
          <a:xfrm>
            <a:off x="4912463" y="2379961"/>
            <a:ext cx="3348067" cy="492443"/>
          </a:xfrm>
          <a:prstGeom prst="rect">
            <a:avLst/>
          </a:prstGeom>
          <a:noFill/>
        </p:spPr>
        <p:txBody>
          <a:bodyPr wrap="square" lIns="0" tIns="0" rIns="0" bIns="0" rtlCol="0" anchor="t" anchorCtr="0">
            <a:spAutoFit/>
          </a:body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4" action="ppaction://hlinksldjump"/>
              </a:rPr>
              <a:t>02</a:t>
            </a:r>
            <a:r>
              <a:rPr kumimoji="0" lang="en-US" sz="1600" b="0" i="0" u="none" strike="noStrike" kern="1200" cap="none" spc="0" normalizeH="0" baseline="0" noProof="0">
                <a:ln>
                  <a:noFill/>
                </a:ln>
                <a:solidFill>
                  <a:srgbClr val="091F2C"/>
                </a:solidFill>
                <a:effectLst/>
                <a:uLnTx/>
                <a:uFillTx/>
                <a:latin typeface="Segoe Sans Display"/>
                <a:ea typeface="+mn-ea"/>
                <a:cs typeface="+mn-cs"/>
              </a:rPr>
              <a:t>	</a:t>
            </a:r>
          </a:p>
          <a:p>
            <a:pPr defTabSz="932563" fontAlgn="t">
              <a:defRPr/>
            </a:pPr>
            <a:r>
              <a:rPr lang="en-US" sz="1600">
                <a:solidFill>
                  <a:srgbClr val="091F2C"/>
                </a:solidFill>
              </a:rPr>
              <a:t>Microsoft 365 Copilot Business</a:t>
            </a:r>
          </a:p>
        </p:txBody>
      </p:sp>
      <p:sp>
        <p:nvSpPr>
          <p:cNvPr id="9" name="TextBox 8">
            <a:hlinkClick r:id="" action="ppaction://noaction"/>
            <a:extLst>
              <a:ext uri="{FF2B5EF4-FFF2-40B4-BE49-F238E27FC236}">
                <a16:creationId xmlns:a16="http://schemas.microsoft.com/office/drawing/2014/main" id="{C14C59E2-426E-7262-FCA9-BC2E2A87EE61}"/>
              </a:ext>
            </a:extLst>
          </p:cNvPr>
          <p:cNvSpPr txBox="1">
            <a:spLocks/>
          </p:cNvSpPr>
          <p:nvPr/>
        </p:nvSpPr>
        <p:spPr>
          <a:xfrm>
            <a:off x="4912461" y="3217552"/>
            <a:ext cx="3004720" cy="492443"/>
          </a:xfrm>
          <a:prstGeom prst="rect">
            <a:avLst/>
          </a:prstGeom>
          <a:noFill/>
        </p:spPr>
        <p:txBody>
          <a:bodyPr wrap="square" lIns="0" tIns="0" rIns="0" bIns="0" rtlCol="0" anchor="t" anchorCtr="0">
            <a:spAutoFit/>
          </a:body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5" action="ppaction://hlinksldjump"/>
              </a:rPr>
              <a:t>03</a:t>
            </a:r>
            <a:r>
              <a:rPr kumimoji="0" lang="en-US" sz="1600" b="0" i="0" u="none" strike="noStrike" kern="1200" cap="none" spc="0" normalizeH="0" baseline="0" noProof="0">
                <a:ln>
                  <a:noFill/>
                </a:ln>
                <a:solidFill>
                  <a:srgbClr val="091F2C"/>
                </a:solidFill>
                <a:effectLst/>
                <a:uLnTx/>
                <a:uFillTx/>
                <a:latin typeface="Segoe Sans Display"/>
                <a:ea typeface="+mn-ea"/>
                <a:cs typeface="+mn-cs"/>
              </a:rPr>
              <a:t>	</a:t>
            </a:r>
          </a:p>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ea typeface="+mn-ea"/>
                <a:cs typeface="+mn-cs"/>
              </a:rPr>
              <a:t>Copilot Business Bundle Offers</a:t>
            </a:r>
          </a:p>
        </p:txBody>
      </p:sp>
      <p:sp>
        <p:nvSpPr>
          <p:cNvPr id="19" name="TextBox 18">
            <a:hlinkClick r:id="" action="ppaction://noaction"/>
            <a:extLst>
              <a:ext uri="{FF2B5EF4-FFF2-40B4-BE49-F238E27FC236}">
                <a16:creationId xmlns:a16="http://schemas.microsoft.com/office/drawing/2014/main" id="{65110C40-42AC-C804-72A7-9F956E75F834}"/>
              </a:ext>
            </a:extLst>
          </p:cNvPr>
          <p:cNvSpPr txBox="1">
            <a:spLocks/>
          </p:cNvSpPr>
          <p:nvPr/>
        </p:nvSpPr>
        <p:spPr>
          <a:xfrm>
            <a:off x="4912461" y="3930991"/>
            <a:ext cx="2435874" cy="492443"/>
          </a:xfrm>
          <a:prstGeom prst="rect">
            <a:avLst/>
          </a:prstGeom>
          <a:noFill/>
        </p:spPr>
        <p:txBody>
          <a:bodyPr wrap="square" lIns="0" tIns="0" rIns="0" bIns="0" rtlCol="0" anchor="t" anchorCtr="0">
            <a:spAutoFit/>
          </a:body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6" action="ppaction://hlinksldjump"/>
              </a:rPr>
              <a:t>04</a:t>
            </a:r>
            <a:r>
              <a:rPr kumimoji="0" lang="en-US" sz="1600" b="0" i="0" u="none" strike="noStrike" kern="1200" cap="none" spc="0" normalizeH="0" baseline="0" noProof="0">
                <a:ln>
                  <a:noFill/>
                </a:ln>
                <a:solidFill>
                  <a:srgbClr val="091F2C"/>
                </a:solidFill>
                <a:effectLst/>
                <a:uLnTx/>
                <a:uFillTx/>
                <a:latin typeface="Segoe Sans Display"/>
                <a:ea typeface="+mn-ea"/>
                <a:cs typeface="+mn-cs"/>
              </a:rPr>
              <a:t>	</a:t>
            </a:r>
          </a:p>
          <a:p>
            <a:pPr marL="0" marR="0" lvl="0" indent="0" algn="l" defTabSz="932563" rtl="0" eaLnBrk="1" fontAlgn="t" latinLnBrk="0" hangingPunct="1">
              <a:lnSpc>
                <a:spcPct val="100000"/>
              </a:lnSpc>
              <a:spcBef>
                <a:spcPts val="0"/>
              </a:spcBef>
              <a:spcAft>
                <a:spcPts val="0"/>
              </a:spcAft>
              <a:buClrTx/>
              <a:buSzTx/>
              <a:buFontTx/>
              <a:buNone/>
              <a:tabLst/>
              <a:defRPr/>
            </a:pPr>
            <a:r>
              <a:rPr lang="en-US" sz="1600">
                <a:solidFill>
                  <a:srgbClr val="091F2C"/>
                </a:solidFill>
                <a:latin typeface="Segoe Sans Display"/>
              </a:rPr>
              <a:t>Messaging &amp;</a:t>
            </a:r>
            <a:r>
              <a:rPr kumimoji="0" lang="en-US" sz="1600" b="0" i="0" u="none" strike="noStrike" kern="1200" cap="none" spc="0" normalizeH="0" baseline="0" noProof="0">
                <a:ln>
                  <a:noFill/>
                </a:ln>
                <a:solidFill>
                  <a:srgbClr val="091F2C"/>
                </a:solidFill>
                <a:effectLst/>
                <a:uLnTx/>
                <a:uFillTx/>
                <a:latin typeface="Segoe Sans Display"/>
                <a:ea typeface="+mn-ea"/>
                <a:cs typeface="+mn-cs"/>
              </a:rPr>
              <a:t> Positioning</a:t>
            </a:r>
          </a:p>
        </p:txBody>
      </p:sp>
      <p:sp>
        <p:nvSpPr>
          <p:cNvPr id="20" name="TextBox 19">
            <a:hlinkClick r:id="" action="ppaction://noaction"/>
            <a:extLst>
              <a:ext uri="{FF2B5EF4-FFF2-40B4-BE49-F238E27FC236}">
                <a16:creationId xmlns:a16="http://schemas.microsoft.com/office/drawing/2014/main" id="{97B8FDA4-C16F-1BD7-5FE6-3137AC52A578}"/>
              </a:ext>
            </a:extLst>
          </p:cNvPr>
          <p:cNvSpPr txBox="1">
            <a:spLocks/>
          </p:cNvSpPr>
          <p:nvPr/>
        </p:nvSpPr>
        <p:spPr>
          <a:xfrm>
            <a:off x="4912461" y="4604656"/>
            <a:ext cx="2860037" cy="492443"/>
          </a:xfrm>
          <a:prstGeom prst="rect">
            <a:avLst/>
          </a:prstGeom>
          <a:noFill/>
        </p:spPr>
        <p:txBody>
          <a:bodyPr wrap="square" lIns="0" tIns="0" rIns="0" bIns="0" rtlCol="0" anchor="t" anchorCtr="0">
            <a:spAutoFit/>
          </a:bodyPr>
          <a:lstStyle>
            <a:defPPr>
              <a:defRPr lang="en-US"/>
            </a:defPPr>
            <a:lvl1pPr marL="457200" marR="0" indent="-457200" defTabSz="932563" fontAlgn="t">
              <a:lnSpc>
                <a:spcPct val="100000"/>
              </a:lnSpc>
              <a:spcBef>
                <a:spcPts val="0"/>
              </a:spcBef>
              <a:spcAft>
                <a:spcPts val="0"/>
              </a:spcAft>
              <a:buClrTx/>
              <a:buSzTx/>
              <a:buFontTx/>
              <a:buNone/>
              <a:tabLst/>
              <a:defRPr sz="1600" b="0" u="none" strike="noStrike">
                <a:solidFill>
                  <a:schemeClr val="accent2"/>
                </a:solidFill>
                <a:effectLst/>
                <a:latin typeface="+mj-lt"/>
              </a:defRPr>
            </a:lvl1p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7" action="ppaction://hlinksldjump"/>
              </a:rPr>
              <a:t>05</a:t>
            </a:r>
            <a:r>
              <a:rPr kumimoji="0" lang="en-US" sz="1600" b="0" i="0" u="none" strike="noStrike" kern="1200" cap="none" spc="0" normalizeH="0" baseline="0" noProof="0">
                <a:ln>
                  <a:noFill/>
                </a:ln>
                <a:solidFill>
                  <a:srgbClr val="C03BC4"/>
                </a:solidFill>
                <a:effectLst/>
                <a:uLnTx/>
                <a:uFillTx/>
                <a:latin typeface="Segoe Sans Display Semibold"/>
                <a:ea typeface="+mn-ea"/>
                <a:cs typeface="+mn-cs"/>
              </a:rPr>
              <a:t>	</a:t>
            </a:r>
          </a:p>
          <a:p>
            <a:pPr marL="0" marR="0" lvl="0" indent="0" algn="l" defTabSz="932563" rtl="0" eaLnBrk="1" fontAlgn="t" latinLnBrk="0" hangingPunct="1">
              <a:lnSpc>
                <a:spcPct val="100000"/>
              </a:lnSpc>
              <a:spcBef>
                <a:spcPts val="0"/>
              </a:spcBef>
              <a:spcAft>
                <a:spcPts val="0"/>
              </a:spcAft>
              <a:buClrTx/>
              <a:buSzTx/>
              <a:buFontTx/>
              <a:buNone/>
              <a:tabLst/>
              <a:defRPr/>
            </a:pPr>
            <a:r>
              <a:rPr lang="en-US">
                <a:solidFill>
                  <a:srgbClr val="091F2C"/>
                </a:solidFill>
                <a:latin typeface="Segoe Sans Display"/>
              </a:rPr>
              <a:t>Promotional</a:t>
            </a:r>
            <a:r>
              <a:rPr kumimoji="0" lang="en-US" sz="1600" b="0" i="0" u="none" strike="noStrike" kern="1200" cap="none" spc="0" normalizeH="0" baseline="0" noProof="0">
                <a:ln>
                  <a:noFill/>
                </a:ln>
                <a:solidFill>
                  <a:srgbClr val="091F2C"/>
                </a:solidFill>
                <a:effectLst/>
                <a:uLnTx/>
                <a:uFillTx/>
                <a:latin typeface="Segoe Sans Display"/>
                <a:ea typeface="+mn-ea"/>
                <a:cs typeface="+mn-cs"/>
              </a:rPr>
              <a:t> Offers</a:t>
            </a:r>
          </a:p>
        </p:txBody>
      </p:sp>
      <p:sp>
        <p:nvSpPr>
          <p:cNvPr id="4" name="TextBox 3">
            <a:hlinkClick r:id="" action="ppaction://noaction"/>
            <a:extLst>
              <a:ext uri="{FF2B5EF4-FFF2-40B4-BE49-F238E27FC236}">
                <a16:creationId xmlns:a16="http://schemas.microsoft.com/office/drawing/2014/main" id="{D7228F5A-D77A-2E05-7301-BDD556A9B82A}"/>
              </a:ext>
            </a:extLst>
          </p:cNvPr>
          <p:cNvSpPr txBox="1">
            <a:spLocks/>
          </p:cNvSpPr>
          <p:nvPr/>
        </p:nvSpPr>
        <p:spPr>
          <a:xfrm>
            <a:off x="8105398" y="2332497"/>
            <a:ext cx="2512073" cy="738664"/>
          </a:xfrm>
          <a:prstGeom prst="rect">
            <a:avLst/>
          </a:prstGeom>
          <a:noFill/>
        </p:spPr>
        <p:txBody>
          <a:bodyPr wrap="square" lIns="0" tIns="0" rIns="0" bIns="0" rtlCol="0" anchor="t" anchorCtr="0">
            <a:spAutoFit/>
          </a:bodyPr>
          <a:lstStyle>
            <a:defPPr>
              <a:defRPr lang="en-US"/>
            </a:defPPr>
            <a:lvl1pPr marL="457200" marR="0" indent="-457200" defTabSz="932563" fontAlgn="t">
              <a:lnSpc>
                <a:spcPct val="100000"/>
              </a:lnSpc>
              <a:spcBef>
                <a:spcPts val="0"/>
              </a:spcBef>
              <a:spcAft>
                <a:spcPts val="0"/>
              </a:spcAft>
              <a:buClrTx/>
              <a:buSzTx/>
              <a:buFontTx/>
              <a:buNone/>
              <a:tabLst/>
              <a:defRPr sz="1600" b="0" u="none" strike="noStrike">
                <a:solidFill>
                  <a:schemeClr val="accent2"/>
                </a:solidFill>
                <a:effectLst/>
                <a:latin typeface="+mj-lt"/>
              </a:defRPr>
            </a:lvl1p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8" action="ppaction://hlinksldjump"/>
              </a:rPr>
              <a:t>07</a:t>
            </a:r>
            <a:endParaRPr kumimoji="0" lang="en-US" sz="1600" b="0" i="0" u="none" strike="noStrike" kern="1200" cap="none" spc="0" normalizeH="0" baseline="0" noProof="0">
              <a:ln>
                <a:noFill/>
              </a:ln>
              <a:solidFill>
                <a:srgbClr val="C03BC4"/>
              </a:solidFill>
              <a:effectLst/>
              <a:uLnTx/>
              <a:uFillTx/>
              <a:latin typeface="Segoe Sans Display Semibold"/>
              <a:ea typeface="+mn-ea"/>
              <a:cs typeface="+mn-cs"/>
            </a:endParaRPr>
          </a:p>
          <a:p>
            <a:pPr marL="0" indent="0">
              <a:defRPr/>
            </a:pPr>
            <a:r>
              <a:rPr lang="en-US">
                <a:solidFill>
                  <a:srgbClr val="091F2C"/>
                </a:solidFill>
                <a:latin typeface="Segoe Sans Display"/>
              </a:rPr>
              <a:t>Marketing Activation</a:t>
            </a:r>
          </a:p>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rPr>
              <a:t>	</a:t>
            </a:r>
          </a:p>
        </p:txBody>
      </p:sp>
      <p:sp>
        <p:nvSpPr>
          <p:cNvPr id="5" name="TextBox 4">
            <a:hlinkClick r:id="" action="ppaction://noaction"/>
            <a:extLst>
              <a:ext uri="{FF2B5EF4-FFF2-40B4-BE49-F238E27FC236}">
                <a16:creationId xmlns:a16="http://schemas.microsoft.com/office/drawing/2014/main" id="{B7064145-5C77-4AD0-F598-861FE1A5294E}"/>
              </a:ext>
            </a:extLst>
          </p:cNvPr>
          <p:cNvSpPr txBox="1">
            <a:spLocks/>
          </p:cNvSpPr>
          <p:nvPr/>
        </p:nvSpPr>
        <p:spPr>
          <a:xfrm>
            <a:off x="8105397" y="3228927"/>
            <a:ext cx="2512073" cy="492443"/>
          </a:xfrm>
          <a:prstGeom prst="rect">
            <a:avLst/>
          </a:prstGeom>
          <a:noFill/>
        </p:spPr>
        <p:txBody>
          <a:bodyPr wrap="square" lIns="0" tIns="0" rIns="0" bIns="0" rtlCol="0" anchor="t" anchorCtr="0">
            <a:spAutoFit/>
          </a:bodyPr>
          <a:lstStyle>
            <a:defPPr>
              <a:defRPr lang="en-US"/>
            </a:defPPr>
            <a:lvl1pPr marL="457200" marR="0" indent="-457200" defTabSz="932563" fontAlgn="t">
              <a:lnSpc>
                <a:spcPct val="100000"/>
              </a:lnSpc>
              <a:spcBef>
                <a:spcPts val="0"/>
              </a:spcBef>
              <a:spcAft>
                <a:spcPts val="0"/>
              </a:spcAft>
              <a:buClrTx/>
              <a:buSzTx/>
              <a:buFontTx/>
              <a:buNone/>
              <a:tabLst/>
              <a:defRPr sz="1600" b="0" u="none" strike="noStrike">
                <a:solidFill>
                  <a:schemeClr val="accent2"/>
                </a:solidFill>
                <a:effectLst/>
                <a:latin typeface="+mj-lt"/>
              </a:defRPr>
            </a:lvl1p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9" action="ppaction://hlinksldjump"/>
              </a:rPr>
              <a:t>08</a:t>
            </a:r>
            <a:endParaRPr kumimoji="0" lang="en-US" sz="1600" b="0" i="0" u="none" strike="noStrike" kern="1200" cap="none" spc="0" normalizeH="0" baseline="0" noProof="0">
              <a:ln>
                <a:noFill/>
              </a:ln>
              <a:solidFill>
                <a:srgbClr val="C03BC4"/>
              </a:solidFill>
              <a:effectLst/>
              <a:uLnTx/>
              <a:uFillTx/>
              <a:latin typeface="Segoe Sans Display Semibold"/>
              <a:ea typeface="+mn-ea"/>
              <a:cs typeface="+mn-cs"/>
            </a:endParaRPr>
          </a:p>
          <a:p>
            <a:pPr marL="0" lvl="0" indent="0">
              <a:defRPr/>
            </a:pPr>
            <a:r>
              <a:rPr lang="en-US">
                <a:solidFill>
                  <a:srgbClr val="091F2C"/>
                </a:solidFill>
                <a:latin typeface="Segoe Sans Display"/>
              </a:rPr>
              <a:t>Reference Material</a:t>
            </a:r>
            <a:endParaRPr kumimoji="0" lang="en-US" sz="1600" b="0" i="0" u="none" strike="noStrike" kern="1200" cap="none" spc="0" normalizeH="0" baseline="0" noProof="0">
              <a:ln>
                <a:noFill/>
              </a:ln>
              <a:solidFill>
                <a:srgbClr val="C03BC4"/>
              </a:solidFill>
              <a:effectLst/>
              <a:uLnTx/>
              <a:uFillTx/>
              <a:latin typeface="Segoe Sans Display Semibold"/>
              <a:ea typeface="+mn-ea"/>
              <a:cs typeface="+mn-cs"/>
            </a:endParaRPr>
          </a:p>
        </p:txBody>
      </p:sp>
      <p:sp>
        <p:nvSpPr>
          <p:cNvPr id="12" name="TextBox 11">
            <a:hlinkClick r:id="" action="ppaction://noaction"/>
            <a:extLst>
              <a:ext uri="{FF2B5EF4-FFF2-40B4-BE49-F238E27FC236}">
                <a16:creationId xmlns:a16="http://schemas.microsoft.com/office/drawing/2014/main" id="{F140F8B5-CFAB-B361-AACF-EA58980B05F7}"/>
              </a:ext>
            </a:extLst>
          </p:cNvPr>
          <p:cNvSpPr txBox="1">
            <a:spLocks/>
          </p:cNvSpPr>
          <p:nvPr/>
        </p:nvSpPr>
        <p:spPr>
          <a:xfrm>
            <a:off x="8066168" y="3905534"/>
            <a:ext cx="2512073" cy="492443"/>
          </a:xfrm>
          <a:prstGeom prst="rect">
            <a:avLst/>
          </a:prstGeom>
          <a:noFill/>
        </p:spPr>
        <p:txBody>
          <a:bodyPr wrap="square" lIns="0" tIns="0" rIns="0" bIns="0" rtlCol="0" anchor="t" anchorCtr="0">
            <a:spAutoFit/>
          </a:bodyPr>
          <a:lstStyle>
            <a:defPPr>
              <a:defRPr lang="en-US"/>
            </a:defPPr>
            <a:lvl1pPr marL="457200" marR="0" indent="-457200" defTabSz="932563" fontAlgn="t">
              <a:lnSpc>
                <a:spcPct val="100000"/>
              </a:lnSpc>
              <a:spcBef>
                <a:spcPts val="0"/>
              </a:spcBef>
              <a:spcAft>
                <a:spcPts val="0"/>
              </a:spcAft>
              <a:buClrTx/>
              <a:buSzTx/>
              <a:buFontTx/>
              <a:buNone/>
              <a:tabLst/>
              <a:defRPr sz="1600" b="0" u="none" strike="noStrike">
                <a:solidFill>
                  <a:schemeClr val="accent2"/>
                </a:solidFill>
                <a:effectLst/>
                <a:latin typeface="+mj-lt"/>
              </a:defRPr>
            </a:lvl1p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10" action="ppaction://hlinksldjump"/>
              </a:rPr>
              <a:t>09</a:t>
            </a:r>
            <a:r>
              <a:rPr kumimoji="0" lang="en-US" sz="1600" b="0" i="0" u="none" strike="noStrike" kern="1200" cap="none" spc="0" normalizeH="0" baseline="0" noProof="0">
                <a:ln>
                  <a:noFill/>
                </a:ln>
                <a:solidFill>
                  <a:srgbClr val="C03BC4"/>
                </a:solidFill>
                <a:effectLst/>
                <a:uLnTx/>
                <a:uFillTx/>
                <a:latin typeface="Segoe Sans Display Semibold"/>
                <a:ea typeface="+mn-ea"/>
                <a:cs typeface="+mn-cs"/>
              </a:rPr>
              <a:t>	</a:t>
            </a:r>
          </a:p>
          <a:p>
            <a:pPr marL="0" marR="0" lvl="0" indent="0" algn="l" defTabSz="932563" rtl="0" eaLnBrk="1" fontAlgn="t" latinLnBrk="0" hangingPunct="1">
              <a:lnSpc>
                <a:spcPct val="100000"/>
              </a:lnSpc>
              <a:spcBef>
                <a:spcPts val="0"/>
              </a:spcBef>
              <a:spcAft>
                <a:spcPts val="0"/>
              </a:spcAft>
              <a:buClrTx/>
              <a:buSzTx/>
              <a:buFontTx/>
              <a:buNone/>
              <a:tabLst/>
              <a:defRPr/>
            </a:pPr>
            <a:r>
              <a:rPr lang="en-US">
                <a:solidFill>
                  <a:srgbClr val="091F2C"/>
                </a:solidFill>
                <a:latin typeface="Segoe Sans Display"/>
              </a:rPr>
              <a:t> Partner Services</a:t>
            </a:r>
            <a:endParaRPr kumimoji="0" lang="en-US" sz="16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10" name="TextBox 9">
            <a:hlinkClick r:id="" action="ppaction://noaction"/>
            <a:extLst>
              <a:ext uri="{FF2B5EF4-FFF2-40B4-BE49-F238E27FC236}">
                <a16:creationId xmlns:a16="http://schemas.microsoft.com/office/drawing/2014/main" id="{334C397C-12A4-6937-01FF-DA1829B418F7}"/>
              </a:ext>
            </a:extLst>
          </p:cNvPr>
          <p:cNvSpPr txBox="1">
            <a:spLocks/>
          </p:cNvSpPr>
          <p:nvPr/>
        </p:nvSpPr>
        <p:spPr>
          <a:xfrm>
            <a:off x="8105400" y="1562921"/>
            <a:ext cx="2512073" cy="492443"/>
          </a:xfrm>
          <a:prstGeom prst="rect">
            <a:avLst/>
          </a:prstGeom>
          <a:noFill/>
        </p:spPr>
        <p:txBody>
          <a:bodyPr wrap="square" lIns="0" tIns="0" rIns="0" bIns="0" rtlCol="0" anchor="t" anchorCtr="0">
            <a:spAutoFit/>
          </a:bodyPr>
          <a:lstStyle>
            <a:defPPr>
              <a:defRPr lang="en-US"/>
            </a:defPPr>
            <a:lvl1pPr marL="457200" marR="0" indent="-457200" defTabSz="932563" fontAlgn="t">
              <a:lnSpc>
                <a:spcPct val="100000"/>
              </a:lnSpc>
              <a:spcBef>
                <a:spcPts val="0"/>
              </a:spcBef>
              <a:spcAft>
                <a:spcPts val="0"/>
              </a:spcAft>
              <a:buClrTx/>
              <a:buSzTx/>
              <a:buFontTx/>
              <a:buNone/>
              <a:tabLst/>
              <a:defRPr sz="1600" b="0" u="none" strike="noStrike">
                <a:solidFill>
                  <a:schemeClr val="accent2"/>
                </a:solidFill>
                <a:effectLst/>
                <a:latin typeface="+mj-lt"/>
              </a:defRPr>
            </a:lvl1pPr>
          </a:lstStyle>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mn-cs"/>
                <a:hlinkClick r:id="rId11" action="ppaction://hlinksldjump"/>
              </a:rPr>
              <a:t>06</a:t>
            </a:r>
            <a:r>
              <a:rPr kumimoji="0" lang="en-US" sz="1600" b="0" i="0" u="none" strike="noStrike" kern="1200" cap="none" spc="0" normalizeH="0" baseline="0" noProof="0">
                <a:ln>
                  <a:noFill/>
                </a:ln>
                <a:solidFill>
                  <a:srgbClr val="C03BC4"/>
                </a:solidFill>
                <a:effectLst/>
                <a:uLnTx/>
                <a:uFillTx/>
                <a:latin typeface="Segoe Sans Display Semibold"/>
                <a:ea typeface="+mn-ea"/>
                <a:cs typeface="+mn-cs"/>
              </a:rPr>
              <a:t>	</a:t>
            </a:r>
          </a:p>
          <a:p>
            <a:pPr marL="0" marR="0" lvl="0" indent="0" algn="l" defTabSz="932563" rtl="0" eaLnBrk="1" fontAlgn="t"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mn-cs"/>
              </a:rPr>
              <a:t>Go-to-Market Approach</a:t>
            </a:r>
          </a:p>
        </p:txBody>
      </p:sp>
      <p:sp>
        <p:nvSpPr>
          <p:cNvPr id="2" name="Content Placeholder 4">
            <a:extLst>
              <a:ext uri="{FF2B5EF4-FFF2-40B4-BE49-F238E27FC236}">
                <a16:creationId xmlns:a16="http://schemas.microsoft.com/office/drawing/2014/main" id="{472B3B91-D171-8F64-0548-31EC197B58A9}"/>
              </a:ext>
            </a:extLst>
          </p:cNvPr>
          <p:cNvSpPr txBox="1">
            <a:spLocks/>
          </p:cNvSpPr>
          <p:nvPr/>
        </p:nvSpPr>
        <p:spPr>
          <a:xfrm>
            <a:off x="834816" y="2801284"/>
            <a:ext cx="3304112" cy="1927642"/>
          </a:xfrm>
          <a:prstGeom prst="rect">
            <a:avLst/>
          </a:prstGeom>
        </p:spPr>
        <p:txBody>
          <a:bodyPr vert="horz" wrap="square" lIns="0" tIns="0" rIns="0" bIns="0" numCol="1" spcCol="411480" rtlCol="0">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Bef>
                <a:spcPts val="600"/>
              </a:spcBef>
              <a:spcAft>
                <a:spcPts val="600"/>
              </a:spcAft>
            </a:pPr>
            <a:r>
              <a:rPr lang="en-US" sz="1200">
                <a:latin typeface="Segoe UI" panose="020B0502040204020203" pitchFamily="34" charset="0"/>
                <a:cs typeface="Segoe UI" panose="020B0502040204020203" pitchFamily="34" charset="0"/>
              </a:rPr>
              <a:t>Small and medium businesses (SMBs) are at a turning point. They need to do more with less, and AI delivers exactly that—streamlining workflows, automating tasks, and freeing up time for what matters most. </a:t>
            </a:r>
          </a:p>
          <a:p>
            <a:pPr>
              <a:spcBef>
                <a:spcPts val="600"/>
              </a:spcBef>
              <a:spcAft>
                <a:spcPts val="600"/>
              </a:spcAft>
            </a:pPr>
            <a:r>
              <a:rPr lang="en-US" sz="1200">
                <a:latin typeface="Segoe UI" panose="020B0502040204020203" pitchFamily="34" charset="0"/>
                <a:cs typeface="Segoe UI" panose="020B0502040204020203" pitchFamily="34" charset="0"/>
              </a:rPr>
              <a:t>This playbook will equip you, with everything you need to seize this opportunity and help SMBs make AI-powered productivity their new standard.  </a:t>
            </a:r>
          </a:p>
          <a:p>
            <a:pPr>
              <a:spcBef>
                <a:spcPts val="600"/>
              </a:spcBef>
              <a:spcAft>
                <a:spcPts val="600"/>
              </a:spcAft>
            </a:pPr>
            <a:endParaRPr lang="en-US" sz="1200">
              <a:latin typeface="Segoe UI" panose="020B0502040204020203" pitchFamily="34" charset="0"/>
              <a:cs typeface="Segoe UI" panose="020B0502040204020203" pitchFamily="34" charset="0"/>
            </a:endParaRPr>
          </a:p>
          <a:p>
            <a:pPr>
              <a:spcBef>
                <a:spcPts val="600"/>
              </a:spcBef>
              <a:spcAft>
                <a:spcPts val="600"/>
              </a:spcAft>
            </a:pPr>
            <a:endParaRPr lang="en-US" sz="1200">
              <a:latin typeface="Segoe UI" panose="020B0502040204020203" pitchFamily="34" charset="0"/>
              <a:cs typeface="Segoe UI" panose="020B0502040204020203" pitchFamily="34" charset="0"/>
            </a:endParaRPr>
          </a:p>
        </p:txBody>
      </p:sp>
      <p:sp>
        <p:nvSpPr>
          <p:cNvPr id="11" name="TextBox 10">
            <a:extLst>
              <a:ext uri="{FF2B5EF4-FFF2-40B4-BE49-F238E27FC236}">
                <a16:creationId xmlns:a16="http://schemas.microsoft.com/office/drawing/2014/main" id="{EDDED7CF-AE01-94F3-F980-83E81F5DA1F5}"/>
              </a:ext>
            </a:extLst>
          </p:cNvPr>
          <p:cNvSpPr txBox="1"/>
          <p:nvPr/>
        </p:nvSpPr>
        <p:spPr>
          <a:xfrm>
            <a:off x="4346636" y="1046106"/>
            <a:ext cx="6504244" cy="338554"/>
          </a:xfrm>
          <a:prstGeom prst="rect">
            <a:avLst/>
          </a:prstGeom>
          <a:noFill/>
        </p:spPr>
        <p:txBody>
          <a:bodyPr wrap="square">
            <a:spAutoFit/>
          </a:bodyPr>
          <a:lstStyle/>
          <a:p>
            <a:pPr algn="ctr"/>
            <a:r>
              <a:rPr lang="en-US" sz="1600" spc="-50">
                <a:ln w="3175">
                  <a:noFill/>
                </a:ln>
                <a:gradFill>
                  <a:gsLst>
                    <a:gs pos="0">
                      <a:srgbClr val="FFFFFF"/>
                    </a:gs>
                    <a:gs pos="0">
                      <a:srgbClr val="C03BC3"/>
                    </a:gs>
                    <a:gs pos="98000">
                      <a:srgbClr val="DD4A84"/>
                    </a:gs>
                  </a:gsLst>
                  <a:lin ang="0" scaled="1"/>
                </a:gradFill>
                <a:latin typeface="+mj-lt"/>
                <a:cs typeface="Segoe Sans Display" pitchFamily="2" charset="0"/>
              </a:rPr>
              <a:t>Table of Contents</a:t>
            </a:r>
          </a:p>
        </p:txBody>
      </p:sp>
      <p:sp>
        <p:nvSpPr>
          <p:cNvPr id="15" name="TextBox 14">
            <a:hlinkClick r:id="" action="ppaction://noaction"/>
            <a:extLst>
              <a:ext uri="{FF2B5EF4-FFF2-40B4-BE49-F238E27FC236}">
                <a16:creationId xmlns:a16="http://schemas.microsoft.com/office/drawing/2014/main" id="{F1597832-3E5A-ADE3-D810-7C44FFFE5EAA}"/>
              </a:ext>
            </a:extLst>
          </p:cNvPr>
          <p:cNvSpPr txBox="1">
            <a:spLocks/>
          </p:cNvSpPr>
          <p:nvPr/>
        </p:nvSpPr>
        <p:spPr>
          <a:xfrm>
            <a:off x="8066167" y="4604656"/>
            <a:ext cx="2512073" cy="738664"/>
          </a:xfrm>
          <a:prstGeom prst="rect">
            <a:avLst/>
          </a:prstGeom>
          <a:noFill/>
        </p:spPr>
        <p:txBody>
          <a:bodyPr wrap="square" lIns="0" tIns="0" rIns="0" bIns="0" rtlCol="0" anchor="t" anchorCtr="0">
            <a:spAutoFit/>
          </a:bodyPr>
          <a:lstStyle>
            <a:defPPr>
              <a:defRPr lang="en-US"/>
            </a:defPPr>
            <a:lvl1pPr marL="457200" marR="0" indent="-457200" defTabSz="932563" fontAlgn="t">
              <a:lnSpc>
                <a:spcPct val="100000"/>
              </a:lnSpc>
              <a:spcBef>
                <a:spcPts val="0"/>
              </a:spcBef>
              <a:spcAft>
                <a:spcPts val="0"/>
              </a:spcAft>
              <a:buClrTx/>
              <a:buSzTx/>
              <a:buFontTx/>
              <a:buNone/>
              <a:tabLst/>
              <a:defRPr sz="1600" b="0" u="none" strike="noStrike">
                <a:solidFill>
                  <a:schemeClr val="accent2"/>
                </a:solidFill>
                <a:effectLst/>
                <a:latin typeface="+mj-lt"/>
              </a:defRPr>
            </a:lvl1pPr>
          </a:lstStyle>
          <a:p>
            <a:pPr marL="0" marR="0" lvl="0" indent="0" algn="l" defTabSz="932563" rtl="0" eaLnBrk="1" fontAlgn="t" latinLnBrk="0" hangingPunct="1">
              <a:lnSpc>
                <a:spcPct val="100000"/>
              </a:lnSpc>
              <a:spcBef>
                <a:spcPts val="0"/>
              </a:spcBef>
              <a:spcAft>
                <a:spcPts val="0"/>
              </a:spcAft>
              <a:buClrTx/>
              <a:buSzTx/>
              <a:buFontTx/>
              <a:buNone/>
              <a:tabLst/>
              <a:defRPr/>
            </a:pPr>
            <a:r>
              <a:rPr lang="en-US">
                <a:solidFill>
                  <a:srgbClr val="C03BC4"/>
                </a:solidFill>
                <a:latin typeface="Segoe Sans Display Semibold"/>
                <a:hlinkClick r:id="rId3" action="ppaction://hlinksldjump"/>
              </a:rPr>
              <a:t>10</a:t>
            </a:r>
            <a:endParaRPr lang="en-US">
              <a:solidFill>
                <a:srgbClr val="C03BC4"/>
              </a:solidFill>
              <a:latin typeface="Segoe Sans Display Semibold"/>
            </a:endParaRPr>
          </a:p>
          <a:p>
            <a:pPr marL="0" marR="0" lvl="0" indent="0" algn="l" defTabSz="932563" rtl="0" eaLnBrk="1" fontAlgn="t" latinLnBrk="0" hangingPunct="1">
              <a:lnSpc>
                <a:spcPct val="100000"/>
              </a:lnSpc>
              <a:spcBef>
                <a:spcPts val="0"/>
              </a:spcBef>
              <a:spcAft>
                <a:spcPts val="0"/>
              </a:spcAft>
              <a:buClrTx/>
              <a:buSzTx/>
              <a:buFontTx/>
              <a:buNone/>
              <a:tabLst/>
              <a:defRPr/>
            </a:pPr>
            <a:r>
              <a:rPr lang="en-US">
                <a:solidFill>
                  <a:srgbClr val="091F2C"/>
                </a:solidFill>
                <a:latin typeface="Segoe Sans Display"/>
              </a:rPr>
              <a:t>Resources</a:t>
            </a:r>
            <a:r>
              <a:rPr kumimoji="0" lang="en-US" sz="1600" b="0" i="0" u="none" strike="noStrike" kern="1200" cap="none" spc="0" normalizeH="0" baseline="0" noProof="0">
                <a:ln>
                  <a:noFill/>
                </a:ln>
                <a:solidFill>
                  <a:srgbClr val="C03BC4"/>
                </a:solidFill>
                <a:effectLst/>
                <a:uLnTx/>
                <a:uFillTx/>
                <a:latin typeface="Segoe Sans Display Semibold"/>
                <a:ea typeface="+mn-ea"/>
                <a:cs typeface="+mn-cs"/>
              </a:rPr>
              <a:t>	</a:t>
            </a:r>
          </a:p>
          <a:p>
            <a:pPr marL="0" marR="0" lvl="0" indent="0" algn="l" defTabSz="932563" rtl="0" eaLnBrk="1" fontAlgn="t" latinLnBrk="0" hangingPunct="1">
              <a:lnSpc>
                <a:spcPct val="100000"/>
              </a:lnSpc>
              <a:spcBef>
                <a:spcPts val="0"/>
              </a:spcBef>
              <a:spcAft>
                <a:spcPts val="0"/>
              </a:spcAft>
              <a:buClrTx/>
              <a:buSzTx/>
              <a:buFontTx/>
              <a:buNone/>
              <a:tabLst/>
              <a:defRPr/>
            </a:pPr>
            <a:r>
              <a:rPr lang="en-US">
                <a:solidFill>
                  <a:srgbClr val="091F2C"/>
                </a:solidFill>
                <a:latin typeface="Segoe Sans Display"/>
              </a:rPr>
              <a:t> </a:t>
            </a:r>
            <a:endParaRPr kumimoji="0" lang="en-US" sz="1600" b="0" i="0" u="none" strike="noStrike" kern="1200" cap="none" spc="0" normalizeH="0" baseline="0" noProof="0">
              <a:ln>
                <a:noFill/>
              </a:ln>
              <a:solidFill>
                <a:srgbClr val="091F2C"/>
              </a:solidFill>
              <a:effectLst/>
              <a:uLnTx/>
              <a:uFillTx/>
              <a:latin typeface="Segoe Sans Display"/>
              <a:ea typeface="+mn-ea"/>
              <a:cs typeface="+mn-cs"/>
            </a:endParaRPr>
          </a:p>
        </p:txBody>
      </p:sp>
    </p:spTree>
    <p:extLst>
      <p:ext uri="{BB962C8B-B14F-4D97-AF65-F5344CB8AC3E}">
        <p14:creationId xmlns:p14="http://schemas.microsoft.com/office/powerpoint/2010/main" val="256950855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566A8-34C0-0808-352C-9F5F6CC02200}"/>
            </a:ext>
          </a:extLst>
        </p:cNvPr>
        <p:cNvGrpSpPr/>
        <p:nvPr/>
      </p:nvGrpSpPr>
      <p:grpSpPr>
        <a:xfrm>
          <a:off x="0" y="0"/>
          <a:ext cx="0" cy="0"/>
          <a:chOff x="0" y="0"/>
          <a:chExt cx="0" cy="0"/>
        </a:xfrm>
      </p:grpSpPr>
      <p:sp>
        <p:nvSpPr>
          <p:cNvPr id="39" name="Arrow: Pentagon 38">
            <a:extLst>
              <a:ext uri="{FF2B5EF4-FFF2-40B4-BE49-F238E27FC236}">
                <a16:creationId xmlns:a16="http://schemas.microsoft.com/office/drawing/2014/main" id="{75C4A926-BBB6-F415-255D-ACF2BB4E2663}"/>
              </a:ext>
            </a:extLst>
          </p:cNvPr>
          <p:cNvSpPr/>
          <p:nvPr/>
        </p:nvSpPr>
        <p:spPr bwMode="auto">
          <a:xfrm>
            <a:off x="0" y="5312688"/>
            <a:ext cx="6574786" cy="939174"/>
          </a:xfrm>
          <a:prstGeom prst="homePlate">
            <a:avLst/>
          </a:prstGeom>
          <a:gradFill>
            <a:gsLst>
              <a:gs pos="100000">
                <a:schemeClr val="accent6"/>
              </a:gs>
              <a:gs pos="6000">
                <a:srgbClr val="BE41CC"/>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pic>
        <p:nvPicPr>
          <p:cNvPr id="10" name="Picture Placeholder 8">
            <a:extLst>
              <a:ext uri="{FF2B5EF4-FFF2-40B4-BE49-F238E27FC236}">
                <a16:creationId xmlns:a16="http://schemas.microsoft.com/office/drawing/2014/main" id="{0D1C2DA0-1848-F1ED-E983-57E2045D2EF0}"/>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rcRect t="9158" b="9158"/>
          <a:stretch/>
        </p:blipFill>
        <p:spPr>
          <a:xfrm>
            <a:off x="7061200" y="0"/>
            <a:ext cx="5130800" cy="6858000"/>
          </a:xfrm>
          <a:prstGeom prst="rect">
            <a:avLst/>
          </a:prstGeom>
          <a:solidFill>
            <a:schemeClr val="bg1">
              <a:alpha val="25000"/>
            </a:schemeClr>
          </a:solidFill>
          <a:effectLst/>
        </p:spPr>
      </p:pic>
      <p:sp>
        <p:nvSpPr>
          <p:cNvPr id="17" name="Content Placeholder 3">
            <a:extLst>
              <a:ext uri="{FF2B5EF4-FFF2-40B4-BE49-F238E27FC236}">
                <a16:creationId xmlns:a16="http://schemas.microsoft.com/office/drawing/2014/main" id="{49CD9E9E-AE99-92D9-4E09-B2114ECFC438}"/>
              </a:ext>
            </a:extLst>
          </p:cNvPr>
          <p:cNvSpPr txBox="1">
            <a:spLocks/>
          </p:cNvSpPr>
          <p:nvPr/>
        </p:nvSpPr>
        <p:spPr>
          <a:xfrm>
            <a:off x="576072" y="1658617"/>
            <a:ext cx="5998714" cy="3144005"/>
          </a:xfrm>
          <a:prstGeom prst="rect">
            <a:avLst/>
          </a:prstGeom>
        </p:spPr>
        <p:txBody>
          <a:bodyPr vert="horz" wrap="square" lIns="0" tIns="0" rIns="0" bIns="0" numCol="2"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1" indent="0" algn="l" defTabSz="932742" rtl="0" eaLnBrk="1" fontAlgn="auto" latinLnBrk="0" hangingPunct="1">
              <a:lnSpc>
                <a:spcPct val="110000"/>
              </a:lnSpc>
              <a:spcBef>
                <a:spcPts val="12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ea typeface="+mn-ea"/>
                <a:cs typeface="+mn-cs"/>
              </a:rPr>
              <a:t>Small and medium businesses represent the largest untapped market for AI-powered productivity. </a:t>
            </a:r>
          </a:p>
          <a:p>
            <a:pPr marL="0" marR="0" lvl="1" indent="0" algn="l" defTabSz="932742" rtl="0" eaLnBrk="1" fontAlgn="auto" latinLnBrk="0" hangingPunct="1">
              <a:lnSpc>
                <a:spcPct val="110000"/>
              </a:lnSpc>
              <a:spcBef>
                <a:spcPts val="12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ea typeface="+mn-ea"/>
                <a:cs typeface="+mn-cs"/>
              </a:rPr>
              <a:t>These organizations are under constant pressure to do more with less, making efficiency and automation critical to their success. AI delivers exactly that—streamlining workflows, reducing manual tasks, and freeing up time for strategic work. </a:t>
            </a:r>
          </a:p>
          <a:p>
            <a:pPr marL="0" marR="0" lvl="1" indent="0" algn="l" defTabSz="932742" rtl="0" eaLnBrk="1" fontAlgn="auto" latinLnBrk="0" hangingPunct="1">
              <a:lnSpc>
                <a:spcPct val="110000"/>
              </a:lnSpc>
              <a:spcBef>
                <a:spcPts val="12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ea typeface="+mn-ea"/>
                <a:cs typeface="+mn-cs"/>
              </a:rPr>
              <a:t>Momentum is building fast: many SMBs are already experimenting with generative AI through consumer tools, but they need trusted solutions that are secure, integrated, and designed for business.  </a:t>
            </a:r>
          </a:p>
          <a:p>
            <a:pPr marL="0" marR="0" lvl="1" indent="0" algn="l" defTabSz="932742" rtl="0" eaLnBrk="1" fontAlgn="auto" latinLnBrk="0" hangingPunct="1">
              <a:lnSpc>
                <a:spcPct val="110000"/>
              </a:lnSpc>
              <a:spcBef>
                <a:spcPts val="1200"/>
              </a:spcBef>
              <a:spcAft>
                <a:spcPts val="0"/>
              </a:spcAft>
              <a:buClrTx/>
              <a:buSzPct val="90000"/>
              <a:buFont typeface="Wingdings" panose="05000000000000000000" pitchFamily="2" charset="2"/>
              <a:buNone/>
              <a:tabLst/>
              <a:defRPr/>
            </a:pPr>
            <a:r>
              <a:rPr lang="en-US" sz="1200" b="1">
                <a:solidFill>
                  <a:srgbClr val="000000"/>
                </a:solidFill>
                <a:latin typeface="Segoe UI Semibold" panose="020B0702040204020203" pitchFamily="34" charset="0"/>
                <a:cs typeface="Segoe UI Semibold" panose="020B0702040204020203" pitchFamily="34" charset="0"/>
              </a:rPr>
              <a:t>Unlocking the opportunity:</a:t>
            </a:r>
          </a:p>
          <a:p>
            <a:pPr marL="0" marR="0" lvl="1" indent="0" algn="l" defTabSz="932742" rtl="0" eaLnBrk="1" fontAlgn="auto" latinLnBrk="0" hangingPunct="1">
              <a:lnSpc>
                <a:spcPct val="110000"/>
              </a:lnSpc>
              <a:spcBef>
                <a:spcPts val="1200"/>
              </a:spcBef>
              <a:spcAft>
                <a:spcPts val="0"/>
              </a:spcAft>
              <a:buClrTx/>
              <a:buSzPct val="90000"/>
              <a:buFont typeface="Wingdings" panose="05000000000000000000" pitchFamily="2" charset="2"/>
              <a:buNone/>
              <a:tabLst/>
              <a:defRPr/>
            </a:pPr>
            <a:r>
              <a:rPr lang="en-US" sz="1200">
                <a:solidFill>
                  <a:srgbClr val="000000"/>
                </a:solidFill>
              </a:rPr>
              <a:t>The moment has come </a:t>
            </a:r>
            <a:r>
              <a:rPr lang="en-US" sz="1200">
                <a:ln w="3175">
                  <a:noFill/>
                </a:ln>
                <a:gradFill>
                  <a:gsLst>
                    <a:gs pos="0">
                      <a:srgbClr val="FFFFFF"/>
                    </a:gs>
                    <a:gs pos="0">
                      <a:srgbClr val="C03BC3"/>
                    </a:gs>
                    <a:gs pos="98000">
                      <a:srgbClr val="DD4A84"/>
                    </a:gs>
                  </a:gsLst>
                  <a:lin ang="0" scaled="1"/>
                </a:gradFill>
                <a:latin typeface="+mj-lt"/>
                <a:cs typeface="Segoe Sans Display" pitchFamily="2" charset="0"/>
              </a:rPr>
              <a:t>to redefine what productivity means for SMBs</a:t>
            </a:r>
            <a:r>
              <a:rPr kumimoji="0" lang="en-US" sz="1200" b="1" i="0" u="none" strike="noStrike" kern="1200" cap="none" spc="0" normalizeH="0" baseline="0" noProof="0">
                <a:ln>
                  <a:noFill/>
                </a:ln>
                <a:solidFill>
                  <a:srgbClr val="000000"/>
                </a:solidFill>
                <a:effectLst/>
                <a:uLnTx/>
                <a:uFillTx/>
                <a:ea typeface="+mn-ea"/>
                <a:cs typeface="+mn-cs"/>
              </a:rPr>
              <a:t>.</a:t>
            </a:r>
            <a:r>
              <a:rPr kumimoji="0" lang="en-US" sz="1200" b="0" i="0" u="none" strike="noStrike" kern="1200" cap="none" spc="0" normalizeH="0" baseline="0" noProof="0">
                <a:ln>
                  <a:noFill/>
                </a:ln>
                <a:solidFill>
                  <a:srgbClr val="000000"/>
                </a:solidFill>
                <a:effectLst/>
                <a:uLnTx/>
                <a:uFillTx/>
                <a:ea typeface="+mn-ea"/>
                <a:cs typeface="+mn-cs"/>
              </a:rPr>
              <a:t> AI can no longer be seen as a luxury or a “nice to have”—it must become the new standard for businesses that want to compete, grow, and thrive. </a:t>
            </a:r>
          </a:p>
          <a:p>
            <a:pPr marL="0" marR="0" lvl="1" indent="0" algn="l" defTabSz="932742" rtl="0" eaLnBrk="1" fontAlgn="auto" latinLnBrk="0" hangingPunct="1">
              <a:lnSpc>
                <a:spcPct val="110000"/>
              </a:lnSpc>
              <a:spcBef>
                <a:spcPts val="12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ea typeface="+mn-ea"/>
                <a:cs typeface="+mn-cs"/>
              </a:rPr>
              <a:t>This is more than a technology shift; it’s a transformation in how work gets done. With </a:t>
            </a:r>
            <a:r>
              <a:rPr lang="en-US" sz="1200">
                <a:ln w="3175">
                  <a:noFill/>
                </a:ln>
                <a:gradFill>
                  <a:gsLst>
                    <a:gs pos="0">
                      <a:srgbClr val="FFFFFF"/>
                    </a:gs>
                    <a:gs pos="0">
                      <a:srgbClr val="C03BC3"/>
                    </a:gs>
                    <a:gs pos="98000">
                      <a:srgbClr val="DD4A84"/>
                    </a:gs>
                  </a:gsLst>
                  <a:lin ang="0" scaled="1"/>
                </a:gradFill>
                <a:latin typeface="+mj-lt"/>
                <a:cs typeface="Segoe Sans Display" pitchFamily="2" charset="0"/>
              </a:rPr>
              <a:t>Microsoft 365 Copilot Business </a:t>
            </a:r>
            <a:r>
              <a:rPr kumimoji="0" lang="en-US" sz="1200" b="0" i="0" u="none" strike="noStrike" kern="1200" cap="none" spc="0" normalizeH="0" baseline="0" noProof="0">
                <a:ln>
                  <a:noFill/>
                </a:ln>
                <a:solidFill>
                  <a:srgbClr val="000000"/>
                </a:solidFill>
                <a:effectLst/>
                <a:uLnTx/>
                <a:uFillTx/>
                <a:ea typeface="+mn-ea"/>
                <a:cs typeface="+mn-cs"/>
              </a:rPr>
              <a:t>and our new </a:t>
            </a:r>
            <a:r>
              <a:rPr lang="en-US" sz="1200">
                <a:ln w="3175">
                  <a:noFill/>
                </a:ln>
                <a:gradFill>
                  <a:gsLst>
                    <a:gs pos="0">
                      <a:srgbClr val="FFFFFF"/>
                    </a:gs>
                    <a:gs pos="0">
                      <a:srgbClr val="C03BC3"/>
                    </a:gs>
                    <a:gs pos="98000">
                      <a:srgbClr val="DD4A84"/>
                    </a:gs>
                  </a:gsLst>
                  <a:lin ang="0" scaled="1"/>
                </a:gradFill>
                <a:latin typeface="+mj-lt"/>
                <a:cs typeface="Segoe Sans Display" pitchFamily="2" charset="0"/>
              </a:rPr>
              <a:t>Microsoft 365 Copilot Business Bundles</a:t>
            </a:r>
            <a:r>
              <a:rPr kumimoji="0" lang="en-US" sz="1200" b="0" i="0" u="none" strike="noStrike" kern="1200" cap="none" spc="0" normalizeH="0" baseline="0" noProof="0">
                <a:ln>
                  <a:noFill/>
                </a:ln>
                <a:solidFill>
                  <a:srgbClr val="000000"/>
                </a:solidFill>
                <a:effectLst/>
                <a:uLnTx/>
                <a:uFillTx/>
                <a:ea typeface="+mn-ea"/>
                <a:cs typeface="+mn-cs"/>
              </a:rPr>
              <a:t>, you have the power to help customers embrace this future and unlock outcomes that truly matter—greater efficiency, smarter decision-making, and accelerated growth.</a:t>
            </a:r>
          </a:p>
        </p:txBody>
      </p:sp>
      <p:sp>
        <p:nvSpPr>
          <p:cNvPr id="12" name="Gradient darkness mask">
            <a:extLst>
              <a:ext uri="{FF2B5EF4-FFF2-40B4-BE49-F238E27FC236}">
                <a16:creationId xmlns:a16="http://schemas.microsoft.com/office/drawing/2014/main" id="{2FC04F01-37B9-0959-516A-FDF6CA49B4E1}"/>
              </a:ext>
              <a:ext uri="{C183D7F6-B498-43B3-948B-1728B52AA6E4}">
                <adec:decorative xmlns:adec="http://schemas.microsoft.com/office/drawing/2017/decorative" val="1"/>
              </a:ext>
            </a:extLst>
          </p:cNvPr>
          <p:cNvSpPr/>
          <p:nvPr/>
        </p:nvSpPr>
        <p:spPr bwMode="auto">
          <a:xfrm>
            <a:off x="7061200" y="4528457"/>
            <a:ext cx="5115724" cy="2329543"/>
          </a:xfrm>
          <a:prstGeom prst="rect">
            <a:avLst/>
          </a:prstGeom>
          <a:gradFill flip="none" rotWithShape="1">
            <a:gsLst>
              <a:gs pos="0">
                <a:schemeClr val="tx1">
                  <a:alpha val="0"/>
                </a:schemeClr>
              </a:gs>
              <a:gs pos="100000">
                <a:schemeClr val="tx2">
                  <a:alpha val="6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pSp>
        <p:nvGrpSpPr>
          <p:cNvPr id="29" name="Group 28">
            <a:extLst>
              <a:ext uri="{FF2B5EF4-FFF2-40B4-BE49-F238E27FC236}">
                <a16:creationId xmlns:a16="http://schemas.microsoft.com/office/drawing/2014/main" id="{B844C3F2-A4D8-A951-51FE-014B2804416B}"/>
              </a:ext>
              <a:ext uri="{C183D7F6-B498-43B3-948B-1728B52AA6E4}">
                <adec:decorative xmlns:adec="http://schemas.microsoft.com/office/drawing/2017/decorative" val="1"/>
              </a:ext>
            </a:extLst>
          </p:cNvPr>
          <p:cNvGrpSpPr/>
          <p:nvPr/>
        </p:nvGrpSpPr>
        <p:grpSpPr>
          <a:xfrm>
            <a:off x="0" y="6423750"/>
            <a:ext cx="12192000" cy="434250"/>
            <a:chOff x="0" y="6423682"/>
            <a:chExt cx="12192000" cy="434250"/>
          </a:xfrm>
        </p:grpSpPr>
        <p:pic>
          <p:nvPicPr>
            <p:cNvPr id="30" name="Picture 29" descr="A colorful gradient going from darker blue on the left side to light blue to magenta to orange on the right side">
              <a:extLst>
                <a:ext uri="{FF2B5EF4-FFF2-40B4-BE49-F238E27FC236}">
                  <a16:creationId xmlns:a16="http://schemas.microsoft.com/office/drawing/2014/main" id="{FA45A557-6AF3-7EF6-034D-15BE65D3B65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31" name="Group 30">
              <a:extLst>
                <a:ext uri="{FF2B5EF4-FFF2-40B4-BE49-F238E27FC236}">
                  <a16:creationId xmlns:a16="http://schemas.microsoft.com/office/drawing/2014/main" id="{245B3B01-0128-5AED-F184-6E3780CB58E4}"/>
                </a:ext>
              </a:extLst>
            </p:cNvPr>
            <p:cNvGrpSpPr/>
            <p:nvPr userDrawn="1"/>
          </p:nvGrpSpPr>
          <p:grpSpPr>
            <a:xfrm>
              <a:off x="10794205" y="6423682"/>
              <a:ext cx="1397795" cy="434250"/>
              <a:chOff x="10794205" y="6423682"/>
              <a:chExt cx="1397795" cy="434250"/>
            </a:xfrm>
          </p:grpSpPr>
          <p:sp>
            <p:nvSpPr>
              <p:cNvPr id="32" name="Rectangle: Single Corner Rounded 31">
                <a:extLst>
                  <a:ext uri="{FF2B5EF4-FFF2-40B4-BE49-F238E27FC236}">
                    <a16:creationId xmlns:a16="http://schemas.microsoft.com/office/drawing/2014/main" id="{3BA58485-FC46-8657-6CD2-FC0600E690AD}"/>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33" name="Straight Connector 32">
                <a:extLst>
                  <a:ext uri="{FF2B5EF4-FFF2-40B4-BE49-F238E27FC236}">
                    <a16:creationId xmlns:a16="http://schemas.microsoft.com/office/drawing/2014/main" id="{B935C157-CF6E-2487-2314-57265AF68BB5}"/>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Isosceles Triangle 33">
                <a:hlinkClick r:id="" action="ppaction://hlinkshowjump?jump=previousslide"/>
                <a:extLst>
                  <a:ext uri="{FF2B5EF4-FFF2-40B4-BE49-F238E27FC236}">
                    <a16:creationId xmlns:a16="http://schemas.microsoft.com/office/drawing/2014/main" id="{B66C293B-7882-BC45-B3B7-1F6A252CD12D}"/>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35" name="Isosceles Triangle 34">
                <a:hlinkClick r:id="" action="ppaction://hlinkshowjump?jump=nextslide"/>
                <a:extLst>
                  <a:ext uri="{FF2B5EF4-FFF2-40B4-BE49-F238E27FC236}">
                    <a16:creationId xmlns:a16="http://schemas.microsoft.com/office/drawing/2014/main" id="{6D628ED0-1E5A-1D73-0A1B-81B67E19A62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36" name="Graphic 35" descr="Home outline">
                <a:hlinkClick r:id="rId5" action="ppaction://hlinksldjump"/>
                <a:extLst>
                  <a:ext uri="{FF2B5EF4-FFF2-40B4-BE49-F238E27FC236}">
                    <a16:creationId xmlns:a16="http://schemas.microsoft.com/office/drawing/2014/main" id="{432F1466-EB53-B86C-566A-C183741CC8C4}"/>
                  </a:ext>
                </a:extLst>
              </p:cNvPr>
              <p:cNvPicPr>
                <a:picLocks noChangeAspect="1"/>
              </p:cNvPicPr>
              <p:nvPr userDrawn="1"/>
            </p:nvPicPr>
            <p:blipFill>
              <a:blip r:embed="rId6">
                <a:extLst>
                  <a:ext uri="{96DAC541-7B7A-43D3-8B79-37D633B846F1}">
                    <asvg:svgBlip xmlns:asvg="http://schemas.microsoft.com/office/drawing/2016/SVG/main" r:embed="rId7"/>
                  </a:ext>
                </a:extLst>
              </a:blip>
              <a:srcRect l="69" r="69"/>
              <a:stretch/>
            </p:blipFill>
            <p:spPr>
              <a:xfrm>
                <a:off x="10995722" y="6495372"/>
                <a:ext cx="290467" cy="290871"/>
              </a:xfrm>
              <a:prstGeom prst="rect">
                <a:avLst/>
              </a:prstGeom>
            </p:spPr>
          </p:pic>
        </p:grpSp>
      </p:grpSp>
      <p:sp>
        <p:nvSpPr>
          <p:cNvPr id="14" name="Title 2">
            <a:extLst>
              <a:ext uri="{FF2B5EF4-FFF2-40B4-BE49-F238E27FC236}">
                <a16:creationId xmlns:a16="http://schemas.microsoft.com/office/drawing/2014/main" id="{B844274F-E03C-37D2-60B8-D2959C5A366C}"/>
              </a:ext>
            </a:extLst>
          </p:cNvPr>
          <p:cNvSpPr>
            <a:spLocks noGrp="1"/>
          </p:cNvSpPr>
          <p:nvPr>
            <p:ph type="title"/>
          </p:nvPr>
        </p:nvSpPr>
        <p:spPr>
          <a:xfrm>
            <a:off x="576072" y="527311"/>
            <a:ext cx="5062729" cy="984885"/>
          </a:xfrm>
        </p:spPr>
        <p:txBody>
          <a:bodyPr/>
          <a:lstStyle/>
          <a:p>
            <a:r>
              <a:rPr lang="en-US" sz="3200">
                <a:solidFill>
                  <a:schemeClr val="tx1"/>
                </a:solidFill>
                <a:latin typeface="+mj-lt"/>
                <a:ea typeface="+mj-ea"/>
                <a:cs typeface="+mj-cs"/>
              </a:rPr>
              <a:t>The largest untapped market for AI productivity</a:t>
            </a:r>
          </a:p>
        </p:txBody>
      </p:sp>
      <p:sp>
        <p:nvSpPr>
          <p:cNvPr id="15" name="Text Placeholder 13">
            <a:extLst>
              <a:ext uri="{FF2B5EF4-FFF2-40B4-BE49-F238E27FC236}">
                <a16:creationId xmlns:a16="http://schemas.microsoft.com/office/drawing/2014/main" id="{9C797A9F-D299-4792-2C86-CAA7639E4AD0}"/>
              </a:ext>
            </a:extLst>
          </p:cNvPr>
          <p:cNvSpPr>
            <a:spLocks noGrp="1"/>
          </p:cNvSpPr>
          <p:nvPr>
            <p:ph type="body" sz="quarter" idx="11"/>
          </p:nvPr>
        </p:nvSpPr>
        <p:spPr>
          <a:xfrm>
            <a:off x="597408" y="342645"/>
            <a:ext cx="11018520" cy="184666"/>
          </a:xfrm>
        </p:spPr>
        <p:txBody>
          <a:bodyPr/>
          <a:lstStyle/>
          <a:p>
            <a:r>
              <a:rPr lang="en-US">
                <a:solidFill>
                  <a:schemeClr val="accent2"/>
                </a:solidFill>
                <a:latin typeface="Segoe UI Semibold" panose="020B0702040204020203" pitchFamily="34" charset="0"/>
                <a:cs typeface="Segoe UI Semibold" panose="020B0702040204020203" pitchFamily="34" charset="0"/>
              </a:rPr>
              <a:t>THE OPPORTUNITY</a:t>
            </a:r>
          </a:p>
        </p:txBody>
      </p:sp>
      <p:sp>
        <p:nvSpPr>
          <p:cNvPr id="16" name="TextBox 15">
            <a:extLst>
              <a:ext uri="{FF2B5EF4-FFF2-40B4-BE49-F238E27FC236}">
                <a16:creationId xmlns:a16="http://schemas.microsoft.com/office/drawing/2014/main" id="{B639149D-CA06-1AB3-9583-AD82A331DD78}"/>
              </a:ext>
            </a:extLst>
          </p:cNvPr>
          <p:cNvSpPr txBox="1"/>
          <p:nvPr/>
        </p:nvSpPr>
        <p:spPr>
          <a:xfrm>
            <a:off x="518434" y="6472491"/>
            <a:ext cx="8009942" cy="153888"/>
          </a:xfrm>
          <a:prstGeom prst="rect">
            <a:avLst/>
          </a:prstGeom>
          <a:noFill/>
        </p:spPr>
        <p:txBody>
          <a:bodyPr wrap="square" lIns="0" tIns="0" rIns="0" bIns="0" rtlCol="0">
            <a:spAutoFit/>
          </a:bodyPr>
          <a:lstStyle/>
          <a:p>
            <a:r>
              <a:rPr lang="en-US" sz="1000" baseline="30000"/>
              <a:t>1</a:t>
            </a:r>
            <a:r>
              <a:rPr lang="en-US" sz="1000" i="1"/>
              <a:t>Data sourced from </a:t>
            </a:r>
            <a:r>
              <a:rPr lang="en-US" sz="1000"/>
              <a:t>2024 Work Trend Index Annual Report 26 from Microsoft and LinkedIn</a:t>
            </a:r>
            <a:endParaRPr lang="en-US" sz="1000" i="1"/>
          </a:p>
        </p:txBody>
      </p:sp>
      <p:sp>
        <p:nvSpPr>
          <p:cNvPr id="26" name="Rectangle 25">
            <a:extLst>
              <a:ext uri="{FF2B5EF4-FFF2-40B4-BE49-F238E27FC236}">
                <a16:creationId xmlns:a16="http://schemas.microsoft.com/office/drawing/2014/main" id="{D27FBC95-B266-517D-7A5F-25ACBED71C03}"/>
              </a:ext>
            </a:extLst>
          </p:cNvPr>
          <p:cNvSpPr/>
          <p:nvPr/>
        </p:nvSpPr>
        <p:spPr bwMode="auto">
          <a:xfrm>
            <a:off x="1071373" y="5412943"/>
            <a:ext cx="1190171" cy="738664"/>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t" anchorCtr="0" forceAA="0" compatLnSpc="1">
            <a:prstTxWarp prst="textNoShape">
              <a:avLst/>
            </a:prstTxWarp>
            <a:spAutoFit/>
          </a:bodyPr>
          <a:lstStyle>
            <a:defPPr>
              <a:defRPr lang="en-DK"/>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32742" rtl="0" eaLnBrk="1" fontAlgn="base" latinLnBrk="0" hangingPunct="1">
              <a:lnSpc>
                <a:spcPct val="100000"/>
              </a:lnSpc>
              <a:spcBef>
                <a:spcPct val="0"/>
              </a:spcBef>
              <a:spcAft>
                <a:spcPts val="0"/>
              </a:spcAft>
              <a:buClrTx/>
              <a:buSzTx/>
              <a:buFontTx/>
              <a:buNone/>
              <a:tabLst/>
              <a:defRPr/>
            </a:pPr>
            <a:r>
              <a:rPr lang="en-US" sz="4800" spc="-50">
                <a:ln w="3175">
                  <a:noFill/>
                </a:ln>
                <a:solidFill>
                  <a:schemeClr val="bg1"/>
                </a:solidFill>
                <a:latin typeface="+mj-lt"/>
                <a:cs typeface="Segoe Sans Display" pitchFamily="2" charset="0"/>
              </a:rPr>
              <a:t>80%</a:t>
            </a:r>
          </a:p>
        </p:txBody>
      </p:sp>
      <p:sp>
        <p:nvSpPr>
          <p:cNvPr id="27" name="TextBox 26">
            <a:extLst>
              <a:ext uri="{FF2B5EF4-FFF2-40B4-BE49-F238E27FC236}">
                <a16:creationId xmlns:a16="http://schemas.microsoft.com/office/drawing/2014/main" id="{7AB57B75-502F-2581-A99D-33EF5D200FC1}"/>
              </a:ext>
            </a:extLst>
          </p:cNvPr>
          <p:cNvSpPr txBox="1">
            <a:spLocks/>
          </p:cNvSpPr>
          <p:nvPr/>
        </p:nvSpPr>
        <p:spPr>
          <a:xfrm>
            <a:off x="2397323" y="5459109"/>
            <a:ext cx="3028643" cy="646331"/>
          </a:xfrm>
          <a:prstGeom prst="rect">
            <a:avLst/>
          </a:prstGeom>
          <a:noFill/>
        </p:spPr>
        <p:txBody>
          <a:bodyPr wrap="square">
            <a:spAutoFit/>
          </a:bodyPr>
          <a:lstStyle/>
          <a:p>
            <a:pPr lvl="0" defTabSz="932472" fontAlgn="base">
              <a:spcBef>
                <a:spcPct val="0"/>
              </a:spcBef>
              <a:spcAft>
                <a:spcPts val="400"/>
              </a:spcAft>
              <a:defRPr/>
            </a:pPr>
            <a:r>
              <a:rPr lang="en-US">
                <a:solidFill>
                  <a:schemeClr val="bg1"/>
                </a:solidFill>
              </a:rPr>
              <a:t>of SMB users are bringing </a:t>
            </a:r>
            <a:br>
              <a:rPr lang="en-US">
                <a:solidFill>
                  <a:schemeClr val="bg1"/>
                </a:solidFill>
              </a:rPr>
            </a:br>
            <a:r>
              <a:rPr lang="en-US">
                <a:solidFill>
                  <a:schemeClr val="bg1"/>
                </a:solidFill>
              </a:rPr>
              <a:t>their own AI tools to work</a:t>
            </a:r>
            <a:r>
              <a:rPr lang="en-US" baseline="30000">
                <a:solidFill>
                  <a:schemeClr val="bg1"/>
                </a:solidFill>
              </a:rPr>
              <a:t>1</a:t>
            </a:r>
            <a:endParaRPr lang="en-US" b="1" baseline="30000">
              <a:solidFill>
                <a:schemeClr val="bg1"/>
              </a:solidFill>
            </a:endParaRPr>
          </a:p>
        </p:txBody>
      </p:sp>
    </p:spTree>
    <p:extLst>
      <p:ext uri="{BB962C8B-B14F-4D97-AF65-F5344CB8AC3E}">
        <p14:creationId xmlns:p14="http://schemas.microsoft.com/office/powerpoint/2010/main" val="299385226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0D0FB-4F82-22AF-E4AC-E026BE22DF93}"/>
            </a:ext>
          </a:extLst>
        </p:cNvPr>
        <p:cNvGrpSpPr/>
        <p:nvPr/>
      </p:nvGrpSpPr>
      <p:grpSpPr>
        <a:xfrm>
          <a:off x="0" y="0"/>
          <a:ext cx="0" cy="0"/>
          <a:chOff x="0" y="0"/>
          <a:chExt cx="0" cy="0"/>
        </a:xfrm>
      </p:grpSpPr>
      <p:sp>
        <p:nvSpPr>
          <p:cNvPr id="6" name="Content Placeholder 4">
            <a:extLst>
              <a:ext uri="{FF2B5EF4-FFF2-40B4-BE49-F238E27FC236}">
                <a16:creationId xmlns:a16="http://schemas.microsoft.com/office/drawing/2014/main" id="{539E8EB5-E392-A96D-01FD-3D2E233F6468}"/>
              </a:ext>
            </a:extLst>
          </p:cNvPr>
          <p:cNvSpPr>
            <a:spLocks noGrp="1"/>
          </p:cNvSpPr>
          <p:nvPr>
            <p:ph sz="quarter" idx="12"/>
          </p:nvPr>
        </p:nvSpPr>
        <p:spPr>
          <a:xfrm>
            <a:off x="576072" y="1168657"/>
            <a:ext cx="4900803" cy="4718164"/>
          </a:xfrm>
        </p:spPr>
        <p:txBody>
          <a:bodyPr wrap="square" numCol="1" spcCol="411480">
            <a:noAutofit/>
          </a:bodyPr>
          <a:lstStyle/>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AI-powered productivity isn’t one-size-fits-all—every SMB needs solutions that meet them where they are. Our vision is simple yet bold: to put a Copilot in the hands of every user, transforming how work gets done.</a:t>
            </a:r>
          </a:p>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w="3175">
                  <a:noFill/>
                </a:ln>
                <a:gradFill>
                  <a:gsLst>
                    <a:gs pos="0">
                      <a:srgbClr val="FFFFFF"/>
                    </a:gs>
                    <a:gs pos="0">
                      <a:srgbClr val="C03BC3"/>
                    </a:gs>
                    <a:gs pos="98000">
                      <a:srgbClr val="DD4A84"/>
                    </a:gs>
                  </a:gsLst>
                  <a:lin ang="0" scaled="1"/>
                </a:gradFill>
                <a:effectLst/>
                <a:uLnTx/>
                <a:uFillTx/>
                <a:latin typeface="Segoe Sans Display Semibold"/>
                <a:ea typeface="+mn-ea"/>
                <a:cs typeface="Segoe Sans Display" pitchFamily="2" charset="0"/>
              </a:rPr>
              <a:t>Microsoft 365 Copilot Chat </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is available at no cost and provides web-grounded AI assistance. It’s the perfect entry point for SMBs to experience the value of AI in everyday tasks—research, drafting, and quick answers—without complexity or additional investment.</a:t>
            </a:r>
          </a:p>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For SMBs ready to take AI productivity to the next level, available December 1, 2025, </a:t>
            </a:r>
            <a:r>
              <a:rPr kumimoji="0" lang="en-US" sz="1200" b="0" i="0" u="none" strike="noStrike" kern="1200" cap="none" spc="0" normalizeH="0" baseline="0" noProof="0">
                <a:ln w="3175">
                  <a:noFill/>
                </a:ln>
                <a:gradFill>
                  <a:gsLst>
                    <a:gs pos="0">
                      <a:srgbClr val="FFFFFF"/>
                    </a:gs>
                    <a:gs pos="0">
                      <a:srgbClr val="C03BC3"/>
                    </a:gs>
                    <a:gs pos="98000">
                      <a:srgbClr val="DD4A84"/>
                    </a:gs>
                  </a:gsLst>
                  <a:lin ang="0" scaled="1"/>
                </a:gradFill>
                <a:effectLst/>
                <a:uLnTx/>
                <a:uFillTx/>
                <a:latin typeface="Segoe Sans Display Semibold"/>
                <a:ea typeface="+mn-ea"/>
                <a:cs typeface="Segoe Sans Display" pitchFamily="2" charset="0"/>
              </a:rPr>
              <a:t>Microsoft 365 Copilot Business</a:t>
            </a:r>
            <a:r>
              <a:rPr kumimoji="0" lang="en-US" sz="1200" b="0" i="0" u="none" strike="noStrike" kern="1200" cap="none" spc="-50" normalizeH="0" baseline="0" noProof="0">
                <a:ln w="3175">
                  <a:noFill/>
                </a:ln>
                <a:gradFill>
                  <a:gsLst>
                    <a:gs pos="0">
                      <a:srgbClr val="FFFFFF"/>
                    </a:gs>
                    <a:gs pos="0">
                      <a:srgbClr val="C03BC3"/>
                    </a:gs>
                    <a:gs pos="98000">
                      <a:srgbClr val="DD4A84"/>
                    </a:gs>
                  </a:gsLst>
                  <a:lin ang="0" scaled="1"/>
                </a:gradFill>
                <a:effectLst/>
                <a:uLnTx/>
                <a:uFillTx/>
                <a:latin typeface="Segoe Sans Display Semibold"/>
                <a:ea typeface="+mn-ea"/>
                <a:cs typeface="Segoe Sans Display" pitchFamily="2" charset="0"/>
              </a:rPr>
              <a:t> </a:t>
            </a: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brings generative AI directly into the Microsoft 365 apps they use every day—Word, Excel, Outlook, and more. </a:t>
            </a:r>
          </a:p>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Built to scale up to 300 employees and those on Microsoft 365 Business plans, Copilot Business delivers the same powerful features and capabilities as Microsoft 365 Copilot—at a 30% savings. This makes enterprise-grade AI accessible to SMBs, enabling them to do more with less and compete at a whole new level.</a:t>
            </a:r>
          </a:p>
          <a:p>
            <a:pPr marL="0" marR="0" lvl="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Together, Copilot Chat and Copilot Business create a clear, affordable path for SMBs to adopt. This is how we make AI-powered productivity the new standard for every business.</a:t>
            </a:r>
          </a:p>
        </p:txBody>
      </p:sp>
      <p:sp>
        <p:nvSpPr>
          <p:cNvPr id="3" name="Title 2">
            <a:extLst>
              <a:ext uri="{FF2B5EF4-FFF2-40B4-BE49-F238E27FC236}">
                <a16:creationId xmlns:a16="http://schemas.microsoft.com/office/drawing/2014/main" id="{4A8D8470-0D0D-0F1A-6775-B2ED1EB45975}"/>
              </a:ext>
            </a:extLst>
          </p:cNvPr>
          <p:cNvSpPr txBox="1">
            <a:spLocks/>
          </p:cNvSpPr>
          <p:nvPr/>
        </p:nvSpPr>
        <p:spPr>
          <a:xfrm>
            <a:off x="576072" y="527311"/>
            <a:ext cx="5457765" cy="4924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r>
              <a:rPr lang="en-US" sz="3200">
                <a:solidFill>
                  <a:schemeClr val="tx1"/>
                </a:solidFill>
                <a:latin typeface="+mj-lt"/>
                <a:ea typeface="+mj-ea"/>
                <a:cs typeface="+mj-cs"/>
              </a:rPr>
              <a:t>A copilot for every user</a:t>
            </a:r>
          </a:p>
        </p:txBody>
      </p:sp>
      <p:sp>
        <p:nvSpPr>
          <p:cNvPr id="7" name="Text Placeholder 13">
            <a:extLst>
              <a:ext uri="{FF2B5EF4-FFF2-40B4-BE49-F238E27FC236}">
                <a16:creationId xmlns:a16="http://schemas.microsoft.com/office/drawing/2014/main" id="{0F0ABE3C-B41C-6584-BFD1-D09512696CBB}"/>
              </a:ext>
            </a:extLst>
          </p:cNvPr>
          <p:cNvSpPr txBox="1">
            <a:spLocks/>
          </p:cNvSpPr>
          <p:nvPr/>
        </p:nvSpPr>
        <p:spPr>
          <a:xfrm>
            <a:off x="600661" y="329081"/>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tx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solidFill>
                  <a:schemeClr val="accent2"/>
                </a:solidFill>
                <a:latin typeface="Segoe UI Semibold" panose="020B0702040204020203" pitchFamily="34" charset="0"/>
                <a:cs typeface="Segoe UI Semibold" panose="020B0702040204020203" pitchFamily="34" charset="0"/>
              </a:rPr>
              <a:t>Microsoft 365 Copilot Business</a:t>
            </a:r>
          </a:p>
        </p:txBody>
      </p:sp>
      <p:sp>
        <p:nvSpPr>
          <p:cNvPr id="2" name="Rectangle: Rounded Corners 50">
            <a:extLst>
              <a:ext uri="{FF2B5EF4-FFF2-40B4-BE49-F238E27FC236}">
                <a16:creationId xmlns:a16="http://schemas.microsoft.com/office/drawing/2014/main" id="{64294C43-DB22-D1AE-DFA2-C164DAB31076}"/>
              </a:ext>
              <a:ext uri="{C183D7F6-B498-43B3-948B-1728B52AA6E4}">
                <adec:decorative xmlns:adec="http://schemas.microsoft.com/office/drawing/2017/decorative" val="1"/>
              </a:ext>
            </a:extLst>
          </p:cNvPr>
          <p:cNvSpPr>
            <a:spLocks/>
          </p:cNvSpPr>
          <p:nvPr/>
        </p:nvSpPr>
        <p:spPr bwMode="auto">
          <a:xfrm>
            <a:off x="7267297" y="342645"/>
            <a:ext cx="3878469" cy="2854085"/>
          </a:xfrm>
          <a:prstGeom prst="roundRect">
            <a:avLst>
              <a:gd name="adj" fmla="val 3527"/>
            </a:avLst>
          </a:prstGeom>
          <a:solidFill>
            <a:schemeClr val="bg1"/>
          </a:solidFill>
          <a:ln w="6350">
            <a:solidFill>
              <a:schemeClr val="accent2">
                <a:lumMod val="20000"/>
                <a:lumOff val="80000"/>
              </a:schemeClr>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br>
              <a:rPr kumimoji="0" lang="en-US" sz="2000" b="0" i="0" u="none" strike="noStrike" kern="1200" cap="none" spc="0" normalizeH="0" baseline="0" noProof="0">
                <a:ln>
                  <a:noFill/>
                </a:ln>
                <a:solidFill>
                  <a:srgbClr val="000000"/>
                </a:solidFill>
                <a:effectLst/>
                <a:uLnTx/>
                <a:uFillTx/>
                <a:latin typeface="Segoe Sans Display"/>
                <a:ea typeface="+mn-ea"/>
                <a:cs typeface="+mn-cs"/>
              </a:rPr>
            </a:br>
            <a:br>
              <a:rPr kumimoji="0" lang="en-US" sz="2000" b="0" i="0" u="none" strike="noStrike" kern="1200" cap="none" spc="0" normalizeH="0" baseline="0" noProof="0">
                <a:ln>
                  <a:noFill/>
                </a:ln>
                <a:solidFill>
                  <a:srgbClr val="000000"/>
                </a:solidFill>
                <a:effectLst/>
                <a:uLnTx/>
                <a:uFillTx/>
                <a:latin typeface="Segoe Sans Display"/>
                <a:ea typeface="+mn-ea"/>
                <a:cs typeface="+mn-cs"/>
              </a:rPr>
            </a:b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grpSp>
        <p:nvGrpSpPr>
          <p:cNvPr id="5" name="Group 4">
            <a:extLst>
              <a:ext uri="{FF2B5EF4-FFF2-40B4-BE49-F238E27FC236}">
                <a16:creationId xmlns:a16="http://schemas.microsoft.com/office/drawing/2014/main" id="{A347AA4B-9547-BF1C-108E-5AEBB062D40F}"/>
              </a:ext>
            </a:extLst>
          </p:cNvPr>
          <p:cNvGrpSpPr/>
          <p:nvPr/>
        </p:nvGrpSpPr>
        <p:grpSpPr>
          <a:xfrm>
            <a:off x="7457624" y="640590"/>
            <a:ext cx="3497814" cy="2258195"/>
            <a:chOff x="7296391" y="506335"/>
            <a:chExt cx="3497814" cy="2258195"/>
          </a:xfrm>
        </p:grpSpPr>
        <p:sp>
          <p:nvSpPr>
            <p:cNvPr id="8" name="TextBox 7">
              <a:extLst>
                <a:ext uri="{FF2B5EF4-FFF2-40B4-BE49-F238E27FC236}">
                  <a16:creationId xmlns:a16="http://schemas.microsoft.com/office/drawing/2014/main" id="{3A70E81F-C786-B3F6-0150-B388721FC03A}"/>
                </a:ext>
              </a:extLst>
            </p:cNvPr>
            <p:cNvSpPr txBox="1"/>
            <p:nvPr/>
          </p:nvSpPr>
          <p:spPr>
            <a:xfrm>
              <a:off x="7687593" y="2321391"/>
              <a:ext cx="2715411" cy="443139"/>
            </a:xfrm>
            <a:prstGeom prst="roundRect">
              <a:avLst>
                <a:gd name="adj" fmla="val 50000"/>
              </a:avLst>
            </a:prstGeom>
            <a:solidFill>
              <a:schemeClr val="accent2">
                <a:lumMod val="20000"/>
                <a:lumOff val="80000"/>
                <a:alpha val="50000"/>
              </a:schemeClr>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R="0" lvl="0" indent="0" algn="ctr" defTabSz="932742" fontAlgn="base">
                <a:spcBef>
                  <a:spcPct val="0"/>
                </a:spcBef>
                <a:spcAft>
                  <a:spcPts val="600"/>
                </a:spcAft>
                <a:buClrTx/>
                <a:buSzTx/>
                <a:buFontTx/>
                <a:buNone/>
                <a:tabLst>
                  <a:tab pos="3701239" algn="l"/>
                </a:tabLst>
                <a:defRPr kumimoji="0" sz="2200" b="0" i="0" u="none" strike="noStrike" cap="none" spc="0" normalizeH="0" baseline="0">
                  <a:ln w="3175">
                    <a:noFill/>
                  </a:ln>
                  <a:solidFill>
                    <a:srgbClr val="091F2C"/>
                  </a:solidFill>
                  <a:effectLst/>
                  <a:uLnTx/>
                  <a:uFillTx/>
                  <a:latin typeface="Segoe Sans Display Semibold"/>
                  <a:ea typeface="+mj-ea"/>
                  <a:cs typeface="+mj-cs"/>
                </a:defRPr>
              </a:lvl1pPr>
              <a:lvl2pPr marL="0" lvl="1" algn="ctr" defTabSz="914367">
                <a:spcAft>
                  <a:spcPts val="300"/>
                </a:spcAft>
                <a:defRPr sz="1600">
                  <a:latin typeface="+mj-lt"/>
                </a:defRPr>
              </a:lvl2pPr>
              <a:lvl3pPr marL="914367" defTabSz="914367">
                <a:defRPr sz="1765">
                  <a:solidFill>
                    <a:schemeClr val="lt1"/>
                  </a:solidFill>
                </a:defRPr>
              </a:lvl3pPr>
              <a:lvl4pPr marL="1371550" defTabSz="914367">
                <a:defRPr sz="1765">
                  <a:solidFill>
                    <a:schemeClr val="lt1"/>
                  </a:solidFill>
                </a:defRPr>
              </a:lvl4pPr>
              <a:lvl5pPr marL="1828734" defTabSz="914367">
                <a:defRPr sz="1765">
                  <a:solidFill>
                    <a:schemeClr val="lt1"/>
                  </a:solidFill>
                </a:defRPr>
              </a:lvl5pPr>
              <a:lvl6pPr marL="2285918" defTabSz="914367">
                <a:defRPr sz="1765">
                  <a:solidFill>
                    <a:schemeClr val="lt1"/>
                  </a:solidFill>
                </a:defRPr>
              </a:lvl6pPr>
              <a:lvl7pPr marL="2743101" defTabSz="914367">
                <a:defRPr sz="1765">
                  <a:solidFill>
                    <a:schemeClr val="lt1"/>
                  </a:solidFill>
                </a:defRPr>
              </a:lvl7pPr>
              <a:lvl8pPr marL="3200284" defTabSz="914367">
                <a:defRPr sz="1765">
                  <a:solidFill>
                    <a:schemeClr val="lt1"/>
                  </a:solidFill>
                </a:defRPr>
              </a:lvl8pPr>
              <a:lvl9pPr marL="3657469" defTabSz="914367">
                <a:defRPr sz="1765">
                  <a:solidFill>
                    <a:schemeClr val="lt1"/>
                  </a:solidFill>
                </a:defRPr>
              </a:lvl9pPr>
            </a:lstStyle>
            <a:p>
              <a:pPr marL="0" marR="0" lvl="0" indent="0" defTabSz="932742" rtl="0" eaLnBrk="1" fontAlgn="base" latinLnBrk="0" hangingPunct="1">
                <a:lnSpc>
                  <a:spcPct val="100000"/>
                </a:lnSpc>
                <a:spcBef>
                  <a:spcPct val="0"/>
                </a:spcBef>
                <a:spcAft>
                  <a:spcPts val="600"/>
                </a:spcAft>
                <a:buClrTx/>
                <a:buSzTx/>
                <a:buFontTx/>
                <a:buNone/>
                <a:tabLst>
                  <a:tab pos="3701239" algn="l"/>
                </a:tabLst>
                <a:defRPr/>
              </a:pPr>
              <a:r>
                <a:rPr kumimoji="0" lang="en-US" sz="1400" b="0" i="0" u="none" strike="noStrike" kern="1200" cap="none" spc="0" normalizeH="0" baseline="0" noProof="0">
                  <a:ln w="3175">
                    <a:noFill/>
                  </a:ln>
                  <a:solidFill>
                    <a:srgbClr val="C03BC4"/>
                  </a:solidFill>
                  <a:effectLst/>
                  <a:uLnTx/>
                  <a:uFillTx/>
                  <a:latin typeface="Segoe Sans Display Semibold"/>
                  <a:ea typeface="+mj-ea"/>
                  <a:cs typeface="+mj-cs"/>
                </a:rPr>
                <a:t>Included+ Metered</a:t>
              </a:r>
            </a:p>
          </p:txBody>
        </p:sp>
        <p:sp>
          <p:nvSpPr>
            <p:cNvPr id="9" name="Title 25">
              <a:extLst>
                <a:ext uri="{FF2B5EF4-FFF2-40B4-BE49-F238E27FC236}">
                  <a16:creationId xmlns:a16="http://schemas.microsoft.com/office/drawing/2014/main" id="{A88C7EF1-E700-583C-B117-902903A21A3A}"/>
                </a:ext>
              </a:extLst>
            </p:cNvPr>
            <p:cNvSpPr txBox="1">
              <a:spLocks/>
            </p:cNvSpPr>
            <p:nvPr/>
          </p:nvSpPr>
          <p:spPr>
            <a:xfrm>
              <a:off x="7296391" y="506335"/>
              <a:ext cx="3497814" cy="1687641"/>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l" defTabSz="932742" rtl="0" eaLnBrk="1" fontAlgn="auto" latinLnBrk="0" hangingPunct="1">
                <a:lnSpc>
                  <a:spcPct val="100000"/>
                </a:lnSpc>
                <a:spcBef>
                  <a:spcPct val="0"/>
                </a:spcBef>
                <a:spcAft>
                  <a:spcPts val="800"/>
                </a:spcAft>
                <a:buClrTx/>
                <a:buSzTx/>
                <a:buFontTx/>
                <a:buNone/>
                <a:tabLst/>
                <a:defRPr/>
              </a:pPr>
              <a:r>
                <a:rPr lang="en-US" sz="1600" spc="-50">
                  <a:gradFill>
                    <a:gsLst>
                      <a:gs pos="0">
                        <a:srgbClr val="FFFFFF"/>
                      </a:gs>
                      <a:gs pos="0">
                        <a:srgbClr val="C03BC3"/>
                      </a:gs>
                      <a:gs pos="98000">
                        <a:srgbClr val="DD4A84"/>
                      </a:gs>
                    </a:gsLst>
                    <a:lin ang="0" scaled="1"/>
                  </a:gradFill>
                  <a:latin typeface="+mj-lt"/>
                  <a:ea typeface="+mn-ea"/>
                  <a:cs typeface="Segoe Sans Display" pitchFamily="2" charset="0"/>
                </a:rPr>
                <a:t>Microsoft 365 Copilot Chat</a:t>
              </a:r>
            </a:p>
            <a:p>
              <a:pPr marL="227013" marR="0" lvl="0" indent="-169863" algn="l" defTabSz="932742" rtl="0" eaLnBrk="1" fontAlgn="auto" latinLnBrk="0" hangingPunct="1">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w="3175">
                    <a:noFill/>
                  </a:ln>
                  <a:solidFill>
                    <a:srgbClr val="091F2C"/>
                  </a:solidFill>
                  <a:effectLst/>
                  <a:uLnTx/>
                  <a:uFillTx/>
                  <a:latin typeface="Segoe Sans Display"/>
                  <a:ea typeface="+mj-ea"/>
                  <a:cs typeface="Segoe Sans Display Semibold" pitchFamily="2" charset="0"/>
                </a:rPr>
                <a:t>Use secure, web-grounded AI chat powered by the latest large language models</a:t>
              </a:r>
            </a:p>
            <a:p>
              <a:pPr marL="227013" marR="0" lvl="0" indent="-169863" algn="l" defTabSz="932742" rtl="0" eaLnBrk="1" fontAlgn="auto" latinLnBrk="0" hangingPunct="1">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w="3175">
                    <a:noFill/>
                  </a:ln>
                  <a:solidFill>
                    <a:srgbClr val="091F2C"/>
                  </a:solidFill>
                  <a:effectLst/>
                  <a:uLnTx/>
                  <a:uFillTx/>
                  <a:latin typeface="Segoe Sans Display"/>
                  <a:ea typeface="+mj-ea"/>
                  <a:cs typeface="Segoe Sans Display Semibold" pitchFamily="2" charset="0"/>
                </a:rPr>
                <a:t>Get Copilot Chat in select Microsoft 365 apps</a:t>
              </a:r>
              <a:r>
                <a:rPr kumimoji="0" lang="en-US" sz="1100" b="0" i="0" u="none" strike="noStrike" kern="1200" cap="none" spc="0" normalizeH="0" baseline="30000" noProof="0">
                  <a:ln w="3175">
                    <a:noFill/>
                  </a:ln>
                  <a:solidFill>
                    <a:srgbClr val="091F2C"/>
                  </a:solidFill>
                  <a:effectLst/>
                  <a:uLnTx/>
                  <a:uFillTx/>
                  <a:latin typeface="Segoe Sans Display"/>
                  <a:ea typeface="+mj-ea"/>
                  <a:cs typeface="Segoe Sans Display Semibold" pitchFamily="2" charset="0"/>
                </a:rPr>
                <a:t>1</a:t>
              </a:r>
            </a:p>
            <a:p>
              <a:pPr marL="227013" marR="0" lvl="0" indent="-169863" algn="l" defTabSz="932742" rtl="0" eaLnBrk="1" fontAlgn="auto" latinLnBrk="0" hangingPunct="1">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w="3175">
                    <a:noFill/>
                  </a:ln>
                  <a:solidFill>
                    <a:srgbClr val="091F2C"/>
                  </a:solidFill>
                  <a:effectLst/>
                  <a:uLnTx/>
                  <a:uFillTx/>
                  <a:latin typeface="Segoe Sans Display"/>
                  <a:ea typeface="+mj-ea"/>
                  <a:cs typeface="Segoe Sans Display Semibold" pitchFamily="2" charset="0"/>
                </a:rPr>
                <a:t>Access and use agents, priced on a metered basis</a:t>
              </a:r>
            </a:p>
            <a:p>
              <a:pPr marL="227013" marR="0" lvl="0" indent="-169863" algn="l" defTabSz="932742" rtl="0" eaLnBrk="1" fontAlgn="auto" latinLnBrk="0" hangingPunct="1">
                <a:lnSpc>
                  <a:spcPct val="100000"/>
                </a:lnSpc>
                <a:spcBef>
                  <a:spcPct val="0"/>
                </a:spcBef>
                <a:spcAft>
                  <a:spcPts val="600"/>
                </a:spcAft>
                <a:buClrTx/>
                <a:buSzTx/>
                <a:buFont typeface="Arial" panose="020B0604020202020204" pitchFamily="34" charset="0"/>
                <a:buChar char="•"/>
                <a:tabLst/>
                <a:defRPr/>
              </a:pPr>
              <a:r>
                <a:rPr kumimoji="0" lang="en-US" sz="1100" b="0" i="0" u="none" strike="noStrike" kern="1200" cap="none" spc="0" normalizeH="0" baseline="0" noProof="0">
                  <a:ln w="3175">
                    <a:noFill/>
                  </a:ln>
                  <a:solidFill>
                    <a:srgbClr val="091F2C"/>
                  </a:solidFill>
                  <a:effectLst/>
                  <a:uLnTx/>
                  <a:uFillTx/>
                  <a:latin typeface="Segoe Sans Display"/>
                  <a:ea typeface="+mj-ea"/>
                  <a:cs typeface="Segoe Sans Display Semibold" pitchFamily="2" charset="0"/>
                </a:rPr>
                <a:t>Maintain IT control, including enterprise data protection and agent management</a:t>
              </a:r>
              <a:endParaRPr kumimoji="0" lang="en-US" sz="1200" b="0" i="0" u="none" strike="noStrike" kern="1200" cap="none" spc="0" normalizeH="0" baseline="30000" noProof="0">
                <a:ln w="3175">
                  <a:noFill/>
                </a:ln>
                <a:solidFill>
                  <a:srgbClr val="091F2C"/>
                </a:solidFill>
                <a:effectLst/>
                <a:uLnTx/>
                <a:uFillTx/>
                <a:latin typeface="Segoe Sans Display"/>
                <a:ea typeface="+mj-ea"/>
                <a:cs typeface="Segoe Sans Display Semibold" pitchFamily="2" charset="0"/>
              </a:endParaRPr>
            </a:p>
          </p:txBody>
        </p:sp>
      </p:grpSp>
      <p:sp>
        <p:nvSpPr>
          <p:cNvPr id="10" name="Rectangle: Rounded Corners 50">
            <a:extLst>
              <a:ext uri="{FF2B5EF4-FFF2-40B4-BE49-F238E27FC236}">
                <a16:creationId xmlns:a16="http://schemas.microsoft.com/office/drawing/2014/main" id="{E6326FC1-6063-D743-0096-CB820DF37BA8}"/>
              </a:ext>
              <a:ext uri="{C183D7F6-B498-43B3-948B-1728B52AA6E4}">
                <adec:decorative xmlns:adec="http://schemas.microsoft.com/office/drawing/2017/decorative" val="1"/>
              </a:ext>
            </a:extLst>
          </p:cNvPr>
          <p:cNvSpPr>
            <a:spLocks/>
          </p:cNvSpPr>
          <p:nvPr/>
        </p:nvSpPr>
        <p:spPr bwMode="auto">
          <a:xfrm>
            <a:off x="7298449" y="3460177"/>
            <a:ext cx="3847317" cy="2754131"/>
          </a:xfrm>
          <a:prstGeom prst="roundRect">
            <a:avLst>
              <a:gd name="adj" fmla="val 3527"/>
            </a:avLst>
          </a:prstGeom>
          <a:solidFill>
            <a:schemeClr val="bg1"/>
          </a:solidFill>
          <a:ln w="6350">
            <a:solidFill>
              <a:schemeClr val="accent2">
                <a:lumMod val="20000"/>
                <a:lumOff val="80000"/>
              </a:schemeClr>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br>
              <a:rPr kumimoji="0" lang="en-US" sz="2000" b="0" i="0" u="none" strike="noStrike" kern="1200" cap="none" spc="0" normalizeH="0" baseline="0" noProof="0">
                <a:ln>
                  <a:noFill/>
                </a:ln>
                <a:solidFill>
                  <a:srgbClr val="000000"/>
                </a:solidFill>
                <a:effectLst/>
                <a:uLnTx/>
                <a:uFillTx/>
                <a:latin typeface="Segoe Sans Display"/>
                <a:ea typeface="+mn-ea"/>
                <a:cs typeface="+mn-cs"/>
              </a:rPr>
            </a:br>
            <a:br>
              <a:rPr kumimoji="0" lang="en-US" sz="2000" b="0" i="0" u="none" strike="noStrike" kern="1200" cap="none" spc="0" normalizeH="0" baseline="0" noProof="0">
                <a:ln>
                  <a:noFill/>
                </a:ln>
                <a:solidFill>
                  <a:srgbClr val="000000"/>
                </a:solidFill>
                <a:effectLst/>
                <a:uLnTx/>
                <a:uFillTx/>
                <a:latin typeface="Segoe Sans Display"/>
                <a:ea typeface="+mn-ea"/>
                <a:cs typeface="+mn-cs"/>
              </a:rPr>
            </a:b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grpSp>
        <p:nvGrpSpPr>
          <p:cNvPr id="11" name="Group 10">
            <a:extLst>
              <a:ext uri="{FF2B5EF4-FFF2-40B4-BE49-F238E27FC236}">
                <a16:creationId xmlns:a16="http://schemas.microsoft.com/office/drawing/2014/main" id="{C051D90C-F781-E27E-9E92-75D055A577E7}"/>
              </a:ext>
            </a:extLst>
          </p:cNvPr>
          <p:cNvGrpSpPr/>
          <p:nvPr/>
        </p:nvGrpSpPr>
        <p:grpSpPr>
          <a:xfrm>
            <a:off x="7488776" y="3754311"/>
            <a:ext cx="3466662" cy="2165863"/>
            <a:chOff x="7327544" y="3623867"/>
            <a:chExt cx="3466662" cy="2165863"/>
          </a:xfrm>
        </p:grpSpPr>
        <p:sp>
          <p:nvSpPr>
            <p:cNvPr id="16" name="TextBox 15">
              <a:extLst>
                <a:ext uri="{FF2B5EF4-FFF2-40B4-BE49-F238E27FC236}">
                  <a16:creationId xmlns:a16="http://schemas.microsoft.com/office/drawing/2014/main" id="{866E0376-21E5-A3CC-1A89-6FCEC2A4A49E}"/>
                </a:ext>
              </a:extLst>
            </p:cNvPr>
            <p:cNvSpPr txBox="1"/>
            <p:nvPr/>
          </p:nvSpPr>
          <p:spPr>
            <a:xfrm>
              <a:off x="7703170" y="5346591"/>
              <a:ext cx="2715411" cy="443139"/>
            </a:xfrm>
            <a:prstGeom prst="roundRect">
              <a:avLst>
                <a:gd name="adj" fmla="val 50000"/>
              </a:avLst>
            </a:prstGeom>
            <a:solidFill>
              <a:schemeClr val="accent2">
                <a:lumMod val="20000"/>
                <a:lumOff val="80000"/>
                <a:alpha val="50000"/>
              </a:schemeClr>
            </a:soli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marR="0" lvl="0" indent="0" algn="ctr" defTabSz="932742" fontAlgn="base">
                <a:spcBef>
                  <a:spcPct val="0"/>
                </a:spcBef>
                <a:spcAft>
                  <a:spcPts val="600"/>
                </a:spcAft>
                <a:buClrTx/>
                <a:buSzTx/>
                <a:buFontTx/>
                <a:buNone/>
                <a:tabLst>
                  <a:tab pos="3701239" algn="l"/>
                </a:tabLst>
                <a:defRPr kumimoji="0" sz="2200" b="0" i="0" u="none" strike="noStrike" cap="none" spc="0" normalizeH="0" baseline="0">
                  <a:ln w="3175">
                    <a:noFill/>
                  </a:ln>
                  <a:solidFill>
                    <a:srgbClr val="091F2C"/>
                  </a:solidFill>
                  <a:effectLst/>
                  <a:uLnTx/>
                  <a:uFillTx/>
                  <a:latin typeface="Segoe Sans Display Semibold"/>
                  <a:ea typeface="+mj-ea"/>
                  <a:cs typeface="+mj-cs"/>
                </a:defRPr>
              </a:lvl1pPr>
              <a:lvl2pPr marL="0" lvl="1" algn="ctr" defTabSz="914367">
                <a:spcAft>
                  <a:spcPts val="300"/>
                </a:spcAft>
                <a:defRPr sz="1600">
                  <a:latin typeface="+mj-lt"/>
                </a:defRPr>
              </a:lvl2pPr>
              <a:lvl3pPr marL="914367" defTabSz="914367">
                <a:defRPr sz="1765">
                  <a:solidFill>
                    <a:schemeClr val="lt1"/>
                  </a:solidFill>
                </a:defRPr>
              </a:lvl3pPr>
              <a:lvl4pPr marL="1371550" defTabSz="914367">
                <a:defRPr sz="1765">
                  <a:solidFill>
                    <a:schemeClr val="lt1"/>
                  </a:solidFill>
                </a:defRPr>
              </a:lvl4pPr>
              <a:lvl5pPr marL="1828734" defTabSz="914367">
                <a:defRPr sz="1765">
                  <a:solidFill>
                    <a:schemeClr val="lt1"/>
                  </a:solidFill>
                </a:defRPr>
              </a:lvl5pPr>
              <a:lvl6pPr marL="2285918" defTabSz="914367">
                <a:defRPr sz="1765">
                  <a:solidFill>
                    <a:schemeClr val="lt1"/>
                  </a:solidFill>
                </a:defRPr>
              </a:lvl6pPr>
              <a:lvl7pPr marL="2743101" defTabSz="914367">
                <a:defRPr sz="1765">
                  <a:solidFill>
                    <a:schemeClr val="lt1"/>
                  </a:solidFill>
                </a:defRPr>
              </a:lvl7pPr>
              <a:lvl8pPr marL="3200284" defTabSz="914367">
                <a:defRPr sz="1765">
                  <a:solidFill>
                    <a:schemeClr val="lt1"/>
                  </a:solidFill>
                </a:defRPr>
              </a:lvl8pPr>
              <a:lvl9pPr marL="3657469" defTabSz="914367">
                <a:defRPr sz="1765">
                  <a:solidFill>
                    <a:schemeClr val="lt1"/>
                  </a:solidFill>
                </a:defRPr>
              </a:lvl9pPr>
            </a:lstStyle>
            <a:p>
              <a:pPr marL="0" marR="0" lvl="0" indent="0" defTabSz="932742" rtl="0" eaLnBrk="1" fontAlgn="base" latinLnBrk="0" hangingPunct="1">
                <a:lnSpc>
                  <a:spcPct val="100000"/>
                </a:lnSpc>
                <a:spcBef>
                  <a:spcPct val="0"/>
                </a:spcBef>
                <a:spcAft>
                  <a:spcPts val="600"/>
                </a:spcAft>
                <a:buClrTx/>
                <a:buSzTx/>
                <a:buFontTx/>
                <a:buNone/>
                <a:tabLst>
                  <a:tab pos="3701239" algn="l"/>
                </a:tabLst>
                <a:defRPr/>
              </a:pPr>
              <a:r>
                <a:rPr kumimoji="0" lang="en-US" sz="1400" b="0" i="0" u="none" strike="noStrike" kern="1200" cap="none" spc="0" normalizeH="0" baseline="0" noProof="0">
                  <a:ln w="3175">
                    <a:noFill/>
                  </a:ln>
                  <a:solidFill>
                    <a:srgbClr val="C03BC4"/>
                  </a:solidFill>
                  <a:effectLst/>
                  <a:uLnTx/>
                  <a:uFillTx/>
                  <a:latin typeface="Segoe Sans Display Semibold"/>
                  <a:ea typeface="+mj-ea"/>
                  <a:cs typeface="+mj-cs"/>
                </a:rPr>
                <a:t>$21 per user/month</a:t>
              </a:r>
            </a:p>
          </p:txBody>
        </p:sp>
        <p:sp>
          <p:nvSpPr>
            <p:cNvPr id="17" name="Title 25">
              <a:extLst>
                <a:ext uri="{FF2B5EF4-FFF2-40B4-BE49-F238E27FC236}">
                  <a16:creationId xmlns:a16="http://schemas.microsoft.com/office/drawing/2014/main" id="{B4871F62-9F0E-2CB0-C592-9D6524209A25}"/>
                </a:ext>
              </a:extLst>
            </p:cNvPr>
            <p:cNvSpPr txBox="1">
              <a:spLocks/>
            </p:cNvSpPr>
            <p:nvPr/>
          </p:nvSpPr>
          <p:spPr>
            <a:xfrm>
              <a:off x="7327544" y="3623867"/>
              <a:ext cx="3466662" cy="1595309"/>
            </a:xfrm>
            <a:prstGeom prst="rect">
              <a:avLst/>
            </a:prstGeom>
            <a:noFill/>
            <a:ln>
              <a:noFill/>
              <a:prstDash/>
            </a:ln>
            <a:effectLst/>
          </p:spPr>
          <p:txBody>
            <a:bodyPr rot="0" spcFirstLastPara="0" vertOverflow="overflow" horzOverflow="overflow" vert="horz" wrap="square" lIns="0" tIns="45720" rIns="91440" bIns="45720" numCol="1" spcCol="0" rtlCol="0" fromWordArt="0" anchor="t"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l" defTabSz="932742" rtl="0" eaLnBrk="1" fontAlgn="auto" latinLnBrk="0" hangingPunct="1">
                <a:lnSpc>
                  <a:spcPct val="100000"/>
                </a:lnSpc>
                <a:spcBef>
                  <a:spcPct val="0"/>
                </a:spcBef>
                <a:spcAft>
                  <a:spcPts val="800"/>
                </a:spcAft>
                <a:buClrTx/>
                <a:buSzTx/>
                <a:buFontTx/>
                <a:buNone/>
                <a:tabLst/>
                <a:defRPr/>
              </a:pPr>
              <a:r>
                <a:rPr lang="en-US" sz="1600" spc="-50">
                  <a:gradFill>
                    <a:gsLst>
                      <a:gs pos="0">
                        <a:srgbClr val="FFFFFF"/>
                      </a:gs>
                      <a:gs pos="0">
                        <a:srgbClr val="C03BC3"/>
                      </a:gs>
                      <a:gs pos="98000">
                        <a:srgbClr val="DD4A84"/>
                      </a:gs>
                    </a:gsLst>
                    <a:lin ang="0" scaled="1"/>
                  </a:gradFill>
                  <a:latin typeface="+mj-lt"/>
                  <a:ea typeface="+mn-ea"/>
                  <a:cs typeface="Segoe Sans Display" pitchFamily="2" charset="0"/>
                </a:rPr>
                <a:t>New! Microsoft 365 Copilot Business</a:t>
              </a:r>
            </a:p>
            <a:p>
              <a:pPr marL="57150" lvl="0" defTabSz="932742">
                <a:lnSpc>
                  <a:spcPct val="100000"/>
                </a:lnSpc>
                <a:spcAft>
                  <a:spcPts val="600"/>
                </a:spcAft>
                <a:defRPr/>
              </a:pPr>
              <a:r>
                <a:rPr lang="en-US" sz="1100" b="0" spc="0">
                  <a:solidFill>
                    <a:srgbClr val="091F2C"/>
                  </a:solidFill>
                  <a:latin typeface="Segoe Sans Display"/>
                </a:rPr>
                <a:t>Everything in Microsoft 365 Copilot Chat, plus:</a:t>
              </a:r>
            </a:p>
            <a:p>
              <a:pPr marL="227013" lvl="0" indent="-169863" defTabSz="932742">
                <a:lnSpc>
                  <a:spcPct val="100000"/>
                </a:lnSpc>
                <a:spcAft>
                  <a:spcPts val="600"/>
                </a:spcAft>
                <a:buFont typeface="Arial" panose="020B0604020202020204" pitchFamily="34" charset="0"/>
                <a:buChar char="•"/>
                <a:defRPr/>
              </a:pPr>
              <a:r>
                <a:rPr lang="en-US" sz="1100" b="0" spc="0">
                  <a:solidFill>
                    <a:srgbClr val="091F2C"/>
                  </a:solidFill>
                  <a:latin typeface="Segoe Sans Display"/>
                </a:rPr>
                <a:t>AI-powered chat grounded in business data</a:t>
              </a:r>
            </a:p>
            <a:p>
              <a:pPr marL="227013" lvl="0" indent="-169863" defTabSz="932742">
                <a:lnSpc>
                  <a:spcPct val="100000"/>
                </a:lnSpc>
                <a:spcAft>
                  <a:spcPts val="600"/>
                </a:spcAft>
                <a:buFont typeface="Arial" panose="020B0604020202020204" pitchFamily="34" charset="0"/>
                <a:buChar char="•"/>
                <a:defRPr/>
              </a:pPr>
              <a:r>
                <a:rPr lang="en-US" sz="1100" b="0" spc="0">
                  <a:solidFill>
                    <a:srgbClr val="091F2C"/>
                  </a:solidFill>
                  <a:latin typeface="Segoe Sans Display"/>
                </a:rPr>
                <a:t>Access work-grounded Copilot in apps</a:t>
              </a:r>
            </a:p>
            <a:p>
              <a:pPr marL="227013" lvl="0" indent="-169863" defTabSz="932742">
                <a:lnSpc>
                  <a:spcPct val="100000"/>
                </a:lnSpc>
                <a:spcAft>
                  <a:spcPts val="600"/>
                </a:spcAft>
                <a:buFont typeface="Arial" panose="020B0604020202020204" pitchFamily="34" charset="0"/>
                <a:buChar char="•"/>
                <a:defRPr/>
              </a:pPr>
              <a:r>
                <a:rPr lang="en-US" sz="1100" b="0" spc="0">
                  <a:solidFill>
                    <a:srgbClr val="091F2C"/>
                  </a:solidFill>
                  <a:latin typeface="Segoe Sans Display"/>
                </a:rPr>
                <a:t>Create and use agents with Copilot Studio</a:t>
              </a:r>
            </a:p>
            <a:p>
              <a:pPr marL="227013" lvl="0" indent="-169863" defTabSz="932742">
                <a:lnSpc>
                  <a:spcPct val="100000"/>
                </a:lnSpc>
                <a:spcAft>
                  <a:spcPts val="600"/>
                </a:spcAft>
                <a:buFont typeface="Arial" panose="020B0604020202020204" pitchFamily="34" charset="0"/>
                <a:buChar char="•"/>
                <a:defRPr/>
              </a:pPr>
              <a:r>
                <a:rPr lang="en-US" sz="1100" b="0" spc="0">
                  <a:solidFill>
                    <a:srgbClr val="091F2C"/>
                  </a:solidFill>
                  <a:latin typeface="Segoe Sans Display"/>
                </a:rPr>
                <a:t>Enterprise-grade security, privacy, and compliance</a:t>
              </a:r>
              <a:endParaRPr lang="en-US" sz="1200" b="0" spc="0">
                <a:solidFill>
                  <a:srgbClr val="091F2C"/>
                </a:solidFill>
                <a:latin typeface="Segoe Sans Display"/>
              </a:endParaRPr>
            </a:p>
          </p:txBody>
        </p:sp>
      </p:grpSp>
      <p:grpSp>
        <p:nvGrpSpPr>
          <p:cNvPr id="19" name="Group 18">
            <a:extLst>
              <a:ext uri="{FF2B5EF4-FFF2-40B4-BE49-F238E27FC236}">
                <a16:creationId xmlns:a16="http://schemas.microsoft.com/office/drawing/2014/main" id="{D3B78AEC-23E5-C395-7F69-AEE8FB184279}"/>
              </a:ext>
              <a:ext uri="{C183D7F6-B498-43B3-948B-1728B52AA6E4}">
                <adec:decorative xmlns:adec="http://schemas.microsoft.com/office/drawing/2017/decorative" val="1"/>
              </a:ext>
            </a:extLst>
          </p:cNvPr>
          <p:cNvGrpSpPr/>
          <p:nvPr/>
        </p:nvGrpSpPr>
        <p:grpSpPr>
          <a:xfrm>
            <a:off x="524577" y="5990932"/>
            <a:ext cx="2785237" cy="389513"/>
            <a:chOff x="2187949" y="5863417"/>
            <a:chExt cx="2785237" cy="389513"/>
          </a:xfrm>
        </p:grpSpPr>
        <p:sp>
          <p:nvSpPr>
            <p:cNvPr id="20" name="Rectangle: Rounded Corners 19">
              <a:extLst>
                <a:ext uri="{FF2B5EF4-FFF2-40B4-BE49-F238E27FC236}">
                  <a16:creationId xmlns:a16="http://schemas.microsoft.com/office/drawing/2014/main" id="{AECEA33E-7B62-76D6-5815-DC8F9473A997}"/>
                </a:ext>
              </a:extLst>
            </p:cNvPr>
            <p:cNvSpPr/>
            <p:nvPr/>
          </p:nvSpPr>
          <p:spPr bwMode="auto">
            <a:xfrm>
              <a:off x="2187949" y="5863417"/>
              <a:ext cx="2785237"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n w="3175">
                    <a:noFill/>
                  </a:ln>
                  <a:solidFill>
                    <a:srgbClr val="FFFFFF"/>
                  </a:solidFill>
                  <a:latin typeface="Segoe Sans Display Semibold"/>
                  <a:cs typeface="Segoe UI Semibold"/>
                  <a:hlinkClick r:id="rId3" action="ppaction://hlinksldjump">
                    <a:extLst>
                      <a:ext uri="{A12FA001-AC4F-418D-AE19-62706E023703}">
                        <ahyp:hlinkClr xmlns:ahyp="http://schemas.microsoft.com/office/drawing/2018/hyperlinkcolor" val="tx"/>
                      </a:ext>
                    </a:extLst>
                  </a:hlinkClick>
                </a:rPr>
                <a:t>View feature comparison</a:t>
              </a:r>
              <a:endParaRPr kumimoji="0" lang="en-US" sz="1200" b="0" i="0" u="none" strike="noStrike" kern="1200" cap="none" spc="0" normalizeH="0" baseline="0" noProof="0">
                <a:ln>
                  <a:noFill/>
                </a:ln>
                <a:solidFill>
                  <a:srgbClr val="FFFFFF"/>
                </a:solidFill>
                <a:effectLst/>
                <a:uLnTx/>
                <a:uFillTx/>
                <a:latin typeface="Segoe Sans Display Semibold"/>
                <a:ea typeface="+mn-ea"/>
                <a:cs typeface="Segoe UI Semibold"/>
              </a:endParaRPr>
            </a:p>
          </p:txBody>
        </p:sp>
        <p:grpSp>
          <p:nvGrpSpPr>
            <p:cNvPr id="21" name="Group 20">
              <a:extLst>
                <a:ext uri="{FF2B5EF4-FFF2-40B4-BE49-F238E27FC236}">
                  <a16:creationId xmlns:a16="http://schemas.microsoft.com/office/drawing/2014/main" id="{546AFA76-5A79-D25C-D300-16AD6D58EBBC}"/>
                </a:ext>
                <a:ext uri="{C183D7F6-B498-43B3-948B-1728B52AA6E4}">
                  <adec:decorative xmlns:adec="http://schemas.microsoft.com/office/drawing/2017/decorative" val="1"/>
                </a:ext>
              </a:extLst>
            </p:cNvPr>
            <p:cNvGrpSpPr/>
            <p:nvPr/>
          </p:nvGrpSpPr>
          <p:grpSpPr>
            <a:xfrm>
              <a:off x="2264033" y="5937305"/>
              <a:ext cx="243402" cy="243402"/>
              <a:chOff x="5605462" y="2938462"/>
              <a:chExt cx="981075" cy="981075"/>
            </a:xfrm>
            <a:solidFill>
              <a:schemeClr val="bg1"/>
            </a:solidFill>
          </p:grpSpPr>
          <p:sp>
            <p:nvSpPr>
              <p:cNvPr id="23" name="Freeform: Shape 22">
                <a:extLst>
                  <a:ext uri="{FF2B5EF4-FFF2-40B4-BE49-F238E27FC236}">
                    <a16:creationId xmlns:a16="http://schemas.microsoft.com/office/drawing/2014/main" id="{F831D6A4-F081-BA47-0731-FC36C7CD1740}"/>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31" name="Freeform: Shape 30">
                <a:extLst>
                  <a:ext uri="{FF2B5EF4-FFF2-40B4-BE49-F238E27FC236}">
                    <a16:creationId xmlns:a16="http://schemas.microsoft.com/office/drawing/2014/main" id="{65E344E6-D8E5-33D9-3138-754470E80143}"/>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32" name="TextBox 31">
            <a:extLst>
              <a:ext uri="{FF2B5EF4-FFF2-40B4-BE49-F238E27FC236}">
                <a16:creationId xmlns:a16="http://schemas.microsoft.com/office/drawing/2014/main" id="{6D20B429-4D2C-D343-D669-C513EB5C72ED}"/>
              </a:ext>
            </a:extLst>
          </p:cNvPr>
          <p:cNvSpPr txBox="1"/>
          <p:nvPr/>
        </p:nvSpPr>
        <p:spPr>
          <a:xfrm>
            <a:off x="248586" y="6692351"/>
            <a:ext cx="9458597" cy="123111"/>
          </a:xfrm>
          <a:prstGeom prst="rect">
            <a:avLst/>
          </a:prstGeom>
          <a:noFill/>
        </p:spPr>
        <p:txBody>
          <a:bodyPr wrap="square" lIns="0" tIns="0" rIns="0" bIns="0" rtlCol="0" anchor="b">
            <a:spAutoFit/>
          </a:bodyPr>
          <a:lstStyle/>
          <a:p>
            <a:pPr marL="0" marR="0" lvl="0" indent="0" algn="l" defTabSz="914400" rtl="0" eaLnBrk="1" fontAlgn="base" latinLnBrk="0" hangingPunct="1">
              <a:lnSpc>
                <a:spcPct val="100000"/>
              </a:lnSpc>
              <a:spcBef>
                <a:spcPts val="100"/>
              </a:spcBef>
              <a:spcAft>
                <a:spcPts val="0"/>
              </a:spcAft>
              <a:buClrTx/>
              <a:buSzTx/>
              <a:buFontTx/>
              <a:buNone/>
              <a:tabLst/>
              <a:defRPr/>
            </a:pPr>
            <a:r>
              <a:rPr kumimoji="0" lang="en-US" sz="800" b="0" i="0" u="none" strike="noStrike" kern="1200" cap="none" spc="0" normalizeH="0" baseline="30000" noProof="0">
                <a:ln>
                  <a:noFill/>
                </a:ln>
                <a:solidFill>
                  <a:srgbClr val="091F2C"/>
                </a:solidFill>
                <a:effectLst/>
                <a:uLnTx/>
                <a:uFillTx/>
                <a:latin typeface="Segoe Sans Display"/>
                <a:ea typeface="+mn-ea"/>
                <a:cs typeface="+mn-cs"/>
              </a:rPr>
              <a:t>1</a:t>
            </a:r>
            <a:r>
              <a:rPr kumimoji="0" lang="en-US" sz="800" b="0" i="0" u="none" strike="noStrike" kern="1200" cap="none" spc="0" normalizeH="0" baseline="0" noProof="0">
                <a:ln>
                  <a:noFill/>
                </a:ln>
                <a:solidFill>
                  <a:srgbClr val="091F2C"/>
                </a:solidFill>
                <a:effectLst/>
                <a:uLnTx/>
                <a:uFillTx/>
                <a:latin typeface="Segoe Sans Display"/>
                <a:ea typeface="+mn-ea"/>
                <a:cs typeface="+mn-cs"/>
              </a:rPr>
              <a:t> Copilot Chat is available at no additional cost to all Microsoft Entra ID users with an eligible Microsoft 365 subscription. An Azure subscription is required to use agents and is priced on a metered basis. </a:t>
            </a:r>
            <a:endParaRPr kumimoji="0" lang="en-US" sz="800" b="0" i="1" u="none" strike="noStrike" kern="1200" cap="none" spc="0" normalizeH="0" baseline="0" noProof="0">
              <a:ln>
                <a:noFill/>
              </a:ln>
              <a:solidFill>
                <a:srgbClr val="091F2C"/>
              </a:solidFill>
              <a:effectLst/>
              <a:uLnTx/>
              <a:uFillTx/>
              <a:latin typeface="Segoe Sans Display"/>
              <a:ea typeface="+mn-ea"/>
              <a:cs typeface="+mn-cs"/>
            </a:endParaRPr>
          </a:p>
        </p:txBody>
      </p:sp>
    </p:spTree>
    <p:extLst>
      <p:ext uri="{BB962C8B-B14F-4D97-AF65-F5344CB8AC3E}">
        <p14:creationId xmlns:p14="http://schemas.microsoft.com/office/powerpoint/2010/main" val="373245499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C6DB4-AC0A-2DC8-9236-E83F0A6A8A4B}"/>
            </a:ext>
          </a:extLst>
        </p:cNvPr>
        <p:cNvGrpSpPr/>
        <p:nvPr/>
      </p:nvGrpSpPr>
      <p:grpSpPr>
        <a:xfrm>
          <a:off x="0" y="0"/>
          <a:ext cx="0" cy="0"/>
          <a:chOff x="0" y="0"/>
          <a:chExt cx="0" cy="0"/>
        </a:xfrm>
      </p:grpSpPr>
      <p:sp>
        <p:nvSpPr>
          <p:cNvPr id="89" name="Rectangle 88">
            <a:extLst>
              <a:ext uri="{FF2B5EF4-FFF2-40B4-BE49-F238E27FC236}">
                <a16:creationId xmlns:a16="http://schemas.microsoft.com/office/drawing/2014/main" id="{A71F25BF-1624-FE51-D915-243205F8AE69}"/>
              </a:ext>
            </a:extLst>
          </p:cNvPr>
          <p:cNvSpPr/>
          <p:nvPr/>
        </p:nvSpPr>
        <p:spPr bwMode="auto">
          <a:xfrm>
            <a:off x="-5950" y="2489"/>
            <a:ext cx="5080682" cy="6718111"/>
          </a:xfrm>
          <a:prstGeom prst="rect">
            <a:avLst/>
          </a:prstGeom>
          <a:solidFill>
            <a:srgbClr val="FFF8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chemeClr val="bg1"/>
              </a:solidFill>
              <a:ea typeface="Segoe UI" pitchFamily="34" charset="0"/>
              <a:cs typeface="Segoe UI" pitchFamily="34" charset="0"/>
            </a:endParaRPr>
          </a:p>
        </p:txBody>
      </p:sp>
      <p:sp>
        <p:nvSpPr>
          <p:cNvPr id="5" name="Content Placeholder 4">
            <a:extLst>
              <a:ext uri="{FF2B5EF4-FFF2-40B4-BE49-F238E27FC236}">
                <a16:creationId xmlns:a16="http://schemas.microsoft.com/office/drawing/2014/main" id="{5AF3A448-4F66-9ECB-1321-81BE7E4E4B6C}"/>
              </a:ext>
            </a:extLst>
          </p:cNvPr>
          <p:cNvSpPr>
            <a:spLocks noGrp="1"/>
          </p:cNvSpPr>
          <p:nvPr>
            <p:ph sz="quarter" idx="12"/>
          </p:nvPr>
        </p:nvSpPr>
        <p:spPr>
          <a:xfrm>
            <a:off x="563151" y="1695063"/>
            <a:ext cx="4050667" cy="2377574"/>
          </a:xfrm>
        </p:spPr>
        <p:txBody>
          <a:bodyPr vert="horz" wrap="square" lIns="0" tIns="0" rIns="0" bIns="0" rtlCol="0" anchor="t">
            <a:spAutoFit/>
          </a:bodyPr>
          <a:lstStyle/>
          <a:p>
            <a:pPr lvl="1">
              <a:spcBef>
                <a:spcPts val="900"/>
              </a:spcBef>
            </a:pPr>
            <a:r>
              <a:rPr lang="en-US" sz="1200"/>
              <a:t>With Copilot Business, we have the chance to make AI-powered productivity the new standard for SMBs—not an add-on.</a:t>
            </a:r>
          </a:p>
          <a:p>
            <a:pPr lvl="1">
              <a:spcBef>
                <a:spcPts val="900"/>
              </a:spcBef>
            </a:pPr>
            <a:r>
              <a:rPr lang="en-US" sz="1200"/>
              <a:t> To simplify adoption, we’re bundling Copilot Business with qualifying Microsoft 365 Business plans, creating an all-in-one solution that feels natural and effortless.</a:t>
            </a:r>
          </a:p>
          <a:p>
            <a:pPr lvl="1">
              <a:spcBef>
                <a:spcPts val="900"/>
              </a:spcBef>
            </a:pPr>
            <a:r>
              <a:rPr lang="en-US" sz="1200"/>
              <a:t>Instead of positioning Copilot as a standalone SKU, make it part of the core productivity experience—helping customers see AI as essential to how they work. </a:t>
            </a:r>
          </a:p>
          <a:p>
            <a:pPr lvl="1">
              <a:spcBef>
                <a:spcPts val="900"/>
              </a:spcBef>
            </a:pPr>
            <a:r>
              <a:rPr lang="en-US" sz="1200"/>
              <a:t>These convenient bundles will be available in multiple configurations, with and without Teams.</a:t>
            </a:r>
          </a:p>
        </p:txBody>
      </p:sp>
      <p:grpSp>
        <p:nvGrpSpPr>
          <p:cNvPr id="7" name="Group 6">
            <a:extLst>
              <a:ext uri="{FF2B5EF4-FFF2-40B4-BE49-F238E27FC236}">
                <a16:creationId xmlns:a16="http://schemas.microsoft.com/office/drawing/2014/main" id="{A02ADCB8-A05A-A47F-D78D-20768BBB4B21}"/>
              </a:ext>
              <a:ext uri="{C183D7F6-B498-43B3-948B-1728B52AA6E4}">
                <adec:decorative xmlns:adec="http://schemas.microsoft.com/office/drawing/2017/decorative" val="1"/>
              </a:ext>
            </a:extLst>
          </p:cNvPr>
          <p:cNvGrpSpPr/>
          <p:nvPr/>
        </p:nvGrpSpPr>
        <p:grpSpPr>
          <a:xfrm>
            <a:off x="0" y="6423682"/>
            <a:ext cx="12192000" cy="434250"/>
            <a:chOff x="0" y="6423682"/>
            <a:chExt cx="12192000" cy="434250"/>
          </a:xfrm>
        </p:grpSpPr>
        <p:pic>
          <p:nvPicPr>
            <p:cNvPr id="20" name="Picture 19" descr="A colorful gradient going from darker blue on the left side to light blue to magenta to orange on the right side">
              <a:extLst>
                <a:ext uri="{FF2B5EF4-FFF2-40B4-BE49-F238E27FC236}">
                  <a16:creationId xmlns:a16="http://schemas.microsoft.com/office/drawing/2014/main" id="{5B4A5A2B-58E7-BEA2-AE50-8B81CC1B7AF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26" name="Group 25">
              <a:extLst>
                <a:ext uri="{FF2B5EF4-FFF2-40B4-BE49-F238E27FC236}">
                  <a16:creationId xmlns:a16="http://schemas.microsoft.com/office/drawing/2014/main" id="{25A87F01-8660-B6C1-5768-F35562C7F342}"/>
                </a:ext>
              </a:extLst>
            </p:cNvPr>
            <p:cNvGrpSpPr/>
            <p:nvPr userDrawn="1"/>
          </p:nvGrpSpPr>
          <p:grpSpPr>
            <a:xfrm>
              <a:off x="10794205" y="6423682"/>
              <a:ext cx="1397795" cy="434250"/>
              <a:chOff x="10794205" y="6423682"/>
              <a:chExt cx="1397795" cy="434250"/>
            </a:xfrm>
          </p:grpSpPr>
          <p:sp>
            <p:nvSpPr>
              <p:cNvPr id="27" name="Rectangle: Single Corner Rounded 26">
                <a:extLst>
                  <a:ext uri="{FF2B5EF4-FFF2-40B4-BE49-F238E27FC236}">
                    <a16:creationId xmlns:a16="http://schemas.microsoft.com/office/drawing/2014/main" id="{E6CFD48B-C10D-3288-2DA8-11D0EE9553C6}"/>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28" name="Straight Connector 27">
                <a:extLst>
                  <a:ext uri="{FF2B5EF4-FFF2-40B4-BE49-F238E27FC236}">
                    <a16:creationId xmlns:a16="http://schemas.microsoft.com/office/drawing/2014/main" id="{AEC267E5-533F-C16D-5E1F-201B93BBBEE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Isosceles Triangle 28">
                <a:hlinkClick r:id="" action="ppaction://hlinkshowjump?jump=previousslide"/>
                <a:extLst>
                  <a:ext uri="{FF2B5EF4-FFF2-40B4-BE49-F238E27FC236}">
                    <a16:creationId xmlns:a16="http://schemas.microsoft.com/office/drawing/2014/main" id="{63158AD9-2F06-DDCB-696C-EBAC73FB14E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32" name="Isosceles Triangle 31">
                <a:hlinkClick r:id="" action="ppaction://hlinkshowjump?jump=nextslide"/>
                <a:extLst>
                  <a:ext uri="{FF2B5EF4-FFF2-40B4-BE49-F238E27FC236}">
                    <a16:creationId xmlns:a16="http://schemas.microsoft.com/office/drawing/2014/main" id="{6D901DF5-3870-FC5A-1260-ECB75754768E}"/>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33" name="Graphic 32" descr="Home outline">
                <a:hlinkClick r:id="rId3" action="ppaction://hlinksldjump"/>
                <a:extLst>
                  <a:ext uri="{FF2B5EF4-FFF2-40B4-BE49-F238E27FC236}">
                    <a16:creationId xmlns:a16="http://schemas.microsoft.com/office/drawing/2014/main" id="{2C8FC8C5-0DD2-56B4-6C67-74F02D455A38}"/>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sp>
        <p:nvSpPr>
          <p:cNvPr id="36" name="Text Placeholder 13">
            <a:extLst>
              <a:ext uri="{FF2B5EF4-FFF2-40B4-BE49-F238E27FC236}">
                <a16:creationId xmlns:a16="http://schemas.microsoft.com/office/drawing/2014/main" id="{AF0F13F8-8E54-0C09-7ACD-0EB1131D0F71}"/>
              </a:ext>
            </a:extLst>
          </p:cNvPr>
          <p:cNvSpPr txBox="1">
            <a:spLocks/>
          </p:cNvSpPr>
          <p:nvPr/>
        </p:nvSpPr>
        <p:spPr>
          <a:xfrm>
            <a:off x="585216" y="260033"/>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tx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solidFill>
                  <a:schemeClr val="accent2"/>
                </a:solidFill>
                <a:latin typeface="Segoe UI Semibold" panose="020B0702040204020203" pitchFamily="34" charset="0"/>
                <a:cs typeface="Segoe UI Semibold" panose="020B0702040204020203" pitchFamily="34" charset="0"/>
              </a:rPr>
              <a:t>Microsoft 365 Copilot Business bundle offers</a:t>
            </a:r>
          </a:p>
        </p:txBody>
      </p:sp>
      <p:grpSp>
        <p:nvGrpSpPr>
          <p:cNvPr id="88" name="Group 87">
            <a:extLst>
              <a:ext uri="{FF2B5EF4-FFF2-40B4-BE49-F238E27FC236}">
                <a16:creationId xmlns:a16="http://schemas.microsoft.com/office/drawing/2014/main" id="{0AF453D6-F13B-9146-5C25-98C0F9A31F72}"/>
              </a:ext>
            </a:extLst>
          </p:cNvPr>
          <p:cNvGrpSpPr/>
          <p:nvPr/>
        </p:nvGrpSpPr>
        <p:grpSpPr>
          <a:xfrm>
            <a:off x="5422221" y="1475472"/>
            <a:ext cx="6467727" cy="3815910"/>
            <a:chOff x="4492016" y="1263652"/>
            <a:chExt cx="7475171" cy="4410294"/>
          </a:xfrm>
        </p:grpSpPr>
        <p:sp>
          <p:nvSpPr>
            <p:cNvPr id="43" name="Rectangle: Rounded Corners 42">
              <a:extLst>
                <a:ext uri="{FF2B5EF4-FFF2-40B4-BE49-F238E27FC236}">
                  <a16:creationId xmlns:a16="http://schemas.microsoft.com/office/drawing/2014/main" id="{5E326F15-E15F-2F7E-CADB-9FE42192733C}"/>
                </a:ext>
                <a:ext uri="{C183D7F6-B498-43B3-948B-1728B52AA6E4}">
                  <adec:decorative xmlns:adec="http://schemas.microsoft.com/office/drawing/2017/decorative" val="1"/>
                </a:ext>
              </a:extLst>
            </p:cNvPr>
            <p:cNvSpPr>
              <a:spLocks/>
            </p:cNvSpPr>
            <p:nvPr/>
          </p:nvSpPr>
          <p:spPr>
            <a:xfrm>
              <a:off x="4492016" y="1420834"/>
              <a:ext cx="7475171" cy="4253112"/>
            </a:xfrm>
            <a:prstGeom prst="roundRect">
              <a:avLst>
                <a:gd name="adj" fmla="val 2547"/>
              </a:avLst>
            </a:prstGeom>
            <a:solidFill>
              <a:srgbClr val="FFFFFF">
                <a:alpha val="64000"/>
              </a:srgbClr>
            </a:solidFill>
            <a:ln w="6350">
              <a:gradFill flip="none" rotWithShape="1">
                <a:gsLst>
                  <a:gs pos="0">
                    <a:srgbClr val="0078D4"/>
                  </a:gs>
                  <a:gs pos="43000">
                    <a:srgbClr val="8661C5"/>
                  </a:gs>
                  <a:gs pos="100000">
                    <a:srgbClr val="C03BC4"/>
                  </a:gs>
                </a:gsLst>
                <a:lin ang="2700000" scaled="1"/>
                <a:tileRect/>
              </a:grad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44" name="Title 3">
              <a:extLst>
                <a:ext uri="{FF2B5EF4-FFF2-40B4-BE49-F238E27FC236}">
                  <a16:creationId xmlns:a16="http://schemas.microsoft.com/office/drawing/2014/main" id="{8CDA9461-73AD-A392-66B6-4A52CCA485DE}"/>
                </a:ext>
                <a:ext uri="{C183D7F6-B498-43B3-948B-1728B52AA6E4}">
                  <adec:decorative xmlns:adec="http://schemas.microsoft.com/office/drawing/2017/decorative" val="0"/>
                </a:ext>
              </a:extLst>
            </p:cNvPr>
            <p:cNvSpPr txBox="1"/>
            <p:nvPr/>
          </p:nvSpPr>
          <p:spPr>
            <a:xfrm>
              <a:off x="4775304" y="1793523"/>
              <a:ext cx="3255963" cy="3163467"/>
            </a:xfrm>
            <a:prstGeom prst="roundRect">
              <a:avLst>
                <a:gd name="adj" fmla="val 2813"/>
              </a:avLst>
            </a:prstGeom>
            <a:gradFill>
              <a:gsLst>
                <a:gs pos="33000">
                  <a:schemeClr val="bg1">
                    <a:alpha val="91000"/>
                  </a:schemeClr>
                </a:gs>
                <a:gs pos="100000">
                  <a:schemeClr val="bg1">
                    <a:alpha val="52000"/>
                  </a:schemeClr>
                </a:gs>
              </a:gsLst>
              <a:path path="circle">
                <a:fillToRect l="100000" t="100000"/>
              </a:path>
            </a:gradFill>
            <a:ln>
              <a:solidFill>
                <a:schemeClr val="bg1"/>
              </a:solidFill>
            </a:ln>
            <a:effectLst/>
          </p:spPr>
          <p:txBody>
            <a:bodyPr rot="0" spcFirstLastPara="0" vert="horz" wrap="square" lIns="216000" tIns="251999" rIns="216000" bIns="288000" numCol="1" spcCol="0" rtlCol="0" fromWordArt="0" anchor="t" anchorCtr="0" forceAA="0" compatLnSpc="1">
              <a:prstTxWarp prst="textNoShape">
                <a:avLst/>
              </a:prstTxWarp>
              <a:noAutofit/>
            </a:bodyPr>
            <a:lstStyle>
              <a:defPPr>
                <a:defRPr lang="en-US"/>
              </a:defPPr>
              <a:lvl1pPr marL="0" algn="l" defTabSz="932472" rtl="0" eaLnBrk="1" fontAlgn="base" latinLnBrk="0" hangingPunct="1">
                <a:spcBef>
                  <a:spcPct val="0"/>
                </a:spcBef>
                <a:spcAft>
                  <a:spcPct val="0"/>
                </a:spcAft>
                <a:defRPr sz="2000" kern="1200">
                  <a:solidFill>
                    <a:srgbClr val="FFFFFF"/>
                  </a:solidFill>
                  <a:latin typeface="+mn-lt"/>
                  <a:ea typeface="Segoe UI" pitchFamily="34" charset="0"/>
                  <a:cs typeface="Segoe UI"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Aft>
                  <a:spcPts val="1200"/>
                </a:spcAft>
                <a:defRPr/>
              </a:pPr>
              <a:r>
                <a:rPr lang="en-CA" sz="1900">
                  <a:solidFill>
                    <a:schemeClr val="accent1"/>
                  </a:solidFill>
                  <a:latin typeface="+mj-lt"/>
                  <a:ea typeface="+mn-ea"/>
                  <a:cs typeface="Segoe Sans Display"/>
                </a:rPr>
                <a:t>The productivity apps you love </a:t>
              </a:r>
            </a:p>
            <a:p>
              <a:pPr>
                <a:spcAft>
                  <a:spcPts val="1200"/>
                </a:spcAft>
                <a:defRPr/>
              </a:pPr>
              <a:endParaRPr lang="en-CA" sz="1400" kern="0">
                <a:solidFill>
                  <a:schemeClr val="accent5"/>
                </a:solidFill>
                <a:latin typeface="Segoe Sans Display" pitchFamily="2" charset="0"/>
                <a:cs typeface="Segoe Sans Display" pitchFamily="2" charset="0"/>
              </a:endParaRPr>
            </a:p>
          </p:txBody>
        </p:sp>
        <p:sp>
          <p:nvSpPr>
            <p:cNvPr id="45" name="Title 3">
              <a:extLst>
                <a:ext uri="{FF2B5EF4-FFF2-40B4-BE49-F238E27FC236}">
                  <a16:creationId xmlns:a16="http://schemas.microsoft.com/office/drawing/2014/main" id="{A8251FD7-64C6-8396-35C9-8A9CD4821F37}"/>
                </a:ext>
                <a:ext uri="{C183D7F6-B498-43B3-948B-1728B52AA6E4}">
                  <adec:decorative xmlns:adec="http://schemas.microsoft.com/office/drawing/2017/decorative" val="1"/>
                </a:ext>
              </a:extLst>
            </p:cNvPr>
            <p:cNvSpPr txBox="1"/>
            <p:nvPr/>
          </p:nvSpPr>
          <p:spPr>
            <a:xfrm>
              <a:off x="5034461" y="4691151"/>
              <a:ext cx="2737648" cy="637183"/>
            </a:xfrm>
            <a:prstGeom prst="roundRect">
              <a:avLst>
                <a:gd name="adj" fmla="val 10660"/>
              </a:avLst>
            </a:prstGeom>
            <a:solidFill>
              <a:srgbClr val="FEFFFF"/>
            </a:solidFill>
            <a:ln>
              <a:solidFill>
                <a:srgbClr val="FFFFFF"/>
              </a:solidFill>
            </a:ln>
            <a:effectLst>
              <a:outerShdw blurRad="100206" dist="38100" dir="8100000" algn="tr" rotWithShape="0">
                <a:prstClr val="black">
                  <a:alpha val="15000"/>
                </a:prstClr>
              </a:outerShdw>
            </a:effectLst>
          </p:spPr>
          <p:txBody>
            <a:bodyPr rot="0" spcFirstLastPara="0" vert="horz" wrap="square" lIns="288000" tIns="251999" rIns="288000" bIns="288000" numCol="1" spcCol="0" rtlCol="0" fromWordArt="0" anchor="t" anchorCtr="0" forceAA="0" compatLnSpc="1">
              <a:prstTxWarp prst="textNoShape">
                <a:avLst/>
              </a:prstTxWarp>
              <a:noAutofit/>
            </a:bodyPr>
            <a:lstStyle>
              <a:defPPr>
                <a:defRPr lang="en-US"/>
              </a:defPPr>
              <a:lvl1pPr marL="0" algn="l" defTabSz="932472" rtl="0" eaLnBrk="1" fontAlgn="base" latinLnBrk="0" hangingPunct="1">
                <a:spcBef>
                  <a:spcPct val="0"/>
                </a:spcBef>
                <a:spcAft>
                  <a:spcPct val="0"/>
                </a:spcAft>
                <a:defRPr sz="2000" kern="1200">
                  <a:solidFill>
                    <a:srgbClr val="FFFFFF"/>
                  </a:solidFill>
                  <a:latin typeface="+mn-lt"/>
                  <a:ea typeface="Segoe UI" pitchFamily="34" charset="0"/>
                  <a:cs typeface="Segoe UI"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1200"/>
                </a:spcAft>
                <a:buClrTx/>
                <a:buSzTx/>
                <a:buFontTx/>
                <a:buNone/>
                <a:tabLst/>
                <a:defRPr/>
              </a:pPr>
              <a:endParaRPr kumimoji="0" lang="en-CA" sz="1600" b="0" i="0" u="none" strike="noStrike" kern="0" cap="none" spc="0" normalizeH="0" baseline="0" noProof="0">
                <a:ln>
                  <a:noFill/>
                </a:ln>
                <a:solidFill>
                  <a:schemeClr val="accent5"/>
                </a:solidFill>
                <a:effectLst/>
                <a:uLnTx/>
                <a:uFillTx/>
                <a:ea typeface="+mn-ea"/>
                <a:cs typeface="Segoe Sans Display"/>
              </a:endParaRPr>
            </a:p>
          </p:txBody>
        </p:sp>
        <p:sp>
          <p:nvSpPr>
            <p:cNvPr id="46" name="TextBox 1062">
              <a:extLst>
                <a:ext uri="{FF2B5EF4-FFF2-40B4-BE49-F238E27FC236}">
                  <a16:creationId xmlns:a16="http://schemas.microsoft.com/office/drawing/2014/main" id="{9CD2F205-2960-977C-DC1A-9F4B189B7CEA}"/>
                </a:ext>
              </a:extLst>
            </p:cNvPr>
            <p:cNvSpPr txBox="1"/>
            <p:nvPr/>
          </p:nvSpPr>
          <p:spPr>
            <a:xfrm>
              <a:off x="5034460" y="4811967"/>
              <a:ext cx="2737647" cy="444647"/>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200" b="1" kern="0">
                  <a:cs typeface="Segoe Sans Text" pitchFamily="2" charset="0"/>
                </a:rPr>
                <a:t>Microsoft 365 Business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30000" noProof="0">
                <a:ln>
                  <a:noFill/>
                </a:ln>
                <a:effectLst/>
                <a:uLnTx/>
                <a:uFillTx/>
                <a:cs typeface="Segoe Sans Display" pitchFamily="2" charset="0"/>
              </a:endParaRPr>
            </a:p>
          </p:txBody>
        </p:sp>
        <p:pic>
          <p:nvPicPr>
            <p:cNvPr id="47" name="Graphic 46" descr="Outlook">
              <a:extLst>
                <a:ext uri="{FF2B5EF4-FFF2-40B4-BE49-F238E27FC236}">
                  <a16:creationId xmlns:a16="http://schemas.microsoft.com/office/drawing/2014/main" id="{58803460-5E70-DB5D-4343-965BFC34E55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554383" y="3485810"/>
              <a:ext cx="560226" cy="560226"/>
            </a:xfrm>
            <a:prstGeom prst="rect">
              <a:avLst/>
            </a:prstGeom>
          </p:spPr>
        </p:pic>
        <p:pic>
          <p:nvPicPr>
            <p:cNvPr id="48" name="Graphic 47" descr="Microsoft Teams">
              <a:extLst>
                <a:ext uri="{FF2B5EF4-FFF2-40B4-BE49-F238E27FC236}">
                  <a16:creationId xmlns:a16="http://schemas.microsoft.com/office/drawing/2014/main" id="{BF49D6F2-9F1E-1382-708D-C351A997978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98416" y="3485810"/>
              <a:ext cx="560226" cy="560226"/>
            </a:xfrm>
            <a:prstGeom prst="rect">
              <a:avLst/>
            </a:prstGeom>
          </p:spPr>
        </p:pic>
        <p:pic>
          <p:nvPicPr>
            <p:cNvPr id="49" name="Graphic 48" descr="OneNote">
              <a:extLst>
                <a:ext uri="{FF2B5EF4-FFF2-40B4-BE49-F238E27FC236}">
                  <a16:creationId xmlns:a16="http://schemas.microsoft.com/office/drawing/2014/main" id="{5C3A7970-F868-76E0-23D9-2422F7C5FD9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034461" y="3499517"/>
              <a:ext cx="560226" cy="560226"/>
            </a:xfrm>
            <a:prstGeom prst="rect">
              <a:avLst/>
            </a:prstGeom>
          </p:spPr>
        </p:pic>
        <p:pic>
          <p:nvPicPr>
            <p:cNvPr id="50" name="Graphic 49" descr="PowerPoint">
              <a:extLst>
                <a:ext uri="{FF2B5EF4-FFF2-40B4-BE49-F238E27FC236}">
                  <a16:creationId xmlns:a16="http://schemas.microsoft.com/office/drawing/2014/main" id="{F80CCB18-C893-513B-2A6F-EADD914C0E8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114609" y="2876159"/>
              <a:ext cx="560226" cy="560226"/>
            </a:xfrm>
            <a:prstGeom prst="rect">
              <a:avLst/>
            </a:prstGeom>
          </p:spPr>
        </p:pic>
        <p:pic>
          <p:nvPicPr>
            <p:cNvPr id="51" name="Graphic 50" descr="Word">
              <a:extLst>
                <a:ext uri="{FF2B5EF4-FFF2-40B4-BE49-F238E27FC236}">
                  <a16:creationId xmlns:a16="http://schemas.microsoft.com/office/drawing/2014/main" id="{9B98911F-DEB4-FC70-82FD-1DF0528271D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034674" y="2857950"/>
              <a:ext cx="560226" cy="560226"/>
            </a:xfrm>
            <a:prstGeom prst="rect">
              <a:avLst/>
            </a:prstGeom>
          </p:spPr>
        </p:pic>
        <p:pic>
          <p:nvPicPr>
            <p:cNvPr id="52" name="Graphic 51" descr="Excel">
              <a:extLst>
                <a:ext uri="{FF2B5EF4-FFF2-40B4-BE49-F238E27FC236}">
                  <a16:creationId xmlns:a16="http://schemas.microsoft.com/office/drawing/2014/main" id="{072346C9-31A4-EF76-365A-3E76DC14287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573752" y="2857950"/>
              <a:ext cx="560226" cy="560226"/>
            </a:xfrm>
            <a:prstGeom prst="rect">
              <a:avLst/>
            </a:prstGeom>
          </p:spPr>
        </p:pic>
        <p:sp>
          <p:nvSpPr>
            <p:cNvPr id="53" name="TextBox 52">
              <a:extLst>
                <a:ext uri="{FF2B5EF4-FFF2-40B4-BE49-F238E27FC236}">
                  <a16:creationId xmlns:a16="http://schemas.microsoft.com/office/drawing/2014/main" id="{EFE4837B-2AB6-8395-7619-DED1E99E48AF}"/>
                </a:ext>
              </a:extLst>
            </p:cNvPr>
            <p:cNvSpPr txBox="1"/>
            <p:nvPr/>
          </p:nvSpPr>
          <p:spPr>
            <a:xfrm>
              <a:off x="5715171" y="4212085"/>
              <a:ext cx="1187253" cy="215444"/>
            </a:xfrm>
            <a:prstGeom prst="rect">
              <a:avLst/>
            </a:prstGeom>
            <a:noFill/>
          </p:spPr>
          <p:txBody>
            <a:bodyPr wrap="square" lIns="0" tIns="0" rIns="0" bIns="0" rtlCol="0">
              <a:spAutoFit/>
            </a:bodyPr>
            <a:lstStyle/>
            <a:p>
              <a:pPr algn="ctr"/>
              <a:r>
                <a:rPr lang="en-US" sz="1400"/>
                <a:t>+ more</a:t>
              </a:r>
            </a:p>
          </p:txBody>
        </p:sp>
        <p:pic>
          <p:nvPicPr>
            <p:cNvPr id="54" name="Graphic 53" descr="Microsoft Entra ID">
              <a:extLst>
                <a:ext uri="{FF2B5EF4-FFF2-40B4-BE49-F238E27FC236}">
                  <a16:creationId xmlns:a16="http://schemas.microsoft.com/office/drawing/2014/main" id="{9DF890A3-8A78-0E66-50A7-325B49DCF46F}"/>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698426" y="2919006"/>
              <a:ext cx="451804" cy="438113"/>
            </a:xfrm>
            <a:prstGeom prst="rect">
              <a:avLst/>
            </a:prstGeom>
          </p:spPr>
        </p:pic>
        <p:pic>
          <p:nvPicPr>
            <p:cNvPr id="55" name="Picture 54" descr="Intune">
              <a:extLst>
                <a:ext uri="{FF2B5EF4-FFF2-40B4-BE49-F238E27FC236}">
                  <a16:creationId xmlns:a16="http://schemas.microsoft.com/office/drawing/2014/main" id="{13A1E7F9-80B9-6EF6-8748-527A5CE94741}"/>
                </a:ext>
              </a:extLst>
            </p:cNvPr>
            <p:cNvPicPr>
              <a:picLocks noChangeAspect="1"/>
            </p:cNvPicPr>
            <p:nvPr/>
          </p:nvPicPr>
          <p:blipFill>
            <a:blip r:embed="rId20"/>
            <a:stretch>
              <a:fillRect/>
            </a:stretch>
          </p:blipFill>
          <p:spPr>
            <a:xfrm>
              <a:off x="6674835" y="3554711"/>
              <a:ext cx="455179" cy="455179"/>
            </a:xfrm>
            <a:prstGeom prst="rect">
              <a:avLst/>
            </a:prstGeom>
          </p:spPr>
        </p:pic>
        <p:pic>
          <p:nvPicPr>
            <p:cNvPr id="56" name="Graphic 55" descr="Microsoft Defender">
              <a:extLst>
                <a:ext uri="{FF2B5EF4-FFF2-40B4-BE49-F238E27FC236}">
                  <a16:creationId xmlns:a16="http://schemas.microsoft.com/office/drawing/2014/main" id="{C4181514-33F7-BFBA-3404-532AC6A48C5F}"/>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194544" y="2956518"/>
              <a:ext cx="363088" cy="363088"/>
            </a:xfrm>
            <a:prstGeom prst="rect">
              <a:avLst/>
            </a:prstGeom>
          </p:spPr>
        </p:pic>
        <p:pic>
          <p:nvPicPr>
            <p:cNvPr id="57" name="Picture 56" descr="Windows 11">
              <a:extLst>
                <a:ext uri="{FF2B5EF4-FFF2-40B4-BE49-F238E27FC236}">
                  <a16:creationId xmlns:a16="http://schemas.microsoft.com/office/drawing/2014/main" id="{6D898E0B-3115-18D8-8BCC-FC252500059F}"/>
                </a:ext>
              </a:extLst>
            </p:cNvPr>
            <p:cNvPicPr>
              <a:picLocks noChangeAspect="1"/>
            </p:cNvPicPr>
            <p:nvPr/>
          </p:nvPicPr>
          <p:blipFill>
            <a:blip r:embed="rId23"/>
            <a:stretch>
              <a:fillRect/>
            </a:stretch>
          </p:blipFill>
          <p:spPr>
            <a:xfrm>
              <a:off x="7176612" y="3566896"/>
              <a:ext cx="393955" cy="393955"/>
            </a:xfrm>
            <a:prstGeom prst="rect">
              <a:avLst/>
            </a:prstGeom>
          </p:spPr>
        </p:pic>
        <p:sp>
          <p:nvSpPr>
            <p:cNvPr id="58" name="Title 3">
              <a:extLst>
                <a:ext uri="{FF2B5EF4-FFF2-40B4-BE49-F238E27FC236}">
                  <a16:creationId xmlns:a16="http://schemas.microsoft.com/office/drawing/2014/main" id="{D8A15591-D45E-48E2-03B7-ECB362720E4F}"/>
                </a:ext>
                <a:ext uri="{C183D7F6-B498-43B3-948B-1728B52AA6E4}">
                  <adec:decorative xmlns:adec="http://schemas.microsoft.com/office/drawing/2017/decorative" val="0"/>
                </a:ext>
              </a:extLst>
            </p:cNvPr>
            <p:cNvSpPr txBox="1"/>
            <p:nvPr/>
          </p:nvSpPr>
          <p:spPr>
            <a:xfrm>
              <a:off x="8402534" y="1793523"/>
              <a:ext cx="3255963" cy="3163467"/>
            </a:xfrm>
            <a:prstGeom prst="roundRect">
              <a:avLst>
                <a:gd name="adj" fmla="val 2813"/>
              </a:avLst>
            </a:prstGeom>
            <a:gradFill>
              <a:gsLst>
                <a:gs pos="33000">
                  <a:schemeClr val="bg1">
                    <a:alpha val="91000"/>
                  </a:schemeClr>
                </a:gs>
                <a:gs pos="100000">
                  <a:schemeClr val="bg1">
                    <a:alpha val="52000"/>
                  </a:schemeClr>
                </a:gs>
              </a:gsLst>
              <a:path path="circle">
                <a:fillToRect l="100000" t="100000"/>
              </a:path>
            </a:gradFill>
            <a:ln>
              <a:solidFill>
                <a:schemeClr val="bg1"/>
              </a:solidFill>
            </a:ln>
            <a:effectLst/>
          </p:spPr>
          <p:txBody>
            <a:bodyPr rot="0" spcFirstLastPara="0" vert="horz" wrap="square" lIns="216000" tIns="251999" rIns="216000" bIns="288000" numCol="1" spcCol="0" rtlCol="0" fromWordArt="0" anchor="t" anchorCtr="0" forceAA="0" compatLnSpc="1">
              <a:prstTxWarp prst="textNoShape">
                <a:avLst/>
              </a:prstTxWarp>
              <a:noAutofit/>
            </a:bodyPr>
            <a:lstStyle>
              <a:defPPr>
                <a:defRPr lang="en-US"/>
              </a:defPPr>
              <a:lvl1pPr marL="0" algn="l" defTabSz="932472" rtl="0" eaLnBrk="1" fontAlgn="base" latinLnBrk="0" hangingPunct="1">
                <a:spcBef>
                  <a:spcPct val="0"/>
                </a:spcBef>
                <a:spcAft>
                  <a:spcPct val="0"/>
                </a:spcAft>
                <a:defRPr sz="2000" kern="1200">
                  <a:solidFill>
                    <a:srgbClr val="FFFFFF"/>
                  </a:solidFill>
                  <a:latin typeface="+mn-lt"/>
                  <a:ea typeface="Segoe UI" pitchFamily="34" charset="0"/>
                  <a:cs typeface="Segoe UI"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Aft>
                  <a:spcPts val="1200"/>
                </a:spcAft>
                <a:defRPr/>
              </a:pPr>
              <a:r>
                <a:rPr lang="en-CA" sz="1900">
                  <a:solidFill>
                    <a:schemeClr val="accent1"/>
                  </a:solidFill>
                  <a:latin typeface="+mj-lt"/>
                  <a:ea typeface="+mn-ea"/>
                  <a:cs typeface="Segoe Sans Display"/>
                </a:rPr>
                <a:t>AI you can trust</a:t>
              </a:r>
            </a:p>
            <a:p>
              <a:pPr>
                <a:spcAft>
                  <a:spcPts val="1200"/>
                </a:spcAft>
                <a:defRPr/>
              </a:pPr>
              <a:endParaRPr lang="en-CA" sz="1400" kern="0">
                <a:solidFill>
                  <a:schemeClr val="accent5"/>
                </a:solidFill>
                <a:latin typeface="Segoe Sans Display" pitchFamily="2" charset="0"/>
                <a:cs typeface="Segoe Sans Display" pitchFamily="2" charset="0"/>
              </a:endParaRPr>
            </a:p>
          </p:txBody>
        </p:sp>
        <p:sp>
          <p:nvSpPr>
            <p:cNvPr id="59" name="Title 3">
              <a:extLst>
                <a:ext uri="{FF2B5EF4-FFF2-40B4-BE49-F238E27FC236}">
                  <a16:creationId xmlns:a16="http://schemas.microsoft.com/office/drawing/2014/main" id="{620C46FA-B4F1-4D09-6B37-E9A9A7F0B799}"/>
                </a:ext>
                <a:ext uri="{C183D7F6-B498-43B3-948B-1728B52AA6E4}">
                  <adec:decorative xmlns:adec="http://schemas.microsoft.com/office/drawing/2017/decorative" val="1"/>
                </a:ext>
              </a:extLst>
            </p:cNvPr>
            <p:cNvSpPr txBox="1"/>
            <p:nvPr/>
          </p:nvSpPr>
          <p:spPr>
            <a:xfrm>
              <a:off x="8661691" y="4691151"/>
              <a:ext cx="2819438" cy="637183"/>
            </a:xfrm>
            <a:prstGeom prst="roundRect">
              <a:avLst>
                <a:gd name="adj" fmla="val 10660"/>
              </a:avLst>
            </a:prstGeom>
            <a:solidFill>
              <a:srgbClr val="FEFFFF"/>
            </a:solidFill>
            <a:ln>
              <a:solidFill>
                <a:srgbClr val="FFFFFF"/>
              </a:solidFill>
            </a:ln>
            <a:effectLst>
              <a:outerShdw blurRad="100206" dist="38100" dir="8100000" algn="tr" rotWithShape="0">
                <a:prstClr val="black">
                  <a:alpha val="15000"/>
                </a:prstClr>
              </a:outerShdw>
            </a:effectLst>
          </p:spPr>
          <p:txBody>
            <a:bodyPr rot="0" spcFirstLastPara="0" vert="horz" wrap="square" lIns="288000" tIns="251999" rIns="288000" bIns="288000" numCol="1" spcCol="0" rtlCol="0" fromWordArt="0" anchor="t" anchorCtr="0" forceAA="0" compatLnSpc="1">
              <a:prstTxWarp prst="textNoShape">
                <a:avLst/>
              </a:prstTxWarp>
              <a:noAutofit/>
            </a:bodyPr>
            <a:lstStyle>
              <a:defPPr>
                <a:defRPr lang="en-US"/>
              </a:defPPr>
              <a:lvl1pPr marL="0" algn="l" defTabSz="932472" rtl="0" eaLnBrk="1" fontAlgn="base" latinLnBrk="0" hangingPunct="1">
                <a:spcBef>
                  <a:spcPct val="0"/>
                </a:spcBef>
                <a:spcAft>
                  <a:spcPct val="0"/>
                </a:spcAft>
                <a:defRPr sz="2000" kern="1200">
                  <a:solidFill>
                    <a:srgbClr val="FFFFFF"/>
                  </a:solidFill>
                  <a:latin typeface="+mn-lt"/>
                  <a:ea typeface="Segoe UI" pitchFamily="34" charset="0"/>
                  <a:cs typeface="Segoe UI" pitchFamily="34" charset="0"/>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1200"/>
                </a:spcAft>
                <a:buClrTx/>
                <a:buSzTx/>
                <a:buFontTx/>
                <a:buNone/>
                <a:tabLst/>
                <a:defRPr/>
              </a:pPr>
              <a:endParaRPr kumimoji="0" lang="en-CA" sz="1600" b="0" i="0" u="none" strike="noStrike" kern="0" cap="none" spc="0" normalizeH="0" baseline="0" noProof="0">
                <a:ln>
                  <a:noFill/>
                </a:ln>
                <a:solidFill>
                  <a:schemeClr val="accent5"/>
                </a:solidFill>
                <a:effectLst/>
                <a:uLnTx/>
                <a:uFillTx/>
                <a:ea typeface="+mn-ea"/>
                <a:cs typeface="Segoe Sans Display"/>
              </a:endParaRPr>
            </a:p>
          </p:txBody>
        </p:sp>
        <p:sp>
          <p:nvSpPr>
            <p:cNvPr id="60" name="TextBox 1062">
              <a:extLst>
                <a:ext uri="{FF2B5EF4-FFF2-40B4-BE49-F238E27FC236}">
                  <a16:creationId xmlns:a16="http://schemas.microsoft.com/office/drawing/2014/main" id="{6580E17F-07E6-D885-6205-B66154F3BD3D}"/>
                </a:ext>
              </a:extLst>
            </p:cNvPr>
            <p:cNvSpPr txBox="1"/>
            <p:nvPr/>
          </p:nvSpPr>
          <p:spPr>
            <a:xfrm>
              <a:off x="8661689" y="4853510"/>
              <a:ext cx="2819438" cy="444647"/>
            </a:xfrm>
            <a:prstGeom prst="rect">
              <a:avLst/>
            </a:prstGeom>
            <a:noFill/>
          </p:spPr>
          <p:txBody>
            <a:bodyPr wrap="square"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1200" b="1" kern="0">
                  <a:cs typeface="Segoe Sans Text" pitchFamily="2" charset="0"/>
                </a:rPr>
                <a:t>Microsoft 365 Copilot Business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30000" noProof="0">
                <a:ln>
                  <a:noFill/>
                </a:ln>
                <a:effectLst/>
                <a:uLnTx/>
                <a:uFillTx/>
                <a:cs typeface="Segoe Sans Display" pitchFamily="2" charset="0"/>
              </a:endParaRPr>
            </a:p>
          </p:txBody>
        </p:sp>
        <p:grpSp>
          <p:nvGrpSpPr>
            <p:cNvPr id="61" name="Group 60">
              <a:extLst>
                <a:ext uri="{FF2B5EF4-FFF2-40B4-BE49-F238E27FC236}">
                  <a16:creationId xmlns:a16="http://schemas.microsoft.com/office/drawing/2014/main" id="{16FD914F-A1E7-46E1-3706-718816D65C97}"/>
                </a:ext>
                <a:ext uri="{C183D7F6-B498-43B3-948B-1728B52AA6E4}">
                  <adec:decorative xmlns:adec="http://schemas.microsoft.com/office/drawing/2017/decorative" val="1"/>
                </a:ext>
              </a:extLst>
            </p:cNvPr>
            <p:cNvGrpSpPr/>
            <p:nvPr/>
          </p:nvGrpSpPr>
          <p:grpSpPr>
            <a:xfrm>
              <a:off x="7948499" y="3047661"/>
              <a:ext cx="554957" cy="560226"/>
              <a:chOff x="6400800" y="2451609"/>
              <a:chExt cx="380436" cy="384048"/>
            </a:xfrm>
          </p:grpSpPr>
          <p:sp>
            <p:nvSpPr>
              <p:cNvPr id="62" name="Title 3">
                <a:extLst>
                  <a:ext uri="{FF2B5EF4-FFF2-40B4-BE49-F238E27FC236}">
                    <a16:creationId xmlns:a16="http://schemas.microsoft.com/office/drawing/2014/main" id="{16ADB148-E194-FD9D-F146-FA02976EF467}"/>
                  </a:ext>
                </a:extLst>
              </p:cNvPr>
              <p:cNvSpPr txBox="1"/>
              <p:nvPr/>
            </p:nvSpPr>
            <p:spPr>
              <a:xfrm>
                <a:off x="6400800" y="2451609"/>
                <a:ext cx="380436" cy="384048"/>
              </a:xfrm>
              <a:prstGeom prst="roundRect">
                <a:avLst>
                  <a:gd name="adj" fmla="val 10660"/>
                </a:avLst>
              </a:prstGeom>
              <a:solidFill>
                <a:schemeClr val="bg1"/>
              </a:solidFill>
              <a:ln>
                <a:noFill/>
              </a:ln>
              <a:effectLst>
                <a:outerShdw blurRad="100206" dist="38100" dir="8100000" algn="tr" rotWithShape="0">
                  <a:prstClr val="black">
                    <a:alpha val="15000"/>
                  </a:prstClr>
                </a:outerShdw>
              </a:effectLst>
            </p:spPr>
            <p:txBody>
              <a:bodyPr rot="0" spcFirstLastPara="0" vert="horz" wrap="square" lIns="288000" tIns="251999" rIns="288000" bIns="288000" numCol="1" spcCol="0" rtlCol="0" fromWordArt="0" anchor="t" anchorCtr="0" forceAA="0" compatLnSpc="1">
                <a:prstTxWarp prst="textNoShape">
                  <a:avLst/>
                </a:prstTxWarp>
                <a:noAutofit/>
              </a:bodyPr>
              <a:lstStyle>
                <a:defPPr>
                  <a:defRPr lang="en-US"/>
                </a:defPPr>
                <a:lvl1pPr marL="0" marR="0" lvl="0" indent="0" algn="l" defTabSz="914400" rtl="0" eaLnBrk="1" fontAlgn="auto" latinLnBrk="0" hangingPunct="1">
                  <a:lnSpc>
                    <a:spcPct val="100000"/>
                  </a:lnSpc>
                  <a:spcBef>
                    <a:spcPts val="0"/>
                  </a:spcBef>
                  <a:spcAft>
                    <a:spcPts val="1200"/>
                  </a:spcAft>
                  <a:buClrTx/>
                  <a:buSzTx/>
                  <a:buFontTx/>
                  <a:buNone/>
                  <a:tabLst/>
                  <a:defRPr kumimoji="0" sz="1600" b="0" i="0" u="none" strike="noStrike" kern="0" cap="none" spc="0" normalizeH="0" baseline="0">
                    <a:ln>
                      <a:noFill/>
                    </a:ln>
                    <a:solidFill>
                      <a:srgbClr val="225B62"/>
                    </a:solidFill>
                    <a:effectLst/>
                    <a:uLnTx/>
                    <a:uFillTx/>
                    <a:latin typeface="Segoe Sans Display"/>
                    <a:ea typeface="+mn-ea"/>
                    <a:cs typeface="Segoe Sans Display"/>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en-CA"/>
              </a:p>
            </p:txBody>
          </p:sp>
          <p:pic>
            <p:nvPicPr>
              <p:cNvPr id="63" name="Picture 62" descr="A purple cross on a black background&#10;&#10;AI-generated content may be incorrect.">
                <a:extLst>
                  <a:ext uri="{FF2B5EF4-FFF2-40B4-BE49-F238E27FC236}">
                    <a16:creationId xmlns:a16="http://schemas.microsoft.com/office/drawing/2014/main" id="{B1D454C6-5F98-85CF-40F8-CE21DF981501}"/>
                  </a:ext>
                </a:extLst>
              </p:cNvPr>
              <p:cNvPicPr/>
              <p:nvPr/>
            </p:nvPicPr>
            <p:blipFill>
              <a:blip r:embed="rId24"/>
              <a:stretch>
                <a:fillRect/>
              </a:stretch>
            </p:blipFill>
            <p:spPr>
              <a:xfrm>
                <a:off x="6466164" y="2529333"/>
                <a:ext cx="228600" cy="228600"/>
              </a:xfrm>
              <a:prstGeom prst="rect">
                <a:avLst/>
              </a:prstGeom>
            </p:spPr>
          </p:pic>
        </p:grpSp>
        <p:pic>
          <p:nvPicPr>
            <p:cNvPr id="64" name="!!Copilot">
              <a:extLst>
                <a:ext uri="{FF2B5EF4-FFF2-40B4-BE49-F238E27FC236}">
                  <a16:creationId xmlns:a16="http://schemas.microsoft.com/office/drawing/2014/main" id="{CCC35ABF-23E2-E3CB-D911-9FC636686F9F}"/>
                </a:ext>
                <a:ext uri="{C183D7F6-B498-43B3-948B-1728B52AA6E4}">
                  <adec:decorative xmlns:adec="http://schemas.microsoft.com/office/drawing/2017/decorative" val="1"/>
                </a:ext>
              </a:extLst>
            </p:cNvPr>
            <p:cNvPicPr/>
            <p:nvPr/>
          </p:nvPicPr>
          <p:blipFill>
            <a:blip r:embed="rId25"/>
            <a:stretch>
              <a:fillRect/>
            </a:stretch>
          </p:blipFill>
          <p:spPr>
            <a:xfrm>
              <a:off x="9472536" y="2932598"/>
              <a:ext cx="971158" cy="971156"/>
            </a:xfrm>
            <a:prstGeom prst="rect">
              <a:avLst/>
            </a:prstGeom>
            <a:effectLst>
              <a:outerShdw blurRad="38100" dist="38100" dir="2700000" algn="tl" rotWithShape="0">
                <a:prstClr val="black">
                  <a:alpha val="20000"/>
                </a:prstClr>
              </a:outerShdw>
            </a:effectLst>
          </p:spPr>
        </p:pic>
        <p:sp>
          <p:nvSpPr>
            <p:cNvPr id="68" name="Rectangle: Rounded Corners 67">
              <a:extLst>
                <a:ext uri="{FF2B5EF4-FFF2-40B4-BE49-F238E27FC236}">
                  <a16:creationId xmlns:a16="http://schemas.microsoft.com/office/drawing/2014/main" id="{08F056F7-0C53-FE9F-160F-92E413E9B8DA}"/>
                </a:ext>
              </a:extLst>
            </p:cNvPr>
            <p:cNvSpPr>
              <a:spLocks/>
            </p:cNvSpPr>
            <p:nvPr/>
          </p:nvSpPr>
          <p:spPr bwMode="auto">
            <a:xfrm>
              <a:off x="6046665" y="1263652"/>
              <a:ext cx="4365873" cy="330459"/>
            </a:xfrm>
            <a:prstGeom prst="roundRect">
              <a:avLst>
                <a:gd name="adj" fmla="val 50000"/>
              </a:avLst>
            </a:prstGeom>
            <a:gradFill>
              <a:gsLst>
                <a:gs pos="0">
                  <a:schemeClr val="accent2"/>
                </a:gs>
                <a:gs pos="100000">
                  <a:schemeClr val="accent6"/>
                </a:gs>
              </a:gsLst>
              <a:lin ang="0" scaled="1"/>
            </a:gra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400">
                  <a:solidFill>
                    <a:schemeClr val="bg1"/>
                  </a:solidFill>
                  <a:latin typeface="Segoe Sans Display Semibold"/>
                </a:rPr>
                <a:t>All-in-one AI Solution</a:t>
              </a:r>
            </a:p>
          </p:txBody>
        </p:sp>
      </p:grpSp>
      <p:grpSp>
        <p:nvGrpSpPr>
          <p:cNvPr id="69" name="Group 68">
            <a:extLst>
              <a:ext uri="{FF2B5EF4-FFF2-40B4-BE49-F238E27FC236}">
                <a16:creationId xmlns:a16="http://schemas.microsoft.com/office/drawing/2014/main" id="{0963A7AC-4371-AB36-44EF-06EBF727543F}"/>
              </a:ext>
            </a:extLst>
          </p:cNvPr>
          <p:cNvGrpSpPr/>
          <p:nvPr/>
        </p:nvGrpSpPr>
        <p:grpSpPr>
          <a:xfrm>
            <a:off x="628162" y="4337923"/>
            <a:ext cx="228030" cy="226656"/>
            <a:chOff x="664153" y="1823028"/>
            <a:chExt cx="228030" cy="226656"/>
          </a:xfrm>
        </p:grpSpPr>
        <p:sp>
          <p:nvSpPr>
            <p:cNvPr id="70" name="Oval 69">
              <a:extLst>
                <a:ext uri="{FF2B5EF4-FFF2-40B4-BE49-F238E27FC236}">
                  <a16:creationId xmlns:a16="http://schemas.microsoft.com/office/drawing/2014/main" id="{67B035DE-FC2A-8687-8EAC-55AD254CBD71}"/>
                </a:ext>
              </a:extLst>
            </p:cNvPr>
            <p:cNvSpPr>
              <a:spLocks/>
            </p:cNvSpPr>
            <p:nvPr/>
          </p:nvSpPr>
          <p:spPr bwMode="auto">
            <a:xfrm rot="16200000">
              <a:off x="664840" y="1822341"/>
              <a:ext cx="226656" cy="228030"/>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600">
                <a:solidFill>
                  <a:srgbClr val="FFFFFF"/>
                </a:solidFill>
              </a:endParaRPr>
            </a:p>
          </p:txBody>
        </p:sp>
        <p:pic>
          <p:nvPicPr>
            <p:cNvPr id="71" name="Graphic 70" descr="Checkmark with solid fill">
              <a:extLst>
                <a:ext uri="{FF2B5EF4-FFF2-40B4-BE49-F238E27FC236}">
                  <a16:creationId xmlns:a16="http://schemas.microsoft.com/office/drawing/2014/main" id="{CD6BA988-CF23-231A-A38B-FCA540B77B30}"/>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695907" y="1853956"/>
              <a:ext cx="164522" cy="164522"/>
            </a:xfrm>
            <a:prstGeom prst="rect">
              <a:avLst/>
            </a:prstGeom>
          </p:spPr>
        </p:pic>
      </p:grpSp>
      <p:grpSp>
        <p:nvGrpSpPr>
          <p:cNvPr id="72" name="Group 71">
            <a:extLst>
              <a:ext uri="{FF2B5EF4-FFF2-40B4-BE49-F238E27FC236}">
                <a16:creationId xmlns:a16="http://schemas.microsoft.com/office/drawing/2014/main" id="{B08ADB44-E74D-B5F3-A3CE-97D689607554}"/>
              </a:ext>
            </a:extLst>
          </p:cNvPr>
          <p:cNvGrpSpPr/>
          <p:nvPr/>
        </p:nvGrpSpPr>
        <p:grpSpPr>
          <a:xfrm>
            <a:off x="628162" y="4724884"/>
            <a:ext cx="228030" cy="226656"/>
            <a:chOff x="664153" y="1823028"/>
            <a:chExt cx="228030" cy="226656"/>
          </a:xfrm>
        </p:grpSpPr>
        <p:sp>
          <p:nvSpPr>
            <p:cNvPr id="73" name="Oval 72">
              <a:extLst>
                <a:ext uri="{FF2B5EF4-FFF2-40B4-BE49-F238E27FC236}">
                  <a16:creationId xmlns:a16="http://schemas.microsoft.com/office/drawing/2014/main" id="{28B0C588-13B1-DEBE-B0B6-CBEB5CBC58DC}"/>
                </a:ext>
              </a:extLst>
            </p:cNvPr>
            <p:cNvSpPr>
              <a:spLocks/>
            </p:cNvSpPr>
            <p:nvPr/>
          </p:nvSpPr>
          <p:spPr bwMode="auto">
            <a:xfrm rot="16200000">
              <a:off x="664840" y="1822341"/>
              <a:ext cx="226656" cy="228030"/>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600">
                <a:solidFill>
                  <a:srgbClr val="FFFFFF"/>
                </a:solidFill>
              </a:endParaRPr>
            </a:p>
          </p:txBody>
        </p:sp>
        <p:pic>
          <p:nvPicPr>
            <p:cNvPr id="74" name="Graphic 73" descr="Checkmark with solid fill">
              <a:extLst>
                <a:ext uri="{FF2B5EF4-FFF2-40B4-BE49-F238E27FC236}">
                  <a16:creationId xmlns:a16="http://schemas.microsoft.com/office/drawing/2014/main" id="{0865F482-8B15-1FFA-721D-D7A760C1B730}"/>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695907" y="1853956"/>
              <a:ext cx="164522" cy="164522"/>
            </a:xfrm>
            <a:prstGeom prst="rect">
              <a:avLst/>
            </a:prstGeom>
          </p:spPr>
        </p:pic>
      </p:grpSp>
      <p:grpSp>
        <p:nvGrpSpPr>
          <p:cNvPr id="75" name="Group 74">
            <a:extLst>
              <a:ext uri="{FF2B5EF4-FFF2-40B4-BE49-F238E27FC236}">
                <a16:creationId xmlns:a16="http://schemas.microsoft.com/office/drawing/2014/main" id="{4895A897-1B73-0667-5409-6496A3ACB3A3}"/>
              </a:ext>
            </a:extLst>
          </p:cNvPr>
          <p:cNvGrpSpPr/>
          <p:nvPr/>
        </p:nvGrpSpPr>
        <p:grpSpPr>
          <a:xfrm>
            <a:off x="628162" y="5118186"/>
            <a:ext cx="228030" cy="226656"/>
            <a:chOff x="664153" y="1823028"/>
            <a:chExt cx="228030" cy="226656"/>
          </a:xfrm>
        </p:grpSpPr>
        <p:sp>
          <p:nvSpPr>
            <p:cNvPr id="76" name="Oval 75">
              <a:extLst>
                <a:ext uri="{FF2B5EF4-FFF2-40B4-BE49-F238E27FC236}">
                  <a16:creationId xmlns:a16="http://schemas.microsoft.com/office/drawing/2014/main" id="{DE04A08E-E9BA-4583-612A-6CEE251A8474}"/>
                </a:ext>
              </a:extLst>
            </p:cNvPr>
            <p:cNvSpPr>
              <a:spLocks/>
            </p:cNvSpPr>
            <p:nvPr/>
          </p:nvSpPr>
          <p:spPr bwMode="auto">
            <a:xfrm rot="16200000">
              <a:off x="664840" y="1822341"/>
              <a:ext cx="226656" cy="228030"/>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600">
                <a:solidFill>
                  <a:srgbClr val="FFFFFF"/>
                </a:solidFill>
              </a:endParaRPr>
            </a:p>
          </p:txBody>
        </p:sp>
        <p:pic>
          <p:nvPicPr>
            <p:cNvPr id="77" name="Graphic 76" descr="Checkmark with solid fill">
              <a:extLst>
                <a:ext uri="{FF2B5EF4-FFF2-40B4-BE49-F238E27FC236}">
                  <a16:creationId xmlns:a16="http://schemas.microsoft.com/office/drawing/2014/main" id="{538ABAC4-3979-1926-224C-934CC98798BA}"/>
                </a:ext>
              </a:extLst>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695907" y="1853956"/>
              <a:ext cx="164522" cy="164522"/>
            </a:xfrm>
            <a:prstGeom prst="rect">
              <a:avLst/>
            </a:prstGeom>
          </p:spPr>
        </p:pic>
      </p:grpSp>
      <p:sp>
        <p:nvSpPr>
          <p:cNvPr id="78" name="Content Placeholder 4">
            <a:extLst>
              <a:ext uri="{FF2B5EF4-FFF2-40B4-BE49-F238E27FC236}">
                <a16:creationId xmlns:a16="http://schemas.microsoft.com/office/drawing/2014/main" id="{092F0E41-61BF-9A13-1DFF-11E0849199A6}"/>
              </a:ext>
            </a:extLst>
          </p:cNvPr>
          <p:cNvSpPr txBox="1">
            <a:spLocks/>
          </p:cNvSpPr>
          <p:nvPr/>
        </p:nvSpPr>
        <p:spPr>
          <a:xfrm>
            <a:off x="972908" y="4348707"/>
            <a:ext cx="3702695" cy="184666"/>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Bef>
                <a:spcPts val="0"/>
              </a:spcBef>
            </a:pPr>
            <a:r>
              <a:rPr lang="en-US" sz="1200"/>
              <a:t>Business Basic + Copilot Business ($27 user/month)</a:t>
            </a:r>
          </a:p>
        </p:txBody>
      </p:sp>
      <p:sp>
        <p:nvSpPr>
          <p:cNvPr id="79" name="Content Placeholder 4">
            <a:extLst>
              <a:ext uri="{FF2B5EF4-FFF2-40B4-BE49-F238E27FC236}">
                <a16:creationId xmlns:a16="http://schemas.microsoft.com/office/drawing/2014/main" id="{6C8FEA1A-3E73-B4F3-D36A-B22C0AC900B1}"/>
              </a:ext>
            </a:extLst>
          </p:cNvPr>
          <p:cNvSpPr txBox="1">
            <a:spLocks/>
          </p:cNvSpPr>
          <p:nvPr/>
        </p:nvSpPr>
        <p:spPr>
          <a:xfrm>
            <a:off x="972907" y="4735668"/>
            <a:ext cx="3985106" cy="184666"/>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Bef>
                <a:spcPts val="0"/>
              </a:spcBef>
            </a:pPr>
            <a:r>
              <a:rPr lang="en-US" sz="1200"/>
              <a:t>Business Standard + Copilot Business (</a:t>
            </a:r>
            <a:r>
              <a:rPr lang="en-US" sz="1200">
                <a:solidFill>
                  <a:schemeClr val="tx1"/>
                </a:solidFill>
              </a:rPr>
              <a:t>$33.50</a:t>
            </a:r>
            <a:r>
              <a:rPr lang="en-US" sz="1200"/>
              <a:t> user/month)</a:t>
            </a:r>
          </a:p>
        </p:txBody>
      </p:sp>
      <p:sp>
        <p:nvSpPr>
          <p:cNvPr id="80" name="Content Placeholder 4">
            <a:extLst>
              <a:ext uri="{FF2B5EF4-FFF2-40B4-BE49-F238E27FC236}">
                <a16:creationId xmlns:a16="http://schemas.microsoft.com/office/drawing/2014/main" id="{471AD6A6-76A1-5C36-EEF3-235A40D49CF1}"/>
              </a:ext>
            </a:extLst>
          </p:cNvPr>
          <p:cNvSpPr txBox="1">
            <a:spLocks/>
          </p:cNvSpPr>
          <p:nvPr/>
        </p:nvSpPr>
        <p:spPr>
          <a:xfrm>
            <a:off x="972906" y="5128970"/>
            <a:ext cx="3702695" cy="184666"/>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Bef>
                <a:spcPts val="0"/>
              </a:spcBef>
            </a:pPr>
            <a:r>
              <a:rPr lang="en-US" sz="1200"/>
              <a:t>Business Premium + Copilot Business ($43 user/month)</a:t>
            </a:r>
          </a:p>
        </p:txBody>
      </p:sp>
      <p:grpSp>
        <p:nvGrpSpPr>
          <p:cNvPr id="90" name="Group 89">
            <a:extLst>
              <a:ext uri="{FF2B5EF4-FFF2-40B4-BE49-F238E27FC236}">
                <a16:creationId xmlns:a16="http://schemas.microsoft.com/office/drawing/2014/main" id="{AEEA1AFE-A49D-50FB-DC73-1E6DFE58FF8D}"/>
              </a:ext>
              <a:ext uri="{C183D7F6-B498-43B3-948B-1728B52AA6E4}">
                <adec:decorative xmlns:adec="http://schemas.microsoft.com/office/drawing/2017/decorative" val="1"/>
              </a:ext>
            </a:extLst>
          </p:cNvPr>
          <p:cNvGrpSpPr/>
          <p:nvPr/>
        </p:nvGrpSpPr>
        <p:grpSpPr>
          <a:xfrm>
            <a:off x="626735" y="5614605"/>
            <a:ext cx="2435302" cy="389513"/>
            <a:chOff x="2187949" y="5863417"/>
            <a:chExt cx="2435302" cy="389513"/>
          </a:xfrm>
        </p:grpSpPr>
        <p:sp>
          <p:nvSpPr>
            <p:cNvPr id="91" name="Rectangle: Rounded Corners 90">
              <a:extLst>
                <a:ext uri="{FF2B5EF4-FFF2-40B4-BE49-F238E27FC236}">
                  <a16:creationId xmlns:a16="http://schemas.microsoft.com/office/drawing/2014/main" id="{59DAB94A-5515-9C89-FA05-BE93D30FFD07}"/>
                </a:ext>
              </a:extLst>
            </p:cNvPr>
            <p:cNvSpPr/>
            <p:nvPr/>
          </p:nvSpPr>
          <p:spPr bwMode="auto">
            <a:xfrm>
              <a:off x="2187949" y="5863417"/>
              <a:ext cx="2435302"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strike="noStrike" kern="1200" cap="none" spc="0" normalizeH="0" baseline="0" noProof="0">
                  <a:ln w="3175">
                    <a:noFill/>
                  </a:ln>
                  <a:solidFill>
                    <a:schemeClr val="bg1"/>
                  </a:solidFill>
                  <a:effectLst/>
                  <a:uLnTx/>
                  <a:uFillTx/>
                  <a:latin typeface="Segoe Sans Display Semibold"/>
                  <a:ea typeface="+mn-ea"/>
                  <a:cs typeface="Segoe UI Semibold"/>
                  <a:hlinkClick r:id="rId28" action="ppaction://hlinksldjump">
                    <a:extLst>
                      <a:ext uri="{A12FA001-AC4F-418D-AE19-62706E023703}">
                        <ahyp:hlinkClr xmlns:ahyp="http://schemas.microsoft.com/office/drawing/2018/hyperlinkcolor" val="tx"/>
                      </a:ext>
                    </a:extLst>
                  </a:hlinkClick>
                </a:rPr>
                <a:t>Compare Copilot Plans</a:t>
              </a:r>
              <a:endParaRPr kumimoji="0" lang="en-US" sz="1200" b="0" i="0" strike="noStrike" kern="1200" cap="none" spc="0" normalizeH="0" baseline="0" noProof="0">
                <a:ln>
                  <a:noFill/>
                </a:ln>
                <a:solidFill>
                  <a:schemeClr val="bg1"/>
                </a:solidFill>
                <a:effectLst/>
                <a:uLnTx/>
                <a:uFillTx/>
                <a:latin typeface="Segoe Sans Display Semibold"/>
                <a:ea typeface="+mn-ea"/>
                <a:cs typeface="Segoe UI Semibold"/>
              </a:endParaRPr>
            </a:p>
          </p:txBody>
        </p:sp>
        <p:grpSp>
          <p:nvGrpSpPr>
            <p:cNvPr id="92" name="Group 91">
              <a:extLst>
                <a:ext uri="{FF2B5EF4-FFF2-40B4-BE49-F238E27FC236}">
                  <a16:creationId xmlns:a16="http://schemas.microsoft.com/office/drawing/2014/main" id="{D1AD5085-049D-D1C8-7AF7-0C5A2A404FB5}"/>
                </a:ext>
                <a:ext uri="{C183D7F6-B498-43B3-948B-1728B52AA6E4}">
                  <adec:decorative xmlns:adec="http://schemas.microsoft.com/office/drawing/2017/decorative" val="1"/>
                </a:ext>
              </a:extLst>
            </p:cNvPr>
            <p:cNvGrpSpPr/>
            <p:nvPr/>
          </p:nvGrpSpPr>
          <p:grpSpPr>
            <a:xfrm>
              <a:off x="2264033" y="5937305"/>
              <a:ext cx="243402" cy="243402"/>
              <a:chOff x="5605462" y="2938462"/>
              <a:chExt cx="981075" cy="981075"/>
            </a:xfrm>
            <a:solidFill>
              <a:schemeClr val="bg1"/>
            </a:solidFill>
          </p:grpSpPr>
          <p:sp>
            <p:nvSpPr>
              <p:cNvPr id="93" name="Freeform: Shape 92">
                <a:extLst>
                  <a:ext uri="{FF2B5EF4-FFF2-40B4-BE49-F238E27FC236}">
                    <a16:creationId xmlns:a16="http://schemas.microsoft.com/office/drawing/2014/main" id="{C14653CA-BA77-C172-C62B-7F29B44E3130}"/>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94" name="Freeform: Shape 93">
                <a:extLst>
                  <a:ext uri="{FF2B5EF4-FFF2-40B4-BE49-F238E27FC236}">
                    <a16:creationId xmlns:a16="http://schemas.microsoft.com/office/drawing/2014/main" id="{F75D63C8-0897-0806-F235-DF190A4192A0}"/>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4" name="Title 2">
            <a:extLst>
              <a:ext uri="{FF2B5EF4-FFF2-40B4-BE49-F238E27FC236}">
                <a16:creationId xmlns:a16="http://schemas.microsoft.com/office/drawing/2014/main" id="{E27CEAB7-F10D-DA97-9D18-1ABC1B7C694B}"/>
              </a:ext>
            </a:extLst>
          </p:cNvPr>
          <p:cNvSpPr txBox="1">
            <a:spLocks/>
          </p:cNvSpPr>
          <p:nvPr/>
        </p:nvSpPr>
        <p:spPr>
          <a:xfrm>
            <a:off x="508664" y="527311"/>
            <a:ext cx="4958454" cy="984885"/>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pPr marL="91440" fontAlgn="b"/>
            <a:r>
              <a:rPr lang="en-US" sz="3200">
                <a:solidFill>
                  <a:srgbClr val="000000"/>
                </a:solidFill>
                <a:latin typeface="Segoe UI Semibold" panose="020B0702040204020203" pitchFamily="34" charset="0"/>
                <a:cs typeface="Segoe UI Semibold" panose="020B0702040204020203" pitchFamily="34" charset="0"/>
              </a:rPr>
              <a:t>The all-in-one AI Productivity solution</a:t>
            </a:r>
          </a:p>
        </p:txBody>
      </p:sp>
    </p:spTree>
    <p:extLst>
      <p:ext uri="{BB962C8B-B14F-4D97-AF65-F5344CB8AC3E}">
        <p14:creationId xmlns:p14="http://schemas.microsoft.com/office/powerpoint/2010/main" val="318748209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23C3D-B23E-6141-26E5-158ED7AB4C55}"/>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67E19E74-33E4-06BB-75BC-52BD289E9532}"/>
              </a:ext>
              <a:ext uri="{C183D7F6-B498-43B3-948B-1728B52AA6E4}">
                <adec:decorative xmlns:adec="http://schemas.microsoft.com/office/drawing/2017/decorative" val="1"/>
              </a:ext>
            </a:extLst>
          </p:cNvPr>
          <p:cNvSpPr>
            <a:spLocks/>
          </p:cNvSpPr>
          <p:nvPr/>
        </p:nvSpPr>
        <p:spPr>
          <a:xfrm>
            <a:off x="6472249" y="1201801"/>
            <a:ext cx="5457765" cy="4453293"/>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grpSp>
        <p:nvGrpSpPr>
          <p:cNvPr id="12" name="Group 11">
            <a:extLst>
              <a:ext uri="{FF2B5EF4-FFF2-40B4-BE49-F238E27FC236}">
                <a16:creationId xmlns:a16="http://schemas.microsoft.com/office/drawing/2014/main" id="{E467EB7F-AC92-97DA-8ADB-7BAAC0FBBB93}"/>
              </a:ext>
              <a:ext uri="{C183D7F6-B498-43B3-948B-1728B52AA6E4}">
                <adec:decorative xmlns:adec="http://schemas.microsoft.com/office/drawing/2017/decorative" val="1"/>
              </a:ext>
            </a:extLst>
          </p:cNvPr>
          <p:cNvGrpSpPr/>
          <p:nvPr/>
        </p:nvGrpSpPr>
        <p:grpSpPr>
          <a:xfrm>
            <a:off x="572990" y="3577025"/>
            <a:ext cx="4925441" cy="2501646"/>
            <a:chOff x="584200" y="4679619"/>
            <a:chExt cx="5047488" cy="1647648"/>
          </a:xfrm>
        </p:grpSpPr>
        <p:sp>
          <p:nvSpPr>
            <p:cNvPr id="13" name="Rectangle: Top Corners Rounded 12">
              <a:extLst>
                <a:ext uri="{FF2B5EF4-FFF2-40B4-BE49-F238E27FC236}">
                  <a16:creationId xmlns:a16="http://schemas.microsoft.com/office/drawing/2014/main" id="{E270A73F-6B74-521D-EFE7-5CFFDA2B1D5A}"/>
                </a:ext>
                <a:ext uri="{C183D7F6-B498-43B3-948B-1728B52AA6E4}">
                  <adec:decorative xmlns:adec="http://schemas.microsoft.com/office/drawing/2017/decorative" val="1"/>
                </a:ext>
              </a:extLst>
            </p:cNvPr>
            <p:cNvSpPr/>
            <p:nvPr/>
          </p:nvSpPr>
          <p:spPr bwMode="auto">
            <a:xfrm>
              <a:off x="584200" y="4679619"/>
              <a:ext cx="5047488" cy="264234"/>
            </a:xfrm>
            <a:prstGeom prst="round2SameRect">
              <a:avLst/>
            </a:prstGeom>
            <a:gradFill flip="none" rotWithShape="1">
              <a:gsLst>
                <a:gs pos="100000">
                  <a:schemeClr val="accent3"/>
                </a:gs>
                <a:gs pos="77000">
                  <a:schemeClr val="accent2"/>
                </a:gs>
                <a:gs pos="0">
                  <a:schemeClr val="accent1"/>
                </a:gs>
              </a:gsLst>
              <a:lin ang="13500000" scaled="1"/>
              <a:tileRect/>
            </a:gradFill>
            <a:ln w="9525">
              <a:solidFill>
                <a:schemeClr val="accent3">
                  <a:alpha val="80000"/>
                </a:schemeClr>
              </a:solidFill>
              <a:headEnd type="none" w="med" len="med"/>
              <a:tailEnd type="none" w="med" len="med"/>
            </a:ln>
            <a:effectLst>
              <a:outerShdw blurRad="127000" dist="1270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a:rPr>
                <a:t>Messaging available for the following</a:t>
              </a:r>
            </a:p>
          </p:txBody>
        </p:sp>
        <p:sp>
          <p:nvSpPr>
            <p:cNvPr id="14" name="Rectangle: Rounded Corners 8">
              <a:extLst>
                <a:ext uri="{FF2B5EF4-FFF2-40B4-BE49-F238E27FC236}">
                  <a16:creationId xmlns:a16="http://schemas.microsoft.com/office/drawing/2014/main" id="{532C8385-E3FB-FAD9-D354-645B16E5C5F5}"/>
                </a:ext>
                <a:ext uri="{C183D7F6-B498-43B3-948B-1728B52AA6E4}">
                  <adec:decorative xmlns:adec="http://schemas.microsoft.com/office/drawing/2017/decorative" val="1"/>
                </a:ext>
              </a:extLst>
            </p:cNvPr>
            <p:cNvSpPr/>
            <p:nvPr/>
          </p:nvSpPr>
          <p:spPr bwMode="auto">
            <a:xfrm>
              <a:off x="584200" y="4927604"/>
              <a:ext cx="5046473" cy="1399663"/>
            </a:xfrm>
            <a:prstGeom prst="round2SameRect">
              <a:avLst>
                <a:gd name="adj1" fmla="val 0"/>
                <a:gd name="adj2" fmla="val 3733"/>
              </a:avLst>
            </a:prstGeom>
            <a:solidFill>
              <a:schemeClr val="bg1"/>
            </a:solidFill>
            <a:ln w="9525">
              <a:solidFill>
                <a:schemeClr val="accent3">
                  <a:alpha val="80000"/>
                </a:schemeClr>
              </a:solidFill>
              <a:headEnd type="none" w="med" len="med"/>
              <a:tailEnd type="none" w="med" len="med"/>
            </a:ln>
            <a:effectLst>
              <a:outerShdw blurRad="127000" dist="1270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Sans Display"/>
                <a:ea typeface="+mn-ea"/>
                <a:cs typeface="Segoe UI"/>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lang="en-US" sz="1200">
                <a:solidFill>
                  <a:srgbClr val="000000"/>
                </a:solidFill>
                <a:latin typeface="Segoe Sans Display"/>
                <a:cs typeface="Segoe UI"/>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Sans Display"/>
                <a:ea typeface="+mn-ea"/>
                <a:cs typeface="Segoe UI"/>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lang="en-US" sz="1200">
                <a:solidFill>
                  <a:srgbClr val="000000"/>
                </a:solidFill>
                <a:latin typeface="Segoe Sans Display"/>
                <a:cs typeface="Segoe UI"/>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Sans Display"/>
                <a:ea typeface="+mn-ea"/>
                <a:cs typeface="Segoe UI"/>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lang="en-US" sz="1200">
                <a:solidFill>
                  <a:srgbClr val="000000"/>
                </a:solidFill>
                <a:latin typeface="Segoe Sans Display"/>
                <a:cs typeface="Segoe UI"/>
              </a:endParaRPr>
            </a:p>
            <a:p>
              <a:pPr marL="0" marR="0" lvl="0" indent="0" algn="l" defTabSz="914400" rtl="0" eaLnBrk="1" fontAlgn="auto" latinLnBrk="0" hangingPunct="1">
                <a:lnSpc>
                  <a:spcPct val="100000"/>
                </a:lnSpc>
                <a:spcBef>
                  <a:spcPts val="60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Segoe Sans Display"/>
                <a:ea typeface="+mn-ea"/>
                <a:cs typeface="Segoe UI"/>
              </a:endParaRPr>
            </a:p>
          </p:txBody>
        </p:sp>
      </p:grpSp>
      <p:sp>
        <p:nvSpPr>
          <p:cNvPr id="6" name="Content Placeholder 4">
            <a:extLst>
              <a:ext uri="{FF2B5EF4-FFF2-40B4-BE49-F238E27FC236}">
                <a16:creationId xmlns:a16="http://schemas.microsoft.com/office/drawing/2014/main" id="{33C5F390-46EC-BC43-311B-8DAE232565E2}"/>
              </a:ext>
            </a:extLst>
          </p:cNvPr>
          <p:cNvSpPr>
            <a:spLocks noGrp="1"/>
          </p:cNvSpPr>
          <p:nvPr>
            <p:ph sz="quarter" idx="12"/>
          </p:nvPr>
        </p:nvSpPr>
        <p:spPr>
          <a:xfrm>
            <a:off x="590290" y="1295430"/>
            <a:ext cx="4991100" cy="1985551"/>
          </a:xfrm>
        </p:spPr>
        <p:txBody>
          <a:bodyPr wrap="square" numCol="1" spcCol="411480">
            <a:noAutofit/>
          </a:bodyPr>
          <a:lstStyle/>
          <a:p>
            <a:pPr>
              <a:lnSpc>
                <a:spcPct val="110000"/>
              </a:lnSpc>
              <a:spcBef>
                <a:spcPts val="1200"/>
              </a:spcBef>
            </a:pPr>
            <a:r>
              <a:rPr lang="en-US" sz="1200">
                <a:solidFill>
                  <a:srgbClr val="000000"/>
                </a:solidFill>
                <a:latin typeface="Segoe Sans Display" pitchFamily="2" charset="0"/>
              </a:rPr>
              <a:t>Small and mid-sized businesses deserve more than just tools—they need solutions that simplify daily operations, fuel growth, and protect what matters without adding complexity or extra costs.</a:t>
            </a:r>
          </a:p>
          <a:p>
            <a:pPr>
              <a:lnSpc>
                <a:spcPct val="110000"/>
              </a:lnSpc>
              <a:spcBef>
                <a:spcPts val="1200"/>
              </a:spcBef>
            </a:pPr>
            <a:r>
              <a:rPr lang="en-US" sz="1200">
                <a:latin typeface="Segoe UI" panose="020B0502040204020203" pitchFamily="34" charset="0"/>
                <a:cs typeface="Segoe UI" panose="020B0502040204020203" pitchFamily="34" charset="0"/>
              </a:rPr>
              <a:t>Clear, consistent messaging helps you articulate the value of AI-powered productivity and position Microsoft 365 Copilot Business as essential for small business success. </a:t>
            </a:r>
          </a:p>
          <a:p>
            <a:pPr>
              <a:lnSpc>
                <a:spcPct val="110000"/>
              </a:lnSpc>
              <a:spcBef>
                <a:spcPts val="1200"/>
              </a:spcBef>
            </a:pPr>
            <a:r>
              <a:rPr lang="en-US" sz="1200">
                <a:latin typeface="Segoe UI" panose="020B0502040204020203" pitchFamily="34" charset="0"/>
                <a:cs typeface="Segoe UI" panose="020B0502040204020203" pitchFamily="34" charset="0"/>
              </a:rPr>
              <a:t>We have conducted research and have developed more aligned messaging and positioning for our Copilot offerings.  </a:t>
            </a:r>
          </a:p>
        </p:txBody>
      </p:sp>
      <p:sp>
        <p:nvSpPr>
          <p:cNvPr id="22" name="Rectangle: Rounded Corners 8">
            <a:extLst>
              <a:ext uri="{FF2B5EF4-FFF2-40B4-BE49-F238E27FC236}">
                <a16:creationId xmlns:a16="http://schemas.microsoft.com/office/drawing/2014/main" id="{22DD2948-E9B9-1CA1-8676-D0FC843D0ED5}"/>
              </a:ext>
              <a:ext uri="{C183D7F6-B498-43B3-948B-1728B52AA6E4}">
                <adec:decorative xmlns:adec="http://schemas.microsoft.com/office/drawing/2017/decorative" val="1"/>
              </a:ext>
            </a:extLst>
          </p:cNvPr>
          <p:cNvSpPr/>
          <p:nvPr/>
        </p:nvSpPr>
        <p:spPr bwMode="auto">
          <a:xfrm>
            <a:off x="6963146" y="2164890"/>
            <a:ext cx="4414312" cy="791766"/>
          </a:xfrm>
          <a:prstGeom prst="roundRect">
            <a:avLst>
              <a:gd name="adj" fmla="val 4962"/>
            </a:avLst>
          </a:prstGeom>
          <a:solidFill>
            <a:schemeClr val="accent6">
              <a:lumMod val="20000"/>
              <a:lumOff val="80000"/>
              <a:alpha val="8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sp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Segoe UI"/>
              </a:rPr>
              <a:t>01</a:t>
            </a:r>
          </a:p>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Display Semibold"/>
                <a:ea typeface="+mn-ea"/>
                <a:cs typeface="Segoe UI"/>
              </a:rPr>
              <a:t>Get more value with one, simplified solution</a:t>
            </a:r>
          </a:p>
        </p:txBody>
      </p:sp>
      <p:sp>
        <p:nvSpPr>
          <p:cNvPr id="24" name="Rectangle: Rounded Corners 8">
            <a:extLst>
              <a:ext uri="{FF2B5EF4-FFF2-40B4-BE49-F238E27FC236}">
                <a16:creationId xmlns:a16="http://schemas.microsoft.com/office/drawing/2014/main" id="{6C8310A9-4B38-9416-34E9-BFD5DA0C7955}"/>
              </a:ext>
              <a:ext uri="{C183D7F6-B498-43B3-948B-1728B52AA6E4}">
                <adec:decorative xmlns:adec="http://schemas.microsoft.com/office/drawing/2017/decorative" val="1"/>
              </a:ext>
            </a:extLst>
          </p:cNvPr>
          <p:cNvSpPr/>
          <p:nvPr/>
        </p:nvSpPr>
        <p:spPr bwMode="auto">
          <a:xfrm>
            <a:off x="6963146" y="3115612"/>
            <a:ext cx="4414312" cy="791766"/>
          </a:xfrm>
          <a:prstGeom prst="roundRect">
            <a:avLst>
              <a:gd name="adj" fmla="val 4962"/>
            </a:avLst>
          </a:prstGeom>
          <a:solidFill>
            <a:schemeClr val="accent6">
              <a:lumMod val="20000"/>
              <a:lumOff val="80000"/>
              <a:alpha val="8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sp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Segoe UI"/>
              </a:rPr>
              <a:t>02</a:t>
            </a:r>
          </a:p>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Display Semibold"/>
                <a:ea typeface="+mn-ea"/>
                <a:cs typeface="Segoe UI"/>
              </a:rPr>
              <a:t>Run your business with confidence</a:t>
            </a:r>
          </a:p>
        </p:txBody>
      </p:sp>
      <p:sp>
        <p:nvSpPr>
          <p:cNvPr id="25" name="Rectangle: Rounded Corners 8">
            <a:extLst>
              <a:ext uri="{FF2B5EF4-FFF2-40B4-BE49-F238E27FC236}">
                <a16:creationId xmlns:a16="http://schemas.microsoft.com/office/drawing/2014/main" id="{C68A232E-CC0E-499E-E70B-3AD9AD01F278}"/>
              </a:ext>
              <a:ext uri="{C183D7F6-B498-43B3-948B-1728B52AA6E4}">
                <adec:decorative xmlns:adec="http://schemas.microsoft.com/office/drawing/2017/decorative" val="1"/>
              </a:ext>
            </a:extLst>
          </p:cNvPr>
          <p:cNvSpPr/>
          <p:nvPr/>
        </p:nvSpPr>
        <p:spPr bwMode="auto">
          <a:xfrm>
            <a:off x="6963146" y="4053924"/>
            <a:ext cx="4414312" cy="791766"/>
          </a:xfrm>
          <a:prstGeom prst="roundRect">
            <a:avLst>
              <a:gd name="adj" fmla="val 4962"/>
            </a:avLst>
          </a:prstGeom>
          <a:solidFill>
            <a:schemeClr val="accent6">
              <a:lumMod val="20000"/>
              <a:lumOff val="80000"/>
              <a:alpha val="8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sp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C03BC4"/>
                </a:solidFill>
                <a:effectLst/>
                <a:uLnTx/>
                <a:uFillTx/>
                <a:latin typeface="Segoe Sans Display Semibold"/>
                <a:ea typeface="+mn-ea"/>
                <a:cs typeface="Segoe UI"/>
              </a:rPr>
              <a:t>03</a:t>
            </a:r>
          </a:p>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Display Semibold"/>
                <a:ea typeface="+mn-ea"/>
                <a:cs typeface="Segoe UI"/>
              </a:rPr>
              <a:t>Built in security you can trust</a:t>
            </a:r>
          </a:p>
        </p:txBody>
      </p:sp>
      <p:grpSp>
        <p:nvGrpSpPr>
          <p:cNvPr id="26" name="Group 25">
            <a:extLst>
              <a:ext uri="{FF2B5EF4-FFF2-40B4-BE49-F238E27FC236}">
                <a16:creationId xmlns:a16="http://schemas.microsoft.com/office/drawing/2014/main" id="{AB9200ED-9792-9C6E-601E-79C8C3391CBF}"/>
              </a:ext>
              <a:ext uri="{C183D7F6-B498-43B3-948B-1728B52AA6E4}">
                <adec:decorative xmlns:adec="http://schemas.microsoft.com/office/drawing/2017/decorative" val="1"/>
              </a:ext>
            </a:extLst>
          </p:cNvPr>
          <p:cNvGrpSpPr/>
          <p:nvPr/>
        </p:nvGrpSpPr>
        <p:grpSpPr>
          <a:xfrm>
            <a:off x="6830348" y="1616421"/>
            <a:ext cx="3552370" cy="389513"/>
            <a:chOff x="1458322" y="5483950"/>
            <a:chExt cx="3552370" cy="389513"/>
          </a:xfrm>
          <a:effectLst>
            <a:outerShdw blurRad="127000" dist="127000" dir="2700000" algn="tl" rotWithShape="0">
              <a:prstClr val="black">
                <a:alpha val="15000"/>
              </a:prstClr>
            </a:outerShdw>
          </a:effectLst>
        </p:grpSpPr>
        <p:sp>
          <p:nvSpPr>
            <p:cNvPr id="27" name="Rectangle: Rounded Corners 26">
              <a:extLst>
                <a:ext uri="{FF2B5EF4-FFF2-40B4-BE49-F238E27FC236}">
                  <a16:creationId xmlns:a16="http://schemas.microsoft.com/office/drawing/2014/main" id="{B322EEDB-2CA0-683C-A12F-F7531EFA0F19}"/>
                </a:ext>
              </a:extLst>
            </p:cNvPr>
            <p:cNvSpPr/>
            <p:nvPr/>
          </p:nvSpPr>
          <p:spPr bwMode="auto">
            <a:xfrm>
              <a:off x="1458322" y="5483950"/>
              <a:ext cx="3552370"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Core Messaging Pillars</a:t>
              </a:r>
            </a:p>
          </p:txBody>
        </p:sp>
        <p:grpSp>
          <p:nvGrpSpPr>
            <p:cNvPr id="28" name="Group 27">
              <a:extLst>
                <a:ext uri="{FF2B5EF4-FFF2-40B4-BE49-F238E27FC236}">
                  <a16:creationId xmlns:a16="http://schemas.microsoft.com/office/drawing/2014/main" id="{B02E14E6-916D-1F10-26A2-9174C5800716}"/>
                </a:ext>
                <a:ext uri="{C183D7F6-B498-43B3-948B-1728B52AA6E4}">
                  <adec:decorative xmlns:adec="http://schemas.microsoft.com/office/drawing/2017/decorative" val="1"/>
                </a:ext>
              </a:extLst>
            </p:cNvPr>
            <p:cNvGrpSpPr/>
            <p:nvPr/>
          </p:nvGrpSpPr>
          <p:grpSpPr>
            <a:xfrm>
              <a:off x="1534405" y="5557838"/>
              <a:ext cx="243402" cy="243402"/>
              <a:chOff x="5605462" y="2938462"/>
              <a:chExt cx="981075" cy="981075"/>
            </a:xfrm>
            <a:solidFill>
              <a:schemeClr val="bg1"/>
            </a:solidFill>
          </p:grpSpPr>
          <p:sp>
            <p:nvSpPr>
              <p:cNvPr id="29" name="Freeform: Shape 28">
                <a:extLst>
                  <a:ext uri="{FF2B5EF4-FFF2-40B4-BE49-F238E27FC236}">
                    <a16:creationId xmlns:a16="http://schemas.microsoft.com/office/drawing/2014/main" id="{58E9698A-7A97-1ECC-3E6F-E5D5BDDC1D5A}"/>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30" name="Freeform: Shape 29">
                <a:extLst>
                  <a:ext uri="{FF2B5EF4-FFF2-40B4-BE49-F238E27FC236}">
                    <a16:creationId xmlns:a16="http://schemas.microsoft.com/office/drawing/2014/main" id="{A7C49A35-C2B7-3438-3F28-37989F4D00A5}"/>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grpSp>
        <p:nvGrpSpPr>
          <p:cNvPr id="84" name="Group 83">
            <a:extLst>
              <a:ext uri="{FF2B5EF4-FFF2-40B4-BE49-F238E27FC236}">
                <a16:creationId xmlns:a16="http://schemas.microsoft.com/office/drawing/2014/main" id="{6B949C3B-99EB-02B3-113F-8AB1DE822A9D}"/>
              </a:ext>
            </a:extLst>
          </p:cNvPr>
          <p:cNvGrpSpPr/>
          <p:nvPr/>
        </p:nvGrpSpPr>
        <p:grpSpPr>
          <a:xfrm>
            <a:off x="846161" y="4094335"/>
            <a:ext cx="4044380" cy="226656"/>
            <a:chOff x="492124" y="3254056"/>
            <a:chExt cx="4044380" cy="226656"/>
          </a:xfrm>
        </p:grpSpPr>
        <p:grpSp>
          <p:nvGrpSpPr>
            <p:cNvPr id="58" name="Group 57">
              <a:extLst>
                <a:ext uri="{FF2B5EF4-FFF2-40B4-BE49-F238E27FC236}">
                  <a16:creationId xmlns:a16="http://schemas.microsoft.com/office/drawing/2014/main" id="{E7D8700C-4118-ACB8-4829-7094FA00BAAA}"/>
                </a:ext>
              </a:extLst>
            </p:cNvPr>
            <p:cNvGrpSpPr/>
            <p:nvPr/>
          </p:nvGrpSpPr>
          <p:grpSpPr>
            <a:xfrm>
              <a:off x="492124" y="3254056"/>
              <a:ext cx="228030" cy="226656"/>
              <a:chOff x="664153" y="1823028"/>
              <a:chExt cx="228030" cy="226656"/>
            </a:xfrm>
          </p:grpSpPr>
          <p:sp>
            <p:nvSpPr>
              <p:cNvPr id="59" name="Oval 58">
                <a:extLst>
                  <a:ext uri="{FF2B5EF4-FFF2-40B4-BE49-F238E27FC236}">
                    <a16:creationId xmlns:a16="http://schemas.microsoft.com/office/drawing/2014/main" id="{F8DDE43F-4601-AD51-824B-BB299A416B96}"/>
                  </a:ext>
                </a:extLst>
              </p:cNvPr>
              <p:cNvSpPr>
                <a:spLocks/>
              </p:cNvSpPr>
              <p:nvPr/>
            </p:nvSpPr>
            <p:spPr bwMode="auto">
              <a:xfrm rot="16200000">
                <a:off x="664840" y="1822341"/>
                <a:ext cx="226656" cy="228030"/>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200">
                  <a:solidFill>
                    <a:srgbClr val="FFFFFF"/>
                  </a:solidFill>
                </a:endParaRPr>
              </a:p>
            </p:txBody>
          </p:sp>
          <p:pic>
            <p:nvPicPr>
              <p:cNvPr id="60" name="Graphic 59" descr="Checkmark with solid fill">
                <a:extLst>
                  <a:ext uri="{FF2B5EF4-FFF2-40B4-BE49-F238E27FC236}">
                    <a16:creationId xmlns:a16="http://schemas.microsoft.com/office/drawing/2014/main" id="{7C5E6E9D-E3EF-56BC-A3E3-57F413B386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5907" y="1853956"/>
                <a:ext cx="164522" cy="164522"/>
              </a:xfrm>
              <a:prstGeom prst="rect">
                <a:avLst/>
              </a:prstGeom>
            </p:spPr>
          </p:pic>
        </p:grpSp>
        <p:sp>
          <p:nvSpPr>
            <p:cNvPr id="67" name="Content Placeholder 4">
              <a:extLst>
                <a:ext uri="{FF2B5EF4-FFF2-40B4-BE49-F238E27FC236}">
                  <a16:creationId xmlns:a16="http://schemas.microsoft.com/office/drawing/2014/main" id="{3A523406-2926-10DC-BE62-3F37BF047FE0}"/>
                </a:ext>
              </a:extLst>
            </p:cNvPr>
            <p:cNvSpPr txBox="1">
              <a:spLocks/>
            </p:cNvSpPr>
            <p:nvPr/>
          </p:nvSpPr>
          <p:spPr>
            <a:xfrm>
              <a:off x="833809" y="3275051"/>
              <a:ext cx="3702695" cy="184666"/>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Bef>
                  <a:spcPts val="0"/>
                </a:spcBef>
              </a:pPr>
              <a:r>
                <a:rPr lang="en-US" sz="1200" b="1"/>
                <a:t>Microsoft 365 Copilot Business</a:t>
              </a:r>
            </a:p>
          </p:txBody>
        </p:sp>
      </p:grpSp>
      <p:grpSp>
        <p:nvGrpSpPr>
          <p:cNvPr id="83" name="Group 82">
            <a:extLst>
              <a:ext uri="{FF2B5EF4-FFF2-40B4-BE49-F238E27FC236}">
                <a16:creationId xmlns:a16="http://schemas.microsoft.com/office/drawing/2014/main" id="{45CDB774-DE5B-243D-6DA7-0A9706012C79}"/>
              </a:ext>
            </a:extLst>
          </p:cNvPr>
          <p:cNvGrpSpPr/>
          <p:nvPr/>
        </p:nvGrpSpPr>
        <p:grpSpPr>
          <a:xfrm>
            <a:off x="846161" y="4478156"/>
            <a:ext cx="4091027" cy="226656"/>
            <a:chOff x="492124" y="3783523"/>
            <a:chExt cx="4091027" cy="226656"/>
          </a:xfrm>
        </p:grpSpPr>
        <p:grpSp>
          <p:nvGrpSpPr>
            <p:cNvPr id="61" name="Group 60">
              <a:extLst>
                <a:ext uri="{FF2B5EF4-FFF2-40B4-BE49-F238E27FC236}">
                  <a16:creationId xmlns:a16="http://schemas.microsoft.com/office/drawing/2014/main" id="{59A48448-D70A-1F70-1D57-DE51EB316A7D}"/>
                </a:ext>
              </a:extLst>
            </p:cNvPr>
            <p:cNvGrpSpPr/>
            <p:nvPr/>
          </p:nvGrpSpPr>
          <p:grpSpPr>
            <a:xfrm>
              <a:off x="492124" y="3783523"/>
              <a:ext cx="228030" cy="226656"/>
              <a:chOff x="664153" y="1823028"/>
              <a:chExt cx="228030" cy="226656"/>
            </a:xfrm>
          </p:grpSpPr>
          <p:sp>
            <p:nvSpPr>
              <p:cNvPr id="62" name="Oval 61">
                <a:extLst>
                  <a:ext uri="{FF2B5EF4-FFF2-40B4-BE49-F238E27FC236}">
                    <a16:creationId xmlns:a16="http://schemas.microsoft.com/office/drawing/2014/main" id="{C748E5D8-0738-C78C-2881-BB8A20554077}"/>
                  </a:ext>
                </a:extLst>
              </p:cNvPr>
              <p:cNvSpPr>
                <a:spLocks/>
              </p:cNvSpPr>
              <p:nvPr/>
            </p:nvSpPr>
            <p:spPr bwMode="auto">
              <a:xfrm rot="16200000">
                <a:off x="664840" y="1822341"/>
                <a:ext cx="226656" cy="228030"/>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200">
                  <a:solidFill>
                    <a:srgbClr val="FFFFFF"/>
                  </a:solidFill>
                </a:endParaRPr>
              </a:p>
            </p:txBody>
          </p:sp>
          <p:pic>
            <p:nvPicPr>
              <p:cNvPr id="63" name="Graphic 62" descr="Checkmark with solid fill">
                <a:extLst>
                  <a:ext uri="{FF2B5EF4-FFF2-40B4-BE49-F238E27FC236}">
                    <a16:creationId xmlns:a16="http://schemas.microsoft.com/office/drawing/2014/main" id="{A2A7AB20-620E-7C62-9963-4279456586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5907" y="1853956"/>
                <a:ext cx="164522" cy="164522"/>
              </a:xfrm>
              <a:prstGeom prst="rect">
                <a:avLst/>
              </a:prstGeom>
            </p:spPr>
          </p:pic>
        </p:grpSp>
        <p:sp>
          <p:nvSpPr>
            <p:cNvPr id="70" name="Content Placeholder 4">
              <a:extLst>
                <a:ext uri="{FF2B5EF4-FFF2-40B4-BE49-F238E27FC236}">
                  <a16:creationId xmlns:a16="http://schemas.microsoft.com/office/drawing/2014/main" id="{CFE86893-F290-AC64-9F8C-519594FB6786}"/>
                </a:ext>
              </a:extLst>
            </p:cNvPr>
            <p:cNvSpPr txBox="1">
              <a:spLocks/>
            </p:cNvSpPr>
            <p:nvPr/>
          </p:nvSpPr>
          <p:spPr>
            <a:xfrm>
              <a:off x="880456" y="3804518"/>
              <a:ext cx="3702695" cy="184666"/>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Bef>
                  <a:spcPts val="0"/>
                </a:spcBef>
              </a:pPr>
              <a:r>
                <a:rPr lang="en-US" sz="1200" b="1"/>
                <a:t>Microsoft 365 Copilot Business bundle offers</a:t>
              </a:r>
            </a:p>
          </p:txBody>
        </p:sp>
      </p:grpSp>
      <p:grpSp>
        <p:nvGrpSpPr>
          <p:cNvPr id="82" name="Group 81">
            <a:extLst>
              <a:ext uri="{FF2B5EF4-FFF2-40B4-BE49-F238E27FC236}">
                <a16:creationId xmlns:a16="http://schemas.microsoft.com/office/drawing/2014/main" id="{E5FBCFB7-06B2-4F5A-5290-5573EB8EFCE2}"/>
              </a:ext>
            </a:extLst>
          </p:cNvPr>
          <p:cNvGrpSpPr/>
          <p:nvPr/>
        </p:nvGrpSpPr>
        <p:grpSpPr>
          <a:xfrm>
            <a:off x="1187846" y="4861977"/>
            <a:ext cx="4681661" cy="226656"/>
            <a:chOff x="492124" y="4312990"/>
            <a:chExt cx="4681661" cy="226656"/>
          </a:xfrm>
        </p:grpSpPr>
        <p:grpSp>
          <p:nvGrpSpPr>
            <p:cNvPr id="64" name="Group 63">
              <a:extLst>
                <a:ext uri="{FF2B5EF4-FFF2-40B4-BE49-F238E27FC236}">
                  <a16:creationId xmlns:a16="http://schemas.microsoft.com/office/drawing/2014/main" id="{662405C7-7043-6FE8-12D2-178DC838017D}"/>
                </a:ext>
              </a:extLst>
            </p:cNvPr>
            <p:cNvGrpSpPr/>
            <p:nvPr/>
          </p:nvGrpSpPr>
          <p:grpSpPr>
            <a:xfrm>
              <a:off x="492124" y="4312990"/>
              <a:ext cx="228030" cy="226656"/>
              <a:chOff x="664153" y="1823028"/>
              <a:chExt cx="228030" cy="226656"/>
            </a:xfrm>
          </p:grpSpPr>
          <p:sp>
            <p:nvSpPr>
              <p:cNvPr id="65" name="Oval 64">
                <a:extLst>
                  <a:ext uri="{FF2B5EF4-FFF2-40B4-BE49-F238E27FC236}">
                    <a16:creationId xmlns:a16="http://schemas.microsoft.com/office/drawing/2014/main" id="{F040FF6B-1DAB-F22B-1884-A12CAC6BFF7A}"/>
                  </a:ext>
                </a:extLst>
              </p:cNvPr>
              <p:cNvSpPr>
                <a:spLocks/>
              </p:cNvSpPr>
              <p:nvPr/>
            </p:nvSpPr>
            <p:spPr bwMode="auto">
              <a:xfrm rot="16200000">
                <a:off x="664840" y="1822341"/>
                <a:ext cx="226656" cy="228030"/>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100">
                  <a:solidFill>
                    <a:srgbClr val="FFFFFF"/>
                  </a:solidFill>
                </a:endParaRPr>
              </a:p>
            </p:txBody>
          </p:sp>
          <p:pic>
            <p:nvPicPr>
              <p:cNvPr id="66" name="Graphic 65" descr="Checkmark with solid fill">
                <a:extLst>
                  <a:ext uri="{FF2B5EF4-FFF2-40B4-BE49-F238E27FC236}">
                    <a16:creationId xmlns:a16="http://schemas.microsoft.com/office/drawing/2014/main" id="{14B805EE-295A-AE8E-CC80-E334A52EA4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5907" y="1853956"/>
                <a:ext cx="164522" cy="164522"/>
              </a:xfrm>
              <a:prstGeom prst="rect">
                <a:avLst/>
              </a:prstGeom>
            </p:spPr>
          </p:pic>
        </p:grpSp>
        <p:sp>
          <p:nvSpPr>
            <p:cNvPr id="71" name="Content Placeholder 4">
              <a:extLst>
                <a:ext uri="{FF2B5EF4-FFF2-40B4-BE49-F238E27FC236}">
                  <a16:creationId xmlns:a16="http://schemas.microsoft.com/office/drawing/2014/main" id="{C5797560-4F9C-9C3F-6D0D-35383BBE6F1F}"/>
                </a:ext>
              </a:extLst>
            </p:cNvPr>
            <p:cNvSpPr txBox="1">
              <a:spLocks/>
            </p:cNvSpPr>
            <p:nvPr/>
          </p:nvSpPr>
          <p:spPr>
            <a:xfrm>
              <a:off x="880455" y="4333985"/>
              <a:ext cx="4293330" cy="169277"/>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Bef>
                  <a:spcPts val="0"/>
                </a:spcBef>
              </a:pPr>
              <a:r>
                <a:rPr lang="en-US" sz="1100"/>
                <a:t>Microsoft 365 Copilot Business bundle offer (Basic)</a:t>
              </a:r>
            </a:p>
          </p:txBody>
        </p:sp>
      </p:grpSp>
      <p:grpSp>
        <p:nvGrpSpPr>
          <p:cNvPr id="81" name="Group 80">
            <a:extLst>
              <a:ext uri="{FF2B5EF4-FFF2-40B4-BE49-F238E27FC236}">
                <a16:creationId xmlns:a16="http://schemas.microsoft.com/office/drawing/2014/main" id="{B3B7CDA1-AF43-1048-AA54-0717921E79A1}"/>
              </a:ext>
            </a:extLst>
          </p:cNvPr>
          <p:cNvGrpSpPr/>
          <p:nvPr/>
        </p:nvGrpSpPr>
        <p:grpSpPr>
          <a:xfrm>
            <a:off x="1187846" y="5245798"/>
            <a:ext cx="4681661" cy="226656"/>
            <a:chOff x="492124" y="4749530"/>
            <a:chExt cx="4681661" cy="226656"/>
          </a:xfrm>
        </p:grpSpPr>
        <p:grpSp>
          <p:nvGrpSpPr>
            <p:cNvPr id="72" name="Group 71">
              <a:extLst>
                <a:ext uri="{FF2B5EF4-FFF2-40B4-BE49-F238E27FC236}">
                  <a16:creationId xmlns:a16="http://schemas.microsoft.com/office/drawing/2014/main" id="{6BC9FA74-B438-0D48-AF4D-2CF5C0F2096F}"/>
                </a:ext>
              </a:extLst>
            </p:cNvPr>
            <p:cNvGrpSpPr/>
            <p:nvPr/>
          </p:nvGrpSpPr>
          <p:grpSpPr>
            <a:xfrm>
              <a:off x="492124" y="4749530"/>
              <a:ext cx="228030" cy="226656"/>
              <a:chOff x="664153" y="1823028"/>
              <a:chExt cx="228030" cy="226656"/>
            </a:xfrm>
          </p:grpSpPr>
          <p:sp>
            <p:nvSpPr>
              <p:cNvPr id="73" name="Oval 72">
                <a:extLst>
                  <a:ext uri="{FF2B5EF4-FFF2-40B4-BE49-F238E27FC236}">
                    <a16:creationId xmlns:a16="http://schemas.microsoft.com/office/drawing/2014/main" id="{12C61AC9-70D1-54C2-4BF4-367A27E2519A}"/>
                  </a:ext>
                </a:extLst>
              </p:cNvPr>
              <p:cNvSpPr>
                <a:spLocks/>
              </p:cNvSpPr>
              <p:nvPr/>
            </p:nvSpPr>
            <p:spPr bwMode="auto">
              <a:xfrm rot="16200000">
                <a:off x="664840" y="1822341"/>
                <a:ext cx="226656" cy="228030"/>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100">
                  <a:solidFill>
                    <a:srgbClr val="FFFFFF"/>
                  </a:solidFill>
                </a:endParaRPr>
              </a:p>
            </p:txBody>
          </p:sp>
          <p:pic>
            <p:nvPicPr>
              <p:cNvPr id="74" name="Graphic 73" descr="Checkmark with solid fill">
                <a:extLst>
                  <a:ext uri="{FF2B5EF4-FFF2-40B4-BE49-F238E27FC236}">
                    <a16:creationId xmlns:a16="http://schemas.microsoft.com/office/drawing/2014/main" id="{6CEB04C0-5FBC-2A38-F4B1-45D0F33E7C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5907" y="1853956"/>
                <a:ext cx="164522" cy="164522"/>
              </a:xfrm>
              <a:prstGeom prst="rect">
                <a:avLst/>
              </a:prstGeom>
            </p:spPr>
          </p:pic>
        </p:grpSp>
        <p:sp>
          <p:nvSpPr>
            <p:cNvPr id="75" name="Content Placeholder 4">
              <a:extLst>
                <a:ext uri="{FF2B5EF4-FFF2-40B4-BE49-F238E27FC236}">
                  <a16:creationId xmlns:a16="http://schemas.microsoft.com/office/drawing/2014/main" id="{80E23A1D-C54D-8BD2-69EC-D20C178CBC4F}"/>
                </a:ext>
              </a:extLst>
            </p:cNvPr>
            <p:cNvSpPr txBox="1">
              <a:spLocks/>
            </p:cNvSpPr>
            <p:nvPr/>
          </p:nvSpPr>
          <p:spPr>
            <a:xfrm>
              <a:off x="880455" y="4770525"/>
              <a:ext cx="4293330" cy="169277"/>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Bef>
                  <a:spcPts val="0"/>
                </a:spcBef>
              </a:pPr>
              <a:r>
                <a:rPr lang="en-US" sz="1100"/>
                <a:t>Microsoft 365 Copilot Business bundle offer (Standard)</a:t>
              </a:r>
            </a:p>
          </p:txBody>
        </p:sp>
      </p:grpSp>
      <p:grpSp>
        <p:nvGrpSpPr>
          <p:cNvPr id="80" name="Group 79">
            <a:extLst>
              <a:ext uri="{FF2B5EF4-FFF2-40B4-BE49-F238E27FC236}">
                <a16:creationId xmlns:a16="http://schemas.microsoft.com/office/drawing/2014/main" id="{122561CF-E1F4-6909-9C7A-A279EB6E6EBA}"/>
              </a:ext>
            </a:extLst>
          </p:cNvPr>
          <p:cNvGrpSpPr/>
          <p:nvPr/>
        </p:nvGrpSpPr>
        <p:grpSpPr>
          <a:xfrm>
            <a:off x="1187846" y="5629619"/>
            <a:ext cx="4681661" cy="226656"/>
            <a:chOff x="492124" y="5228060"/>
            <a:chExt cx="4681661" cy="226656"/>
          </a:xfrm>
        </p:grpSpPr>
        <p:grpSp>
          <p:nvGrpSpPr>
            <p:cNvPr id="76" name="Group 75">
              <a:extLst>
                <a:ext uri="{FF2B5EF4-FFF2-40B4-BE49-F238E27FC236}">
                  <a16:creationId xmlns:a16="http://schemas.microsoft.com/office/drawing/2014/main" id="{BFA09846-B3E8-66D9-00E0-7C0A14B5F1DD}"/>
                </a:ext>
              </a:extLst>
            </p:cNvPr>
            <p:cNvGrpSpPr/>
            <p:nvPr/>
          </p:nvGrpSpPr>
          <p:grpSpPr>
            <a:xfrm>
              <a:off x="492124" y="5228060"/>
              <a:ext cx="228030" cy="226656"/>
              <a:chOff x="664153" y="1823028"/>
              <a:chExt cx="228030" cy="226656"/>
            </a:xfrm>
          </p:grpSpPr>
          <p:sp>
            <p:nvSpPr>
              <p:cNvPr id="77" name="Oval 76">
                <a:extLst>
                  <a:ext uri="{FF2B5EF4-FFF2-40B4-BE49-F238E27FC236}">
                    <a16:creationId xmlns:a16="http://schemas.microsoft.com/office/drawing/2014/main" id="{706571A2-F353-4A69-B27F-63BFCF9C8AAE}"/>
                  </a:ext>
                </a:extLst>
              </p:cNvPr>
              <p:cNvSpPr>
                <a:spLocks/>
              </p:cNvSpPr>
              <p:nvPr/>
            </p:nvSpPr>
            <p:spPr bwMode="auto">
              <a:xfrm rot="16200000">
                <a:off x="664840" y="1822341"/>
                <a:ext cx="226656" cy="228030"/>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1100">
                  <a:solidFill>
                    <a:srgbClr val="FFFFFF"/>
                  </a:solidFill>
                </a:endParaRPr>
              </a:p>
            </p:txBody>
          </p:sp>
          <p:pic>
            <p:nvPicPr>
              <p:cNvPr id="78" name="Graphic 77" descr="Checkmark with solid fill">
                <a:extLst>
                  <a:ext uri="{FF2B5EF4-FFF2-40B4-BE49-F238E27FC236}">
                    <a16:creationId xmlns:a16="http://schemas.microsoft.com/office/drawing/2014/main" id="{9774B71E-B3D8-2004-7A11-2088401E51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5907" y="1853956"/>
                <a:ext cx="164522" cy="164522"/>
              </a:xfrm>
              <a:prstGeom prst="rect">
                <a:avLst/>
              </a:prstGeom>
            </p:spPr>
          </p:pic>
        </p:grpSp>
        <p:sp>
          <p:nvSpPr>
            <p:cNvPr id="79" name="Content Placeholder 4">
              <a:extLst>
                <a:ext uri="{FF2B5EF4-FFF2-40B4-BE49-F238E27FC236}">
                  <a16:creationId xmlns:a16="http://schemas.microsoft.com/office/drawing/2014/main" id="{A0D78DED-F1D9-A2AA-81C3-17AFF1B462C4}"/>
                </a:ext>
              </a:extLst>
            </p:cNvPr>
            <p:cNvSpPr txBox="1">
              <a:spLocks/>
            </p:cNvSpPr>
            <p:nvPr/>
          </p:nvSpPr>
          <p:spPr>
            <a:xfrm>
              <a:off x="880455" y="5249055"/>
              <a:ext cx="4293330" cy="169277"/>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spcBef>
                  <a:spcPts val="0"/>
                </a:spcBef>
              </a:pPr>
              <a:r>
                <a:rPr lang="en-US" sz="1100"/>
                <a:t>Microsoft 365 Copilot Business bundle offer (Premium)</a:t>
              </a:r>
            </a:p>
          </p:txBody>
        </p:sp>
      </p:grpSp>
      <p:sp>
        <p:nvSpPr>
          <p:cNvPr id="3" name="Title 2">
            <a:extLst>
              <a:ext uri="{FF2B5EF4-FFF2-40B4-BE49-F238E27FC236}">
                <a16:creationId xmlns:a16="http://schemas.microsoft.com/office/drawing/2014/main" id="{206F830E-2FB3-795C-CD22-2A78C242F516}"/>
              </a:ext>
            </a:extLst>
          </p:cNvPr>
          <p:cNvSpPr txBox="1">
            <a:spLocks/>
          </p:cNvSpPr>
          <p:nvPr/>
        </p:nvSpPr>
        <p:spPr>
          <a:xfrm>
            <a:off x="472702" y="516142"/>
            <a:ext cx="5457765" cy="492443"/>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r>
              <a:rPr lang="en-US" sz="3200">
                <a:solidFill>
                  <a:schemeClr val="tx1"/>
                </a:solidFill>
                <a:latin typeface="+mj-lt"/>
                <a:ea typeface="+mj-ea"/>
                <a:cs typeface="+mj-cs"/>
              </a:rPr>
              <a:t> Speaking SMB’s Language</a:t>
            </a:r>
          </a:p>
        </p:txBody>
      </p:sp>
      <p:sp>
        <p:nvSpPr>
          <p:cNvPr id="7" name="Text Placeholder 13">
            <a:extLst>
              <a:ext uri="{FF2B5EF4-FFF2-40B4-BE49-F238E27FC236}">
                <a16:creationId xmlns:a16="http://schemas.microsoft.com/office/drawing/2014/main" id="{EC448F2D-E845-5A69-78C4-39E25B40F950}"/>
              </a:ext>
            </a:extLst>
          </p:cNvPr>
          <p:cNvSpPr txBox="1">
            <a:spLocks/>
          </p:cNvSpPr>
          <p:nvPr/>
        </p:nvSpPr>
        <p:spPr>
          <a:xfrm>
            <a:off x="597408"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tx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solidFill>
                  <a:schemeClr val="accent2"/>
                </a:solidFill>
                <a:latin typeface="Segoe UI Semibold" panose="020B0702040204020203" pitchFamily="34" charset="0"/>
                <a:cs typeface="Segoe UI Semibold" panose="020B0702040204020203" pitchFamily="34" charset="0"/>
              </a:rPr>
              <a:t>Messaging &amp; positioning</a:t>
            </a:r>
          </a:p>
        </p:txBody>
      </p:sp>
    </p:spTree>
    <p:extLst>
      <p:ext uri="{BB962C8B-B14F-4D97-AF65-F5344CB8AC3E}">
        <p14:creationId xmlns:p14="http://schemas.microsoft.com/office/powerpoint/2010/main" val="130546708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FA264-A364-5D17-36CB-C904A94E3586}"/>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9DC5D171-0A60-E6CF-6024-6FED447FCDF9}"/>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11" name="Rectangle: Single Corner Rounded 10">
              <a:extLst>
                <a:ext uri="{FF2B5EF4-FFF2-40B4-BE49-F238E27FC236}">
                  <a16:creationId xmlns:a16="http://schemas.microsoft.com/office/drawing/2014/main" id="{837749D8-108B-E09F-0649-B8869E7C29FD}"/>
                </a:ext>
                <a:ext uri="{C183D7F6-B498-43B3-948B-1728B52AA6E4}">
                  <adec:decorative xmlns:adec="http://schemas.microsoft.com/office/drawing/2017/decorative" val="1"/>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C8FEA97-C894-40D9-C437-39B2FF4366AD}"/>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Isosceles Triangle 12">
              <a:hlinkClick r:id="" action="ppaction://hlinkshowjump?jump=previousslide"/>
              <a:extLst>
                <a:ext uri="{FF2B5EF4-FFF2-40B4-BE49-F238E27FC236}">
                  <a16:creationId xmlns:a16="http://schemas.microsoft.com/office/drawing/2014/main" id="{754558D1-F6EC-3874-7871-46661B8696E4}"/>
                </a:ext>
                <a:ext uri="{C183D7F6-B498-43B3-948B-1728B52AA6E4}">
                  <adec:decorative xmlns:adec="http://schemas.microsoft.com/office/drawing/2017/decorative" val="1"/>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15D9EB05-DD6A-3816-6258-676CCBDE013F}"/>
                </a:ext>
                <a:ext uri="{C183D7F6-B498-43B3-948B-1728B52AA6E4}">
                  <adec:decorative xmlns:adec="http://schemas.microsoft.com/office/drawing/2017/decorative" val="1"/>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8" name="Graphic 17">
              <a:hlinkClick r:id="rId3" action="ppaction://hlinksldjump"/>
              <a:extLst>
                <a:ext uri="{FF2B5EF4-FFF2-40B4-BE49-F238E27FC236}">
                  <a16:creationId xmlns:a16="http://schemas.microsoft.com/office/drawing/2014/main" id="{327D1EFB-E55C-D91F-3BC5-610BC9692E6C}"/>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
        <p:nvSpPr>
          <p:cNvPr id="31" name="Title 3">
            <a:extLst>
              <a:ext uri="{FF2B5EF4-FFF2-40B4-BE49-F238E27FC236}">
                <a16:creationId xmlns:a16="http://schemas.microsoft.com/office/drawing/2014/main" id="{4A11C3B2-6D2E-3977-8927-A49C3DCBDF6B}"/>
              </a:ext>
            </a:extLst>
          </p:cNvPr>
          <p:cNvSpPr>
            <a:spLocks noGrp="1"/>
          </p:cNvSpPr>
          <p:nvPr>
            <p:ph type="title"/>
          </p:nvPr>
        </p:nvSpPr>
        <p:spPr>
          <a:xfrm>
            <a:off x="576072" y="512064"/>
            <a:ext cx="11018520" cy="492443"/>
          </a:xfrm>
        </p:spPr>
        <p:txBody>
          <a:bodyPr vert="horz">
            <a:spAutoFit/>
          </a:bodyPr>
          <a:lstStyle/>
          <a:p>
            <a:pPr defTabSz="914400">
              <a:spcBef>
                <a:spcPts val="0"/>
              </a:spcBef>
              <a:defRPr/>
            </a:pPr>
            <a:r>
              <a:rPr lang="en-US" sz="3200">
                <a:solidFill>
                  <a:srgbClr val="091F2C"/>
                </a:solidFill>
                <a:latin typeface="Segoe Sans Display Semibold"/>
              </a:rPr>
              <a:t>How to position Microsoft 365 Copilot Business</a:t>
            </a:r>
          </a:p>
        </p:txBody>
      </p:sp>
      <p:sp>
        <p:nvSpPr>
          <p:cNvPr id="6" name="Text Placeholder 2">
            <a:extLst>
              <a:ext uri="{FF2B5EF4-FFF2-40B4-BE49-F238E27FC236}">
                <a16:creationId xmlns:a16="http://schemas.microsoft.com/office/drawing/2014/main" id="{F67363A2-08D9-CE4B-D705-2F27D1581F0E}"/>
              </a:ext>
            </a:extLst>
          </p:cNvPr>
          <p:cNvSpPr txBox="1">
            <a:spLocks/>
          </p:cNvSpPr>
          <p:nvPr/>
        </p:nvSpPr>
        <p:spPr>
          <a:xfrm>
            <a:off x="576072"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a:solidFill>
                  <a:schemeClr val="accent2"/>
                </a:solidFill>
                <a:latin typeface="Segoe UI Semibold" panose="020B0702040204020203" pitchFamily="34" charset="0"/>
                <a:cs typeface="Segoe UI Semibold" panose="020B0702040204020203" pitchFamily="34" charset="0"/>
              </a:rPr>
              <a:t>MESSAGING &amp; POSITIONING</a:t>
            </a:r>
          </a:p>
        </p:txBody>
      </p:sp>
      <p:sp>
        <p:nvSpPr>
          <p:cNvPr id="2" name="Rectangle: Rounded Corners 1">
            <a:extLst>
              <a:ext uri="{FF2B5EF4-FFF2-40B4-BE49-F238E27FC236}">
                <a16:creationId xmlns:a16="http://schemas.microsoft.com/office/drawing/2014/main" id="{DA9070D2-1AFB-F09F-8FBA-339EF55D5437}"/>
              </a:ext>
              <a:ext uri="{C183D7F6-B498-43B3-948B-1728B52AA6E4}">
                <adec:decorative xmlns:adec="http://schemas.microsoft.com/office/drawing/2017/decorative" val="1"/>
              </a:ext>
            </a:extLst>
          </p:cNvPr>
          <p:cNvSpPr>
            <a:spLocks/>
          </p:cNvSpPr>
          <p:nvPr/>
        </p:nvSpPr>
        <p:spPr>
          <a:xfrm>
            <a:off x="588963" y="1572980"/>
            <a:ext cx="11017250" cy="4605513"/>
          </a:xfrm>
          <a:prstGeom prst="roundRect">
            <a:avLst>
              <a:gd name="adj" fmla="val 2436"/>
            </a:avLst>
          </a:prstGeom>
          <a:solidFill>
            <a:schemeClr val="bg1">
              <a:alpha val="60000"/>
            </a:schemeClr>
          </a:solidFill>
          <a:ln w="6350">
            <a:gradFill flip="none" rotWithShape="1">
              <a:gsLst>
                <a:gs pos="0">
                  <a:schemeClr val="accent2"/>
                </a:gs>
                <a:gs pos="100000">
                  <a:schemeClr val="accent6"/>
                </a:gs>
              </a:gsLst>
              <a:lin ang="0" scaled="1"/>
              <a:tileRect/>
            </a:gradFill>
            <a:headEnd type="none" w="med" len="med"/>
            <a:tailEnd type="none" w="med" len="med"/>
          </a:ln>
          <a:effectLst>
            <a:outerShdw blurRad="2540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b="1">
              <a:solidFill>
                <a:srgbClr val="FFFFFF"/>
              </a:solidFill>
              <a:latin typeface="Segoe UI Variable Display Semibold" pitchFamily="2" charset="0"/>
              <a:cs typeface="Segoe UI" pitchFamily="34" charset="0"/>
            </a:endParaRPr>
          </a:p>
        </p:txBody>
      </p:sp>
      <p:sp>
        <p:nvSpPr>
          <p:cNvPr id="8" name="Rectangle: Rounded Corners 7">
            <a:extLst>
              <a:ext uri="{FF2B5EF4-FFF2-40B4-BE49-F238E27FC236}">
                <a16:creationId xmlns:a16="http://schemas.microsoft.com/office/drawing/2014/main" id="{F3A605C7-F08F-74C7-CF12-57D39825481B}"/>
              </a:ext>
              <a:ext uri="{C183D7F6-B498-43B3-948B-1728B52AA6E4}">
                <adec:decorative xmlns:adec="http://schemas.microsoft.com/office/drawing/2017/decorative" val="1"/>
              </a:ext>
            </a:extLst>
          </p:cNvPr>
          <p:cNvSpPr>
            <a:spLocks/>
          </p:cNvSpPr>
          <p:nvPr/>
        </p:nvSpPr>
        <p:spPr>
          <a:xfrm>
            <a:off x="741679" y="1707918"/>
            <a:ext cx="3457831" cy="4317042"/>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0" name="Rectangle: Rounded Corners 19">
            <a:extLst>
              <a:ext uri="{FF2B5EF4-FFF2-40B4-BE49-F238E27FC236}">
                <a16:creationId xmlns:a16="http://schemas.microsoft.com/office/drawing/2014/main" id="{D025410B-A708-A630-6453-FCD654FDB217}"/>
              </a:ext>
              <a:ext uri="{C183D7F6-B498-43B3-948B-1728B52AA6E4}">
                <adec:decorative xmlns:adec="http://schemas.microsoft.com/office/drawing/2017/decorative" val="1"/>
              </a:ext>
            </a:extLst>
          </p:cNvPr>
          <p:cNvSpPr>
            <a:spLocks/>
          </p:cNvSpPr>
          <p:nvPr/>
        </p:nvSpPr>
        <p:spPr>
          <a:xfrm>
            <a:off x="4368674" y="1707918"/>
            <a:ext cx="3457831" cy="4317042"/>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1" name="Rectangle: Rounded Corners 20">
            <a:extLst>
              <a:ext uri="{FF2B5EF4-FFF2-40B4-BE49-F238E27FC236}">
                <a16:creationId xmlns:a16="http://schemas.microsoft.com/office/drawing/2014/main" id="{B1A680D3-28FF-E0D1-7F2F-4EE53A43FA78}"/>
              </a:ext>
              <a:ext uri="{C183D7F6-B498-43B3-948B-1728B52AA6E4}">
                <adec:decorative xmlns:adec="http://schemas.microsoft.com/office/drawing/2017/decorative" val="1"/>
              </a:ext>
            </a:extLst>
          </p:cNvPr>
          <p:cNvSpPr>
            <a:spLocks/>
          </p:cNvSpPr>
          <p:nvPr/>
        </p:nvSpPr>
        <p:spPr>
          <a:xfrm>
            <a:off x="7995669" y="1707918"/>
            <a:ext cx="3457831" cy="4317042"/>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grpSp>
        <p:nvGrpSpPr>
          <p:cNvPr id="22" name="Group 21">
            <a:extLst>
              <a:ext uri="{FF2B5EF4-FFF2-40B4-BE49-F238E27FC236}">
                <a16:creationId xmlns:a16="http://schemas.microsoft.com/office/drawing/2014/main" id="{CF88831E-0E26-CB94-B2EC-993C580745FF}"/>
              </a:ext>
              <a:ext uri="{C183D7F6-B498-43B3-948B-1728B52AA6E4}">
                <adec:decorative xmlns:adec="http://schemas.microsoft.com/office/drawing/2017/decorative" val="1"/>
              </a:ext>
            </a:extLst>
          </p:cNvPr>
          <p:cNvGrpSpPr/>
          <p:nvPr/>
        </p:nvGrpSpPr>
        <p:grpSpPr>
          <a:xfrm>
            <a:off x="8191500" y="1861425"/>
            <a:ext cx="438785" cy="438784"/>
            <a:chOff x="1994519" y="2898417"/>
            <a:chExt cx="711044" cy="711042"/>
          </a:xfrm>
        </p:grpSpPr>
        <p:sp>
          <p:nvSpPr>
            <p:cNvPr id="23" name="Oval 22">
              <a:extLst>
                <a:ext uri="{FF2B5EF4-FFF2-40B4-BE49-F238E27FC236}">
                  <a16:creationId xmlns:a16="http://schemas.microsoft.com/office/drawing/2014/main" id="{D787A76E-BEAD-9914-DA0C-837AEFC1CECF}"/>
                </a:ext>
                <a:ext uri="{C183D7F6-B498-43B3-948B-1728B52AA6E4}">
                  <adec:decorative xmlns:adec="http://schemas.microsoft.com/office/drawing/2017/decorative" val="1"/>
                </a:ext>
              </a:extLst>
            </p:cNvPr>
            <p:cNvSpPr/>
            <p:nvPr/>
          </p:nvSpPr>
          <p:spPr bwMode="auto">
            <a:xfrm>
              <a:off x="1994519" y="2898417"/>
              <a:ext cx="711044" cy="711042"/>
            </a:xfrm>
            <a:prstGeom prst="ellipse">
              <a:avLst/>
            </a:prstGeom>
            <a:solidFill>
              <a:schemeClr val="bg1"/>
            </a:solidFill>
            <a:ln w="38100">
              <a:gradFill flip="none" rotWithShape="1">
                <a:gsLst>
                  <a:gs pos="20000">
                    <a:schemeClr val="accent2">
                      <a:lumMod val="20000"/>
                      <a:lumOff val="80000"/>
                    </a:schemeClr>
                  </a:gs>
                  <a:gs pos="100000">
                    <a:schemeClr val="accent6">
                      <a:lumMod val="20000"/>
                      <a:lumOff val="80000"/>
                    </a:schemeClr>
                  </a:gs>
                </a:gsLst>
                <a:path path="circle">
                  <a:fillToRect r="100000" b="100000"/>
                </a:path>
                <a:tileRect l="-100000" t="-100000"/>
              </a:gradFill>
              <a:headEnd type="none" w="med" len="med"/>
              <a:tailEnd type="none" w="med" len="med"/>
            </a:ln>
            <a:effectLst>
              <a:outerShdw blurRad="635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a:solidFill>
                  <a:srgbClr val="0078D4"/>
                </a:solidFill>
                <a:latin typeface="Segoe UI"/>
                <a:cs typeface="Segoe UI" pitchFamily="34" charset="0"/>
              </a:endParaRPr>
            </a:p>
          </p:txBody>
        </p:sp>
        <p:sp>
          <p:nvSpPr>
            <p:cNvPr id="26" name="Freeform: Shape 25">
              <a:extLst>
                <a:ext uri="{FF2B5EF4-FFF2-40B4-BE49-F238E27FC236}">
                  <a16:creationId xmlns:a16="http://schemas.microsoft.com/office/drawing/2014/main" id="{5438612B-839F-BD81-B963-CE9860AF4BE7}"/>
                </a:ext>
                <a:ext uri="{C183D7F6-B498-43B3-948B-1728B52AA6E4}">
                  <adec:decorative xmlns:adec="http://schemas.microsoft.com/office/drawing/2017/decorative" val="1"/>
                </a:ext>
              </a:extLst>
            </p:cNvPr>
            <p:cNvSpPr/>
            <p:nvPr/>
          </p:nvSpPr>
          <p:spPr>
            <a:xfrm>
              <a:off x="2186205" y="3097927"/>
              <a:ext cx="327672" cy="312024"/>
            </a:xfrm>
            <a:custGeom>
              <a:avLst/>
              <a:gdLst>
                <a:gd name="connsiteX0" fmla="*/ 104944 w 262032"/>
                <a:gd name="connsiteY0" fmla="*/ 192399 h 249517"/>
                <a:gd name="connsiteX1" fmla="*/ 122568 w 262032"/>
                <a:gd name="connsiteY1" fmla="*/ 192399 h 249517"/>
                <a:gd name="connsiteX2" fmla="*/ 122644 w 262032"/>
                <a:gd name="connsiteY2" fmla="*/ 209837 h 249517"/>
                <a:gd name="connsiteX3" fmla="*/ 122568 w 262032"/>
                <a:gd name="connsiteY3" fmla="*/ 209913 h 249517"/>
                <a:gd name="connsiteX4" fmla="*/ 109104 w 262032"/>
                <a:gd name="connsiteY4" fmla="*/ 223294 h 249517"/>
                <a:gd name="connsiteX5" fmla="*/ 91480 w 262032"/>
                <a:gd name="connsiteY5" fmla="*/ 223294 h 249517"/>
                <a:gd name="connsiteX6" fmla="*/ 89103 w 262032"/>
                <a:gd name="connsiteY6" fmla="*/ 209084 h 249517"/>
                <a:gd name="connsiteX7" fmla="*/ 89117 w 262032"/>
                <a:gd name="connsiteY7" fmla="*/ 209056 h 249517"/>
                <a:gd name="connsiteX8" fmla="*/ 91480 w 262032"/>
                <a:gd name="connsiteY8" fmla="*/ 205780 h 249517"/>
                <a:gd name="connsiteX9" fmla="*/ 93208 w 262032"/>
                <a:gd name="connsiteY9" fmla="*/ 163579 h 249517"/>
                <a:gd name="connsiteX10" fmla="*/ 95233 w 262032"/>
                <a:gd name="connsiteY10" fmla="*/ 165231 h 249517"/>
                <a:gd name="connsiteX11" fmla="*/ 95143 w 262032"/>
                <a:gd name="connsiteY11" fmla="*/ 182668 h 249517"/>
                <a:gd name="connsiteX12" fmla="*/ 81680 w 262032"/>
                <a:gd name="connsiteY12" fmla="*/ 196035 h 249517"/>
                <a:gd name="connsiteX13" fmla="*/ 64056 w 262032"/>
                <a:gd name="connsiteY13" fmla="*/ 196035 h 249517"/>
                <a:gd name="connsiteX14" fmla="*/ 63876 w 262032"/>
                <a:gd name="connsiteY14" fmla="*/ 178701 h 249517"/>
                <a:gd name="connsiteX15" fmla="*/ 64056 w 262032"/>
                <a:gd name="connsiteY15" fmla="*/ 178521 h 249517"/>
                <a:gd name="connsiteX16" fmla="*/ 77519 w 262032"/>
                <a:gd name="connsiteY16" fmla="*/ 165155 h 249517"/>
                <a:gd name="connsiteX17" fmla="*/ 77699 w 262032"/>
                <a:gd name="connsiteY17" fmla="*/ 164961 h 249517"/>
                <a:gd name="connsiteX18" fmla="*/ 93208 w 262032"/>
                <a:gd name="connsiteY18" fmla="*/ 163579 h 249517"/>
                <a:gd name="connsiteX19" fmla="*/ 50095 w 262032"/>
                <a:gd name="connsiteY19" fmla="*/ 137896 h 249517"/>
                <a:gd name="connsiteX20" fmla="*/ 67719 w 262032"/>
                <a:gd name="connsiteY20" fmla="*/ 137896 h 249517"/>
                <a:gd name="connsiteX21" fmla="*/ 67885 w 262032"/>
                <a:gd name="connsiteY21" fmla="*/ 155230 h 249517"/>
                <a:gd name="connsiteX22" fmla="*/ 67705 w 262032"/>
                <a:gd name="connsiteY22" fmla="*/ 155409 h 249517"/>
                <a:gd name="connsiteX23" fmla="*/ 54241 w 262032"/>
                <a:gd name="connsiteY23" fmla="*/ 168790 h 249517"/>
                <a:gd name="connsiteX24" fmla="*/ 54062 w 262032"/>
                <a:gd name="connsiteY24" fmla="*/ 168956 h 249517"/>
                <a:gd name="connsiteX25" fmla="*/ 36631 w 262032"/>
                <a:gd name="connsiteY25" fmla="*/ 168790 h 249517"/>
                <a:gd name="connsiteX26" fmla="*/ 36555 w 262032"/>
                <a:gd name="connsiteY26" fmla="*/ 151352 h 249517"/>
                <a:gd name="connsiteX27" fmla="*/ 36631 w 262032"/>
                <a:gd name="connsiteY27" fmla="*/ 151276 h 249517"/>
                <a:gd name="connsiteX28" fmla="*/ 17127 w 262032"/>
                <a:gd name="connsiteY28" fmla="*/ 116139 h 249517"/>
                <a:gd name="connsiteX29" fmla="*/ 34737 w 262032"/>
                <a:gd name="connsiteY29" fmla="*/ 116139 h 249517"/>
                <a:gd name="connsiteX30" fmla="*/ 34814 w 262032"/>
                <a:gd name="connsiteY30" fmla="*/ 133576 h 249517"/>
                <a:gd name="connsiteX31" fmla="*/ 34737 w 262032"/>
                <a:gd name="connsiteY31" fmla="*/ 133652 h 249517"/>
                <a:gd name="connsiteX32" fmla="*/ 21288 w 262032"/>
                <a:gd name="connsiteY32" fmla="*/ 147033 h 249517"/>
                <a:gd name="connsiteX33" fmla="*/ 3650 w 262032"/>
                <a:gd name="connsiteY33" fmla="*/ 147033 h 249517"/>
                <a:gd name="connsiteX34" fmla="*/ 3573 w 262032"/>
                <a:gd name="connsiteY34" fmla="*/ 129595 h 249517"/>
                <a:gd name="connsiteX35" fmla="*/ 3650 w 262032"/>
                <a:gd name="connsiteY35" fmla="*/ 129519 h 249517"/>
                <a:gd name="connsiteX36" fmla="*/ 103243 w 262032"/>
                <a:gd name="connsiteY36" fmla="*/ 1049 h 249517"/>
                <a:gd name="connsiteX37" fmla="*/ 69004 w 262032"/>
                <a:gd name="connsiteY37" fmla="*/ 27009 h 249517"/>
                <a:gd name="connsiteX38" fmla="*/ 62424 w 262032"/>
                <a:gd name="connsiteY38" fmla="*/ 74488 h 249517"/>
                <a:gd name="connsiteX39" fmla="*/ 62562 w 262032"/>
                <a:gd name="connsiteY39" fmla="*/ 74670 h 249517"/>
                <a:gd name="connsiteX40" fmla="*/ 110307 w 262032"/>
                <a:gd name="connsiteY40" fmla="*/ 81125 h 249517"/>
                <a:gd name="connsiteX41" fmla="*/ 133584 w 262032"/>
                <a:gd name="connsiteY41" fmla="*/ 63501 h 249517"/>
                <a:gd name="connsiteX42" fmla="*/ 191433 w 262032"/>
                <a:gd name="connsiteY42" fmla="*/ 63501 h 249517"/>
                <a:gd name="connsiteX43" fmla="*/ 239910 w 262032"/>
                <a:gd name="connsiteY43" fmla="*/ 111328 h 249517"/>
                <a:gd name="connsiteX44" fmla="*/ 240408 w 262032"/>
                <a:gd name="connsiteY44" fmla="*/ 111881 h 249517"/>
                <a:gd name="connsiteX45" fmla="*/ 256304 w 262032"/>
                <a:gd name="connsiteY45" fmla="*/ 127777 h 249517"/>
                <a:gd name="connsiteX46" fmla="*/ 256109 w 262032"/>
                <a:gd name="connsiteY46" fmla="*/ 155907 h 249517"/>
                <a:gd name="connsiteX47" fmla="*/ 229543 w 262032"/>
                <a:gd name="connsiteY47" fmla="*/ 157137 h 249517"/>
                <a:gd name="connsiteX48" fmla="*/ 228216 w 262032"/>
                <a:gd name="connsiteY48" fmla="*/ 155810 h 249517"/>
                <a:gd name="connsiteX49" fmla="*/ 227386 w 262032"/>
                <a:gd name="connsiteY49" fmla="*/ 155091 h 249517"/>
                <a:gd name="connsiteX50" fmla="*/ 212278 w 262032"/>
                <a:gd name="connsiteY50" fmla="*/ 139997 h 249517"/>
                <a:gd name="connsiteX51" fmla="*/ 202505 w 262032"/>
                <a:gd name="connsiteY51" fmla="*/ 139827 h 249517"/>
                <a:gd name="connsiteX52" fmla="*/ 202335 w 262032"/>
                <a:gd name="connsiteY52" fmla="*/ 149599 h 249517"/>
                <a:gd name="connsiteX53" fmla="*/ 202505 w 262032"/>
                <a:gd name="connsiteY53" fmla="*/ 149769 h 249517"/>
                <a:gd name="connsiteX54" fmla="*/ 218402 w 262032"/>
                <a:gd name="connsiteY54" fmla="*/ 165666 h 249517"/>
                <a:gd name="connsiteX55" fmla="*/ 220171 w 262032"/>
                <a:gd name="connsiteY55" fmla="*/ 167311 h 249517"/>
                <a:gd name="connsiteX56" fmla="*/ 220779 w 262032"/>
                <a:gd name="connsiteY56" fmla="*/ 167919 h 249517"/>
                <a:gd name="connsiteX57" fmla="*/ 219871 w 262032"/>
                <a:gd name="connsiteY57" fmla="*/ 187838 h 249517"/>
                <a:gd name="connsiteX58" fmla="*/ 200860 w 262032"/>
                <a:gd name="connsiteY58" fmla="*/ 187838 h 249517"/>
                <a:gd name="connsiteX59" fmla="*/ 198510 w 262032"/>
                <a:gd name="connsiteY59" fmla="*/ 185502 h 249517"/>
                <a:gd name="connsiteX60" fmla="*/ 188736 w 262032"/>
                <a:gd name="connsiteY60" fmla="*/ 185514 h 249517"/>
                <a:gd name="connsiteX61" fmla="*/ 186720 w 262032"/>
                <a:gd name="connsiteY61" fmla="*/ 190519 h 249517"/>
                <a:gd name="connsiteX62" fmla="*/ 188751 w 262032"/>
                <a:gd name="connsiteY62" fmla="*/ 195565 h 249517"/>
                <a:gd name="connsiteX63" fmla="*/ 191834 w 262032"/>
                <a:gd name="connsiteY63" fmla="*/ 198647 h 249517"/>
                <a:gd name="connsiteX64" fmla="*/ 192388 w 262032"/>
                <a:gd name="connsiteY64" fmla="*/ 217073 h 249517"/>
                <a:gd name="connsiteX65" fmla="*/ 173962 w 262032"/>
                <a:gd name="connsiteY65" fmla="*/ 217627 h 249517"/>
                <a:gd name="connsiteX66" fmla="*/ 173408 w 262032"/>
                <a:gd name="connsiteY66" fmla="*/ 217073 h 249517"/>
                <a:gd name="connsiteX67" fmla="*/ 173380 w 262032"/>
                <a:gd name="connsiteY67" fmla="*/ 217073 h 249517"/>
                <a:gd name="connsiteX68" fmla="*/ 173228 w 262032"/>
                <a:gd name="connsiteY68" fmla="*/ 216893 h 249517"/>
                <a:gd name="connsiteX69" fmla="*/ 170326 w 262032"/>
                <a:gd name="connsiteY69" fmla="*/ 213991 h 249517"/>
                <a:gd name="connsiteX70" fmla="*/ 160553 w 262032"/>
                <a:gd name="connsiteY70" fmla="*/ 213821 h 249517"/>
                <a:gd name="connsiteX71" fmla="*/ 160383 w 262032"/>
                <a:gd name="connsiteY71" fmla="*/ 223593 h 249517"/>
                <a:gd name="connsiteX72" fmla="*/ 160553 w 262032"/>
                <a:gd name="connsiteY72" fmla="*/ 223763 h 249517"/>
                <a:gd name="connsiteX73" fmla="*/ 163566 w 262032"/>
                <a:gd name="connsiteY73" fmla="*/ 226791 h 249517"/>
                <a:gd name="connsiteX74" fmla="*/ 163684 w 262032"/>
                <a:gd name="connsiteY74" fmla="*/ 245569 h 249517"/>
                <a:gd name="connsiteX75" fmla="*/ 144905 w 262032"/>
                <a:gd name="connsiteY75" fmla="*/ 245686 h 249517"/>
                <a:gd name="connsiteX76" fmla="*/ 125125 w 262032"/>
                <a:gd name="connsiteY76" fmla="*/ 226887 h 249517"/>
                <a:gd name="connsiteX77" fmla="*/ 132368 w 262032"/>
                <a:gd name="connsiteY77" fmla="*/ 219672 h 249517"/>
                <a:gd name="connsiteX78" fmla="*/ 132528 w 262032"/>
                <a:gd name="connsiteY78" fmla="*/ 182842 h 249517"/>
                <a:gd name="connsiteX79" fmla="*/ 132368 w 262032"/>
                <a:gd name="connsiteY79" fmla="*/ 182682 h 249517"/>
                <a:gd name="connsiteX80" fmla="*/ 112629 w 262032"/>
                <a:gd name="connsiteY80" fmla="*/ 175038 h 249517"/>
                <a:gd name="connsiteX81" fmla="*/ 104943 w 262032"/>
                <a:gd name="connsiteY81" fmla="*/ 155409 h 249517"/>
                <a:gd name="connsiteX82" fmla="*/ 85204 w 262032"/>
                <a:gd name="connsiteY82" fmla="*/ 147779 h 249517"/>
                <a:gd name="connsiteX83" fmla="*/ 77519 w 262032"/>
                <a:gd name="connsiteY83" fmla="*/ 128164 h 249517"/>
                <a:gd name="connsiteX84" fmla="*/ 52029 w 262032"/>
                <a:gd name="connsiteY84" fmla="*/ 121391 h 249517"/>
                <a:gd name="connsiteX85" fmla="*/ 44551 w 262032"/>
                <a:gd name="connsiteY85" fmla="*/ 106407 h 249517"/>
                <a:gd name="connsiteX86" fmla="*/ 9801 w 262032"/>
                <a:gd name="connsiteY86" fmla="*/ 104223 h 249517"/>
                <a:gd name="connsiteX87" fmla="*/ 32581 w 262032"/>
                <a:gd name="connsiteY87" fmla="*/ 25239 h 249517"/>
                <a:gd name="connsiteX88" fmla="*/ 32581 w 262032"/>
                <a:gd name="connsiteY88" fmla="*/ 25225 h 249517"/>
                <a:gd name="connsiteX89" fmla="*/ 103243 w 262032"/>
                <a:gd name="connsiteY89" fmla="*/ 1049 h 249517"/>
                <a:gd name="connsiteX90" fmla="*/ 174058 w 262032"/>
                <a:gd name="connsiteY90" fmla="*/ 96 h 249517"/>
                <a:gd name="connsiteX91" fmla="*/ 181592 w 262032"/>
                <a:gd name="connsiteY91" fmla="*/ 96 h 249517"/>
                <a:gd name="connsiteX92" fmla="*/ 182117 w 262032"/>
                <a:gd name="connsiteY92" fmla="*/ 96 h 249517"/>
                <a:gd name="connsiteX93" fmla="*/ 204869 w 262032"/>
                <a:gd name="connsiteY93" fmla="*/ 5196 h 249517"/>
                <a:gd name="connsiteX94" fmla="*/ 237215 w 262032"/>
                <a:gd name="connsiteY94" fmla="*/ 30382 h 249517"/>
                <a:gd name="connsiteX95" fmla="*/ 248328 w 262032"/>
                <a:gd name="connsiteY95" fmla="*/ 90483 h 249517"/>
                <a:gd name="connsiteX96" fmla="*/ 202976 w 262032"/>
                <a:gd name="connsiteY96" fmla="*/ 45739 h 249517"/>
                <a:gd name="connsiteX97" fmla="*/ 195691 w 262032"/>
                <a:gd name="connsiteY97" fmla="*/ 42753 h 249517"/>
                <a:gd name="connsiteX98" fmla="*/ 130101 w 262032"/>
                <a:gd name="connsiteY98" fmla="*/ 42753 h 249517"/>
                <a:gd name="connsiteX99" fmla="*/ 123840 w 262032"/>
                <a:gd name="connsiteY99" fmla="*/ 44854 h 249517"/>
                <a:gd name="connsiteX100" fmla="*/ 97797 w 262032"/>
                <a:gd name="connsiteY100" fmla="*/ 64593 h 249517"/>
                <a:gd name="connsiteX101" fmla="*/ 79043 w 262032"/>
                <a:gd name="connsiteY101" fmla="*/ 62072 h 249517"/>
                <a:gd name="connsiteX102" fmla="*/ 79026 w 262032"/>
                <a:gd name="connsiteY102" fmla="*/ 62050 h 249517"/>
                <a:gd name="connsiteX103" fmla="*/ 81437 w 262032"/>
                <a:gd name="connsiteY103" fmla="*/ 43596 h 249517"/>
                <a:gd name="connsiteX104" fmla="*/ 81528 w 262032"/>
                <a:gd name="connsiteY104" fmla="*/ 43527 h 249517"/>
                <a:gd name="connsiteX105" fmla="*/ 136128 w 262032"/>
                <a:gd name="connsiteY105" fmla="*/ 2155 h 249517"/>
                <a:gd name="connsiteX106" fmla="*/ 138160 w 262032"/>
                <a:gd name="connsiteY106" fmla="*/ 109 h 249517"/>
                <a:gd name="connsiteX107" fmla="*/ 173574 w 262032"/>
                <a:gd name="connsiteY107" fmla="*/ 109 h 249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Lst>
              <a:rect l="l" t="t" r="r" b="b"/>
              <a:pathLst>
                <a:path w="262032" h="249517">
                  <a:moveTo>
                    <a:pt x="104944" y="192399"/>
                  </a:moveTo>
                  <a:cubicBezTo>
                    <a:pt x="109825" y="187566"/>
                    <a:pt x="117687" y="187566"/>
                    <a:pt x="122568" y="192399"/>
                  </a:cubicBezTo>
                  <a:cubicBezTo>
                    <a:pt x="127405" y="197193"/>
                    <a:pt x="127439" y="205000"/>
                    <a:pt x="122644" y="209837"/>
                  </a:cubicBezTo>
                  <a:cubicBezTo>
                    <a:pt x="122619" y="209862"/>
                    <a:pt x="122594" y="209888"/>
                    <a:pt x="122568" y="209913"/>
                  </a:cubicBezTo>
                  <a:lnTo>
                    <a:pt x="109104" y="223294"/>
                  </a:lnTo>
                  <a:cubicBezTo>
                    <a:pt x="104236" y="228156"/>
                    <a:pt x="96348" y="228156"/>
                    <a:pt x="91480" y="223294"/>
                  </a:cubicBezTo>
                  <a:cubicBezTo>
                    <a:pt x="87715" y="219561"/>
                    <a:pt x="86758" y="213839"/>
                    <a:pt x="89103" y="209084"/>
                  </a:cubicBezTo>
                  <a:lnTo>
                    <a:pt x="89117" y="209056"/>
                  </a:lnTo>
                  <a:cubicBezTo>
                    <a:pt x="89719" y="207842"/>
                    <a:pt x="90518" y="206735"/>
                    <a:pt x="91480" y="205780"/>
                  </a:cubicBezTo>
                  <a:close/>
                  <a:moveTo>
                    <a:pt x="93208" y="163579"/>
                  </a:moveTo>
                  <a:cubicBezTo>
                    <a:pt x="93940" y="164056"/>
                    <a:pt x="94619" y="164610"/>
                    <a:pt x="95233" y="165231"/>
                  </a:cubicBezTo>
                  <a:cubicBezTo>
                    <a:pt x="100024" y="170071"/>
                    <a:pt x="99983" y="177879"/>
                    <a:pt x="95143" y="182668"/>
                  </a:cubicBezTo>
                  <a:lnTo>
                    <a:pt x="81680" y="196035"/>
                  </a:lnTo>
                  <a:cubicBezTo>
                    <a:pt x="76800" y="200873"/>
                    <a:pt x="68921" y="200873"/>
                    <a:pt x="64056" y="196035"/>
                  </a:cubicBezTo>
                  <a:cubicBezTo>
                    <a:pt x="59259" y="191281"/>
                    <a:pt x="59179" y="183553"/>
                    <a:pt x="63876" y="178701"/>
                  </a:cubicBezTo>
                  <a:lnTo>
                    <a:pt x="64056" y="178521"/>
                  </a:lnTo>
                  <a:lnTo>
                    <a:pt x="77519" y="165155"/>
                  </a:lnTo>
                  <a:lnTo>
                    <a:pt x="77699" y="164961"/>
                  </a:lnTo>
                  <a:cubicBezTo>
                    <a:pt x="81919" y="160952"/>
                    <a:pt x="88345" y="160379"/>
                    <a:pt x="93208" y="163579"/>
                  </a:cubicBezTo>
                  <a:close/>
                  <a:moveTo>
                    <a:pt x="50095" y="137896"/>
                  </a:moveTo>
                  <a:cubicBezTo>
                    <a:pt x="54975" y="133062"/>
                    <a:pt x="62838" y="133062"/>
                    <a:pt x="67719" y="137896"/>
                  </a:cubicBezTo>
                  <a:cubicBezTo>
                    <a:pt x="72512" y="142654"/>
                    <a:pt x="72586" y="150381"/>
                    <a:pt x="67885" y="155230"/>
                  </a:cubicBezTo>
                  <a:lnTo>
                    <a:pt x="67705" y="155409"/>
                  </a:lnTo>
                  <a:lnTo>
                    <a:pt x="54241" y="168790"/>
                  </a:lnTo>
                  <a:lnTo>
                    <a:pt x="54062" y="168956"/>
                  </a:lnTo>
                  <a:cubicBezTo>
                    <a:pt x="49160" y="173617"/>
                    <a:pt x="41443" y="173544"/>
                    <a:pt x="36631" y="168790"/>
                  </a:cubicBezTo>
                  <a:cubicBezTo>
                    <a:pt x="31795" y="163996"/>
                    <a:pt x="31761" y="156189"/>
                    <a:pt x="36555" y="151352"/>
                  </a:cubicBezTo>
                  <a:cubicBezTo>
                    <a:pt x="36580" y="151328"/>
                    <a:pt x="36605" y="151301"/>
                    <a:pt x="36631" y="151276"/>
                  </a:cubicBezTo>
                  <a:close/>
                  <a:moveTo>
                    <a:pt x="17127" y="116139"/>
                  </a:moveTo>
                  <a:lnTo>
                    <a:pt x="34737" y="116139"/>
                  </a:lnTo>
                  <a:cubicBezTo>
                    <a:pt x="39574" y="120932"/>
                    <a:pt x="39608" y="128740"/>
                    <a:pt x="34814" y="133576"/>
                  </a:cubicBezTo>
                  <a:cubicBezTo>
                    <a:pt x="34788" y="133601"/>
                    <a:pt x="34763" y="133627"/>
                    <a:pt x="34737" y="133652"/>
                  </a:cubicBezTo>
                  <a:lnTo>
                    <a:pt x="21288" y="147033"/>
                  </a:lnTo>
                  <a:cubicBezTo>
                    <a:pt x="16405" y="151875"/>
                    <a:pt x="8532" y="151875"/>
                    <a:pt x="3650" y="147033"/>
                  </a:cubicBezTo>
                  <a:cubicBezTo>
                    <a:pt x="-1187" y="142239"/>
                    <a:pt x="-1221" y="134432"/>
                    <a:pt x="3573" y="129595"/>
                  </a:cubicBezTo>
                  <a:cubicBezTo>
                    <a:pt x="3599" y="129570"/>
                    <a:pt x="3624" y="129544"/>
                    <a:pt x="3650" y="129519"/>
                  </a:cubicBezTo>
                  <a:close/>
                  <a:moveTo>
                    <a:pt x="103243" y="1049"/>
                  </a:moveTo>
                  <a:lnTo>
                    <a:pt x="69004" y="27009"/>
                  </a:lnTo>
                  <a:cubicBezTo>
                    <a:pt x="54076" y="38302"/>
                    <a:pt x="51130" y="59560"/>
                    <a:pt x="62424" y="74488"/>
                  </a:cubicBezTo>
                  <a:cubicBezTo>
                    <a:pt x="62470" y="74548"/>
                    <a:pt x="62516" y="74609"/>
                    <a:pt x="62562" y="74670"/>
                  </a:cubicBezTo>
                  <a:cubicBezTo>
                    <a:pt x="73999" y="89577"/>
                    <a:pt x="95322" y="92460"/>
                    <a:pt x="110307" y="81125"/>
                  </a:cubicBezTo>
                  <a:lnTo>
                    <a:pt x="133584" y="63501"/>
                  </a:lnTo>
                  <a:lnTo>
                    <a:pt x="191433" y="63501"/>
                  </a:lnTo>
                  <a:lnTo>
                    <a:pt x="239910" y="111328"/>
                  </a:lnTo>
                  <a:cubicBezTo>
                    <a:pt x="240066" y="111520"/>
                    <a:pt x="240232" y="111705"/>
                    <a:pt x="240408" y="111881"/>
                  </a:cubicBezTo>
                  <a:lnTo>
                    <a:pt x="256304" y="127777"/>
                  </a:lnTo>
                  <a:cubicBezTo>
                    <a:pt x="264018" y="135598"/>
                    <a:pt x="263931" y="148192"/>
                    <a:pt x="256109" y="155907"/>
                  </a:cubicBezTo>
                  <a:cubicBezTo>
                    <a:pt x="248870" y="163046"/>
                    <a:pt x="237411" y="163577"/>
                    <a:pt x="229543" y="157137"/>
                  </a:cubicBezTo>
                  <a:lnTo>
                    <a:pt x="228216" y="155810"/>
                  </a:lnTo>
                  <a:cubicBezTo>
                    <a:pt x="227959" y="155549"/>
                    <a:pt x="227681" y="155308"/>
                    <a:pt x="227386" y="155091"/>
                  </a:cubicBezTo>
                  <a:lnTo>
                    <a:pt x="212278" y="139997"/>
                  </a:lnTo>
                  <a:cubicBezTo>
                    <a:pt x="209627" y="137251"/>
                    <a:pt x="205250" y="137175"/>
                    <a:pt x="202505" y="139827"/>
                  </a:cubicBezTo>
                  <a:cubicBezTo>
                    <a:pt x="199760" y="142479"/>
                    <a:pt x="199684" y="146854"/>
                    <a:pt x="202335" y="149599"/>
                  </a:cubicBezTo>
                  <a:cubicBezTo>
                    <a:pt x="202391" y="149658"/>
                    <a:pt x="202447" y="149714"/>
                    <a:pt x="202505" y="149769"/>
                  </a:cubicBezTo>
                  <a:lnTo>
                    <a:pt x="218402" y="165666"/>
                  </a:lnTo>
                  <a:cubicBezTo>
                    <a:pt x="218982" y="166233"/>
                    <a:pt x="219563" y="166785"/>
                    <a:pt x="220171" y="167311"/>
                  </a:cubicBezTo>
                  <a:lnTo>
                    <a:pt x="220779" y="167919"/>
                  </a:lnTo>
                  <a:cubicBezTo>
                    <a:pt x="226029" y="173671"/>
                    <a:pt x="225621" y="182588"/>
                    <a:pt x="219871" y="187838"/>
                  </a:cubicBezTo>
                  <a:cubicBezTo>
                    <a:pt x="214487" y="192752"/>
                    <a:pt x="206244" y="192752"/>
                    <a:pt x="200860" y="187838"/>
                  </a:cubicBezTo>
                  <a:lnTo>
                    <a:pt x="198510" y="185502"/>
                  </a:lnTo>
                  <a:cubicBezTo>
                    <a:pt x="195808" y="182806"/>
                    <a:pt x="191432" y="182812"/>
                    <a:pt x="188736" y="185514"/>
                  </a:cubicBezTo>
                  <a:cubicBezTo>
                    <a:pt x="187413" y="186841"/>
                    <a:pt x="186686" y="188646"/>
                    <a:pt x="186720" y="190519"/>
                  </a:cubicBezTo>
                  <a:cubicBezTo>
                    <a:pt x="186677" y="192409"/>
                    <a:pt x="187412" y="194232"/>
                    <a:pt x="188751" y="195565"/>
                  </a:cubicBezTo>
                  <a:lnTo>
                    <a:pt x="191834" y="198647"/>
                  </a:lnTo>
                  <a:cubicBezTo>
                    <a:pt x="197076" y="203582"/>
                    <a:pt x="197323" y="211831"/>
                    <a:pt x="192388" y="217073"/>
                  </a:cubicBezTo>
                  <a:cubicBezTo>
                    <a:pt x="187454" y="222315"/>
                    <a:pt x="179204" y="222562"/>
                    <a:pt x="173962" y="217627"/>
                  </a:cubicBezTo>
                  <a:cubicBezTo>
                    <a:pt x="173772" y="217448"/>
                    <a:pt x="173588" y="217264"/>
                    <a:pt x="173408" y="217073"/>
                  </a:cubicBezTo>
                  <a:lnTo>
                    <a:pt x="173380" y="217073"/>
                  </a:lnTo>
                  <a:lnTo>
                    <a:pt x="173228" y="216893"/>
                  </a:lnTo>
                  <a:lnTo>
                    <a:pt x="170326" y="213991"/>
                  </a:lnTo>
                  <a:cubicBezTo>
                    <a:pt x="167674" y="211245"/>
                    <a:pt x="163298" y="211169"/>
                    <a:pt x="160553" y="213821"/>
                  </a:cubicBezTo>
                  <a:cubicBezTo>
                    <a:pt x="157808" y="216472"/>
                    <a:pt x="157732" y="220848"/>
                    <a:pt x="160383" y="223593"/>
                  </a:cubicBezTo>
                  <a:cubicBezTo>
                    <a:pt x="160438" y="223651"/>
                    <a:pt x="160495" y="223708"/>
                    <a:pt x="160553" y="223763"/>
                  </a:cubicBezTo>
                  <a:lnTo>
                    <a:pt x="163566" y="226791"/>
                  </a:lnTo>
                  <a:cubicBezTo>
                    <a:pt x="168784" y="231944"/>
                    <a:pt x="168837" y="240351"/>
                    <a:pt x="163684" y="245569"/>
                  </a:cubicBezTo>
                  <a:cubicBezTo>
                    <a:pt x="158531" y="250787"/>
                    <a:pt x="150123" y="250840"/>
                    <a:pt x="144905" y="245686"/>
                  </a:cubicBezTo>
                  <a:lnTo>
                    <a:pt x="125125" y="226887"/>
                  </a:lnTo>
                  <a:lnTo>
                    <a:pt x="132368" y="219672"/>
                  </a:lnTo>
                  <a:cubicBezTo>
                    <a:pt x="142583" y="209547"/>
                    <a:pt x="142655" y="193057"/>
                    <a:pt x="132528" y="182842"/>
                  </a:cubicBezTo>
                  <a:cubicBezTo>
                    <a:pt x="132476" y="182788"/>
                    <a:pt x="132422" y="182736"/>
                    <a:pt x="132368" y="182682"/>
                  </a:cubicBezTo>
                  <a:cubicBezTo>
                    <a:pt x="127146" y="177486"/>
                    <a:pt x="119988" y="174714"/>
                    <a:pt x="112629" y="175038"/>
                  </a:cubicBezTo>
                  <a:cubicBezTo>
                    <a:pt x="112955" y="167703"/>
                    <a:pt x="110163" y="160572"/>
                    <a:pt x="104943" y="155409"/>
                  </a:cubicBezTo>
                  <a:cubicBezTo>
                    <a:pt x="99720" y="150219"/>
                    <a:pt x="92561" y="147451"/>
                    <a:pt x="85204" y="147779"/>
                  </a:cubicBezTo>
                  <a:cubicBezTo>
                    <a:pt x="85525" y="140449"/>
                    <a:pt x="82733" y="133326"/>
                    <a:pt x="77519" y="128164"/>
                  </a:cubicBezTo>
                  <a:cubicBezTo>
                    <a:pt x="70836" y="121525"/>
                    <a:pt x="61126" y="118946"/>
                    <a:pt x="52029" y="121391"/>
                  </a:cubicBezTo>
                  <a:cubicBezTo>
                    <a:pt x="51258" y="115709"/>
                    <a:pt x="48629" y="110439"/>
                    <a:pt x="44551" y="106407"/>
                  </a:cubicBezTo>
                  <a:cubicBezTo>
                    <a:pt x="35146" y="97085"/>
                    <a:pt x="20298" y="96152"/>
                    <a:pt x="9801" y="104223"/>
                  </a:cubicBezTo>
                  <a:cubicBezTo>
                    <a:pt x="3166" y="75726"/>
                    <a:pt x="11789" y="45827"/>
                    <a:pt x="32581" y="25239"/>
                  </a:cubicBezTo>
                  <a:lnTo>
                    <a:pt x="32581" y="25225"/>
                  </a:lnTo>
                  <a:cubicBezTo>
                    <a:pt x="51177" y="6750"/>
                    <a:pt x="77227" y="-2163"/>
                    <a:pt x="103243" y="1049"/>
                  </a:cubicBezTo>
                  <a:close/>
                  <a:moveTo>
                    <a:pt x="174058" y="96"/>
                  </a:moveTo>
                  <a:cubicBezTo>
                    <a:pt x="176568" y="-32"/>
                    <a:pt x="179083" y="-32"/>
                    <a:pt x="181592" y="96"/>
                  </a:cubicBezTo>
                  <a:lnTo>
                    <a:pt x="182117" y="96"/>
                  </a:lnTo>
                  <a:cubicBezTo>
                    <a:pt x="189986" y="78"/>
                    <a:pt x="197760" y="1821"/>
                    <a:pt x="204869" y="5196"/>
                  </a:cubicBezTo>
                  <a:cubicBezTo>
                    <a:pt x="217859" y="10290"/>
                    <a:pt x="229092" y="19037"/>
                    <a:pt x="237215" y="30382"/>
                  </a:cubicBezTo>
                  <a:cubicBezTo>
                    <a:pt x="249662" y="47770"/>
                    <a:pt x="253735" y="69793"/>
                    <a:pt x="248328" y="90483"/>
                  </a:cubicBezTo>
                  <a:lnTo>
                    <a:pt x="202976" y="45739"/>
                  </a:lnTo>
                  <a:cubicBezTo>
                    <a:pt x="201035" y="43824"/>
                    <a:pt x="198417" y="42752"/>
                    <a:pt x="195691" y="42753"/>
                  </a:cubicBezTo>
                  <a:lnTo>
                    <a:pt x="130101" y="42753"/>
                  </a:lnTo>
                  <a:cubicBezTo>
                    <a:pt x="127843" y="42764"/>
                    <a:pt x="125648" y="43501"/>
                    <a:pt x="123840" y="44854"/>
                  </a:cubicBezTo>
                  <a:lnTo>
                    <a:pt x="97797" y="64593"/>
                  </a:lnTo>
                  <a:cubicBezTo>
                    <a:pt x="91922" y="69076"/>
                    <a:pt x="83526" y="67947"/>
                    <a:pt x="79043" y="62072"/>
                  </a:cubicBezTo>
                  <a:cubicBezTo>
                    <a:pt x="79037" y="62065"/>
                    <a:pt x="79031" y="62057"/>
                    <a:pt x="79026" y="62050"/>
                  </a:cubicBezTo>
                  <a:cubicBezTo>
                    <a:pt x="74596" y="56288"/>
                    <a:pt x="75675" y="48026"/>
                    <a:pt x="81437" y="43596"/>
                  </a:cubicBezTo>
                  <a:cubicBezTo>
                    <a:pt x="81467" y="43573"/>
                    <a:pt x="81497" y="43550"/>
                    <a:pt x="81528" y="43527"/>
                  </a:cubicBezTo>
                  <a:lnTo>
                    <a:pt x="136128" y="2155"/>
                  </a:lnTo>
                  <a:cubicBezTo>
                    <a:pt x="136898" y="1572"/>
                    <a:pt x="137582" y="883"/>
                    <a:pt x="138160" y="109"/>
                  </a:cubicBezTo>
                  <a:lnTo>
                    <a:pt x="173574" y="109"/>
                  </a:lnTo>
                  <a:close/>
                </a:path>
              </a:pathLst>
            </a:custGeom>
            <a:solidFill>
              <a:schemeClr val="bg1"/>
            </a:solidFill>
            <a:ln w="38100">
              <a:gradFill flip="none" rotWithShape="1">
                <a:gsLst>
                  <a:gs pos="20000">
                    <a:schemeClr val="accent2"/>
                  </a:gs>
                  <a:gs pos="100000">
                    <a:schemeClr val="accent6"/>
                  </a:gs>
                </a:gsLst>
                <a:path path="circle">
                  <a:fillToRect r="100000" b="100000"/>
                </a:path>
                <a:tileRect l="-100000" t="-100000"/>
              </a:gradFill>
              <a:headEnd type="none" w="med" len="med"/>
              <a:tailEnd type="none" w="med" len="med"/>
            </a:ln>
            <a:effectLst>
              <a:outerShdw blurRad="635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000">
                <a:solidFill>
                  <a:srgbClr val="0078D4"/>
                </a:solidFill>
                <a:latin typeface="Segoe UI"/>
                <a:cs typeface="Segoe UI" pitchFamily="34" charset="0"/>
              </a:endParaRPr>
            </a:p>
          </p:txBody>
        </p:sp>
      </p:grpSp>
      <p:grpSp>
        <p:nvGrpSpPr>
          <p:cNvPr id="32" name="Group 31">
            <a:extLst>
              <a:ext uri="{FF2B5EF4-FFF2-40B4-BE49-F238E27FC236}">
                <a16:creationId xmlns:a16="http://schemas.microsoft.com/office/drawing/2014/main" id="{BFF883A1-06F5-98C9-C3A2-A8F0A61B608A}"/>
              </a:ext>
              <a:ext uri="{C183D7F6-B498-43B3-948B-1728B52AA6E4}">
                <adec:decorative xmlns:adec="http://schemas.microsoft.com/office/drawing/2017/decorative" val="1"/>
              </a:ext>
            </a:extLst>
          </p:cNvPr>
          <p:cNvGrpSpPr/>
          <p:nvPr/>
        </p:nvGrpSpPr>
        <p:grpSpPr>
          <a:xfrm>
            <a:off x="4566094" y="1861425"/>
            <a:ext cx="438785" cy="438784"/>
            <a:chOff x="5876608" y="1626810"/>
            <a:chExt cx="438785" cy="438784"/>
          </a:xfrm>
        </p:grpSpPr>
        <p:sp>
          <p:nvSpPr>
            <p:cNvPr id="33" name="Oval 32">
              <a:extLst>
                <a:ext uri="{FF2B5EF4-FFF2-40B4-BE49-F238E27FC236}">
                  <a16:creationId xmlns:a16="http://schemas.microsoft.com/office/drawing/2014/main" id="{A7A1AA00-26CC-7BA2-848C-49B44AA3E000}"/>
                </a:ext>
                <a:ext uri="{C183D7F6-B498-43B3-948B-1728B52AA6E4}">
                  <adec:decorative xmlns:adec="http://schemas.microsoft.com/office/drawing/2017/decorative" val="1"/>
                </a:ext>
              </a:extLst>
            </p:cNvPr>
            <p:cNvSpPr/>
            <p:nvPr/>
          </p:nvSpPr>
          <p:spPr bwMode="auto">
            <a:xfrm>
              <a:off x="5876608" y="1626810"/>
              <a:ext cx="438785" cy="438784"/>
            </a:xfrm>
            <a:prstGeom prst="ellipse">
              <a:avLst/>
            </a:prstGeom>
            <a:solidFill>
              <a:schemeClr val="bg1"/>
            </a:solidFill>
            <a:ln w="38100">
              <a:gradFill flip="none" rotWithShape="1">
                <a:gsLst>
                  <a:gs pos="20000">
                    <a:schemeClr val="accent2">
                      <a:lumMod val="20000"/>
                      <a:lumOff val="80000"/>
                    </a:schemeClr>
                  </a:gs>
                  <a:gs pos="100000">
                    <a:schemeClr val="accent6">
                      <a:lumMod val="20000"/>
                      <a:lumOff val="80000"/>
                    </a:schemeClr>
                  </a:gs>
                </a:gsLst>
                <a:path path="circle">
                  <a:fillToRect r="100000" b="100000"/>
                </a:path>
                <a:tileRect l="-100000" t="-100000"/>
              </a:gradFill>
              <a:headEnd type="none" w="med" len="med"/>
              <a:tailEnd type="none" w="med" len="med"/>
            </a:ln>
            <a:effectLst>
              <a:outerShdw blurRad="635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78D4"/>
                </a:solidFill>
                <a:effectLst/>
                <a:uLnTx/>
                <a:uFillTx/>
                <a:latin typeface="Segoe UI"/>
                <a:ea typeface="+mn-ea"/>
                <a:cs typeface="Segoe UI" pitchFamily="34" charset="0"/>
              </a:endParaRPr>
            </a:p>
          </p:txBody>
        </p:sp>
        <p:sp>
          <p:nvSpPr>
            <p:cNvPr id="37" name="Graphic 249">
              <a:extLst>
                <a:ext uri="{FF2B5EF4-FFF2-40B4-BE49-F238E27FC236}">
                  <a16:creationId xmlns:a16="http://schemas.microsoft.com/office/drawing/2014/main" id="{6045B025-6A3F-870C-35EF-74455916DA77}"/>
                </a:ext>
                <a:ext uri="{C183D7F6-B498-43B3-948B-1728B52AA6E4}">
                  <adec:decorative xmlns:adec="http://schemas.microsoft.com/office/drawing/2017/decorative" val="1"/>
                </a:ext>
              </a:extLst>
            </p:cNvPr>
            <p:cNvSpPr>
              <a:spLocks/>
            </p:cNvSpPr>
            <p:nvPr/>
          </p:nvSpPr>
          <p:spPr>
            <a:xfrm>
              <a:off x="5961860" y="1725447"/>
              <a:ext cx="268280" cy="241511"/>
            </a:xfrm>
            <a:custGeom>
              <a:avLst/>
              <a:gdLst>
                <a:gd name="connsiteX0" fmla="*/ 671541 w 1053656"/>
                <a:gd name="connsiteY0" fmla="*/ 632039 h 948532"/>
                <a:gd name="connsiteX1" fmla="*/ 763714 w 1053656"/>
                <a:gd name="connsiteY1" fmla="*/ 724211 h 948532"/>
                <a:gd name="connsiteX2" fmla="*/ 763661 w 1053656"/>
                <a:gd name="connsiteY2" fmla="*/ 774880 h 948532"/>
                <a:gd name="connsiteX3" fmla="*/ 530228 w 1053656"/>
                <a:gd name="connsiteY3" fmla="*/ 948533 h 948532"/>
                <a:gd name="connsiteX4" fmla="*/ 289685 w 1053656"/>
                <a:gd name="connsiteY4" fmla="*/ 776881 h 948532"/>
                <a:gd name="connsiteX5" fmla="*/ 289685 w 1053656"/>
                <a:gd name="connsiteY5" fmla="*/ 724211 h 948532"/>
                <a:gd name="connsiteX6" fmla="*/ 381857 w 1053656"/>
                <a:gd name="connsiteY6" fmla="*/ 632039 h 948532"/>
                <a:gd name="connsiteX7" fmla="*/ 671541 w 1053656"/>
                <a:gd name="connsiteY7" fmla="*/ 632039 h 948532"/>
                <a:gd name="connsiteX8" fmla="*/ 92172 w 1053656"/>
                <a:gd name="connsiteY8" fmla="*/ 368689 h 948532"/>
                <a:gd name="connsiteX9" fmla="*/ 322656 w 1053656"/>
                <a:gd name="connsiteY9" fmla="*/ 368689 h 948532"/>
                <a:gd name="connsiteX10" fmla="*/ 378855 w 1053656"/>
                <a:gd name="connsiteY10" fmla="*/ 571469 h 948532"/>
                <a:gd name="connsiteX11" fmla="*/ 387387 w 1053656"/>
                <a:gd name="connsiteY11" fmla="*/ 579422 h 948532"/>
                <a:gd name="connsiteX12" fmla="*/ 381857 w 1053656"/>
                <a:gd name="connsiteY12" fmla="*/ 579369 h 948532"/>
                <a:gd name="connsiteX13" fmla="*/ 242334 w 1053656"/>
                <a:gd name="connsiteY13" fmla="*/ 685130 h 948532"/>
                <a:gd name="connsiteX14" fmla="*/ 240544 w 1053656"/>
                <a:gd name="connsiteY14" fmla="*/ 685183 h 948532"/>
                <a:gd name="connsiteX15" fmla="*/ 0 w 1053656"/>
                <a:gd name="connsiteY15" fmla="*/ 513532 h 948532"/>
                <a:gd name="connsiteX16" fmla="*/ 0 w 1053656"/>
                <a:gd name="connsiteY16" fmla="*/ 460862 h 948532"/>
                <a:gd name="connsiteX17" fmla="*/ 92172 w 1053656"/>
                <a:gd name="connsiteY17" fmla="*/ 368689 h 948532"/>
                <a:gd name="connsiteX18" fmla="*/ 961226 w 1053656"/>
                <a:gd name="connsiteY18" fmla="*/ 368689 h 948532"/>
                <a:gd name="connsiteX19" fmla="*/ 1053398 w 1053656"/>
                <a:gd name="connsiteY19" fmla="*/ 460862 h 948532"/>
                <a:gd name="connsiteX20" fmla="*/ 1053346 w 1053656"/>
                <a:gd name="connsiteY20" fmla="*/ 511530 h 948532"/>
                <a:gd name="connsiteX21" fmla="*/ 819913 w 1053656"/>
                <a:gd name="connsiteY21" fmla="*/ 685183 h 948532"/>
                <a:gd name="connsiteX22" fmla="*/ 811011 w 1053656"/>
                <a:gd name="connsiteY22" fmla="*/ 685078 h 948532"/>
                <a:gd name="connsiteX23" fmla="*/ 681917 w 1053656"/>
                <a:gd name="connsiteY23" fmla="*/ 579738 h 948532"/>
                <a:gd name="connsiteX24" fmla="*/ 671541 w 1053656"/>
                <a:gd name="connsiteY24" fmla="*/ 579369 h 948532"/>
                <a:gd name="connsiteX25" fmla="*/ 666011 w 1053656"/>
                <a:gd name="connsiteY25" fmla="*/ 579422 h 948532"/>
                <a:gd name="connsiteX26" fmla="*/ 730742 w 1053656"/>
                <a:gd name="connsiteY26" fmla="*/ 368742 h 948532"/>
                <a:gd name="connsiteX27" fmla="*/ 961226 w 1053656"/>
                <a:gd name="connsiteY27" fmla="*/ 368689 h 948532"/>
                <a:gd name="connsiteX28" fmla="*/ 526699 w 1053656"/>
                <a:gd name="connsiteY28" fmla="*/ 263350 h 948532"/>
                <a:gd name="connsiteX29" fmla="*/ 684709 w 1053656"/>
                <a:gd name="connsiteY29" fmla="*/ 421359 h 948532"/>
                <a:gd name="connsiteX30" fmla="*/ 526699 w 1053656"/>
                <a:gd name="connsiteY30" fmla="*/ 579369 h 948532"/>
                <a:gd name="connsiteX31" fmla="*/ 368689 w 1053656"/>
                <a:gd name="connsiteY31" fmla="*/ 421359 h 948532"/>
                <a:gd name="connsiteX32" fmla="*/ 526699 w 1053656"/>
                <a:gd name="connsiteY32" fmla="*/ 263350 h 948532"/>
                <a:gd name="connsiteX33" fmla="*/ 237015 w 1053656"/>
                <a:gd name="connsiteY33" fmla="*/ 0 h 948532"/>
                <a:gd name="connsiteX34" fmla="*/ 395024 w 1053656"/>
                <a:gd name="connsiteY34" fmla="*/ 158010 h 948532"/>
                <a:gd name="connsiteX35" fmla="*/ 237015 w 1053656"/>
                <a:gd name="connsiteY35" fmla="*/ 316020 h 948532"/>
                <a:gd name="connsiteX36" fmla="*/ 79005 w 1053656"/>
                <a:gd name="connsiteY36" fmla="*/ 158010 h 948532"/>
                <a:gd name="connsiteX37" fmla="*/ 237015 w 1053656"/>
                <a:gd name="connsiteY37" fmla="*/ 0 h 948532"/>
                <a:gd name="connsiteX38" fmla="*/ 816384 w 1053656"/>
                <a:gd name="connsiteY38" fmla="*/ 0 h 948532"/>
                <a:gd name="connsiteX39" fmla="*/ 974393 w 1053656"/>
                <a:gd name="connsiteY39" fmla="*/ 158010 h 948532"/>
                <a:gd name="connsiteX40" fmla="*/ 816384 w 1053656"/>
                <a:gd name="connsiteY40" fmla="*/ 316020 h 948532"/>
                <a:gd name="connsiteX41" fmla="*/ 658374 w 1053656"/>
                <a:gd name="connsiteY41" fmla="*/ 158010 h 948532"/>
                <a:gd name="connsiteX42" fmla="*/ 816384 w 1053656"/>
                <a:gd name="connsiteY42" fmla="*/ 0 h 948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053656" h="948532">
                  <a:moveTo>
                    <a:pt x="671541" y="632039"/>
                  </a:moveTo>
                  <a:cubicBezTo>
                    <a:pt x="722421" y="632039"/>
                    <a:pt x="763714" y="673332"/>
                    <a:pt x="763714" y="724211"/>
                  </a:cubicBezTo>
                  <a:lnTo>
                    <a:pt x="763661" y="774880"/>
                  </a:lnTo>
                  <a:cubicBezTo>
                    <a:pt x="769823" y="890227"/>
                    <a:pt x="684077" y="948533"/>
                    <a:pt x="530228" y="948533"/>
                  </a:cubicBezTo>
                  <a:cubicBezTo>
                    <a:pt x="376959" y="948533"/>
                    <a:pt x="289685" y="891122"/>
                    <a:pt x="289685" y="776881"/>
                  </a:cubicBezTo>
                  <a:lnTo>
                    <a:pt x="289685" y="724211"/>
                  </a:lnTo>
                  <a:cubicBezTo>
                    <a:pt x="289685" y="673332"/>
                    <a:pt x="330978" y="632039"/>
                    <a:pt x="381857" y="632039"/>
                  </a:cubicBezTo>
                  <a:lnTo>
                    <a:pt x="671541" y="632039"/>
                  </a:lnTo>
                  <a:close/>
                  <a:moveTo>
                    <a:pt x="92172" y="368689"/>
                  </a:moveTo>
                  <a:lnTo>
                    <a:pt x="322656" y="368689"/>
                  </a:lnTo>
                  <a:cubicBezTo>
                    <a:pt x="303954" y="441469"/>
                    <a:pt x="325358" y="518699"/>
                    <a:pt x="378855" y="571469"/>
                  </a:cubicBezTo>
                  <a:lnTo>
                    <a:pt x="387387" y="579422"/>
                  </a:lnTo>
                  <a:lnTo>
                    <a:pt x="381857" y="579369"/>
                  </a:lnTo>
                  <a:cubicBezTo>
                    <a:pt x="316894" y="579348"/>
                    <a:pt x="259862" y="622580"/>
                    <a:pt x="242334" y="685130"/>
                  </a:cubicBezTo>
                  <a:lnTo>
                    <a:pt x="240544" y="685183"/>
                  </a:lnTo>
                  <a:cubicBezTo>
                    <a:pt x="87274" y="685183"/>
                    <a:pt x="0" y="627773"/>
                    <a:pt x="0" y="513532"/>
                  </a:cubicBezTo>
                  <a:lnTo>
                    <a:pt x="0" y="460862"/>
                  </a:lnTo>
                  <a:cubicBezTo>
                    <a:pt x="0" y="409983"/>
                    <a:pt x="41293" y="368689"/>
                    <a:pt x="92172" y="368689"/>
                  </a:cubicBezTo>
                  <a:close/>
                  <a:moveTo>
                    <a:pt x="961226" y="368689"/>
                  </a:moveTo>
                  <a:cubicBezTo>
                    <a:pt x="1012105" y="368689"/>
                    <a:pt x="1053398" y="409983"/>
                    <a:pt x="1053398" y="460862"/>
                  </a:cubicBezTo>
                  <a:lnTo>
                    <a:pt x="1053346" y="511530"/>
                  </a:lnTo>
                  <a:cubicBezTo>
                    <a:pt x="1059508" y="626877"/>
                    <a:pt x="973761" y="685183"/>
                    <a:pt x="819913" y="685183"/>
                  </a:cubicBezTo>
                  <a:lnTo>
                    <a:pt x="811011" y="685078"/>
                  </a:lnTo>
                  <a:cubicBezTo>
                    <a:pt x="794420" y="626303"/>
                    <a:pt x="742825" y="584199"/>
                    <a:pt x="681917" y="579738"/>
                  </a:cubicBezTo>
                  <a:lnTo>
                    <a:pt x="671541" y="579369"/>
                  </a:lnTo>
                  <a:lnTo>
                    <a:pt x="666011" y="579422"/>
                  </a:lnTo>
                  <a:cubicBezTo>
                    <a:pt x="725639" y="527052"/>
                    <a:pt x="750678" y="445556"/>
                    <a:pt x="730742" y="368742"/>
                  </a:cubicBezTo>
                  <a:lnTo>
                    <a:pt x="961226" y="368689"/>
                  </a:lnTo>
                  <a:close/>
                  <a:moveTo>
                    <a:pt x="526699" y="263350"/>
                  </a:moveTo>
                  <a:cubicBezTo>
                    <a:pt x="613968" y="263350"/>
                    <a:pt x="684709" y="334093"/>
                    <a:pt x="684709" y="421359"/>
                  </a:cubicBezTo>
                  <a:cubicBezTo>
                    <a:pt x="684709" y="508628"/>
                    <a:pt x="613968" y="579369"/>
                    <a:pt x="526699" y="579369"/>
                  </a:cubicBezTo>
                  <a:cubicBezTo>
                    <a:pt x="439430" y="579369"/>
                    <a:pt x="368689" y="508628"/>
                    <a:pt x="368689" y="421359"/>
                  </a:cubicBezTo>
                  <a:cubicBezTo>
                    <a:pt x="368689" y="334093"/>
                    <a:pt x="439430" y="263350"/>
                    <a:pt x="526699" y="263350"/>
                  </a:cubicBezTo>
                  <a:close/>
                  <a:moveTo>
                    <a:pt x="237015" y="0"/>
                  </a:moveTo>
                  <a:cubicBezTo>
                    <a:pt x="324281" y="0"/>
                    <a:pt x="395024" y="70744"/>
                    <a:pt x="395024" y="158010"/>
                  </a:cubicBezTo>
                  <a:cubicBezTo>
                    <a:pt x="395024" y="245276"/>
                    <a:pt x="324281" y="316020"/>
                    <a:pt x="237015" y="316020"/>
                  </a:cubicBezTo>
                  <a:cubicBezTo>
                    <a:pt x="149748" y="316020"/>
                    <a:pt x="79005" y="245276"/>
                    <a:pt x="79005" y="158010"/>
                  </a:cubicBezTo>
                  <a:cubicBezTo>
                    <a:pt x="79005" y="70744"/>
                    <a:pt x="149748" y="0"/>
                    <a:pt x="237015" y="0"/>
                  </a:cubicBezTo>
                  <a:close/>
                  <a:moveTo>
                    <a:pt x="816384" y="0"/>
                  </a:moveTo>
                  <a:cubicBezTo>
                    <a:pt x="903653" y="0"/>
                    <a:pt x="974393" y="70744"/>
                    <a:pt x="974393" y="158010"/>
                  </a:cubicBezTo>
                  <a:cubicBezTo>
                    <a:pt x="974393" y="245276"/>
                    <a:pt x="903653" y="316020"/>
                    <a:pt x="816384" y="316020"/>
                  </a:cubicBezTo>
                  <a:cubicBezTo>
                    <a:pt x="729115" y="316020"/>
                    <a:pt x="658374" y="245276"/>
                    <a:pt x="658374" y="158010"/>
                  </a:cubicBezTo>
                  <a:cubicBezTo>
                    <a:pt x="658374" y="70744"/>
                    <a:pt x="729115" y="0"/>
                    <a:pt x="816384" y="0"/>
                  </a:cubicBezTo>
                  <a:close/>
                </a:path>
              </a:pathLst>
            </a:custGeom>
            <a:gradFill flip="none" rotWithShape="1">
              <a:gsLst>
                <a:gs pos="0">
                  <a:schemeClr val="accent2"/>
                </a:gs>
                <a:gs pos="100000">
                  <a:schemeClr val="accent6"/>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Segoe Sans Display Semibold"/>
                <a:ea typeface="+mn-ea"/>
                <a:cs typeface="Segoe Sans Text"/>
              </a:endParaRPr>
            </a:p>
          </p:txBody>
        </p:sp>
      </p:grpSp>
      <p:grpSp>
        <p:nvGrpSpPr>
          <p:cNvPr id="39" name="Group 38">
            <a:extLst>
              <a:ext uri="{FF2B5EF4-FFF2-40B4-BE49-F238E27FC236}">
                <a16:creationId xmlns:a16="http://schemas.microsoft.com/office/drawing/2014/main" id="{1B59A0CB-043F-3738-563E-7411A380990E}"/>
              </a:ext>
              <a:ext uri="{C183D7F6-B498-43B3-948B-1728B52AA6E4}">
                <adec:decorative xmlns:adec="http://schemas.microsoft.com/office/drawing/2017/decorative" val="1"/>
              </a:ext>
            </a:extLst>
          </p:cNvPr>
          <p:cNvGrpSpPr/>
          <p:nvPr/>
        </p:nvGrpSpPr>
        <p:grpSpPr>
          <a:xfrm>
            <a:off x="940688" y="1861425"/>
            <a:ext cx="438785" cy="438784"/>
            <a:chOff x="1546137" y="1626810"/>
            <a:chExt cx="438785" cy="438784"/>
          </a:xfrm>
        </p:grpSpPr>
        <p:sp>
          <p:nvSpPr>
            <p:cNvPr id="40" name="Oval 39">
              <a:extLst>
                <a:ext uri="{FF2B5EF4-FFF2-40B4-BE49-F238E27FC236}">
                  <a16:creationId xmlns:a16="http://schemas.microsoft.com/office/drawing/2014/main" id="{D4D82EAD-DC1E-BC63-67D9-9BE7BDF28E65}"/>
                </a:ext>
                <a:ext uri="{C183D7F6-B498-43B3-948B-1728B52AA6E4}">
                  <adec:decorative xmlns:adec="http://schemas.microsoft.com/office/drawing/2017/decorative" val="1"/>
                </a:ext>
              </a:extLst>
            </p:cNvPr>
            <p:cNvSpPr/>
            <p:nvPr/>
          </p:nvSpPr>
          <p:spPr bwMode="auto">
            <a:xfrm>
              <a:off x="1546137" y="1626810"/>
              <a:ext cx="438785" cy="438784"/>
            </a:xfrm>
            <a:prstGeom prst="ellipse">
              <a:avLst/>
            </a:prstGeom>
            <a:solidFill>
              <a:schemeClr val="bg1"/>
            </a:solidFill>
            <a:ln w="38100">
              <a:gradFill flip="none" rotWithShape="1">
                <a:gsLst>
                  <a:gs pos="20000">
                    <a:schemeClr val="accent2">
                      <a:lumMod val="20000"/>
                      <a:lumOff val="80000"/>
                    </a:schemeClr>
                  </a:gs>
                  <a:gs pos="100000">
                    <a:schemeClr val="accent6">
                      <a:lumMod val="20000"/>
                      <a:lumOff val="80000"/>
                    </a:schemeClr>
                  </a:gs>
                </a:gsLst>
                <a:path path="circle">
                  <a:fillToRect r="100000" b="100000"/>
                </a:path>
                <a:tileRect l="-100000" t="-100000"/>
              </a:gradFill>
              <a:headEnd type="none" w="med" len="med"/>
              <a:tailEnd type="none" w="med" len="med"/>
            </a:ln>
            <a:effectLst>
              <a:outerShdw blurRad="63500" algn="ctr" rotWithShape="0">
                <a:prstClr val="black">
                  <a:alpha val="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0078D4"/>
                </a:solidFill>
                <a:effectLst/>
                <a:uLnTx/>
                <a:uFillTx/>
                <a:latin typeface="Segoe UI"/>
                <a:ea typeface="+mn-ea"/>
                <a:cs typeface="Segoe UI" pitchFamily="34" charset="0"/>
              </a:endParaRPr>
            </a:p>
          </p:txBody>
        </p:sp>
        <p:sp>
          <p:nvSpPr>
            <p:cNvPr id="41" name="Graphic 264">
              <a:extLst>
                <a:ext uri="{FF2B5EF4-FFF2-40B4-BE49-F238E27FC236}">
                  <a16:creationId xmlns:a16="http://schemas.microsoft.com/office/drawing/2014/main" id="{AC0BB73C-AE36-1094-C4DE-B5C302A905BF}"/>
                </a:ext>
                <a:ext uri="{C183D7F6-B498-43B3-948B-1728B52AA6E4}">
                  <adec:decorative xmlns:adec="http://schemas.microsoft.com/office/drawing/2017/decorative" val="1"/>
                </a:ext>
              </a:extLst>
            </p:cNvPr>
            <p:cNvSpPr>
              <a:spLocks/>
            </p:cNvSpPr>
            <p:nvPr/>
          </p:nvSpPr>
          <p:spPr>
            <a:xfrm>
              <a:off x="1659071" y="1720960"/>
              <a:ext cx="212917" cy="250484"/>
            </a:xfrm>
            <a:custGeom>
              <a:avLst/>
              <a:gdLst>
                <a:gd name="connsiteX0" fmla="*/ 218070 w 1647686"/>
                <a:gd name="connsiteY0" fmla="*/ 0 h 1938399"/>
                <a:gd name="connsiteX1" fmla="*/ 0 w 1647686"/>
                <a:gd name="connsiteY1" fmla="*/ 218070 h 1938399"/>
                <a:gd name="connsiteX2" fmla="*/ 0 w 1647686"/>
                <a:gd name="connsiteY2" fmla="*/ 1720329 h 1938399"/>
                <a:gd name="connsiteX3" fmla="*/ 218070 w 1647686"/>
                <a:gd name="connsiteY3" fmla="*/ 1938399 h 1938399"/>
                <a:gd name="connsiteX4" fmla="*/ 945017 w 1647686"/>
                <a:gd name="connsiteY4" fmla="*/ 1938399 h 1938399"/>
                <a:gd name="connsiteX5" fmla="*/ 1163077 w 1647686"/>
                <a:gd name="connsiteY5" fmla="*/ 1722384 h 1938399"/>
                <a:gd name="connsiteX6" fmla="*/ 1163106 w 1647686"/>
                <a:gd name="connsiteY6" fmla="*/ 1720339 h 1938399"/>
                <a:gd name="connsiteX7" fmla="*/ 1163106 w 1647686"/>
                <a:gd name="connsiteY7" fmla="*/ 1574959 h 1938399"/>
                <a:gd name="connsiteX8" fmla="*/ 1090416 w 1647686"/>
                <a:gd name="connsiteY8" fmla="*/ 1502269 h 1938399"/>
                <a:gd name="connsiteX9" fmla="*/ 999612 w 1647686"/>
                <a:gd name="connsiteY9" fmla="*/ 1475054 h 1938399"/>
                <a:gd name="connsiteX10" fmla="*/ 950086 w 1647686"/>
                <a:gd name="connsiteY10" fmla="*/ 1398565 h 1938399"/>
                <a:gd name="connsiteX11" fmla="*/ 920807 w 1647686"/>
                <a:gd name="connsiteY11" fmla="*/ 1138810 h 1938399"/>
                <a:gd name="connsiteX12" fmla="*/ 901248 w 1647686"/>
                <a:gd name="connsiteY12" fmla="*/ 1089225 h 1938399"/>
                <a:gd name="connsiteX13" fmla="*/ 885314 w 1647686"/>
                <a:gd name="connsiteY13" fmla="*/ 1072071 h 1938399"/>
                <a:gd name="connsiteX14" fmla="*/ 868790 w 1647686"/>
                <a:gd name="connsiteY14" fmla="*/ 1055236 h 1938399"/>
                <a:gd name="connsiteX15" fmla="*/ 754133 w 1647686"/>
                <a:gd name="connsiteY15" fmla="*/ 942033 h 1938399"/>
                <a:gd name="connsiteX16" fmla="*/ 675308 w 1647686"/>
                <a:gd name="connsiteY16" fmla="*/ 828898 h 1938399"/>
                <a:gd name="connsiteX17" fmla="*/ 673806 w 1647686"/>
                <a:gd name="connsiteY17" fmla="*/ 797351 h 1938399"/>
                <a:gd name="connsiteX18" fmla="*/ 693636 w 1647686"/>
                <a:gd name="connsiteY18" fmla="*/ 766080 h 1938399"/>
                <a:gd name="connsiteX19" fmla="*/ 724825 w 1647686"/>
                <a:gd name="connsiteY19" fmla="*/ 746287 h 1938399"/>
                <a:gd name="connsiteX20" fmla="*/ 756256 w 1647686"/>
                <a:gd name="connsiteY20" fmla="*/ 747825 h 1938399"/>
                <a:gd name="connsiteX21" fmla="*/ 869381 w 1647686"/>
                <a:gd name="connsiteY21" fmla="*/ 826776 h 1938399"/>
                <a:gd name="connsiteX22" fmla="*/ 1015895 w 1647686"/>
                <a:gd name="connsiteY22" fmla="*/ 972282 h 1938399"/>
                <a:gd name="connsiteX23" fmla="*/ 1182655 w 1647686"/>
                <a:gd name="connsiteY23" fmla="*/ 1139963 h 1938399"/>
                <a:gd name="connsiteX24" fmla="*/ 1285390 w 1647686"/>
                <a:gd name="connsiteY24" fmla="*/ 1143500 h 1938399"/>
                <a:gd name="connsiteX25" fmla="*/ 1288938 w 1647686"/>
                <a:gd name="connsiteY25" fmla="*/ 1040765 h 1938399"/>
                <a:gd name="connsiteX26" fmla="*/ 1163058 w 1647686"/>
                <a:gd name="connsiteY26" fmla="*/ 913374 h 1938399"/>
                <a:gd name="connsiteX27" fmla="*/ 1163058 w 1647686"/>
                <a:gd name="connsiteY27" fmla="*/ 587365 h 1938399"/>
                <a:gd name="connsiteX28" fmla="*/ 1438437 w 1647686"/>
                <a:gd name="connsiteY28" fmla="*/ 862752 h 1938399"/>
                <a:gd name="connsiteX29" fmla="*/ 1502307 w 1647686"/>
                <a:gd name="connsiteY29" fmla="*/ 1016942 h 1938399"/>
                <a:gd name="connsiteX30" fmla="*/ 1502307 w 1647686"/>
                <a:gd name="connsiteY30" fmla="*/ 1865709 h 1938399"/>
                <a:gd name="connsiteX31" fmla="*/ 1574997 w 1647686"/>
                <a:gd name="connsiteY31" fmla="*/ 1938399 h 1938399"/>
                <a:gd name="connsiteX32" fmla="*/ 1647687 w 1647686"/>
                <a:gd name="connsiteY32" fmla="*/ 1865709 h 1938399"/>
                <a:gd name="connsiteX33" fmla="*/ 1647687 w 1647686"/>
                <a:gd name="connsiteY33" fmla="*/ 1016942 h 1938399"/>
                <a:gd name="connsiteX34" fmla="*/ 1541240 w 1647686"/>
                <a:gd name="connsiteY34" fmla="*/ 759948 h 1938399"/>
                <a:gd name="connsiteX35" fmla="*/ 1163048 w 1647686"/>
                <a:gd name="connsiteY35" fmla="*/ 381762 h 1938399"/>
                <a:gd name="connsiteX36" fmla="*/ 1163048 w 1647686"/>
                <a:gd name="connsiteY36" fmla="*/ 218064 h 1938399"/>
                <a:gd name="connsiteX37" fmla="*/ 944978 w 1647686"/>
                <a:gd name="connsiteY37" fmla="*/ 0 h 1938399"/>
                <a:gd name="connsiteX38" fmla="*/ 218070 w 1647686"/>
                <a:gd name="connsiteY38" fmla="*/ 0 h 1938399"/>
                <a:gd name="connsiteX39" fmla="*/ 908517 w 1647686"/>
                <a:gd name="connsiteY39" fmla="*/ 1588344 h 1938399"/>
                <a:gd name="connsiteX40" fmla="*/ 1017697 w 1647686"/>
                <a:gd name="connsiteY40" fmla="*/ 1640041 h 1938399"/>
                <a:gd name="connsiteX41" fmla="*/ 1017697 w 1647686"/>
                <a:gd name="connsiteY41" fmla="*/ 1647639 h 1938399"/>
                <a:gd name="connsiteX42" fmla="*/ 945017 w 1647686"/>
                <a:gd name="connsiteY42" fmla="*/ 1647639 h 1938399"/>
                <a:gd name="connsiteX43" fmla="*/ 872327 w 1647686"/>
                <a:gd name="connsiteY43" fmla="*/ 1720329 h 1938399"/>
                <a:gd name="connsiteX44" fmla="*/ 872327 w 1647686"/>
                <a:gd name="connsiteY44" fmla="*/ 1793019 h 1938399"/>
                <a:gd name="connsiteX45" fmla="*/ 726947 w 1647686"/>
                <a:gd name="connsiteY45" fmla="*/ 1793019 h 1938399"/>
                <a:gd name="connsiteX46" fmla="*/ 726947 w 1647686"/>
                <a:gd name="connsiteY46" fmla="*/ 1720329 h 1938399"/>
                <a:gd name="connsiteX47" fmla="*/ 850530 w 1647686"/>
                <a:gd name="connsiteY47" fmla="*/ 1523737 h 1938399"/>
                <a:gd name="connsiteX48" fmla="*/ 908517 w 1647686"/>
                <a:gd name="connsiteY48" fmla="*/ 1588344 h 1938399"/>
                <a:gd name="connsiteX49" fmla="*/ 775514 w 1647686"/>
                <a:gd name="connsiteY49" fmla="*/ 1167488 h 1938399"/>
                <a:gd name="connsiteX50" fmla="*/ 777714 w 1647686"/>
                <a:gd name="connsiteY50" fmla="*/ 1245984 h 1938399"/>
                <a:gd name="connsiteX51" fmla="*/ 581563 w 1647686"/>
                <a:gd name="connsiteY51" fmla="*/ 1308410 h 1938399"/>
                <a:gd name="connsiteX52" fmla="*/ 242344 w 1647686"/>
                <a:gd name="connsiteY52" fmla="*/ 969190 h 1938399"/>
                <a:gd name="connsiteX53" fmla="*/ 581563 w 1647686"/>
                <a:gd name="connsiteY53" fmla="*/ 629971 h 1938399"/>
                <a:gd name="connsiteX54" fmla="*/ 627459 w 1647686"/>
                <a:gd name="connsiteY54" fmla="*/ 633049 h 1938399"/>
                <a:gd name="connsiteX55" fmla="*/ 590823 w 1647686"/>
                <a:gd name="connsiteY55" fmla="*/ 663296 h 1938399"/>
                <a:gd name="connsiteX56" fmla="*/ 532983 w 1647686"/>
                <a:gd name="connsiteY56" fmla="*/ 761220 h 1938399"/>
                <a:gd name="connsiteX57" fmla="*/ 535341 w 1647686"/>
                <a:gd name="connsiteY57" fmla="*/ 868190 h 1938399"/>
                <a:gd name="connsiteX58" fmla="*/ 651359 w 1647686"/>
                <a:gd name="connsiteY58" fmla="*/ 1044855 h 1938399"/>
                <a:gd name="connsiteX59" fmla="*/ 769185 w 1647686"/>
                <a:gd name="connsiteY59" fmla="*/ 1161130 h 1938399"/>
                <a:gd name="connsiteX60" fmla="*/ 770474 w 1647686"/>
                <a:gd name="connsiteY60" fmla="*/ 1162332 h 1938399"/>
                <a:gd name="connsiteX61" fmla="*/ 771240 w 1647686"/>
                <a:gd name="connsiteY61" fmla="*/ 1163010 h 1938399"/>
                <a:gd name="connsiteX62" fmla="*/ 771618 w 1647686"/>
                <a:gd name="connsiteY62" fmla="*/ 1163350 h 1938399"/>
                <a:gd name="connsiteX63" fmla="*/ 775126 w 1647686"/>
                <a:gd name="connsiteY63" fmla="*/ 1167071 h 1938399"/>
                <a:gd name="connsiteX64" fmla="*/ 775514 w 1647686"/>
                <a:gd name="connsiteY64" fmla="*/ 1167488 h 1938399"/>
                <a:gd name="connsiteX65" fmla="*/ 290807 w 1647686"/>
                <a:gd name="connsiteY65" fmla="*/ 145380 h 1938399"/>
                <a:gd name="connsiteX66" fmla="*/ 436187 w 1647686"/>
                <a:gd name="connsiteY66" fmla="*/ 145380 h 1938399"/>
                <a:gd name="connsiteX67" fmla="*/ 436187 w 1647686"/>
                <a:gd name="connsiteY67" fmla="*/ 218022 h 1938399"/>
                <a:gd name="connsiteX68" fmla="*/ 218117 w 1647686"/>
                <a:gd name="connsiteY68" fmla="*/ 436092 h 1938399"/>
                <a:gd name="connsiteX69" fmla="*/ 145380 w 1647686"/>
                <a:gd name="connsiteY69" fmla="*/ 436092 h 1938399"/>
                <a:gd name="connsiteX70" fmla="*/ 145380 w 1647686"/>
                <a:gd name="connsiteY70" fmla="*/ 290712 h 1938399"/>
                <a:gd name="connsiteX71" fmla="*/ 218117 w 1647686"/>
                <a:gd name="connsiteY71" fmla="*/ 290712 h 1938399"/>
                <a:gd name="connsiteX72" fmla="*/ 290807 w 1647686"/>
                <a:gd name="connsiteY72" fmla="*/ 218022 h 1938399"/>
                <a:gd name="connsiteX73" fmla="*/ 290807 w 1647686"/>
                <a:gd name="connsiteY73" fmla="*/ 145380 h 1938399"/>
                <a:gd name="connsiteX74" fmla="*/ 726947 w 1647686"/>
                <a:gd name="connsiteY74" fmla="*/ 145380 h 1938399"/>
                <a:gd name="connsiteX75" fmla="*/ 872327 w 1647686"/>
                <a:gd name="connsiteY75" fmla="*/ 145380 h 1938399"/>
                <a:gd name="connsiteX76" fmla="*/ 872327 w 1647686"/>
                <a:gd name="connsiteY76" fmla="*/ 218022 h 1938399"/>
                <a:gd name="connsiteX77" fmla="*/ 945017 w 1647686"/>
                <a:gd name="connsiteY77" fmla="*/ 290712 h 1938399"/>
                <a:gd name="connsiteX78" fmla="*/ 1017668 w 1647686"/>
                <a:gd name="connsiteY78" fmla="*/ 290712 h 1938399"/>
                <a:gd name="connsiteX79" fmla="*/ 1017668 w 1647686"/>
                <a:gd name="connsiteY79" fmla="*/ 436092 h 1938399"/>
                <a:gd name="connsiteX80" fmla="*/ 945017 w 1647686"/>
                <a:gd name="connsiteY80" fmla="*/ 436092 h 1938399"/>
                <a:gd name="connsiteX81" fmla="*/ 726947 w 1647686"/>
                <a:gd name="connsiteY81" fmla="*/ 218022 h 1938399"/>
                <a:gd name="connsiteX82" fmla="*/ 726947 w 1647686"/>
                <a:gd name="connsiteY82" fmla="*/ 145380 h 1938399"/>
                <a:gd name="connsiteX83" fmla="*/ 436187 w 1647686"/>
                <a:gd name="connsiteY83" fmla="*/ 1793019 h 1938399"/>
                <a:gd name="connsiteX84" fmla="*/ 290807 w 1647686"/>
                <a:gd name="connsiteY84" fmla="*/ 1793019 h 1938399"/>
                <a:gd name="connsiteX85" fmla="*/ 290807 w 1647686"/>
                <a:gd name="connsiteY85" fmla="*/ 1720329 h 1938399"/>
                <a:gd name="connsiteX86" fmla="*/ 218117 w 1647686"/>
                <a:gd name="connsiteY86" fmla="*/ 1647639 h 1938399"/>
                <a:gd name="connsiteX87" fmla="*/ 145380 w 1647686"/>
                <a:gd name="connsiteY87" fmla="*/ 1647639 h 1938399"/>
                <a:gd name="connsiteX88" fmla="*/ 145380 w 1647686"/>
                <a:gd name="connsiteY88" fmla="*/ 1502259 h 1938399"/>
                <a:gd name="connsiteX89" fmla="*/ 218117 w 1647686"/>
                <a:gd name="connsiteY89" fmla="*/ 1502259 h 1938399"/>
                <a:gd name="connsiteX90" fmla="*/ 436187 w 1647686"/>
                <a:gd name="connsiteY90" fmla="*/ 1720329 h 1938399"/>
                <a:gd name="connsiteX91" fmla="*/ 436187 w 1647686"/>
                <a:gd name="connsiteY91" fmla="*/ 1793019 h 1938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1647686" h="1938399">
                  <a:moveTo>
                    <a:pt x="218070" y="0"/>
                  </a:moveTo>
                  <a:cubicBezTo>
                    <a:pt x="97633" y="0"/>
                    <a:pt x="0" y="97633"/>
                    <a:pt x="0" y="218070"/>
                  </a:cubicBezTo>
                  <a:lnTo>
                    <a:pt x="0" y="1720329"/>
                  </a:lnTo>
                  <a:cubicBezTo>
                    <a:pt x="0" y="1840762"/>
                    <a:pt x="97633" y="1938399"/>
                    <a:pt x="218070" y="1938399"/>
                  </a:cubicBezTo>
                  <a:lnTo>
                    <a:pt x="945017" y="1938399"/>
                  </a:lnTo>
                  <a:cubicBezTo>
                    <a:pt x="1064762" y="1938399"/>
                    <a:pt x="1161972" y="1841877"/>
                    <a:pt x="1163077" y="1722384"/>
                  </a:cubicBezTo>
                  <a:lnTo>
                    <a:pt x="1163106" y="1720339"/>
                  </a:lnTo>
                  <a:lnTo>
                    <a:pt x="1163106" y="1574959"/>
                  </a:lnTo>
                  <a:cubicBezTo>
                    <a:pt x="1163106" y="1534815"/>
                    <a:pt x="1130561" y="1502269"/>
                    <a:pt x="1090416" y="1502269"/>
                  </a:cubicBezTo>
                  <a:cubicBezTo>
                    <a:pt x="1046424" y="1502269"/>
                    <a:pt x="1018754" y="1490435"/>
                    <a:pt x="999612" y="1475054"/>
                  </a:cubicBezTo>
                  <a:cubicBezTo>
                    <a:pt x="979453" y="1458839"/>
                    <a:pt x="962831" y="1433834"/>
                    <a:pt x="950086" y="1398565"/>
                  </a:cubicBezTo>
                  <a:cubicBezTo>
                    <a:pt x="923666" y="1325390"/>
                    <a:pt x="920807" y="1228906"/>
                    <a:pt x="920807" y="1138810"/>
                  </a:cubicBezTo>
                  <a:cubicBezTo>
                    <a:pt x="920797" y="1120404"/>
                    <a:pt x="913809" y="1102678"/>
                    <a:pt x="901248" y="1089225"/>
                  </a:cubicBezTo>
                  <a:cubicBezTo>
                    <a:pt x="893863" y="1081297"/>
                    <a:pt x="888891" y="1075928"/>
                    <a:pt x="885314" y="1072071"/>
                  </a:cubicBezTo>
                  <a:cubicBezTo>
                    <a:pt x="876553" y="1062601"/>
                    <a:pt x="876146" y="1062156"/>
                    <a:pt x="868790" y="1055236"/>
                  </a:cubicBezTo>
                  <a:cubicBezTo>
                    <a:pt x="861627" y="1048500"/>
                    <a:pt x="839752" y="1027613"/>
                    <a:pt x="754133" y="942033"/>
                  </a:cubicBezTo>
                  <a:cubicBezTo>
                    <a:pt x="708726" y="896645"/>
                    <a:pt x="683546" y="858236"/>
                    <a:pt x="675308" y="828898"/>
                  </a:cubicBezTo>
                  <a:cubicBezTo>
                    <a:pt x="671538" y="815455"/>
                    <a:pt x="671732" y="805424"/>
                    <a:pt x="673806" y="797351"/>
                  </a:cubicBezTo>
                  <a:cubicBezTo>
                    <a:pt x="675861" y="789345"/>
                    <a:pt x="680891" y="778829"/>
                    <a:pt x="693636" y="766080"/>
                  </a:cubicBezTo>
                  <a:cubicBezTo>
                    <a:pt x="706371" y="753337"/>
                    <a:pt x="716868" y="748324"/>
                    <a:pt x="724825" y="746287"/>
                  </a:cubicBezTo>
                  <a:cubicBezTo>
                    <a:pt x="732850" y="744232"/>
                    <a:pt x="742842" y="744041"/>
                    <a:pt x="756256" y="747825"/>
                  </a:cubicBezTo>
                  <a:cubicBezTo>
                    <a:pt x="785574" y="756095"/>
                    <a:pt x="823954" y="781320"/>
                    <a:pt x="869381" y="826776"/>
                  </a:cubicBezTo>
                  <a:cubicBezTo>
                    <a:pt x="921679" y="879103"/>
                    <a:pt x="971379" y="928251"/>
                    <a:pt x="1015895" y="972282"/>
                  </a:cubicBezTo>
                  <a:cubicBezTo>
                    <a:pt x="1089505" y="1045069"/>
                    <a:pt x="1149024" y="1103928"/>
                    <a:pt x="1182655" y="1139963"/>
                  </a:cubicBezTo>
                  <a:cubicBezTo>
                    <a:pt x="1210045" y="1169310"/>
                    <a:pt x="1256043" y="1170890"/>
                    <a:pt x="1285390" y="1143500"/>
                  </a:cubicBezTo>
                  <a:cubicBezTo>
                    <a:pt x="1314738" y="1116111"/>
                    <a:pt x="1316327" y="1070113"/>
                    <a:pt x="1288938" y="1040765"/>
                  </a:cubicBezTo>
                  <a:cubicBezTo>
                    <a:pt x="1261364" y="1011214"/>
                    <a:pt x="1217033" y="966864"/>
                    <a:pt x="1163058" y="913374"/>
                  </a:cubicBezTo>
                  <a:lnTo>
                    <a:pt x="1163058" y="587365"/>
                  </a:lnTo>
                  <a:lnTo>
                    <a:pt x="1438437" y="862752"/>
                  </a:lnTo>
                  <a:cubicBezTo>
                    <a:pt x="1479327" y="903643"/>
                    <a:pt x="1502307" y="959110"/>
                    <a:pt x="1502307" y="1016942"/>
                  </a:cubicBezTo>
                  <a:lnTo>
                    <a:pt x="1502307" y="1865709"/>
                  </a:lnTo>
                  <a:cubicBezTo>
                    <a:pt x="1502307" y="1905853"/>
                    <a:pt x="1534853" y="1938399"/>
                    <a:pt x="1574997" y="1938399"/>
                  </a:cubicBezTo>
                  <a:cubicBezTo>
                    <a:pt x="1615141" y="1938399"/>
                    <a:pt x="1647687" y="1905853"/>
                    <a:pt x="1647687" y="1865709"/>
                  </a:cubicBezTo>
                  <a:lnTo>
                    <a:pt x="1647687" y="1016942"/>
                  </a:lnTo>
                  <a:cubicBezTo>
                    <a:pt x="1647687" y="920556"/>
                    <a:pt x="1609394" y="828113"/>
                    <a:pt x="1541240" y="759948"/>
                  </a:cubicBezTo>
                  <a:lnTo>
                    <a:pt x="1163048" y="381762"/>
                  </a:lnTo>
                  <a:lnTo>
                    <a:pt x="1163048" y="218064"/>
                  </a:lnTo>
                  <a:cubicBezTo>
                    <a:pt x="1163039" y="97629"/>
                    <a:pt x="1065411" y="0"/>
                    <a:pt x="944978" y="0"/>
                  </a:cubicBezTo>
                  <a:lnTo>
                    <a:pt x="218070" y="0"/>
                  </a:lnTo>
                  <a:close/>
                  <a:moveTo>
                    <a:pt x="908517" y="1588344"/>
                  </a:moveTo>
                  <a:cubicBezTo>
                    <a:pt x="939657" y="1613388"/>
                    <a:pt x="976148" y="1630833"/>
                    <a:pt x="1017697" y="1640041"/>
                  </a:cubicBezTo>
                  <a:lnTo>
                    <a:pt x="1017697" y="1647639"/>
                  </a:lnTo>
                  <a:lnTo>
                    <a:pt x="945017" y="1647639"/>
                  </a:lnTo>
                  <a:cubicBezTo>
                    <a:pt x="904873" y="1647639"/>
                    <a:pt x="872327" y="1680185"/>
                    <a:pt x="872327" y="1720329"/>
                  </a:cubicBezTo>
                  <a:lnTo>
                    <a:pt x="872327" y="1793019"/>
                  </a:lnTo>
                  <a:lnTo>
                    <a:pt x="726947" y="1793019"/>
                  </a:lnTo>
                  <a:lnTo>
                    <a:pt x="726947" y="1720329"/>
                  </a:lnTo>
                  <a:cubicBezTo>
                    <a:pt x="726947" y="1633741"/>
                    <a:pt x="777413" y="1558938"/>
                    <a:pt x="850530" y="1523737"/>
                  </a:cubicBezTo>
                  <a:cubicBezTo>
                    <a:pt x="866047" y="1547473"/>
                    <a:pt x="885082" y="1569512"/>
                    <a:pt x="908517" y="1588344"/>
                  </a:cubicBezTo>
                  <a:close/>
                  <a:moveTo>
                    <a:pt x="775514" y="1167488"/>
                  </a:moveTo>
                  <a:cubicBezTo>
                    <a:pt x="775698" y="1192009"/>
                    <a:pt x="776241" y="1218507"/>
                    <a:pt x="777714" y="1245984"/>
                  </a:cubicBezTo>
                  <a:cubicBezTo>
                    <a:pt x="722334" y="1285294"/>
                    <a:pt x="654655" y="1308410"/>
                    <a:pt x="581563" y="1308410"/>
                  </a:cubicBezTo>
                  <a:cubicBezTo>
                    <a:pt x="394218" y="1308410"/>
                    <a:pt x="242344" y="1156536"/>
                    <a:pt x="242344" y="969190"/>
                  </a:cubicBezTo>
                  <a:cubicBezTo>
                    <a:pt x="242344" y="781844"/>
                    <a:pt x="394218" y="629971"/>
                    <a:pt x="581563" y="629971"/>
                  </a:cubicBezTo>
                  <a:cubicBezTo>
                    <a:pt x="597133" y="629971"/>
                    <a:pt x="612446" y="631020"/>
                    <a:pt x="627459" y="633049"/>
                  </a:cubicBezTo>
                  <a:cubicBezTo>
                    <a:pt x="614539" y="641664"/>
                    <a:pt x="602318" y="651799"/>
                    <a:pt x="590823" y="663296"/>
                  </a:cubicBezTo>
                  <a:cubicBezTo>
                    <a:pt x="562486" y="691639"/>
                    <a:pt x="542431" y="724397"/>
                    <a:pt x="532983" y="761220"/>
                  </a:cubicBezTo>
                  <a:cubicBezTo>
                    <a:pt x="523552" y="797981"/>
                    <a:pt x="525832" y="834326"/>
                    <a:pt x="535341" y="868190"/>
                  </a:cubicBezTo>
                  <a:cubicBezTo>
                    <a:pt x="553664" y="933456"/>
                    <a:pt x="599817" y="993342"/>
                    <a:pt x="651359" y="1044855"/>
                  </a:cubicBezTo>
                  <a:cubicBezTo>
                    <a:pt x="736959" y="1130407"/>
                    <a:pt x="760230" y="1152718"/>
                    <a:pt x="769185" y="1161130"/>
                  </a:cubicBezTo>
                  <a:cubicBezTo>
                    <a:pt x="769737" y="1161654"/>
                    <a:pt x="770154" y="1162041"/>
                    <a:pt x="770474" y="1162332"/>
                  </a:cubicBezTo>
                  <a:cubicBezTo>
                    <a:pt x="770813" y="1162642"/>
                    <a:pt x="771046" y="1162846"/>
                    <a:pt x="771240" y="1163010"/>
                  </a:cubicBezTo>
                  <a:lnTo>
                    <a:pt x="771618" y="1163350"/>
                  </a:lnTo>
                  <a:cubicBezTo>
                    <a:pt x="772122" y="1163815"/>
                    <a:pt x="772587" y="1164319"/>
                    <a:pt x="775126" y="1167071"/>
                  </a:cubicBezTo>
                  <a:lnTo>
                    <a:pt x="775514" y="1167488"/>
                  </a:lnTo>
                  <a:close/>
                  <a:moveTo>
                    <a:pt x="290807" y="145380"/>
                  </a:moveTo>
                  <a:lnTo>
                    <a:pt x="436187" y="145380"/>
                  </a:lnTo>
                  <a:lnTo>
                    <a:pt x="436187" y="218022"/>
                  </a:lnTo>
                  <a:cubicBezTo>
                    <a:pt x="436187" y="338459"/>
                    <a:pt x="338554" y="436092"/>
                    <a:pt x="218117" y="436092"/>
                  </a:cubicBezTo>
                  <a:lnTo>
                    <a:pt x="145380" y="436092"/>
                  </a:lnTo>
                  <a:lnTo>
                    <a:pt x="145380" y="290712"/>
                  </a:lnTo>
                  <a:lnTo>
                    <a:pt x="218117" y="290712"/>
                  </a:lnTo>
                  <a:cubicBezTo>
                    <a:pt x="258263" y="290712"/>
                    <a:pt x="290807" y="258169"/>
                    <a:pt x="290807" y="218022"/>
                  </a:cubicBezTo>
                  <a:lnTo>
                    <a:pt x="290807" y="145380"/>
                  </a:lnTo>
                  <a:close/>
                  <a:moveTo>
                    <a:pt x="726947" y="145380"/>
                  </a:moveTo>
                  <a:lnTo>
                    <a:pt x="872327" y="145380"/>
                  </a:lnTo>
                  <a:lnTo>
                    <a:pt x="872327" y="218022"/>
                  </a:lnTo>
                  <a:cubicBezTo>
                    <a:pt x="872327" y="258169"/>
                    <a:pt x="904873" y="290712"/>
                    <a:pt x="945017" y="290712"/>
                  </a:cubicBezTo>
                  <a:lnTo>
                    <a:pt x="1017668" y="290712"/>
                  </a:lnTo>
                  <a:lnTo>
                    <a:pt x="1017668" y="436092"/>
                  </a:lnTo>
                  <a:lnTo>
                    <a:pt x="945017" y="436092"/>
                  </a:lnTo>
                  <a:cubicBezTo>
                    <a:pt x="824584" y="436092"/>
                    <a:pt x="726947" y="338459"/>
                    <a:pt x="726947" y="218022"/>
                  </a:cubicBezTo>
                  <a:lnTo>
                    <a:pt x="726947" y="145380"/>
                  </a:lnTo>
                  <a:close/>
                  <a:moveTo>
                    <a:pt x="436187" y="1793019"/>
                  </a:moveTo>
                  <a:lnTo>
                    <a:pt x="290807" y="1793019"/>
                  </a:lnTo>
                  <a:lnTo>
                    <a:pt x="290807" y="1720329"/>
                  </a:lnTo>
                  <a:cubicBezTo>
                    <a:pt x="290807" y="1680185"/>
                    <a:pt x="258263" y="1647639"/>
                    <a:pt x="218117" y="1647639"/>
                  </a:cubicBezTo>
                  <a:lnTo>
                    <a:pt x="145380" y="1647639"/>
                  </a:lnTo>
                  <a:lnTo>
                    <a:pt x="145380" y="1502259"/>
                  </a:lnTo>
                  <a:lnTo>
                    <a:pt x="218117" y="1502259"/>
                  </a:lnTo>
                  <a:cubicBezTo>
                    <a:pt x="338554" y="1502259"/>
                    <a:pt x="436187" y="1599897"/>
                    <a:pt x="436187" y="1720329"/>
                  </a:cubicBezTo>
                  <a:lnTo>
                    <a:pt x="436187" y="1793019"/>
                  </a:lnTo>
                  <a:close/>
                </a:path>
              </a:pathLst>
            </a:custGeom>
            <a:gradFill flip="none" rotWithShape="1">
              <a:gsLst>
                <a:gs pos="0">
                  <a:schemeClr val="accent2"/>
                </a:gs>
                <a:gs pos="100000">
                  <a:schemeClr val="accent6"/>
                </a:gs>
              </a:gsLst>
              <a:path path="circle">
                <a:fillToRect r="100000" b="100000"/>
              </a:path>
              <a:tileRect l="-100000" t="-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Segoe Sans Display Semibold"/>
                <a:ea typeface="+mn-ea"/>
                <a:cs typeface="Segoe Sans Text"/>
              </a:endParaRPr>
            </a:p>
          </p:txBody>
        </p:sp>
      </p:grpSp>
      <p:sp>
        <p:nvSpPr>
          <p:cNvPr id="42" name="TextBox 41">
            <a:extLst>
              <a:ext uri="{FF2B5EF4-FFF2-40B4-BE49-F238E27FC236}">
                <a16:creationId xmlns:a16="http://schemas.microsoft.com/office/drawing/2014/main" id="{75160280-951B-06FF-422C-0C7715F18185}"/>
              </a:ext>
            </a:extLst>
          </p:cNvPr>
          <p:cNvSpPr txBox="1"/>
          <p:nvPr/>
        </p:nvSpPr>
        <p:spPr>
          <a:xfrm>
            <a:off x="940688" y="2448628"/>
            <a:ext cx="2526412" cy="707886"/>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600">
                <a:gradFill>
                  <a:gsLst>
                    <a:gs pos="0">
                      <a:srgbClr val="FFFFFF">
                        <a:lumMod val="100000"/>
                      </a:srgbClr>
                    </a:gs>
                    <a:gs pos="0">
                      <a:srgbClr val="C03BC3"/>
                    </a:gs>
                    <a:gs pos="98000">
                      <a:srgbClr val="DD4A84"/>
                    </a:gs>
                  </a:gsLst>
                </a:gradFill>
                <a:latin typeface="+mj-lt"/>
                <a:cs typeface="Segoe UI"/>
              </a:rPr>
              <a:t>Get more value with </a:t>
            </a:r>
            <a:br>
              <a:rPr lang="en-US" sz="1600">
                <a:gradFill>
                  <a:gsLst>
                    <a:gs pos="0">
                      <a:srgbClr val="FFFFFF">
                        <a:lumMod val="100000"/>
                      </a:srgbClr>
                    </a:gs>
                    <a:gs pos="0">
                      <a:srgbClr val="C03BC3"/>
                    </a:gs>
                    <a:gs pos="98000">
                      <a:srgbClr val="DD4A84"/>
                    </a:gs>
                  </a:gsLst>
                </a:gradFill>
                <a:latin typeface="+mj-lt"/>
                <a:cs typeface="Segoe UI"/>
              </a:rPr>
            </a:br>
            <a:r>
              <a:rPr lang="en-US" sz="1600">
                <a:gradFill>
                  <a:gsLst>
                    <a:gs pos="0">
                      <a:srgbClr val="FFFFFF">
                        <a:lumMod val="100000"/>
                      </a:srgbClr>
                    </a:gs>
                    <a:gs pos="0">
                      <a:srgbClr val="C03BC3"/>
                    </a:gs>
                    <a:gs pos="98000">
                      <a:srgbClr val="DD4A84"/>
                    </a:gs>
                  </a:gsLst>
                </a:gradFill>
                <a:latin typeface="+mj-lt"/>
                <a:cs typeface="Segoe UI"/>
              </a:rPr>
              <a:t>one, simplified solution</a:t>
            </a: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78D4"/>
              </a:solidFill>
              <a:effectLst/>
              <a:uLnTx/>
              <a:uFillTx/>
              <a:latin typeface="Segoe UI Semibold"/>
              <a:ea typeface="+mn-ea"/>
              <a:cs typeface="Segoe UI Semibold"/>
            </a:endParaRPr>
          </a:p>
        </p:txBody>
      </p:sp>
      <p:sp>
        <p:nvSpPr>
          <p:cNvPr id="43" name="TextBox 42">
            <a:extLst>
              <a:ext uri="{FF2B5EF4-FFF2-40B4-BE49-F238E27FC236}">
                <a16:creationId xmlns:a16="http://schemas.microsoft.com/office/drawing/2014/main" id="{74E342DE-ED55-D06D-B215-5CDC63890EE2}"/>
              </a:ext>
            </a:extLst>
          </p:cNvPr>
          <p:cNvSpPr txBox="1"/>
          <p:nvPr/>
        </p:nvSpPr>
        <p:spPr>
          <a:xfrm>
            <a:off x="940688" y="3854069"/>
            <a:ext cx="3059812" cy="1897955"/>
          </a:xfrm>
          <a:prstGeom prst="rect">
            <a:avLst/>
          </a:prstGeom>
          <a:noFill/>
        </p:spPr>
        <p:txBody>
          <a:bodyPr wrap="square" lIns="0" tIns="0" rIns="0" bIns="0" anchor="t">
            <a:spAutoFit/>
          </a:bodyPr>
          <a:lstStyle/>
          <a:p>
            <a:pPr marL="171450" marR="0" lvl="0" indent="-171450" algn="l" defTabSz="914367" rtl="0" eaLnBrk="1" fontAlgn="auto" latinLnBrk="0" hangingPunct="1">
              <a:lnSpc>
                <a:spcPts val="1295"/>
              </a:lnSpc>
              <a:spcBef>
                <a:spcPts val="500"/>
              </a:spcBef>
              <a:spcAft>
                <a:spcPts val="400"/>
              </a:spcAft>
              <a:buClr>
                <a:srgbClr val="000000"/>
              </a:buClr>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Segoe UI"/>
              </a:rPr>
              <a:t>Single solution:</a:t>
            </a:r>
            <a:r>
              <a:rPr kumimoji="0" lang="en-US" sz="1100" b="0" i="0" u="none" strike="noStrike" kern="1200" cap="none" spc="0" normalizeH="0" baseline="0" noProof="0">
                <a:ln>
                  <a:noFill/>
                </a:ln>
                <a:solidFill>
                  <a:srgbClr val="000000"/>
                </a:solidFill>
                <a:effectLst/>
                <a:uLnTx/>
                <a:uFillTx/>
                <a:latin typeface="Segoe UI"/>
                <a:ea typeface="+mn-ea"/>
                <a:cs typeface="Segoe UI"/>
              </a:rPr>
              <a:t> One AI solution that works across your business and is included with your Microsoft 365 Business plan</a:t>
            </a:r>
          </a:p>
          <a:p>
            <a:pPr marL="171450" marR="0" lvl="0" indent="-171450" algn="l" defTabSz="914367" rtl="0" eaLnBrk="1" fontAlgn="auto" latinLnBrk="0" hangingPunct="1">
              <a:lnSpc>
                <a:spcPts val="1295"/>
              </a:lnSpc>
              <a:spcBef>
                <a:spcPts val="500"/>
              </a:spcBef>
              <a:spcAft>
                <a:spcPts val="400"/>
              </a:spcAft>
              <a:buClrTx/>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Segoe UI"/>
              </a:rPr>
              <a:t>Connected experience:</a:t>
            </a:r>
            <a:r>
              <a:rPr kumimoji="0" lang="en-US" sz="1100" b="0" i="0" u="none" strike="noStrike" kern="1200" cap="none" spc="0" normalizeH="0" baseline="0" noProof="0">
                <a:ln>
                  <a:noFill/>
                </a:ln>
                <a:solidFill>
                  <a:srgbClr val="000000"/>
                </a:solidFill>
                <a:effectLst/>
                <a:uLnTx/>
                <a:uFillTx/>
                <a:latin typeface="Segoe UI"/>
                <a:ea typeface="+mn-ea"/>
                <a:cs typeface="Segoe UI"/>
              </a:rPr>
              <a:t> </a:t>
            </a:r>
            <a:r>
              <a:rPr kumimoji="0" lang="en-US" sz="1100" b="0" i="0" u="none" strike="noStrike" kern="1200" cap="none" spc="0" normalizeH="0" baseline="0" noProof="0">
                <a:ln>
                  <a:noFill/>
                </a:ln>
                <a:solidFill>
                  <a:srgbClr val="000000"/>
                </a:solidFill>
                <a:effectLst/>
                <a:uLnTx/>
                <a:uFillTx/>
                <a:latin typeface="Segoe UI"/>
                <a:ea typeface="+mn-ea"/>
                <a:cs typeface="+mn-cs"/>
              </a:rPr>
              <a:t>Copilot works across familiar apps like Teams, Outlook, Word, Excel and PowerPoint, no context-switching required</a:t>
            </a:r>
            <a:endParaRPr kumimoji="0" lang="en-US" sz="1100" b="0" i="0" u="none" strike="noStrike" kern="1200" cap="none" spc="0" normalizeH="0" baseline="0" noProof="0">
              <a:ln>
                <a:noFill/>
              </a:ln>
              <a:solidFill>
                <a:srgbClr val="000000"/>
              </a:solidFill>
              <a:effectLst/>
              <a:uLnTx/>
              <a:uFillTx/>
              <a:latin typeface="Segoe UI"/>
              <a:ea typeface="+mn-ea"/>
              <a:cs typeface="Segoe UI"/>
            </a:endParaRPr>
          </a:p>
          <a:p>
            <a:pPr marL="171450" marR="0" lvl="0" indent="-171450" algn="l" defTabSz="914367" rtl="0" eaLnBrk="1" fontAlgn="auto" latinLnBrk="0" hangingPunct="1">
              <a:lnSpc>
                <a:spcPts val="1295"/>
              </a:lnSpc>
              <a:spcBef>
                <a:spcPts val="500"/>
              </a:spcBef>
              <a:spcAft>
                <a:spcPts val="400"/>
              </a:spcAft>
              <a:buClrTx/>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Segoe UI"/>
              </a:rPr>
              <a:t>Unified interface:</a:t>
            </a:r>
            <a:r>
              <a:rPr kumimoji="0" lang="en-US" sz="1100" b="0" i="0" u="none" strike="noStrike" kern="1200" cap="none" spc="0" normalizeH="0" baseline="0" noProof="0">
                <a:ln>
                  <a:noFill/>
                </a:ln>
                <a:solidFill>
                  <a:srgbClr val="000000"/>
                </a:solidFill>
                <a:effectLst/>
                <a:uLnTx/>
                <a:uFillTx/>
                <a:latin typeface="Segoe UI"/>
                <a:ea typeface="+mn-ea"/>
                <a:cs typeface="Segoe UI"/>
              </a:rPr>
              <a:t> </a:t>
            </a:r>
            <a:r>
              <a:rPr kumimoji="0" lang="en-US" sz="1100" b="0" i="0" u="none" strike="noStrike" kern="1200" cap="none" spc="0" normalizeH="0" baseline="0" noProof="0">
                <a:ln>
                  <a:noFill/>
                </a:ln>
                <a:solidFill>
                  <a:srgbClr val="000000"/>
                </a:solidFill>
                <a:effectLst/>
                <a:uLnTx/>
                <a:uFillTx/>
                <a:latin typeface="Segoe UI"/>
                <a:ea typeface="+mn-ea"/>
                <a:cs typeface="+mn-cs"/>
              </a:rPr>
              <a:t>The Copilot app unifies chat, search, apps and agents in a single, easy-to-navigate experience</a:t>
            </a:r>
            <a:endParaRPr kumimoji="0" lang="en-US" sz="16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44" name="TextBox 43">
            <a:extLst>
              <a:ext uri="{FF2B5EF4-FFF2-40B4-BE49-F238E27FC236}">
                <a16:creationId xmlns:a16="http://schemas.microsoft.com/office/drawing/2014/main" id="{EA9EBBAE-71F6-8856-B134-15BE357A3A6B}"/>
              </a:ext>
            </a:extLst>
          </p:cNvPr>
          <p:cNvSpPr txBox="1"/>
          <p:nvPr/>
        </p:nvSpPr>
        <p:spPr>
          <a:xfrm>
            <a:off x="4566094" y="2448628"/>
            <a:ext cx="2257900" cy="738664"/>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600">
                <a:gradFill>
                  <a:gsLst>
                    <a:gs pos="0">
                      <a:srgbClr val="FFFFFF">
                        <a:lumMod val="100000"/>
                      </a:srgbClr>
                    </a:gs>
                    <a:gs pos="0">
                      <a:srgbClr val="C03BC3"/>
                    </a:gs>
                    <a:gs pos="98000">
                      <a:srgbClr val="DD4A84"/>
                    </a:gs>
                  </a:gsLst>
                </a:gradFill>
                <a:latin typeface="+mj-lt"/>
                <a:cs typeface="Segoe UI"/>
              </a:rPr>
              <a:t>Run your business with confidence</a:t>
            </a: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78D4"/>
              </a:solidFill>
              <a:effectLst/>
              <a:uLnTx/>
              <a:uFillTx/>
              <a:latin typeface="Segoe UI Semibold"/>
              <a:ea typeface="+mn-ea"/>
              <a:cs typeface="Segoe UI Semibold"/>
            </a:endParaRPr>
          </a:p>
        </p:txBody>
      </p:sp>
      <p:sp>
        <p:nvSpPr>
          <p:cNvPr id="45" name="TextBox 44">
            <a:extLst>
              <a:ext uri="{FF2B5EF4-FFF2-40B4-BE49-F238E27FC236}">
                <a16:creationId xmlns:a16="http://schemas.microsoft.com/office/drawing/2014/main" id="{0293A5E7-83BA-7E6D-B572-A8CE2E20CF1A}"/>
              </a:ext>
            </a:extLst>
          </p:cNvPr>
          <p:cNvSpPr txBox="1"/>
          <p:nvPr/>
        </p:nvSpPr>
        <p:spPr>
          <a:xfrm>
            <a:off x="4566094" y="3854069"/>
            <a:ext cx="3059812" cy="2416046"/>
          </a:xfrm>
          <a:prstGeom prst="rect">
            <a:avLst/>
          </a:prstGeom>
          <a:noFill/>
        </p:spPr>
        <p:txBody>
          <a:bodyPr wrap="square" lIns="0" tIns="0" rIns="0" bIns="0" anchor="t">
            <a:spAutoFit/>
          </a:bodyPr>
          <a:lstStyle/>
          <a:p>
            <a:pPr marL="171450" marR="0" lvl="0" indent="-171450" algn="l" defTabSz="914367" rtl="0" eaLnBrk="1" fontAlgn="auto" latinLnBrk="0" hangingPunct="1">
              <a:lnSpc>
                <a:spcPts val="1295"/>
              </a:lnSpc>
              <a:spcBef>
                <a:spcPts val="500"/>
              </a:spcBef>
              <a:spcAft>
                <a:spcPts val="400"/>
              </a:spcAft>
              <a:buClr>
                <a:srgbClr val="000000"/>
              </a:buClr>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Segoe UI"/>
              </a:rPr>
              <a:t>Relevant context: </a:t>
            </a:r>
            <a:r>
              <a:rPr kumimoji="0" lang="en-US" sz="1100" b="0" i="0" u="none" strike="noStrike" kern="1200" cap="none" spc="0" normalizeH="0" baseline="0" noProof="0">
                <a:ln>
                  <a:noFill/>
                </a:ln>
                <a:solidFill>
                  <a:srgbClr val="000000"/>
                </a:solidFill>
                <a:effectLst/>
                <a:uLnTx/>
                <a:uFillTx/>
                <a:latin typeface="Segoe UI"/>
                <a:ea typeface="+mn-ea"/>
                <a:cs typeface="Segoe UI"/>
              </a:rPr>
              <a:t>Copilot is grounded on your work data across calendars, emails, chats, documents and meetings to improve relevance and accuracy</a:t>
            </a:r>
          </a:p>
          <a:p>
            <a:pPr marL="171450" marR="0" lvl="0" indent="-171450" algn="l" defTabSz="914367" rtl="0" eaLnBrk="1" fontAlgn="auto" latinLnBrk="0" hangingPunct="1">
              <a:lnSpc>
                <a:spcPts val="1295"/>
              </a:lnSpc>
              <a:spcBef>
                <a:spcPts val="500"/>
              </a:spcBef>
              <a:spcAft>
                <a:spcPts val="400"/>
              </a:spcAft>
              <a:buClrTx/>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Segoe UI"/>
              </a:rPr>
              <a:t>Ability to customize:</a:t>
            </a:r>
            <a:r>
              <a:rPr kumimoji="0" lang="en-US" sz="1100" b="0" i="0" u="none" strike="noStrike" kern="1200" cap="none" spc="0" normalizeH="0" baseline="0" noProof="0">
                <a:ln>
                  <a:noFill/>
                </a:ln>
                <a:solidFill>
                  <a:srgbClr val="000000"/>
                </a:solidFill>
                <a:effectLst/>
                <a:uLnTx/>
                <a:uFillTx/>
                <a:latin typeface="Segoe UI"/>
                <a:ea typeface="+mn-ea"/>
                <a:cs typeface="Segoe UI"/>
              </a:rPr>
              <a:t> Add your own data and build your own custom agents with minimal coding experience required</a:t>
            </a:r>
          </a:p>
          <a:p>
            <a:pPr marL="171450" marR="0" lvl="0" indent="-171450" algn="l" defTabSz="914367" rtl="0" eaLnBrk="1" fontAlgn="auto" latinLnBrk="0" hangingPunct="1">
              <a:lnSpc>
                <a:spcPts val="1295"/>
              </a:lnSpc>
              <a:spcBef>
                <a:spcPts val="500"/>
              </a:spcBef>
              <a:spcAft>
                <a:spcPts val="400"/>
              </a:spcAft>
              <a:buClrTx/>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mn-cs"/>
              </a:rPr>
              <a:t>Role-based solutions</a:t>
            </a:r>
            <a:r>
              <a:rPr kumimoji="0" lang="en-US" sz="1100" b="1" i="0" u="none" strike="noStrike" kern="1200" cap="none" spc="0" normalizeH="0" baseline="0" noProof="0">
                <a:ln>
                  <a:noFill/>
                </a:ln>
                <a:solidFill>
                  <a:srgbClr val="000000"/>
                </a:solidFill>
                <a:effectLst/>
                <a:uLnTx/>
                <a:uFillTx/>
                <a:latin typeface="Segoe UI"/>
                <a:ea typeface="+mn-ea"/>
                <a:cs typeface="Segoe UI"/>
              </a:rPr>
              <a:t>:</a:t>
            </a:r>
            <a:r>
              <a:rPr kumimoji="0" lang="en-US" sz="1100" b="0" i="0" u="none" strike="noStrike" kern="1200" cap="none" spc="0" normalizeH="0" baseline="0" noProof="0">
                <a:ln>
                  <a:noFill/>
                </a:ln>
                <a:solidFill>
                  <a:srgbClr val="000000"/>
                </a:solidFill>
                <a:effectLst/>
                <a:uLnTx/>
                <a:uFillTx/>
                <a:latin typeface="Segoe UI"/>
                <a:ea typeface="+mn-ea"/>
                <a:cs typeface="Segoe UI"/>
              </a:rPr>
              <a:t> </a:t>
            </a:r>
            <a:r>
              <a:rPr kumimoji="0" lang="en-US" sz="1100" b="0" i="0" u="none" strike="noStrike" kern="1200" cap="none" spc="0" normalizeH="0" baseline="0" noProof="0">
                <a:ln>
                  <a:noFill/>
                </a:ln>
                <a:solidFill>
                  <a:srgbClr val="000000"/>
                </a:solidFill>
                <a:effectLst/>
                <a:uLnTx/>
                <a:uFillTx/>
                <a:latin typeface="Segoe UI"/>
                <a:ea typeface="+mn-ea"/>
                <a:cs typeface="+mn-cs"/>
              </a:rPr>
              <a:t>Get tailored AI experiences across various roles like Sales, HR, and Marketing</a:t>
            </a:r>
            <a:endParaRPr kumimoji="0" lang="en-US" sz="1100" b="0" i="0" u="none" strike="noStrike" kern="1200" cap="none" spc="0" normalizeH="0" baseline="0" noProof="0">
              <a:ln>
                <a:noFill/>
              </a:ln>
              <a:solidFill>
                <a:srgbClr val="000000"/>
              </a:solidFill>
              <a:effectLst/>
              <a:uLnTx/>
              <a:uFillTx/>
              <a:latin typeface="Segoe UI"/>
              <a:ea typeface="+mn-ea"/>
              <a:cs typeface="Segoe UI"/>
            </a:endParaRPr>
          </a:p>
          <a:p>
            <a:pPr marL="171450" marR="0" lvl="0" indent="-171450" algn="l" defTabSz="914367" rtl="0" eaLnBrk="1" fontAlgn="auto" latinLnBrk="0" hangingPunct="1">
              <a:lnSpc>
                <a:spcPts val="1295"/>
              </a:lnSpc>
              <a:spcBef>
                <a:spcPts val="500"/>
              </a:spcBef>
              <a:spcAft>
                <a:spcPts val="400"/>
              </a:spcAft>
              <a:buClrTx/>
              <a:buSzTx/>
              <a:buFont typeface="Arial,Sans-Serif"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Segoe UI"/>
              <a:ea typeface="+mn-ea"/>
              <a:cs typeface="Segoe UI"/>
            </a:endParaRPr>
          </a:p>
          <a:p>
            <a:pPr marL="171450" marR="0" lvl="0" indent="-171450" algn="l" defTabSz="914367" rtl="0" eaLnBrk="1" fontAlgn="auto" latinLnBrk="0" hangingPunct="1">
              <a:lnSpc>
                <a:spcPct val="100000"/>
              </a:lnSpc>
              <a:spcBef>
                <a:spcPts val="0"/>
              </a:spcBef>
              <a:spcAft>
                <a:spcPts val="400"/>
              </a:spcAft>
              <a:buClr>
                <a:srgbClr val="000000"/>
              </a:buClr>
              <a:buSzTx/>
              <a:buFont typeface="Arial,Sans-Serif"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Segoe UI"/>
              <a:ea typeface="+mn-ea"/>
              <a:cs typeface="Segoe UI"/>
            </a:endParaRPr>
          </a:p>
        </p:txBody>
      </p:sp>
      <p:sp>
        <p:nvSpPr>
          <p:cNvPr id="46" name="TextBox 45">
            <a:extLst>
              <a:ext uri="{FF2B5EF4-FFF2-40B4-BE49-F238E27FC236}">
                <a16:creationId xmlns:a16="http://schemas.microsoft.com/office/drawing/2014/main" id="{F416B4AE-3CD0-B720-B292-BCD9B427AE4E}"/>
              </a:ext>
            </a:extLst>
          </p:cNvPr>
          <p:cNvSpPr txBox="1"/>
          <p:nvPr/>
        </p:nvSpPr>
        <p:spPr>
          <a:xfrm>
            <a:off x="8191500" y="2448628"/>
            <a:ext cx="1993232" cy="738664"/>
          </a:xfrm>
          <a:prstGeom prst="rect">
            <a:avLst/>
          </a:prstGeom>
          <a:noFill/>
        </p:spPr>
        <p:txBody>
          <a:bodyPr wrap="square" lIns="0" tIns="0" rIns="0" bIns="0" anchor="t">
            <a:spAutoFit/>
          </a:bodyPr>
          <a:lstStyle/>
          <a:p>
            <a:pPr defTabSz="914367">
              <a:defRPr/>
            </a:pPr>
            <a:r>
              <a:rPr lang="en-US" sz="1600">
                <a:gradFill>
                  <a:gsLst>
                    <a:gs pos="0">
                      <a:srgbClr val="FFFFFF">
                        <a:lumMod val="100000"/>
                      </a:srgbClr>
                    </a:gs>
                    <a:gs pos="0">
                      <a:srgbClr val="C03BC3"/>
                    </a:gs>
                    <a:gs pos="98000">
                      <a:srgbClr val="DD4A84"/>
                    </a:gs>
                  </a:gsLst>
                </a:gradFill>
                <a:latin typeface="+mj-lt"/>
                <a:cs typeface="Segoe UI"/>
              </a:rPr>
              <a:t>Built-in security you can trust</a:t>
            </a: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78D4"/>
              </a:solidFill>
              <a:effectLst/>
              <a:uLnTx/>
              <a:uFillTx/>
              <a:latin typeface="Segoe UI Semibold"/>
              <a:ea typeface="+mn-ea"/>
              <a:cs typeface="Segoe UI Semibold"/>
            </a:endParaRPr>
          </a:p>
        </p:txBody>
      </p:sp>
      <p:sp>
        <p:nvSpPr>
          <p:cNvPr id="47" name="TextBox 46">
            <a:extLst>
              <a:ext uri="{FF2B5EF4-FFF2-40B4-BE49-F238E27FC236}">
                <a16:creationId xmlns:a16="http://schemas.microsoft.com/office/drawing/2014/main" id="{95CDA20D-4395-52B0-FB8A-32AB6C12F0A1}"/>
              </a:ext>
            </a:extLst>
          </p:cNvPr>
          <p:cNvSpPr txBox="1"/>
          <p:nvPr/>
        </p:nvSpPr>
        <p:spPr>
          <a:xfrm>
            <a:off x="8191500" y="3854069"/>
            <a:ext cx="3059812" cy="1764586"/>
          </a:xfrm>
          <a:prstGeom prst="rect">
            <a:avLst/>
          </a:prstGeom>
          <a:noFill/>
        </p:spPr>
        <p:txBody>
          <a:bodyPr wrap="square" lIns="0" tIns="0" rIns="0" bIns="0" anchor="t">
            <a:spAutoFit/>
          </a:bodyPr>
          <a:lstStyle/>
          <a:p>
            <a:pPr marL="342900" marR="0" lvl="0" indent="-342900" algn="l" defTabSz="914367" rtl="0" eaLnBrk="1" fontAlgn="auto" latinLnBrk="0" hangingPunct="1">
              <a:lnSpc>
                <a:spcPts val="1200"/>
              </a:lnSpc>
              <a:spcBef>
                <a:spcPts val="0"/>
              </a:spcBef>
              <a:spcAft>
                <a:spcPts val="0"/>
              </a:spcAft>
              <a:buClr>
                <a:srgbClr val="000000"/>
              </a:buClr>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Segoe UI"/>
              </a:rPr>
              <a:t>Protect sensitive data: </a:t>
            </a:r>
            <a:r>
              <a:rPr kumimoji="0" lang="en-US" sz="1100" b="0" i="0" u="none" strike="noStrike" kern="1200" cap="none" spc="0" normalizeH="0" baseline="0" noProof="0">
                <a:ln>
                  <a:noFill/>
                </a:ln>
                <a:solidFill>
                  <a:srgbClr val="000000"/>
                </a:solidFill>
                <a:effectLst/>
                <a:uLnTx/>
                <a:uFillTx/>
                <a:latin typeface="Segoe UI"/>
                <a:ea typeface="+mn-ea"/>
                <a:cs typeface="+mn-cs"/>
              </a:rPr>
              <a:t>Copilot follows your existing security, privacy, and compliance settings</a:t>
            </a:r>
            <a:endParaRPr kumimoji="0" lang="en-US" sz="1100" b="0" i="0" u="none" strike="noStrike" kern="1200" cap="none" spc="0" normalizeH="0" baseline="0" noProof="0">
              <a:ln>
                <a:noFill/>
              </a:ln>
              <a:solidFill>
                <a:srgbClr val="000000"/>
              </a:solidFill>
              <a:effectLst/>
              <a:uLnTx/>
              <a:uFillTx/>
              <a:latin typeface="Segoe UI"/>
              <a:ea typeface="+mn-ea"/>
              <a:cs typeface="Segoe UI"/>
            </a:endParaRPr>
          </a:p>
          <a:p>
            <a:pPr marL="342900" marR="0" lvl="0" indent="-342900" algn="l" defTabSz="914367" rtl="0" eaLnBrk="1" fontAlgn="auto" latinLnBrk="0" hangingPunct="1">
              <a:lnSpc>
                <a:spcPts val="1200"/>
              </a:lnSpc>
              <a:spcBef>
                <a:spcPts val="500"/>
              </a:spcBef>
              <a:spcAft>
                <a:spcPts val="400"/>
              </a:spcAft>
              <a:buClrTx/>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Segoe UI"/>
              </a:rPr>
              <a:t>Allow your data to stay with you: </a:t>
            </a:r>
            <a:r>
              <a:rPr kumimoji="0" lang="en-US" sz="1100" b="0" i="0" u="none" strike="noStrike" kern="1200" cap="none" spc="0" normalizeH="0" baseline="0" noProof="0">
                <a:ln>
                  <a:noFill/>
                </a:ln>
                <a:solidFill>
                  <a:srgbClr val="000000"/>
                </a:solidFill>
                <a:effectLst/>
                <a:uLnTx/>
                <a:uFillTx/>
                <a:latin typeface="Segoe UI"/>
                <a:ea typeface="+mn-ea"/>
                <a:cs typeface="Segoe UI"/>
              </a:rPr>
              <a:t>Only surfaces what users have permission to access; never used to train foundation models</a:t>
            </a:r>
          </a:p>
          <a:p>
            <a:pPr marL="342900" marR="0" lvl="0" indent="-342900" algn="l" defTabSz="914367" rtl="0" eaLnBrk="1" fontAlgn="auto" latinLnBrk="0" hangingPunct="1">
              <a:lnSpc>
                <a:spcPts val="1200"/>
              </a:lnSpc>
              <a:spcBef>
                <a:spcPts val="500"/>
              </a:spcBef>
              <a:spcAft>
                <a:spcPts val="400"/>
              </a:spcAft>
              <a:buClrTx/>
              <a:buSzTx/>
              <a:buFont typeface="Arial,Sans-Serif" panose="020B0604020202020204" pitchFamily="34" charset="0"/>
              <a:buChar char="•"/>
              <a:tabLst/>
              <a:defRPr/>
            </a:pPr>
            <a:r>
              <a:rPr kumimoji="0" lang="en-US" sz="1100" b="1" i="0" u="none" strike="noStrike" kern="1200" cap="none" spc="0" normalizeH="0" baseline="0" noProof="0">
                <a:ln>
                  <a:noFill/>
                </a:ln>
                <a:solidFill>
                  <a:srgbClr val="000000"/>
                </a:solidFill>
                <a:effectLst/>
                <a:uLnTx/>
                <a:uFillTx/>
                <a:latin typeface="Segoe UI"/>
                <a:ea typeface="+mn-ea"/>
                <a:cs typeface="Segoe UI"/>
              </a:rPr>
              <a:t>Adopt AI </a:t>
            </a:r>
            <a:r>
              <a:rPr kumimoji="0" lang="en-US" sz="1100" b="1" i="0" u="none" strike="noStrike" kern="1200" cap="none" spc="0" normalizeH="0" baseline="0" noProof="0">
                <a:ln>
                  <a:noFill/>
                </a:ln>
                <a:solidFill>
                  <a:srgbClr val="000000"/>
                </a:solidFill>
                <a:effectLst/>
                <a:uLnTx/>
                <a:uFillTx/>
                <a:latin typeface="Segoe UI"/>
                <a:ea typeface="+mn-ea"/>
                <a:cs typeface="+mn-cs"/>
              </a:rPr>
              <a:t>safely:</a:t>
            </a:r>
            <a:r>
              <a:rPr kumimoji="0" lang="en-US" sz="1100" b="0" i="0" u="none" strike="noStrike" kern="1200" cap="none" spc="0" normalizeH="0" baseline="0" noProof="0">
                <a:ln>
                  <a:noFill/>
                </a:ln>
                <a:solidFill>
                  <a:srgbClr val="000000"/>
                </a:solidFill>
                <a:effectLst/>
                <a:uLnTx/>
                <a:uFillTx/>
                <a:latin typeface="Segoe UI"/>
                <a:ea typeface="+mn-ea"/>
                <a:cs typeface="+mn-cs"/>
              </a:rPr>
              <a:t> Reduce oversharing and keep your business data governed and protected</a:t>
            </a:r>
            <a:endParaRPr kumimoji="0" lang="en-US" sz="16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48" name="TextBox 47">
            <a:extLst>
              <a:ext uri="{FF2B5EF4-FFF2-40B4-BE49-F238E27FC236}">
                <a16:creationId xmlns:a16="http://schemas.microsoft.com/office/drawing/2014/main" id="{B18E7514-6319-531C-22F6-BF5F2C38F8D9}"/>
              </a:ext>
            </a:extLst>
          </p:cNvPr>
          <p:cNvSpPr txBox="1"/>
          <p:nvPr/>
        </p:nvSpPr>
        <p:spPr>
          <a:xfrm>
            <a:off x="937511" y="3111263"/>
            <a:ext cx="2834389"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Copilot is integrated into your existing productivity tools, so you don’t have to navigate across separate AI experiences.</a:t>
            </a:r>
          </a:p>
        </p:txBody>
      </p:sp>
      <p:sp>
        <p:nvSpPr>
          <p:cNvPr id="49" name="TextBox 48">
            <a:extLst>
              <a:ext uri="{FF2B5EF4-FFF2-40B4-BE49-F238E27FC236}">
                <a16:creationId xmlns:a16="http://schemas.microsoft.com/office/drawing/2014/main" id="{9F09C68E-856F-3EEA-FDE9-43CF96132EDD}"/>
              </a:ext>
            </a:extLst>
          </p:cNvPr>
          <p:cNvSpPr txBox="1"/>
          <p:nvPr/>
        </p:nvSpPr>
        <p:spPr>
          <a:xfrm>
            <a:off x="4566094" y="3108006"/>
            <a:ext cx="2834389"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mn-cs"/>
              </a:rPr>
              <a:t>Copilot provides relevant, personalized assistance, so you can make faster, more informed decisions.</a:t>
            </a:r>
          </a:p>
        </p:txBody>
      </p:sp>
      <p:sp>
        <p:nvSpPr>
          <p:cNvPr id="50" name="TextBox 49">
            <a:extLst>
              <a:ext uri="{FF2B5EF4-FFF2-40B4-BE49-F238E27FC236}">
                <a16:creationId xmlns:a16="http://schemas.microsoft.com/office/drawing/2014/main" id="{8D488D80-6511-F4E6-C925-7E086697608E}"/>
              </a:ext>
            </a:extLst>
          </p:cNvPr>
          <p:cNvSpPr txBox="1"/>
          <p:nvPr/>
        </p:nvSpPr>
        <p:spPr>
          <a:xfrm>
            <a:off x="8191500" y="3108006"/>
            <a:ext cx="3179885" cy="55399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91F2C"/>
                </a:solidFill>
                <a:effectLst/>
                <a:uLnTx/>
                <a:uFillTx/>
                <a:latin typeface="Segoe Sans Display"/>
                <a:ea typeface="+mn-ea"/>
                <a:cs typeface="+mn-cs"/>
              </a:rPr>
              <a:t>Your data stays safe with Microsoft’s trusted security, privacy, and compliance controls to give you peace of mind as your business grows.</a:t>
            </a:r>
            <a:endParaRPr kumimoji="0" lang="en-US" sz="1200" b="0" i="0" u="none" strike="noStrike" kern="1200" cap="none" spc="0" normalizeH="0" baseline="0" noProof="0">
              <a:ln>
                <a:noFill/>
              </a:ln>
              <a:solidFill>
                <a:srgbClr val="000000"/>
              </a:solidFill>
              <a:effectLst/>
              <a:uLnTx/>
              <a:uFillTx/>
              <a:latin typeface="Segoe UI"/>
              <a:ea typeface="+mn-ea"/>
              <a:cs typeface="+mn-cs"/>
            </a:endParaRPr>
          </a:p>
        </p:txBody>
      </p:sp>
      <p:sp>
        <p:nvSpPr>
          <p:cNvPr id="3" name="TextBox 2">
            <a:extLst>
              <a:ext uri="{FF2B5EF4-FFF2-40B4-BE49-F238E27FC236}">
                <a16:creationId xmlns:a16="http://schemas.microsoft.com/office/drawing/2014/main" id="{0879AF31-2AD9-3569-7905-B5CD6B57528E}"/>
              </a:ext>
            </a:extLst>
          </p:cNvPr>
          <p:cNvSpPr txBox="1"/>
          <p:nvPr/>
        </p:nvSpPr>
        <p:spPr>
          <a:xfrm>
            <a:off x="626735" y="1128137"/>
            <a:ext cx="10744650" cy="184666"/>
          </a:xfrm>
          <a:prstGeom prst="rect">
            <a:avLst/>
          </a:prstGeom>
          <a:noFill/>
        </p:spPr>
        <p:txBody>
          <a:bodyPr wrap="square" lIns="0" tIns="0" rIns="0" bIns="0" numCol="1" rtlCol="0" anchor="t">
            <a:spAutoFit/>
          </a:bodyPr>
          <a:lstStyle/>
          <a:p>
            <a:r>
              <a:rPr lang="en-US" sz="1200"/>
              <a:t>The below provides guidance on how we can communicate the value of Microsoft 365 Copilot Business to small business customers.</a:t>
            </a:r>
          </a:p>
        </p:txBody>
      </p:sp>
    </p:spTree>
    <p:extLst>
      <p:ext uri="{BB962C8B-B14F-4D97-AF65-F5344CB8AC3E}">
        <p14:creationId xmlns:p14="http://schemas.microsoft.com/office/powerpoint/2010/main" val="12177209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6809C-980E-7B50-738D-2E90021B2B35}"/>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69369F13-3311-E015-FD7E-06B4B68BF789}"/>
              </a:ext>
              <a:ext uri="{C183D7F6-B498-43B3-948B-1728B52AA6E4}">
                <adec:decorative xmlns:adec="http://schemas.microsoft.com/office/drawing/2017/decorative" val="1"/>
              </a:ext>
            </a:extLst>
          </p:cNvPr>
          <p:cNvGrpSpPr/>
          <p:nvPr/>
        </p:nvGrpSpPr>
        <p:grpSpPr>
          <a:xfrm>
            <a:off x="9384893" y="3871800"/>
            <a:ext cx="1397795" cy="434250"/>
            <a:chOff x="10794205" y="6423682"/>
            <a:chExt cx="1397795" cy="434250"/>
          </a:xfrm>
        </p:grpSpPr>
        <p:sp>
          <p:nvSpPr>
            <p:cNvPr id="11" name="Rectangle: Single Corner Rounded 10">
              <a:extLst>
                <a:ext uri="{FF2B5EF4-FFF2-40B4-BE49-F238E27FC236}">
                  <a16:creationId xmlns:a16="http://schemas.microsoft.com/office/drawing/2014/main" id="{DCEB3F80-830E-3027-1C83-80660526009C}"/>
                </a:ext>
                <a:ext uri="{C183D7F6-B498-43B3-948B-1728B52AA6E4}">
                  <adec:decorative xmlns:adec="http://schemas.microsoft.com/office/drawing/2017/decorative" val="1"/>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40426869-95F1-69EA-73FE-7F7B6D2404F3}"/>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Isosceles Triangle 12">
              <a:hlinkClick r:id="" action="ppaction://hlinkshowjump?jump=previousslide"/>
              <a:extLst>
                <a:ext uri="{FF2B5EF4-FFF2-40B4-BE49-F238E27FC236}">
                  <a16:creationId xmlns:a16="http://schemas.microsoft.com/office/drawing/2014/main" id="{91BE94D5-BC1F-89A1-7A08-BEEDCA4C03BA}"/>
                </a:ext>
                <a:ext uri="{C183D7F6-B498-43B3-948B-1728B52AA6E4}">
                  <adec:decorative xmlns:adec="http://schemas.microsoft.com/office/drawing/2017/decorative" val="1"/>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7E70E8FF-F7A6-D26A-4307-0ACFDB69F0C0}"/>
                </a:ext>
                <a:ext uri="{C183D7F6-B498-43B3-948B-1728B52AA6E4}">
                  <adec:decorative xmlns:adec="http://schemas.microsoft.com/office/drawing/2017/decorative" val="1"/>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8" name="Graphic 17">
              <a:hlinkClick r:id="rId3" action="ppaction://hlinksldjump"/>
              <a:extLst>
                <a:ext uri="{FF2B5EF4-FFF2-40B4-BE49-F238E27FC236}">
                  <a16:creationId xmlns:a16="http://schemas.microsoft.com/office/drawing/2014/main" id="{771DE9BD-4594-341C-030B-FD5EABC4429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
        <p:nvSpPr>
          <p:cNvPr id="31" name="Title 3">
            <a:extLst>
              <a:ext uri="{FF2B5EF4-FFF2-40B4-BE49-F238E27FC236}">
                <a16:creationId xmlns:a16="http://schemas.microsoft.com/office/drawing/2014/main" id="{33427D79-FCE5-53DC-AA8E-59C3DEC85D3D}"/>
              </a:ext>
            </a:extLst>
          </p:cNvPr>
          <p:cNvSpPr>
            <a:spLocks noGrp="1"/>
          </p:cNvSpPr>
          <p:nvPr>
            <p:ph type="title"/>
          </p:nvPr>
        </p:nvSpPr>
        <p:spPr>
          <a:xfrm>
            <a:off x="576072" y="512064"/>
            <a:ext cx="11018520" cy="492443"/>
          </a:xfrm>
        </p:spPr>
        <p:txBody>
          <a:bodyPr vert="horz">
            <a:spAutoFit/>
          </a:bodyPr>
          <a:lstStyle/>
          <a:p>
            <a:pPr defTabSz="914400">
              <a:spcBef>
                <a:spcPts val="0"/>
              </a:spcBef>
              <a:defRPr/>
            </a:pPr>
            <a:r>
              <a:rPr lang="en-US" sz="3200">
                <a:solidFill>
                  <a:srgbClr val="091F2C"/>
                </a:solidFill>
                <a:latin typeface="Segoe Sans Display Semibold"/>
              </a:rPr>
              <a:t>Positioning Microsoft 365 and Copilot Business bundles</a:t>
            </a:r>
          </a:p>
        </p:txBody>
      </p:sp>
      <p:sp>
        <p:nvSpPr>
          <p:cNvPr id="6" name="Text Placeholder 2">
            <a:extLst>
              <a:ext uri="{FF2B5EF4-FFF2-40B4-BE49-F238E27FC236}">
                <a16:creationId xmlns:a16="http://schemas.microsoft.com/office/drawing/2014/main" id="{D59245B5-91A0-A551-8F8D-A666E050DCA7}"/>
              </a:ext>
            </a:extLst>
          </p:cNvPr>
          <p:cNvSpPr txBox="1">
            <a:spLocks/>
          </p:cNvSpPr>
          <p:nvPr/>
        </p:nvSpPr>
        <p:spPr>
          <a:xfrm>
            <a:off x="576072"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a:solidFill>
                  <a:schemeClr val="accent2"/>
                </a:solidFill>
                <a:latin typeface="Segoe UI Semibold" panose="020B0702040204020203" pitchFamily="34" charset="0"/>
                <a:cs typeface="Segoe UI Semibold" panose="020B0702040204020203" pitchFamily="34" charset="0"/>
              </a:rPr>
              <a:t>MESSAGING &amp; POSITIONING</a:t>
            </a:r>
          </a:p>
        </p:txBody>
      </p:sp>
      <p:sp>
        <p:nvSpPr>
          <p:cNvPr id="4" name="Rectangle: Rounded Corners 3">
            <a:extLst>
              <a:ext uri="{FF2B5EF4-FFF2-40B4-BE49-F238E27FC236}">
                <a16:creationId xmlns:a16="http://schemas.microsoft.com/office/drawing/2014/main" id="{CEF4BFD4-476C-9B6D-DCD9-54040CA85AFB}"/>
              </a:ext>
              <a:ext uri="{C183D7F6-B498-43B3-948B-1728B52AA6E4}">
                <adec:decorative xmlns:adec="http://schemas.microsoft.com/office/drawing/2017/decorative" val="1"/>
              </a:ext>
            </a:extLst>
          </p:cNvPr>
          <p:cNvSpPr>
            <a:spLocks/>
          </p:cNvSpPr>
          <p:nvPr/>
        </p:nvSpPr>
        <p:spPr>
          <a:xfrm>
            <a:off x="741876" y="3099161"/>
            <a:ext cx="3457831" cy="3145227"/>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 name="Rectangle: Rounded Corners 4">
            <a:extLst>
              <a:ext uri="{FF2B5EF4-FFF2-40B4-BE49-F238E27FC236}">
                <a16:creationId xmlns:a16="http://schemas.microsoft.com/office/drawing/2014/main" id="{CC4A7D1F-165E-8D1C-0384-7CA4E5C47B5F}"/>
              </a:ext>
              <a:ext uri="{C183D7F6-B498-43B3-948B-1728B52AA6E4}">
                <adec:decorative xmlns:adec="http://schemas.microsoft.com/office/drawing/2017/decorative" val="1"/>
              </a:ext>
            </a:extLst>
          </p:cNvPr>
          <p:cNvSpPr>
            <a:spLocks/>
          </p:cNvSpPr>
          <p:nvPr/>
        </p:nvSpPr>
        <p:spPr>
          <a:xfrm>
            <a:off x="4368871" y="3099161"/>
            <a:ext cx="3457831" cy="3145227"/>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7" name="Rectangle: Rounded Corners 6">
            <a:extLst>
              <a:ext uri="{FF2B5EF4-FFF2-40B4-BE49-F238E27FC236}">
                <a16:creationId xmlns:a16="http://schemas.microsoft.com/office/drawing/2014/main" id="{1B10430F-F465-9566-E68B-9E5B4E2D691E}"/>
              </a:ext>
              <a:ext uri="{C183D7F6-B498-43B3-948B-1728B52AA6E4}">
                <adec:decorative xmlns:adec="http://schemas.microsoft.com/office/drawing/2017/decorative" val="1"/>
              </a:ext>
            </a:extLst>
          </p:cNvPr>
          <p:cNvSpPr>
            <a:spLocks/>
          </p:cNvSpPr>
          <p:nvPr/>
        </p:nvSpPr>
        <p:spPr>
          <a:xfrm>
            <a:off x="7995866" y="3099161"/>
            <a:ext cx="3457831" cy="3145228"/>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9" name="TextBox 8">
            <a:extLst>
              <a:ext uri="{FF2B5EF4-FFF2-40B4-BE49-F238E27FC236}">
                <a16:creationId xmlns:a16="http://schemas.microsoft.com/office/drawing/2014/main" id="{735E41E9-F3DA-7122-AE02-6DE5A6932105}"/>
              </a:ext>
            </a:extLst>
          </p:cNvPr>
          <p:cNvSpPr txBox="1"/>
          <p:nvPr/>
        </p:nvSpPr>
        <p:spPr>
          <a:xfrm>
            <a:off x="937706" y="3242450"/>
            <a:ext cx="2878521" cy="215444"/>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400">
                <a:gradFill>
                  <a:gsLst>
                    <a:gs pos="0">
                      <a:srgbClr val="FFFFFF">
                        <a:lumMod val="100000"/>
                      </a:srgbClr>
                    </a:gs>
                    <a:gs pos="0">
                      <a:srgbClr val="C03BC3"/>
                    </a:gs>
                    <a:gs pos="98000">
                      <a:srgbClr val="DD4A84"/>
                    </a:gs>
                  </a:gsLst>
                </a:gradFill>
                <a:latin typeface="+mj-lt"/>
                <a:cs typeface="Segoe UI"/>
              </a:rPr>
              <a:t>Business Basic + Copilot Business</a:t>
            </a:r>
          </a:p>
        </p:txBody>
      </p:sp>
      <p:sp>
        <p:nvSpPr>
          <p:cNvPr id="10" name="TextBox 9">
            <a:extLst>
              <a:ext uri="{FF2B5EF4-FFF2-40B4-BE49-F238E27FC236}">
                <a16:creationId xmlns:a16="http://schemas.microsoft.com/office/drawing/2014/main" id="{DC6112A0-1863-D0DC-2BF3-5C2DFA5FFBFC}"/>
              </a:ext>
            </a:extLst>
          </p:cNvPr>
          <p:cNvSpPr txBox="1"/>
          <p:nvPr/>
        </p:nvSpPr>
        <p:spPr>
          <a:xfrm>
            <a:off x="937706" y="4128059"/>
            <a:ext cx="3059812" cy="1608133"/>
          </a:xfrm>
          <a:prstGeom prst="rect">
            <a:avLst/>
          </a:prstGeom>
          <a:noFill/>
        </p:spPr>
        <p:txBody>
          <a:bodyPr wrap="square" lIns="0" tIns="0" rIns="0" bIns="0" anchor="t">
            <a:spAutoFit/>
          </a:bodyPr>
          <a:lstStyle/>
          <a:p>
            <a:pPr marL="285750" lvl="0" indent="-285750" defTabSz="914367">
              <a:spcBef>
                <a:spcPts val="600"/>
              </a:spcBef>
              <a:buFont typeface="Arial" panose="020B0604020202020204" pitchFamily="34" charset="0"/>
              <a:buChar char="•"/>
              <a:defRPr/>
            </a:pPr>
            <a:r>
              <a:rPr lang="en-US" sz="1050" b="1"/>
              <a:t>Do more with less switching.</a:t>
            </a:r>
            <a:r>
              <a:rPr lang="en-US" sz="1050"/>
              <a:t> Copilot can draft emails, summarize chats, and create content without having to manage multiple AI tools.</a:t>
            </a:r>
          </a:p>
          <a:p>
            <a:pPr marL="285750" lvl="0" indent="-285750" defTabSz="914367">
              <a:spcBef>
                <a:spcPts val="600"/>
              </a:spcBef>
              <a:buFont typeface="Arial" panose="020B0604020202020204" pitchFamily="34" charset="0"/>
              <a:buChar char="•"/>
              <a:defRPr/>
            </a:pPr>
            <a:r>
              <a:rPr lang="en-US" sz="1050" b="1"/>
              <a:t>Web access.</a:t>
            </a:r>
            <a:r>
              <a:rPr lang="en-US" sz="1050"/>
              <a:t> Chat with Copilot directly in your web browser across any device for easy access. </a:t>
            </a:r>
          </a:p>
          <a:p>
            <a:pPr marL="285750" lvl="0" indent="-285750" defTabSz="914367">
              <a:spcBef>
                <a:spcPts val="600"/>
              </a:spcBef>
              <a:buFont typeface="Arial" panose="020B0604020202020204" pitchFamily="34" charset="0"/>
              <a:buChar char="•"/>
              <a:defRPr/>
            </a:pPr>
            <a:r>
              <a:rPr lang="en-US" sz="1050" b="1"/>
              <a:t>Built-in security. </a:t>
            </a:r>
            <a:r>
              <a:rPr lang="en-US" sz="1050"/>
              <a:t>Copilot runs in Microsoft’s secure cloud, so your prompts and answers stay protected. </a:t>
            </a:r>
          </a:p>
        </p:txBody>
      </p:sp>
      <p:sp>
        <p:nvSpPr>
          <p:cNvPr id="14" name="TextBox 13">
            <a:extLst>
              <a:ext uri="{FF2B5EF4-FFF2-40B4-BE49-F238E27FC236}">
                <a16:creationId xmlns:a16="http://schemas.microsoft.com/office/drawing/2014/main" id="{8A720A4B-83C2-5DDB-07BA-6FADE4C82979}"/>
              </a:ext>
            </a:extLst>
          </p:cNvPr>
          <p:cNvSpPr txBox="1"/>
          <p:nvPr/>
        </p:nvSpPr>
        <p:spPr>
          <a:xfrm>
            <a:off x="4563112" y="3242450"/>
            <a:ext cx="3072763" cy="400110"/>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1400">
                <a:gradFill>
                  <a:gsLst>
                    <a:gs pos="0">
                      <a:srgbClr val="FFFFFF">
                        <a:lumMod val="100000"/>
                      </a:srgbClr>
                    </a:gs>
                    <a:gs pos="0">
                      <a:srgbClr val="C03BC3"/>
                    </a:gs>
                    <a:gs pos="98000">
                      <a:srgbClr val="DD4A84"/>
                    </a:gs>
                  </a:gsLst>
                </a:gradFill>
                <a:latin typeface="+mj-lt"/>
                <a:cs typeface="Segoe UI"/>
              </a:rPr>
              <a:t>Business Standard + Copilot Business</a:t>
            </a: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78D4"/>
              </a:solidFill>
              <a:effectLst/>
              <a:uLnTx/>
              <a:uFillTx/>
              <a:latin typeface="Segoe UI Semibold"/>
              <a:ea typeface="+mn-ea"/>
              <a:cs typeface="Segoe UI Semibold"/>
            </a:endParaRPr>
          </a:p>
        </p:txBody>
      </p:sp>
      <p:sp>
        <p:nvSpPr>
          <p:cNvPr id="15" name="TextBox 14">
            <a:extLst>
              <a:ext uri="{FF2B5EF4-FFF2-40B4-BE49-F238E27FC236}">
                <a16:creationId xmlns:a16="http://schemas.microsoft.com/office/drawing/2014/main" id="{E05A6777-0CA4-34A2-EE4F-85ECEAE98D2C}"/>
              </a:ext>
            </a:extLst>
          </p:cNvPr>
          <p:cNvSpPr txBox="1"/>
          <p:nvPr/>
        </p:nvSpPr>
        <p:spPr>
          <a:xfrm>
            <a:off x="4563112" y="4078168"/>
            <a:ext cx="3059812" cy="1931298"/>
          </a:xfrm>
          <a:prstGeom prst="rect">
            <a:avLst/>
          </a:prstGeom>
          <a:noFill/>
        </p:spPr>
        <p:txBody>
          <a:bodyPr wrap="square" lIns="0" tIns="0" rIns="0" bIns="0" anchor="t">
            <a:spAutoFit/>
          </a:bodyPr>
          <a:lstStyle/>
          <a:p>
            <a:pPr marL="285750" lvl="0" indent="-285750" defTabSz="914367">
              <a:spcBef>
                <a:spcPts val="600"/>
              </a:spcBef>
              <a:buFont typeface="Arial" panose="020B0604020202020204" pitchFamily="34" charset="0"/>
              <a:buChar char="•"/>
              <a:defRPr/>
            </a:pPr>
            <a:r>
              <a:rPr lang="en-US" sz="1050" b="1"/>
              <a:t>Create faster.</a:t>
            </a:r>
            <a:r>
              <a:rPr lang="en-US" sz="1050"/>
              <a:t> Use Copilot to write, rewrite, summarize, and build content across Word, Excel, PowerPoint, Outlook, and Teams</a:t>
            </a:r>
          </a:p>
          <a:p>
            <a:pPr marL="285750" lvl="0" indent="-285750" defTabSz="914367">
              <a:spcBef>
                <a:spcPts val="600"/>
              </a:spcBef>
              <a:buFont typeface="Arial" panose="020B0604020202020204" pitchFamily="34" charset="0"/>
              <a:buChar char="•"/>
              <a:defRPr/>
            </a:pPr>
            <a:r>
              <a:rPr lang="en-US" sz="1050" b="1"/>
              <a:t>Keep work flowing.</a:t>
            </a:r>
            <a:r>
              <a:rPr lang="en-US" sz="1050"/>
              <a:t> The Copilot app unifies chat, search, apps, and agents so teams can find, create, and act from one place. </a:t>
            </a:r>
          </a:p>
          <a:p>
            <a:pPr marL="285750" lvl="0" indent="-285750" defTabSz="914367">
              <a:spcBef>
                <a:spcPts val="600"/>
              </a:spcBef>
              <a:buFont typeface="Arial" panose="020B0604020202020204" pitchFamily="34" charset="0"/>
              <a:buChar char="•"/>
              <a:defRPr/>
            </a:pPr>
            <a:r>
              <a:rPr lang="en-US" sz="1050" b="1"/>
              <a:t>Stay secure everywhere.</a:t>
            </a:r>
            <a:r>
              <a:rPr lang="en-US" sz="1050"/>
              <a:t> Copilot uses Microsoft 365’s built-in protections like encryption and multi-factor sign-in to keep your data safe online and in app.</a:t>
            </a:r>
            <a:endParaRPr kumimoji="0" lang="en-US" sz="1050" b="0" i="0" u="none" strike="noStrike" kern="1200" cap="none" spc="0" normalizeH="0" baseline="0" noProof="0">
              <a:ln>
                <a:noFill/>
              </a:ln>
              <a:solidFill>
                <a:srgbClr val="000000"/>
              </a:solidFill>
              <a:effectLst/>
              <a:uLnTx/>
              <a:uFillTx/>
              <a:ea typeface="+mn-ea"/>
              <a:cs typeface="Segoe UI"/>
            </a:endParaRPr>
          </a:p>
          <a:p>
            <a:pPr marL="171450" marR="0" lvl="0" indent="-171450" algn="l" defTabSz="914367" rtl="0" eaLnBrk="1" fontAlgn="auto" latinLnBrk="0" hangingPunct="1">
              <a:lnSpc>
                <a:spcPct val="100000"/>
              </a:lnSpc>
              <a:spcBef>
                <a:spcPts val="0"/>
              </a:spcBef>
              <a:spcAft>
                <a:spcPts val="400"/>
              </a:spcAft>
              <a:buClr>
                <a:srgbClr val="000000"/>
              </a:buClr>
              <a:buSzTx/>
              <a:buFont typeface="Arial,Sans-Serif" panose="020B0604020202020204" pitchFamily="34" charset="0"/>
              <a:buChar char="•"/>
              <a:tabLst/>
              <a:defRPr/>
            </a:pPr>
            <a:endParaRPr kumimoji="0" lang="en-US" sz="1050" b="0" i="0" u="none" strike="noStrike" kern="1200" cap="none" spc="0" normalizeH="0" baseline="0" noProof="0">
              <a:ln>
                <a:noFill/>
              </a:ln>
              <a:solidFill>
                <a:srgbClr val="000000"/>
              </a:solidFill>
              <a:effectLst/>
              <a:uLnTx/>
              <a:uFillTx/>
              <a:ea typeface="+mn-ea"/>
              <a:cs typeface="Segoe UI"/>
            </a:endParaRPr>
          </a:p>
        </p:txBody>
      </p:sp>
      <p:sp>
        <p:nvSpPr>
          <p:cNvPr id="17" name="TextBox 16">
            <a:extLst>
              <a:ext uri="{FF2B5EF4-FFF2-40B4-BE49-F238E27FC236}">
                <a16:creationId xmlns:a16="http://schemas.microsoft.com/office/drawing/2014/main" id="{E5EB1656-F86F-F797-866B-6A3A33539386}"/>
              </a:ext>
            </a:extLst>
          </p:cNvPr>
          <p:cNvSpPr txBox="1"/>
          <p:nvPr/>
        </p:nvSpPr>
        <p:spPr>
          <a:xfrm>
            <a:off x="8188518" y="3242450"/>
            <a:ext cx="3162300" cy="215444"/>
          </a:xfrm>
          <a:prstGeom prst="rect">
            <a:avLst/>
          </a:prstGeom>
          <a:noFill/>
        </p:spPr>
        <p:txBody>
          <a:bodyPr wrap="square" lIns="0" tIns="0" rIns="0" bIns="0" anchor="t">
            <a:spAutoFit/>
          </a:bodyPr>
          <a:lstStyle/>
          <a:p>
            <a:pPr defTabSz="914367">
              <a:defRPr/>
            </a:pPr>
            <a:r>
              <a:rPr lang="en-US" sz="1400">
                <a:gradFill>
                  <a:gsLst>
                    <a:gs pos="0">
                      <a:srgbClr val="FFFFFF">
                        <a:lumMod val="100000"/>
                      </a:srgbClr>
                    </a:gs>
                    <a:gs pos="0">
                      <a:srgbClr val="C03BC3"/>
                    </a:gs>
                    <a:gs pos="98000">
                      <a:srgbClr val="DD4A84"/>
                    </a:gs>
                  </a:gsLst>
                </a:gradFill>
                <a:latin typeface="+mj-lt"/>
                <a:cs typeface="Segoe UI"/>
              </a:rPr>
              <a:t>Business Premium + Copilot Business</a:t>
            </a:r>
          </a:p>
        </p:txBody>
      </p:sp>
      <p:sp>
        <p:nvSpPr>
          <p:cNvPr id="24" name="TextBox 23">
            <a:extLst>
              <a:ext uri="{FF2B5EF4-FFF2-40B4-BE49-F238E27FC236}">
                <a16:creationId xmlns:a16="http://schemas.microsoft.com/office/drawing/2014/main" id="{8AC5009A-D784-FF0D-63C0-5120A7560318}"/>
              </a:ext>
            </a:extLst>
          </p:cNvPr>
          <p:cNvSpPr txBox="1"/>
          <p:nvPr/>
        </p:nvSpPr>
        <p:spPr>
          <a:xfrm>
            <a:off x="8188518" y="4078168"/>
            <a:ext cx="3059812" cy="1931298"/>
          </a:xfrm>
          <a:prstGeom prst="rect">
            <a:avLst/>
          </a:prstGeom>
          <a:noFill/>
        </p:spPr>
        <p:txBody>
          <a:bodyPr wrap="square" lIns="0" tIns="0" rIns="0" bIns="0" anchor="t">
            <a:spAutoFit/>
          </a:bodyPr>
          <a:lstStyle/>
          <a:p>
            <a:pPr marL="285750" lvl="0" indent="-285750" defTabSz="914367">
              <a:spcBef>
                <a:spcPts val="600"/>
              </a:spcBef>
              <a:buFont typeface="Arial" panose="020B0604020202020204" pitchFamily="34" charset="0"/>
              <a:buChar char="•"/>
              <a:defRPr/>
            </a:pPr>
            <a:r>
              <a:rPr lang="en-US" sz="1050" b="1"/>
              <a:t>Stronger safeguards.</a:t>
            </a:r>
            <a:r>
              <a:rPr lang="en-US" sz="1050"/>
              <a:t> Pair Copilot with Business Premium’s advanced security and device management so sensitive work stays protected.</a:t>
            </a:r>
          </a:p>
          <a:p>
            <a:pPr marL="285750" lvl="0" indent="-285750" defTabSz="914367">
              <a:spcBef>
                <a:spcPts val="600"/>
              </a:spcBef>
              <a:buFont typeface="Arial" panose="020B0604020202020204" pitchFamily="34" charset="0"/>
              <a:buChar char="•"/>
              <a:defRPr/>
            </a:pPr>
            <a:r>
              <a:rPr lang="en-US" sz="1050" b="1"/>
              <a:t>Automate busywork.</a:t>
            </a:r>
            <a:r>
              <a:rPr lang="en-US" sz="1050"/>
              <a:t> Let Copilot recap meetings, draft responses, and transform files into usable outputs, so your team can focus on customers.</a:t>
            </a:r>
          </a:p>
          <a:p>
            <a:pPr marL="285750" lvl="0" indent="-285750" defTabSz="914367">
              <a:spcBef>
                <a:spcPts val="600"/>
              </a:spcBef>
              <a:buFont typeface="Arial" panose="020B0604020202020204" pitchFamily="34" charset="0"/>
              <a:buChar char="•"/>
              <a:defRPr/>
            </a:pPr>
            <a:r>
              <a:rPr lang="en-US" sz="1050" b="1"/>
              <a:t>One platform, fewer vendors.</a:t>
            </a:r>
            <a:r>
              <a:rPr lang="en-US" sz="1050"/>
              <a:t> Consolidate tools, reduce toggling, and get built‑in security to minimize your administrative load.</a:t>
            </a:r>
            <a:endParaRPr lang="en-US" sz="1050">
              <a:solidFill>
                <a:srgbClr val="091F2C"/>
              </a:solidFill>
              <a:cs typeface="Segoe Sans Display"/>
            </a:endParaRPr>
          </a:p>
        </p:txBody>
      </p:sp>
      <p:sp>
        <p:nvSpPr>
          <p:cNvPr id="25" name="TextBox 24">
            <a:extLst>
              <a:ext uri="{FF2B5EF4-FFF2-40B4-BE49-F238E27FC236}">
                <a16:creationId xmlns:a16="http://schemas.microsoft.com/office/drawing/2014/main" id="{2AE8AA83-9515-B06A-9817-62CB60779DB0}"/>
              </a:ext>
            </a:extLst>
          </p:cNvPr>
          <p:cNvSpPr txBox="1"/>
          <p:nvPr/>
        </p:nvSpPr>
        <p:spPr>
          <a:xfrm>
            <a:off x="937706" y="3602249"/>
            <a:ext cx="2834389" cy="333425"/>
          </a:xfrm>
          <a:prstGeom prst="rect">
            <a:avLst/>
          </a:prstGeom>
          <a:noFill/>
        </p:spPr>
        <p:txBody>
          <a:bodyPr wrap="square" lIns="0" tIns="0" rIns="0" bIns="0" rtlCol="0">
            <a:spAutoFit/>
          </a:bodyPr>
          <a:lstStyle/>
          <a:p>
            <a:pPr defTabSz="914367">
              <a:lnSpc>
                <a:spcPts val="1295"/>
              </a:lnSpc>
              <a:spcBef>
                <a:spcPts val="500"/>
              </a:spcBef>
              <a:spcAft>
                <a:spcPts val="400"/>
              </a:spcAft>
              <a:buClrTx/>
              <a:defRPr/>
            </a:pPr>
            <a:r>
              <a:rPr lang="en-US" sz="1100">
                <a:solidFill>
                  <a:srgbClr val="091F2C"/>
                </a:solidFill>
              </a:rPr>
              <a:t>Essential web-based productivity tools and AI in one simple bundle.</a:t>
            </a:r>
          </a:p>
        </p:txBody>
      </p:sp>
      <p:sp>
        <p:nvSpPr>
          <p:cNvPr id="27" name="TextBox 26">
            <a:extLst>
              <a:ext uri="{FF2B5EF4-FFF2-40B4-BE49-F238E27FC236}">
                <a16:creationId xmlns:a16="http://schemas.microsoft.com/office/drawing/2014/main" id="{657E81DB-AF22-4C89-D86E-BEAA51D6AB8A}"/>
              </a:ext>
            </a:extLst>
          </p:cNvPr>
          <p:cNvSpPr txBox="1"/>
          <p:nvPr/>
        </p:nvSpPr>
        <p:spPr>
          <a:xfrm>
            <a:off x="4563112" y="3568359"/>
            <a:ext cx="2834389" cy="33855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091F2C"/>
                </a:solidFill>
              </a:rPr>
              <a:t>All Microsoft 365 desktop apps and cloud services, now with built-in AI.</a:t>
            </a:r>
          </a:p>
        </p:txBody>
      </p:sp>
      <p:sp>
        <p:nvSpPr>
          <p:cNvPr id="28" name="TextBox 27">
            <a:extLst>
              <a:ext uri="{FF2B5EF4-FFF2-40B4-BE49-F238E27FC236}">
                <a16:creationId xmlns:a16="http://schemas.microsoft.com/office/drawing/2014/main" id="{0EC42F76-4CC4-E72B-852B-336BCA2B562F}"/>
              </a:ext>
            </a:extLst>
          </p:cNvPr>
          <p:cNvSpPr txBox="1"/>
          <p:nvPr/>
        </p:nvSpPr>
        <p:spPr>
          <a:xfrm>
            <a:off x="8188518" y="3568359"/>
            <a:ext cx="3162300" cy="338554"/>
          </a:xfrm>
          <a:prstGeom prst="rect">
            <a:avLst/>
          </a:prstGeom>
          <a:noFill/>
        </p:spPr>
        <p:txBody>
          <a:bodyPr wrap="square" lIns="0" tIns="0" rIns="0" bIns="0" rtlCol="0">
            <a:spAutoFit/>
          </a:bodyPr>
          <a:lstStyle/>
          <a:p>
            <a:pPr lvl="0" defTabSz="914367">
              <a:spcBef>
                <a:spcPts val="600"/>
              </a:spcBef>
              <a:defRPr/>
            </a:pPr>
            <a:r>
              <a:rPr lang="en-US" sz="1100">
                <a:solidFill>
                  <a:srgbClr val="091F2C"/>
                </a:solidFill>
                <a:ea typeface="+mn-lt"/>
                <a:cs typeface="Segoe Sans Display"/>
              </a:rPr>
              <a:t>AI-powered productivity and advanced security in one comprehensive solution.</a:t>
            </a:r>
          </a:p>
        </p:txBody>
      </p:sp>
      <p:sp>
        <p:nvSpPr>
          <p:cNvPr id="29" name="TextBox 28">
            <a:extLst>
              <a:ext uri="{FF2B5EF4-FFF2-40B4-BE49-F238E27FC236}">
                <a16:creationId xmlns:a16="http://schemas.microsoft.com/office/drawing/2014/main" id="{18D26E91-496C-3D18-4F0B-68DC71C8552A}"/>
              </a:ext>
            </a:extLst>
          </p:cNvPr>
          <p:cNvSpPr txBox="1"/>
          <p:nvPr/>
        </p:nvSpPr>
        <p:spPr>
          <a:xfrm>
            <a:off x="3431166" y="2270602"/>
            <a:ext cx="7940219" cy="553998"/>
          </a:xfrm>
          <a:prstGeom prst="rect">
            <a:avLst/>
          </a:prstGeom>
          <a:noFill/>
        </p:spPr>
        <p:txBody>
          <a:bodyPr wrap="square" lIns="0" tIns="0" rIns="0" bIns="0" rtlCol="0" anchor="t">
            <a:spAutoFit/>
          </a:bodyPr>
          <a:lstStyle/>
          <a:p>
            <a:pPr lvl="0" defTabSz="914367">
              <a:buClr>
                <a:srgbClr val="000000"/>
              </a:buClr>
              <a:defRPr/>
            </a:pPr>
            <a:r>
              <a:rPr lang="en-US" sz="1200"/>
              <a:t>Thes new Microsoft 365 Copilot Business bundle offers combine </a:t>
            </a:r>
            <a:r>
              <a:rPr lang="en-US" sz="1200" b="1"/>
              <a:t>best-in-class productivity tools with AI built for work</a:t>
            </a:r>
            <a:r>
              <a:rPr lang="en-US" sz="1200"/>
              <a:t>, so you get familiar Microsoft 365 apps—Word, Excel, Outlook, and more—plus intelligent assistance that helps you work smarter, faster, and more creatively.</a:t>
            </a:r>
            <a:endParaRPr kumimoji="0" lang="en-US" sz="1200" b="0" i="0" u="none" strike="noStrike" kern="1200" cap="none" spc="0" normalizeH="0" baseline="0" noProof="0">
              <a:ln>
                <a:noFill/>
              </a:ln>
              <a:solidFill>
                <a:srgbClr val="091F2C"/>
              </a:solidFill>
              <a:effectLst/>
              <a:uLnTx/>
              <a:uFillTx/>
              <a:ea typeface="+mn-ea"/>
              <a:cs typeface="Segoe Sans Display"/>
            </a:endParaRPr>
          </a:p>
        </p:txBody>
      </p:sp>
      <p:sp>
        <p:nvSpPr>
          <p:cNvPr id="36" name="TextBox 35">
            <a:extLst>
              <a:ext uri="{FF2B5EF4-FFF2-40B4-BE49-F238E27FC236}">
                <a16:creationId xmlns:a16="http://schemas.microsoft.com/office/drawing/2014/main" id="{FAEDF406-3745-939B-E8CF-13DB844A1EA1}"/>
              </a:ext>
            </a:extLst>
          </p:cNvPr>
          <p:cNvSpPr txBox="1"/>
          <p:nvPr/>
        </p:nvSpPr>
        <p:spPr>
          <a:xfrm>
            <a:off x="626735" y="1128137"/>
            <a:ext cx="10744650" cy="731520"/>
          </a:xfrm>
          <a:prstGeom prst="rect">
            <a:avLst/>
          </a:prstGeom>
          <a:noFill/>
        </p:spPr>
        <p:txBody>
          <a:bodyPr wrap="square" lIns="0" tIns="0" rIns="0" bIns="0" numCol="2" rtlCol="0" anchor="t">
            <a:spAutoFit/>
          </a:bodyPr>
          <a:lstStyle/>
          <a:p>
            <a:r>
              <a:rPr lang="en-US" sz="1200"/>
              <a:t>This section lays out a complete framework for positioning Copilot Business Bundles with SMB customers. It starts with top-level messaging that tells the bigger story—why bundles matter and how they make AI adoption simple by turning AI-powered productivity into the new standard. From there, it dives    into bundle-specific positioning, offering clear, value-driven messages for each option. These messages are designed to help you confidently communicate the unique benefits of every bundle through an AI-first lens, ensuring customers see Copilot as essential to their productivity journey</a:t>
            </a:r>
          </a:p>
        </p:txBody>
      </p:sp>
      <p:grpSp>
        <p:nvGrpSpPr>
          <p:cNvPr id="55" name="Group 54">
            <a:extLst>
              <a:ext uri="{FF2B5EF4-FFF2-40B4-BE49-F238E27FC236}">
                <a16:creationId xmlns:a16="http://schemas.microsoft.com/office/drawing/2014/main" id="{AC513181-3D50-9ABE-B14E-65B36FABD680}"/>
              </a:ext>
            </a:extLst>
          </p:cNvPr>
          <p:cNvGrpSpPr/>
          <p:nvPr/>
        </p:nvGrpSpPr>
        <p:grpSpPr>
          <a:xfrm>
            <a:off x="626735" y="2353352"/>
            <a:ext cx="2616615" cy="389513"/>
            <a:chOff x="-531607" y="2847385"/>
            <a:chExt cx="2616615" cy="389513"/>
          </a:xfrm>
        </p:grpSpPr>
        <p:sp>
          <p:nvSpPr>
            <p:cNvPr id="51" name="Rectangle: Rounded Corners 50">
              <a:extLst>
                <a:ext uri="{FF2B5EF4-FFF2-40B4-BE49-F238E27FC236}">
                  <a16:creationId xmlns:a16="http://schemas.microsoft.com/office/drawing/2014/main" id="{65BE62E8-BF3E-150B-D672-7E2A16DBF1EC}"/>
                </a:ext>
              </a:extLst>
            </p:cNvPr>
            <p:cNvSpPr/>
            <p:nvPr/>
          </p:nvSpPr>
          <p:spPr bwMode="auto">
            <a:xfrm>
              <a:off x="-531607" y="2847385"/>
              <a:ext cx="2616615"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Top Level Positioning</a:t>
              </a:r>
            </a:p>
          </p:txBody>
        </p:sp>
        <p:grpSp>
          <p:nvGrpSpPr>
            <p:cNvPr id="52" name="Group 51">
              <a:extLst>
                <a:ext uri="{FF2B5EF4-FFF2-40B4-BE49-F238E27FC236}">
                  <a16:creationId xmlns:a16="http://schemas.microsoft.com/office/drawing/2014/main" id="{0174B12D-E18C-FAB1-1319-F24E7A8EE380}"/>
                </a:ext>
                <a:ext uri="{C183D7F6-B498-43B3-948B-1728B52AA6E4}">
                  <adec:decorative xmlns:adec="http://schemas.microsoft.com/office/drawing/2017/decorative" val="1"/>
                </a:ext>
              </a:extLst>
            </p:cNvPr>
            <p:cNvGrpSpPr/>
            <p:nvPr/>
          </p:nvGrpSpPr>
          <p:grpSpPr>
            <a:xfrm>
              <a:off x="-416466" y="2910468"/>
              <a:ext cx="243402" cy="243402"/>
              <a:chOff x="5605462" y="2938462"/>
              <a:chExt cx="981075" cy="981075"/>
            </a:xfrm>
            <a:solidFill>
              <a:schemeClr val="bg1"/>
            </a:solidFill>
          </p:grpSpPr>
          <p:sp>
            <p:nvSpPr>
              <p:cNvPr id="53" name="Freeform: Shape 52">
                <a:extLst>
                  <a:ext uri="{FF2B5EF4-FFF2-40B4-BE49-F238E27FC236}">
                    <a16:creationId xmlns:a16="http://schemas.microsoft.com/office/drawing/2014/main" id="{573024AA-4D7F-1794-F70F-DA53B7A4BA2E}"/>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54" name="Freeform: Shape 53">
                <a:extLst>
                  <a:ext uri="{FF2B5EF4-FFF2-40B4-BE49-F238E27FC236}">
                    <a16:creationId xmlns:a16="http://schemas.microsoft.com/office/drawing/2014/main" id="{263BA3EB-3EA6-8A1C-2AD2-E1970B75D174}"/>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Tree>
    <p:extLst>
      <p:ext uri="{BB962C8B-B14F-4D97-AF65-F5344CB8AC3E}">
        <p14:creationId xmlns:p14="http://schemas.microsoft.com/office/powerpoint/2010/main" val="358017895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D009A-DD5E-B92F-296A-60ABF842DA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79115-D62C-5637-3441-015BB7B116F1}"/>
              </a:ext>
            </a:extLst>
          </p:cNvPr>
          <p:cNvSpPr>
            <a:spLocks noGrp="1"/>
          </p:cNvSpPr>
          <p:nvPr>
            <p:ph type="title"/>
          </p:nvPr>
        </p:nvSpPr>
        <p:spPr>
          <a:xfrm>
            <a:off x="576072" y="512064"/>
            <a:ext cx="11018520" cy="492443"/>
          </a:xfrm>
        </p:spPr>
        <p:txBody>
          <a:bodyPr/>
          <a:lstStyle/>
          <a:p>
            <a:pPr defTabSz="914400">
              <a:spcBef>
                <a:spcPts val="0"/>
              </a:spcBef>
              <a:defRPr/>
            </a:pPr>
            <a:r>
              <a:rPr lang="en-US" sz="3200">
                <a:solidFill>
                  <a:srgbClr val="091F2C"/>
                </a:solidFill>
                <a:latin typeface="Segoe Sans Display Semibold"/>
                <a:cs typeface="Segoe Sans Display" pitchFamily="2" charset="0"/>
              </a:rPr>
              <a:t>Tailoring the message for SMB focused industries</a:t>
            </a:r>
          </a:p>
        </p:txBody>
      </p:sp>
      <p:grpSp>
        <p:nvGrpSpPr>
          <p:cNvPr id="7" name="Group 6" descr="Identify top functional scenarios;&#10;assess technical readiness, and&#10;build a business case and roadmap&#10;">
            <a:extLst>
              <a:ext uri="{FF2B5EF4-FFF2-40B4-BE49-F238E27FC236}">
                <a16:creationId xmlns:a16="http://schemas.microsoft.com/office/drawing/2014/main" id="{D153FF51-4440-06CB-23F6-20BAC2249B9B}"/>
              </a:ext>
            </a:extLst>
          </p:cNvPr>
          <p:cNvGrpSpPr/>
          <p:nvPr/>
        </p:nvGrpSpPr>
        <p:grpSpPr>
          <a:xfrm>
            <a:off x="3246635" y="1589522"/>
            <a:ext cx="8052129" cy="1405563"/>
            <a:chOff x="3259528" y="2132014"/>
            <a:chExt cx="8052129" cy="1405563"/>
          </a:xfrm>
        </p:grpSpPr>
        <p:cxnSp>
          <p:nvCxnSpPr>
            <p:cNvPr id="8" name="Straight Connector 7">
              <a:extLst>
                <a:ext uri="{FF2B5EF4-FFF2-40B4-BE49-F238E27FC236}">
                  <a16:creationId xmlns:a16="http://schemas.microsoft.com/office/drawing/2014/main" id="{0EF91AE8-9B11-CBAF-E2C7-B67491471F0A}"/>
                </a:ext>
              </a:extLst>
            </p:cNvPr>
            <p:cNvCxnSpPr>
              <a:cxnSpLocks/>
            </p:cNvCxnSpPr>
            <p:nvPr/>
          </p:nvCxnSpPr>
          <p:spPr>
            <a:xfrm>
              <a:off x="3259528" y="2818383"/>
              <a:ext cx="702200" cy="0"/>
            </a:xfrm>
            <a:prstGeom prst="line">
              <a:avLst/>
            </a:prstGeom>
            <a:noFill/>
            <a:ln w="9525" cap="flat" cmpd="sng" algn="ctr">
              <a:solidFill>
                <a:schemeClr val="accent2"/>
              </a:solidFill>
              <a:prstDash val="dash"/>
              <a:headEnd type="none" w="lg" len="med"/>
              <a:tailEnd type="none" w="lg" len="med"/>
            </a:ln>
            <a:effectLst/>
          </p:spPr>
        </p:cxnSp>
        <p:sp>
          <p:nvSpPr>
            <p:cNvPr id="9" name="Rectangle: Rounded Corners 45">
              <a:extLst>
                <a:ext uri="{FF2B5EF4-FFF2-40B4-BE49-F238E27FC236}">
                  <a16:creationId xmlns:a16="http://schemas.microsoft.com/office/drawing/2014/main" id="{A443F0C5-1CBA-3381-4548-E361B4018240}"/>
                </a:ext>
              </a:extLst>
            </p:cNvPr>
            <p:cNvSpPr>
              <a:spLocks/>
            </p:cNvSpPr>
            <p:nvPr/>
          </p:nvSpPr>
          <p:spPr bwMode="auto">
            <a:xfrm>
              <a:off x="3992200" y="2132014"/>
              <a:ext cx="7319457" cy="1405563"/>
            </a:xfrm>
            <a:prstGeom prst="roundRect">
              <a:avLst>
                <a:gd name="adj" fmla="val 8598"/>
              </a:avLst>
            </a:prstGeom>
            <a:solidFill>
              <a:srgbClr val="FFFFFF"/>
            </a:solidFill>
            <a:ln w="12700" cap="flat" cmpd="sng" algn="ctr">
              <a:noFill/>
              <a:prstDash val="solid"/>
            </a:ln>
            <a:effectLst>
              <a:outerShdw blurRad="88900" dist="50800" dir="2700000" algn="tl" rotWithShape="0">
                <a:prstClr val="black">
                  <a:alpha val="25000"/>
                </a:prstClr>
              </a:outerShdw>
            </a:effectLst>
          </p:spPr>
          <p:txBody>
            <a:bodyPr wrap="square" lIns="274320" tIns="0" rIns="182880" rtlCol="0" anchor="ctr" anchorCtr="0">
              <a:noAutofit/>
            </a:bodyPr>
            <a:lstStyle/>
            <a:p>
              <a:pPr marL="0" marR="0" lvl="0" indent="0" algn="l" defTabSz="914400" rtl="0" eaLnBrk="1" fontAlgn="auto" latinLnBrk="0" hangingPunct="1">
                <a:lnSpc>
                  <a:spcPct val="100000"/>
                </a:lnSpc>
                <a:spcBef>
                  <a:spcPts val="500"/>
                </a:spcBef>
                <a:spcAft>
                  <a:spcPts val="1200"/>
                </a:spcAft>
                <a:buClrTx/>
                <a:buSzTx/>
                <a:buFontTx/>
                <a:buNone/>
                <a:tabLst/>
                <a:defRPr/>
              </a:pPr>
              <a:r>
                <a:rPr lang="en-US" sz="1200">
                  <a:solidFill>
                    <a:srgbClr val="091F2C"/>
                  </a:solidFill>
                </a:rPr>
                <a:t>Spend less time on admin and more time serving clients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a:solidFill>
                    <a:srgbClr val="091F2C"/>
                  </a:solidFill>
                  <a:latin typeface="+mj-lt"/>
                </a:rPr>
                <a:t>Get more done: </a:t>
              </a:r>
              <a:r>
                <a:rPr lang="en-US" sz="1200">
                  <a:solidFill>
                    <a:srgbClr val="091F2C"/>
                  </a:solidFill>
                </a:rPr>
                <a:t>Draft proposals, contracts, and client emails faster.</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a:solidFill>
                    <a:srgbClr val="091F2C"/>
                  </a:solidFill>
                  <a:latin typeface="+mj-lt"/>
                </a:rPr>
                <a:t>Simplify workflows: </a:t>
              </a:r>
              <a:r>
                <a:rPr lang="en-US" sz="1200">
                  <a:solidFill>
                    <a:srgbClr val="091F2C"/>
                  </a:solidFill>
                </a:rPr>
                <a:t>Capture meeting notes, action items, and follow-ups automatically.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200">
                  <a:solidFill>
                    <a:srgbClr val="091F2C"/>
                  </a:solidFill>
                  <a:latin typeface="+mj-lt"/>
                </a:rPr>
                <a:t>Protect your firm: </a:t>
              </a:r>
              <a:r>
                <a:rPr lang="en-US" sz="1200">
                  <a:solidFill>
                    <a:srgbClr val="091F2C"/>
                  </a:solidFill>
                </a:rPr>
                <a:t>Ensure sensitive client data stays private with zero extra setup.</a:t>
              </a:r>
            </a:p>
          </p:txBody>
        </p:sp>
        <p:sp>
          <p:nvSpPr>
            <p:cNvPr id="10" name="Oval 9">
              <a:extLst>
                <a:ext uri="{FF2B5EF4-FFF2-40B4-BE49-F238E27FC236}">
                  <a16:creationId xmlns:a16="http://schemas.microsoft.com/office/drawing/2014/main" id="{67123031-8309-679F-1830-B854ABB58F5E}"/>
                </a:ext>
              </a:extLst>
            </p:cNvPr>
            <p:cNvSpPr/>
            <p:nvPr/>
          </p:nvSpPr>
          <p:spPr bwMode="auto">
            <a:xfrm>
              <a:off x="3786459" y="2678685"/>
              <a:ext cx="279396" cy="279396"/>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r>
                <a:rPr lang="en-US" sz="1600">
                  <a:solidFill>
                    <a:srgbClr val="FFFFFF"/>
                  </a:solidFill>
                  <a:latin typeface="Segoe Sans Display Semibold"/>
                  <a:sym typeface="Wingdings" panose="05000000000000000000" pitchFamily="2" charset="2"/>
                </a:rPr>
                <a:t></a:t>
              </a:r>
              <a:endParaRPr lang="en-US" sz="2400">
                <a:solidFill>
                  <a:srgbClr val="FFFFFF"/>
                </a:solidFill>
                <a:latin typeface="Segoe Sans Display Semibold"/>
              </a:endParaRPr>
            </a:p>
          </p:txBody>
        </p:sp>
      </p:grpSp>
      <p:grpSp>
        <p:nvGrpSpPr>
          <p:cNvPr id="11" name="Group 10" descr="Rapid evaluation to accelerate&#10;time to copilot expansion &#10;">
            <a:extLst>
              <a:ext uri="{FF2B5EF4-FFF2-40B4-BE49-F238E27FC236}">
                <a16:creationId xmlns:a16="http://schemas.microsoft.com/office/drawing/2014/main" id="{B32248AF-D023-5392-37BB-DC4FC12B17B9}"/>
              </a:ext>
            </a:extLst>
          </p:cNvPr>
          <p:cNvGrpSpPr/>
          <p:nvPr/>
        </p:nvGrpSpPr>
        <p:grpSpPr>
          <a:xfrm>
            <a:off x="3246635" y="3240005"/>
            <a:ext cx="8052129" cy="1405567"/>
            <a:chOff x="3259529" y="3226668"/>
            <a:chExt cx="8052129" cy="1405567"/>
          </a:xfrm>
        </p:grpSpPr>
        <p:cxnSp>
          <p:nvCxnSpPr>
            <p:cNvPr id="12" name="Straight Connector 11">
              <a:extLst>
                <a:ext uri="{FF2B5EF4-FFF2-40B4-BE49-F238E27FC236}">
                  <a16:creationId xmlns:a16="http://schemas.microsoft.com/office/drawing/2014/main" id="{BB3CCB91-06AE-9308-B4C2-E80B51E58799}"/>
                </a:ext>
              </a:extLst>
            </p:cNvPr>
            <p:cNvCxnSpPr>
              <a:cxnSpLocks/>
            </p:cNvCxnSpPr>
            <p:nvPr/>
          </p:nvCxnSpPr>
          <p:spPr>
            <a:xfrm>
              <a:off x="3259529" y="4009761"/>
              <a:ext cx="702200" cy="0"/>
            </a:xfrm>
            <a:prstGeom prst="line">
              <a:avLst/>
            </a:prstGeom>
            <a:noFill/>
            <a:ln w="9525" cap="flat" cmpd="sng" algn="ctr">
              <a:solidFill>
                <a:schemeClr val="accent2"/>
              </a:solidFill>
              <a:prstDash val="dash"/>
              <a:headEnd type="none" w="lg" len="med"/>
              <a:tailEnd type="none" w="lg" len="med"/>
            </a:ln>
            <a:effectLst/>
          </p:spPr>
        </p:cxnSp>
        <p:sp>
          <p:nvSpPr>
            <p:cNvPr id="13" name="Rectangle: Rounded Corners 46">
              <a:extLst>
                <a:ext uri="{FF2B5EF4-FFF2-40B4-BE49-F238E27FC236}">
                  <a16:creationId xmlns:a16="http://schemas.microsoft.com/office/drawing/2014/main" id="{EF8727C9-00E1-75CC-C195-1203058A30C0}"/>
                </a:ext>
              </a:extLst>
            </p:cNvPr>
            <p:cNvSpPr>
              <a:spLocks/>
            </p:cNvSpPr>
            <p:nvPr/>
          </p:nvSpPr>
          <p:spPr bwMode="auto">
            <a:xfrm>
              <a:off x="3992202" y="3226668"/>
              <a:ext cx="7319456" cy="1405567"/>
            </a:xfrm>
            <a:prstGeom prst="roundRect">
              <a:avLst>
                <a:gd name="adj" fmla="val 8329"/>
              </a:avLst>
            </a:prstGeom>
            <a:solidFill>
              <a:srgbClr val="FFFFFF"/>
            </a:solidFill>
            <a:ln w="12700" cap="flat" cmpd="sng" algn="ctr">
              <a:noFill/>
              <a:prstDash val="solid"/>
            </a:ln>
            <a:effectLst>
              <a:outerShdw blurRad="88900" dist="50800" dir="2700000" algn="tl" rotWithShape="0">
                <a:prstClr val="black">
                  <a:alpha val="25000"/>
                </a:prstClr>
              </a:outerShdw>
            </a:effectLst>
          </p:spPr>
          <p:txBody>
            <a:bodyPr wrap="square" lIns="274320" tIns="0" rIns="182880" rtlCol="0" anchor="ctr" anchorCtr="0">
              <a:noAutofit/>
            </a:bodyPr>
            <a:lstStyle/>
            <a:p>
              <a:pPr lvl="0">
                <a:spcBef>
                  <a:spcPts val="500"/>
                </a:spcBef>
                <a:spcAft>
                  <a:spcPts val="1200"/>
                </a:spcAft>
                <a:defRPr/>
              </a:pPr>
              <a:r>
                <a:rPr lang="en-US" sz="1200">
                  <a:solidFill>
                    <a:srgbClr val="091F2C"/>
                  </a:solidFill>
                </a:rPr>
                <a:t>Build more, manage less. Copilot keeps your projects moving with less admin and more clarity.</a:t>
              </a:r>
            </a:p>
            <a:p>
              <a:pPr marL="171450" lvl="0" indent="-171450">
                <a:spcAft>
                  <a:spcPts val="600"/>
                </a:spcAft>
                <a:buFont typeface="Arial" panose="020B0604020202020204" pitchFamily="34" charset="0"/>
                <a:buChar char="•"/>
                <a:defRPr/>
              </a:pPr>
              <a:r>
                <a:rPr lang="en-US" sz="1200">
                  <a:solidFill>
                    <a:srgbClr val="091F2C"/>
                  </a:solidFill>
                  <a:latin typeface="+mj-lt"/>
                </a:rPr>
                <a:t>Get more done: </a:t>
              </a:r>
              <a:r>
                <a:rPr lang="en-US" sz="1200">
                  <a:solidFill>
                    <a:srgbClr val="091F2C"/>
                  </a:solidFill>
                </a:rPr>
                <a:t>Draft bids, proposals, and progress reports quickly.</a:t>
              </a:r>
            </a:p>
            <a:p>
              <a:pPr marL="171450" lvl="0" indent="-171450">
                <a:spcAft>
                  <a:spcPts val="600"/>
                </a:spcAft>
                <a:buFont typeface="Arial" panose="020B0604020202020204" pitchFamily="34" charset="0"/>
                <a:buChar char="•"/>
                <a:defRPr/>
              </a:pPr>
              <a:r>
                <a:rPr lang="en-US" sz="1200">
                  <a:solidFill>
                    <a:srgbClr val="091F2C"/>
                  </a:solidFill>
                  <a:latin typeface="+mj-lt"/>
                </a:rPr>
                <a:t>Simplify workflows: </a:t>
              </a:r>
              <a:r>
                <a:rPr lang="en-US" sz="1200">
                  <a:solidFill>
                    <a:srgbClr val="091F2C"/>
                  </a:solidFill>
                </a:rPr>
                <a:t>Summarize site updates, track tasks, and manage change orders.</a:t>
              </a:r>
            </a:p>
            <a:p>
              <a:pPr marL="171450" lvl="0" indent="-171450">
                <a:spcAft>
                  <a:spcPts val="600"/>
                </a:spcAft>
                <a:buFont typeface="Arial" panose="020B0604020202020204" pitchFamily="34" charset="0"/>
                <a:buChar char="•"/>
                <a:defRPr/>
              </a:pPr>
              <a:r>
                <a:rPr lang="en-US" sz="1200">
                  <a:solidFill>
                    <a:srgbClr val="091F2C"/>
                  </a:solidFill>
                  <a:latin typeface="+mj-lt"/>
                </a:rPr>
                <a:t>Protect your business: </a:t>
              </a:r>
              <a:r>
                <a:rPr lang="en-US" sz="1200">
                  <a:solidFill>
                    <a:srgbClr val="091F2C"/>
                  </a:solidFill>
                </a:rPr>
                <a:t>Secure project data and financials with enterprise-grade safeguards.</a:t>
              </a:r>
            </a:p>
          </p:txBody>
        </p:sp>
        <p:sp>
          <p:nvSpPr>
            <p:cNvPr id="14" name="Oval 13">
              <a:extLst>
                <a:ext uri="{FF2B5EF4-FFF2-40B4-BE49-F238E27FC236}">
                  <a16:creationId xmlns:a16="http://schemas.microsoft.com/office/drawing/2014/main" id="{6C8CBD64-3A2F-B486-B906-A28E92FB32A1}"/>
                </a:ext>
              </a:extLst>
            </p:cNvPr>
            <p:cNvSpPr/>
            <p:nvPr/>
          </p:nvSpPr>
          <p:spPr bwMode="auto">
            <a:xfrm>
              <a:off x="3786461" y="3870063"/>
              <a:ext cx="279396" cy="279396"/>
            </a:xfrm>
            <a:prstGeom prst="ellipse">
              <a:avLst/>
            </a:prstGeom>
            <a:gradFill>
              <a:gsLst>
                <a:gs pos="100000">
                  <a:schemeClr val="accent6"/>
                </a:gs>
                <a:gs pos="15534">
                  <a:srgbClr val="C03BC4"/>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r>
                <a:rPr lang="en-US" sz="1600">
                  <a:solidFill>
                    <a:srgbClr val="FFFFFF"/>
                  </a:solidFill>
                  <a:latin typeface="Segoe Sans Display Semibold"/>
                  <a:sym typeface="Wingdings" panose="05000000000000000000" pitchFamily="2" charset="2"/>
                </a:rPr>
                <a:t></a:t>
              </a:r>
              <a:endParaRPr lang="en-US" sz="1600">
                <a:solidFill>
                  <a:srgbClr val="FFFFFF"/>
                </a:solidFill>
                <a:latin typeface="Segoe Sans Display Semibold"/>
              </a:endParaRPr>
            </a:p>
          </p:txBody>
        </p:sp>
      </p:grpSp>
      <p:grpSp>
        <p:nvGrpSpPr>
          <p:cNvPr id="15" name="Group 14" descr="Accelerate time to value&#10;">
            <a:extLst>
              <a:ext uri="{FF2B5EF4-FFF2-40B4-BE49-F238E27FC236}">
                <a16:creationId xmlns:a16="http://schemas.microsoft.com/office/drawing/2014/main" id="{01BD557D-1B0E-0465-F86C-F9C9386B6D35}"/>
              </a:ext>
            </a:extLst>
          </p:cNvPr>
          <p:cNvGrpSpPr/>
          <p:nvPr/>
        </p:nvGrpSpPr>
        <p:grpSpPr>
          <a:xfrm>
            <a:off x="3246635" y="4955834"/>
            <a:ext cx="8052129" cy="1405567"/>
            <a:chOff x="3259528" y="4816662"/>
            <a:chExt cx="8052129" cy="1405567"/>
          </a:xfrm>
        </p:grpSpPr>
        <p:cxnSp>
          <p:nvCxnSpPr>
            <p:cNvPr id="16" name="Straight Connector 15">
              <a:extLst>
                <a:ext uri="{FF2B5EF4-FFF2-40B4-BE49-F238E27FC236}">
                  <a16:creationId xmlns:a16="http://schemas.microsoft.com/office/drawing/2014/main" id="{77F6E3FD-6723-7173-DCC4-51571997A7F5}"/>
                </a:ext>
              </a:extLst>
            </p:cNvPr>
            <p:cNvCxnSpPr>
              <a:cxnSpLocks/>
            </p:cNvCxnSpPr>
            <p:nvPr/>
          </p:nvCxnSpPr>
          <p:spPr>
            <a:xfrm>
              <a:off x="3259528" y="5598102"/>
              <a:ext cx="702200" cy="0"/>
            </a:xfrm>
            <a:prstGeom prst="line">
              <a:avLst/>
            </a:prstGeom>
            <a:noFill/>
            <a:ln w="9525" cap="flat" cmpd="sng" algn="ctr">
              <a:solidFill>
                <a:schemeClr val="accent2"/>
              </a:solidFill>
              <a:prstDash val="dash"/>
              <a:headEnd type="none" w="lg" len="med"/>
              <a:tailEnd type="none" w="lg" len="med"/>
            </a:ln>
            <a:effectLst/>
          </p:spPr>
        </p:cxnSp>
        <p:sp>
          <p:nvSpPr>
            <p:cNvPr id="17" name="Rectangle: Rounded Corners 47">
              <a:extLst>
                <a:ext uri="{FF2B5EF4-FFF2-40B4-BE49-F238E27FC236}">
                  <a16:creationId xmlns:a16="http://schemas.microsoft.com/office/drawing/2014/main" id="{C4EAFE1B-379F-7FCD-141E-7F7CAC64A891}"/>
                </a:ext>
              </a:extLst>
            </p:cNvPr>
            <p:cNvSpPr>
              <a:spLocks/>
            </p:cNvSpPr>
            <p:nvPr/>
          </p:nvSpPr>
          <p:spPr bwMode="auto">
            <a:xfrm>
              <a:off x="3992201" y="4816662"/>
              <a:ext cx="7319456" cy="1405567"/>
            </a:xfrm>
            <a:prstGeom prst="roundRect">
              <a:avLst>
                <a:gd name="adj" fmla="val 8329"/>
              </a:avLst>
            </a:prstGeom>
            <a:solidFill>
              <a:srgbClr val="FFFFFF"/>
            </a:solidFill>
            <a:ln w="12700" cap="flat" cmpd="sng" algn="ctr">
              <a:noFill/>
              <a:prstDash val="solid"/>
            </a:ln>
            <a:effectLst>
              <a:outerShdw blurRad="88900" dist="50800" dir="2700000" algn="tl" rotWithShape="0">
                <a:prstClr val="black">
                  <a:alpha val="25000"/>
                </a:prstClr>
              </a:outerShdw>
            </a:effectLst>
          </p:spPr>
          <p:txBody>
            <a:bodyPr wrap="square" lIns="274320" tIns="0" rIns="182880" rtlCol="0" anchor="ctr" anchorCtr="0">
              <a:noAutofit/>
            </a:bodyPr>
            <a:lstStyle/>
            <a:p>
              <a:pPr>
                <a:spcAft>
                  <a:spcPts val="600"/>
                </a:spcAft>
              </a:pPr>
              <a:r>
                <a:rPr lang="en-US" sz="1200"/>
                <a:t>Copilot helps your agency spend less time on busywork and more time delivering standout ideas</a:t>
              </a:r>
            </a:p>
            <a:p>
              <a:pPr marL="171450" indent="-171450">
                <a:spcAft>
                  <a:spcPts val="600"/>
                </a:spcAft>
                <a:buFont typeface="Arial" panose="020B0604020202020204" pitchFamily="34" charset="0"/>
                <a:buChar char="•"/>
                <a:defRPr/>
              </a:pPr>
              <a:r>
                <a:rPr lang="en-US" sz="1200">
                  <a:solidFill>
                    <a:srgbClr val="091F2C"/>
                  </a:solidFill>
                  <a:latin typeface="+mj-lt"/>
                </a:rPr>
                <a:t>Get more done: </a:t>
              </a:r>
              <a:r>
                <a:rPr lang="en-US" sz="1200"/>
                <a:t>Draft proposals, contracts, and communications in the apps you already use.</a:t>
              </a:r>
            </a:p>
            <a:p>
              <a:pPr marL="171450" indent="-171450">
                <a:spcAft>
                  <a:spcPts val="600"/>
                </a:spcAft>
                <a:buFont typeface="Arial" panose="020B0604020202020204" pitchFamily="34" charset="0"/>
                <a:buChar char="•"/>
                <a:defRPr/>
              </a:pPr>
              <a:r>
                <a:rPr lang="en-US" sz="1200">
                  <a:solidFill>
                    <a:srgbClr val="091F2C"/>
                  </a:solidFill>
                  <a:latin typeface="+mj-lt"/>
                </a:rPr>
                <a:t>Simplify workflows: </a:t>
              </a:r>
              <a:r>
                <a:rPr lang="en-US" sz="1200"/>
                <a:t>Turn meeting notes, action items, and follow-ups.</a:t>
              </a:r>
            </a:p>
            <a:p>
              <a:pPr marL="171450" indent="-171450">
                <a:spcAft>
                  <a:spcPts val="600"/>
                </a:spcAft>
                <a:buFont typeface="Arial" panose="020B0604020202020204" pitchFamily="34" charset="0"/>
                <a:buChar char="•"/>
                <a:defRPr/>
              </a:pPr>
              <a:r>
                <a:rPr lang="en-US" sz="1200">
                  <a:solidFill>
                    <a:srgbClr val="091F2C"/>
                  </a:solidFill>
                  <a:latin typeface="+mj-lt"/>
                </a:rPr>
                <a:t>Protect your agency: </a:t>
              </a:r>
              <a:r>
                <a:rPr lang="en-US" sz="1200"/>
                <a:t>Keep sensitive client data private with built-in security and compliance.</a:t>
              </a:r>
            </a:p>
          </p:txBody>
        </p:sp>
        <p:sp>
          <p:nvSpPr>
            <p:cNvPr id="23" name="Oval 22">
              <a:extLst>
                <a:ext uri="{FF2B5EF4-FFF2-40B4-BE49-F238E27FC236}">
                  <a16:creationId xmlns:a16="http://schemas.microsoft.com/office/drawing/2014/main" id="{FC1BDFCD-68B0-F227-8171-FEFC253C951E}"/>
                </a:ext>
              </a:extLst>
            </p:cNvPr>
            <p:cNvSpPr/>
            <p:nvPr/>
          </p:nvSpPr>
          <p:spPr bwMode="auto">
            <a:xfrm>
              <a:off x="3786460" y="5458404"/>
              <a:ext cx="279396" cy="279396"/>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r>
                <a:rPr lang="en-US" sz="1600">
                  <a:solidFill>
                    <a:srgbClr val="FFFFFF"/>
                  </a:solidFill>
                  <a:latin typeface="Segoe Sans Display Semibold"/>
                  <a:sym typeface="Wingdings" panose="05000000000000000000" pitchFamily="2" charset="2"/>
                </a:rPr>
                <a:t></a:t>
              </a:r>
              <a:endParaRPr lang="en-US" sz="1600">
                <a:solidFill>
                  <a:srgbClr val="FFFFFF"/>
                </a:solidFill>
                <a:latin typeface="Segoe Sans Display Semibold"/>
              </a:endParaRPr>
            </a:p>
          </p:txBody>
        </p:sp>
      </p:grpSp>
      <p:sp>
        <p:nvSpPr>
          <p:cNvPr id="24" name="Rectangle: Rounded Corners 13">
            <a:extLst>
              <a:ext uri="{FF2B5EF4-FFF2-40B4-BE49-F238E27FC236}">
                <a16:creationId xmlns:a16="http://schemas.microsoft.com/office/drawing/2014/main" id="{7558068D-57AA-7C05-AD08-B51D494EF110}"/>
              </a:ext>
              <a:ext uri="{C183D7F6-B498-43B3-948B-1728B52AA6E4}">
                <adec:decorative xmlns:adec="http://schemas.microsoft.com/office/drawing/2017/decorative" val="1"/>
              </a:ext>
            </a:extLst>
          </p:cNvPr>
          <p:cNvSpPr/>
          <p:nvPr/>
        </p:nvSpPr>
        <p:spPr bwMode="auto">
          <a:xfrm>
            <a:off x="576072" y="1734520"/>
            <a:ext cx="2670564" cy="4540170"/>
          </a:xfrm>
          <a:prstGeom prst="roundRect">
            <a:avLst>
              <a:gd name="adj" fmla="val 6498"/>
            </a:avLst>
          </a:prstGeom>
          <a:solidFill>
            <a:srgbClr val="FFEBDD"/>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cs typeface="Segoe UI" pitchFamily="34" charset="0"/>
            </a:endParaRPr>
          </a:p>
        </p:txBody>
      </p:sp>
      <p:sp>
        <p:nvSpPr>
          <p:cNvPr id="25" name="TextBox 24">
            <a:extLst>
              <a:ext uri="{FF2B5EF4-FFF2-40B4-BE49-F238E27FC236}">
                <a16:creationId xmlns:a16="http://schemas.microsoft.com/office/drawing/2014/main" id="{05862ED6-CEC5-C29B-7304-BAA82B79FE84}"/>
              </a:ext>
            </a:extLst>
          </p:cNvPr>
          <p:cNvSpPr txBox="1"/>
          <p:nvPr/>
        </p:nvSpPr>
        <p:spPr>
          <a:xfrm>
            <a:off x="1595687" y="2140769"/>
            <a:ext cx="1421028" cy="492443"/>
          </a:xfrm>
          <a:prstGeom prst="rect">
            <a:avLst/>
          </a:prstGeom>
          <a:noFill/>
        </p:spPr>
        <p:txBody>
          <a:bodyPr wrap="square" lIns="0" tIns="0" rIns="0" bIns="0" anchor="ctr">
            <a:spAutoFit/>
          </a:bodyPr>
          <a:lstStyle>
            <a:defPPr>
              <a:defRPr lang="en-US"/>
            </a:defPPr>
            <a:lvl1pPr algn="ctr">
              <a:defRPr sz="2000" b="1">
                <a:gradFill flip="none" rotWithShape="1">
                  <a:gsLst>
                    <a:gs pos="0">
                      <a:schemeClr val="accent1"/>
                    </a:gs>
                    <a:gs pos="100000">
                      <a:schemeClr val="accent2">
                        <a:lumMod val="50000"/>
                      </a:schemeClr>
                    </a:gs>
                  </a:gsLst>
                  <a:lin ang="2700000" scaled="1"/>
                  <a:tileRect/>
                </a:gradFill>
                <a:latin typeface="+mj-lt"/>
              </a:defRPr>
            </a:lvl1pPr>
          </a:lstStyle>
          <a:p>
            <a:pPr marL="0" marR="0" lvl="0" indent="0" algn="l" defTabSz="914367" rtl="0" eaLnBrk="1" fontAlgn="base" latinLnBrk="0" hangingPunct="1">
              <a:lnSpc>
                <a:spcPct val="100000"/>
              </a:lnSpc>
              <a:spcBef>
                <a:spcPct val="20000"/>
              </a:spcBef>
              <a:spcAft>
                <a:spcPct val="0"/>
              </a:spcAft>
              <a:buClrTx/>
              <a:buSzPct val="90000"/>
              <a:buFontTx/>
              <a:buNone/>
              <a:tabLst/>
              <a:defRPr/>
            </a:pPr>
            <a:r>
              <a:rPr kumimoji="0" lang="en-US" sz="1600" b="1" i="0" u="none" strike="noStrike" kern="0" cap="none" spc="0" normalizeH="0" baseline="0" noProof="0">
                <a:ln>
                  <a:noFill/>
                </a:ln>
                <a:solidFill>
                  <a:srgbClr val="000000"/>
                </a:solidFill>
                <a:effectLst/>
                <a:uLnTx/>
                <a:uFillTx/>
                <a:latin typeface="Segoe Sans Display Semibold"/>
                <a:ea typeface="+mn-ea"/>
                <a:cs typeface="+mn-cs"/>
              </a:rPr>
              <a:t>Professional </a:t>
            </a:r>
            <a:br>
              <a:rPr kumimoji="0" lang="en-US" sz="1600" b="1" i="0" u="none" strike="noStrike" kern="0" cap="none" spc="0" normalizeH="0" baseline="0" noProof="0">
                <a:ln>
                  <a:noFill/>
                </a:ln>
                <a:solidFill>
                  <a:srgbClr val="000000"/>
                </a:solidFill>
                <a:effectLst/>
                <a:uLnTx/>
                <a:uFillTx/>
                <a:latin typeface="Segoe Sans Display Semibold"/>
                <a:ea typeface="+mn-ea"/>
                <a:cs typeface="+mn-cs"/>
              </a:rPr>
            </a:br>
            <a:r>
              <a:rPr kumimoji="0" lang="en-US" sz="1600" b="1" i="0" u="none" strike="noStrike" kern="0" cap="none" spc="0" normalizeH="0" baseline="0" noProof="0">
                <a:ln>
                  <a:noFill/>
                </a:ln>
                <a:solidFill>
                  <a:srgbClr val="000000"/>
                </a:solidFill>
                <a:effectLst/>
                <a:uLnTx/>
                <a:uFillTx/>
                <a:latin typeface="Segoe Sans Display Semibold"/>
                <a:ea typeface="+mn-ea"/>
                <a:cs typeface="+mn-cs"/>
              </a:rPr>
              <a:t>Services</a:t>
            </a:r>
          </a:p>
        </p:txBody>
      </p:sp>
      <p:sp>
        <p:nvSpPr>
          <p:cNvPr id="26" name="TextBox 25">
            <a:extLst>
              <a:ext uri="{FF2B5EF4-FFF2-40B4-BE49-F238E27FC236}">
                <a16:creationId xmlns:a16="http://schemas.microsoft.com/office/drawing/2014/main" id="{A544A270-2396-B0E9-1A58-E0CF229637DF}"/>
              </a:ext>
            </a:extLst>
          </p:cNvPr>
          <p:cNvSpPr txBox="1"/>
          <p:nvPr/>
        </p:nvSpPr>
        <p:spPr>
          <a:xfrm>
            <a:off x="1582668" y="3794867"/>
            <a:ext cx="1421028" cy="246221"/>
          </a:xfrm>
          <a:prstGeom prst="rect">
            <a:avLst/>
          </a:prstGeom>
          <a:noFill/>
        </p:spPr>
        <p:txBody>
          <a:bodyPr wrap="square" lIns="0" tIns="0" rIns="0" bIns="0" anchor="ctr">
            <a:spAutoFit/>
          </a:bodyPr>
          <a:lstStyle>
            <a:defPPr>
              <a:defRPr lang="en-US"/>
            </a:defPPr>
            <a:lvl1pPr algn="ctr">
              <a:defRPr sz="2000" b="1">
                <a:gradFill flip="none" rotWithShape="1">
                  <a:gsLst>
                    <a:gs pos="0">
                      <a:schemeClr val="accent1"/>
                    </a:gs>
                    <a:gs pos="100000">
                      <a:schemeClr val="accent2">
                        <a:lumMod val="50000"/>
                      </a:schemeClr>
                    </a:gs>
                  </a:gsLst>
                  <a:lin ang="2700000" scaled="1"/>
                  <a:tileRect/>
                </a:gradFill>
                <a:latin typeface="+mj-lt"/>
              </a:defRPr>
            </a:lvl1pPr>
          </a:lstStyle>
          <a:p>
            <a:pPr marL="0" marR="0" lvl="0" indent="0" algn="l" defTabSz="914367" rtl="0" eaLnBrk="1" fontAlgn="base" latinLnBrk="0" hangingPunct="1">
              <a:lnSpc>
                <a:spcPct val="100000"/>
              </a:lnSpc>
              <a:spcBef>
                <a:spcPct val="20000"/>
              </a:spcBef>
              <a:spcAft>
                <a:spcPct val="0"/>
              </a:spcAft>
              <a:buClrTx/>
              <a:buSzPct val="90000"/>
              <a:buFontTx/>
              <a:buNone/>
              <a:tabLst/>
              <a:defRPr/>
            </a:pPr>
            <a:r>
              <a:rPr kumimoji="0" lang="en-US" sz="1600" b="1" i="0" u="none" strike="noStrike" kern="0" cap="none" spc="0" normalizeH="0" baseline="0" noProof="0">
                <a:ln>
                  <a:noFill/>
                </a:ln>
                <a:solidFill>
                  <a:srgbClr val="000000"/>
                </a:solidFill>
                <a:effectLst/>
                <a:uLnTx/>
                <a:uFillTx/>
                <a:latin typeface="Segoe Sans Display Semibold"/>
                <a:ea typeface="+mn-ea"/>
                <a:cs typeface="+mn-cs"/>
              </a:rPr>
              <a:t>Construction</a:t>
            </a:r>
          </a:p>
        </p:txBody>
      </p:sp>
      <p:sp>
        <p:nvSpPr>
          <p:cNvPr id="27" name="TextBox 26">
            <a:extLst>
              <a:ext uri="{FF2B5EF4-FFF2-40B4-BE49-F238E27FC236}">
                <a16:creationId xmlns:a16="http://schemas.microsoft.com/office/drawing/2014/main" id="{450609DF-AA61-142B-ED3D-EBB71D8F633B}"/>
              </a:ext>
            </a:extLst>
          </p:cNvPr>
          <p:cNvSpPr txBox="1"/>
          <p:nvPr/>
        </p:nvSpPr>
        <p:spPr>
          <a:xfrm>
            <a:off x="1595687" y="5348276"/>
            <a:ext cx="1421028" cy="492443"/>
          </a:xfrm>
          <a:prstGeom prst="rect">
            <a:avLst/>
          </a:prstGeom>
          <a:noFill/>
        </p:spPr>
        <p:txBody>
          <a:bodyPr wrap="square" lIns="0" tIns="0" rIns="0" bIns="0" anchor="ctr">
            <a:spAutoFit/>
          </a:bodyPr>
          <a:lstStyle>
            <a:defPPr>
              <a:defRPr lang="en-US"/>
            </a:defPPr>
            <a:lvl1pPr algn="ctr">
              <a:defRPr sz="2000" b="1">
                <a:gradFill flip="none" rotWithShape="1">
                  <a:gsLst>
                    <a:gs pos="0">
                      <a:schemeClr val="accent1"/>
                    </a:gs>
                    <a:gs pos="100000">
                      <a:schemeClr val="accent2">
                        <a:lumMod val="50000"/>
                      </a:schemeClr>
                    </a:gs>
                  </a:gsLst>
                  <a:lin ang="2700000" scaled="1"/>
                  <a:tileRect/>
                </a:gradFill>
                <a:latin typeface="+mj-lt"/>
              </a:defRPr>
            </a:lvl1pPr>
          </a:lstStyle>
          <a:p>
            <a:pPr marL="0" marR="0" lvl="0" indent="0" algn="l" defTabSz="914367" rtl="0" eaLnBrk="1" fontAlgn="base" latinLnBrk="0" hangingPunct="1">
              <a:lnSpc>
                <a:spcPct val="100000"/>
              </a:lnSpc>
              <a:spcBef>
                <a:spcPct val="20000"/>
              </a:spcBef>
              <a:spcAft>
                <a:spcPct val="0"/>
              </a:spcAft>
              <a:buClrTx/>
              <a:buSzPct val="90000"/>
              <a:buFontTx/>
              <a:buNone/>
              <a:tabLst/>
              <a:defRPr/>
            </a:pPr>
            <a:r>
              <a:rPr kumimoji="0" lang="en-US" sz="1600" b="1" i="0" u="none" strike="noStrike" kern="0" cap="none" spc="0" normalizeH="0" baseline="0" noProof="0">
                <a:ln>
                  <a:noFill/>
                </a:ln>
                <a:solidFill>
                  <a:srgbClr val="000000"/>
                </a:solidFill>
                <a:effectLst/>
                <a:uLnTx/>
                <a:uFillTx/>
                <a:latin typeface="Segoe Sans Display Semibold"/>
                <a:ea typeface="+mn-ea"/>
                <a:cs typeface="+mn-cs"/>
              </a:rPr>
              <a:t>Creative Agencies</a:t>
            </a:r>
          </a:p>
        </p:txBody>
      </p:sp>
      <p:cxnSp>
        <p:nvCxnSpPr>
          <p:cNvPr id="28" name="Straight Connector 27">
            <a:extLst>
              <a:ext uri="{FF2B5EF4-FFF2-40B4-BE49-F238E27FC236}">
                <a16:creationId xmlns:a16="http://schemas.microsoft.com/office/drawing/2014/main" id="{E649FB3F-1418-8695-3E20-D1E2C9226BA9}"/>
              </a:ext>
              <a:ext uri="{C183D7F6-B498-43B3-948B-1728B52AA6E4}">
                <adec:decorative xmlns:adec="http://schemas.microsoft.com/office/drawing/2017/decorative" val="1"/>
              </a:ext>
            </a:extLst>
          </p:cNvPr>
          <p:cNvCxnSpPr>
            <a:cxnSpLocks/>
          </p:cNvCxnSpPr>
          <p:nvPr/>
        </p:nvCxnSpPr>
        <p:spPr>
          <a:xfrm rot="10800000">
            <a:off x="865575" y="3077006"/>
            <a:ext cx="2117595" cy="0"/>
          </a:xfrm>
          <a:prstGeom prst="line">
            <a:avLst/>
          </a:prstGeom>
          <a:ln>
            <a:solidFill>
              <a:schemeClr val="tx1"/>
            </a:solidFill>
            <a:headEnd type="none" w="lg" len="med"/>
            <a:tailEnd type="none" w="lg" len="med"/>
          </a:ln>
        </p:spPr>
        <p:style>
          <a:lnRef idx="1">
            <a:schemeClr val="accent6"/>
          </a:lnRef>
          <a:fillRef idx="0">
            <a:schemeClr val="accent6"/>
          </a:fillRef>
          <a:effectRef idx="0">
            <a:schemeClr val="accent6"/>
          </a:effectRef>
          <a:fontRef idx="minor">
            <a:schemeClr val="tx1"/>
          </a:fontRef>
        </p:style>
      </p:cxnSp>
      <p:cxnSp>
        <p:nvCxnSpPr>
          <p:cNvPr id="29" name="Straight Connector 28">
            <a:extLst>
              <a:ext uri="{FF2B5EF4-FFF2-40B4-BE49-F238E27FC236}">
                <a16:creationId xmlns:a16="http://schemas.microsoft.com/office/drawing/2014/main" id="{FD0C3F0F-2B5F-000C-2E2E-D0642BE4C707}"/>
              </a:ext>
              <a:ext uri="{C183D7F6-B498-43B3-948B-1728B52AA6E4}">
                <adec:decorative xmlns:adec="http://schemas.microsoft.com/office/drawing/2017/decorative" val="1"/>
              </a:ext>
            </a:extLst>
          </p:cNvPr>
          <p:cNvCxnSpPr>
            <a:cxnSpLocks/>
          </p:cNvCxnSpPr>
          <p:nvPr/>
        </p:nvCxnSpPr>
        <p:spPr>
          <a:xfrm rot="10800000">
            <a:off x="852556" y="4866838"/>
            <a:ext cx="2117595" cy="0"/>
          </a:xfrm>
          <a:prstGeom prst="line">
            <a:avLst/>
          </a:prstGeom>
          <a:ln>
            <a:solidFill>
              <a:schemeClr val="tx1"/>
            </a:solidFill>
            <a:headEnd type="none" w="lg" len="med"/>
            <a:tailEnd type="none" w="lg" len="med"/>
          </a:ln>
        </p:spPr>
        <p:style>
          <a:lnRef idx="1">
            <a:schemeClr val="accent2"/>
          </a:lnRef>
          <a:fillRef idx="0">
            <a:schemeClr val="accent2"/>
          </a:fillRef>
          <a:effectRef idx="0">
            <a:schemeClr val="accent2"/>
          </a:effectRef>
          <a:fontRef idx="minor">
            <a:schemeClr val="tx1"/>
          </a:fontRef>
        </p:style>
      </p:cxnSp>
      <p:sp>
        <p:nvSpPr>
          <p:cNvPr id="31" name="Oval 30">
            <a:extLst>
              <a:ext uri="{FF2B5EF4-FFF2-40B4-BE49-F238E27FC236}">
                <a16:creationId xmlns:a16="http://schemas.microsoft.com/office/drawing/2014/main" id="{C9B976CF-C115-68C5-CB13-EF3E828B5423}"/>
              </a:ext>
              <a:ext uri="{C183D7F6-B498-43B3-948B-1728B52AA6E4}">
                <adec:decorative xmlns:adec="http://schemas.microsoft.com/office/drawing/2017/decorative" val="1"/>
              </a:ext>
            </a:extLst>
          </p:cNvPr>
          <p:cNvSpPr>
            <a:spLocks/>
          </p:cNvSpPr>
          <p:nvPr/>
        </p:nvSpPr>
        <p:spPr bwMode="auto">
          <a:xfrm>
            <a:off x="865575" y="2092327"/>
            <a:ext cx="589326" cy="589326"/>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defTabSz="914400" fontAlgn="base">
              <a:spcBef>
                <a:spcPct val="0"/>
              </a:spcBef>
              <a:spcAft>
                <a:spcPct val="0"/>
              </a:spcAft>
            </a:pPr>
            <a:endParaRPr lang="en-US" sz="2000">
              <a:solidFill>
                <a:srgbClr val="FFFFFF"/>
              </a:solidFill>
              <a:latin typeface="Segoe Sans Display Semibold"/>
            </a:endParaRPr>
          </a:p>
        </p:txBody>
      </p:sp>
      <p:sp>
        <p:nvSpPr>
          <p:cNvPr id="34" name="Oval 33">
            <a:extLst>
              <a:ext uri="{FF2B5EF4-FFF2-40B4-BE49-F238E27FC236}">
                <a16:creationId xmlns:a16="http://schemas.microsoft.com/office/drawing/2014/main" id="{52A0E83F-24BA-F823-86C7-222CA1A90CB7}"/>
              </a:ext>
              <a:ext uri="{C183D7F6-B498-43B3-948B-1728B52AA6E4}">
                <adec:decorative xmlns:adec="http://schemas.microsoft.com/office/drawing/2017/decorative" val="1"/>
              </a:ext>
            </a:extLst>
          </p:cNvPr>
          <p:cNvSpPr>
            <a:spLocks/>
          </p:cNvSpPr>
          <p:nvPr/>
        </p:nvSpPr>
        <p:spPr bwMode="auto">
          <a:xfrm>
            <a:off x="867451" y="5299835"/>
            <a:ext cx="589326" cy="589326"/>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fontAlgn="base">
              <a:spcBef>
                <a:spcPct val="0"/>
              </a:spcBef>
              <a:spcAft>
                <a:spcPct val="0"/>
              </a:spcAft>
            </a:pPr>
            <a:endParaRPr lang="en-US" sz="2000">
              <a:solidFill>
                <a:srgbClr val="FFFFFF"/>
              </a:solidFill>
              <a:latin typeface="Segoe Sans Display Semibold"/>
            </a:endParaRPr>
          </a:p>
        </p:txBody>
      </p:sp>
      <p:sp>
        <p:nvSpPr>
          <p:cNvPr id="37" name="Oval 36">
            <a:extLst>
              <a:ext uri="{FF2B5EF4-FFF2-40B4-BE49-F238E27FC236}">
                <a16:creationId xmlns:a16="http://schemas.microsoft.com/office/drawing/2014/main" id="{3C1AE12C-CCDF-CBD3-0C4F-E6AD2E8AFB7E}"/>
              </a:ext>
              <a:ext uri="{C183D7F6-B498-43B3-948B-1728B52AA6E4}">
                <adec:decorative xmlns:adec="http://schemas.microsoft.com/office/drawing/2017/decorative" val="1"/>
              </a:ext>
            </a:extLst>
          </p:cNvPr>
          <p:cNvSpPr>
            <a:spLocks/>
          </p:cNvSpPr>
          <p:nvPr/>
        </p:nvSpPr>
        <p:spPr bwMode="auto">
          <a:xfrm>
            <a:off x="852556" y="3623315"/>
            <a:ext cx="589326" cy="589326"/>
          </a:xfrm>
          <a:prstGeom prst="ellipse">
            <a:avLst/>
          </a:prstGeom>
          <a:gradFill>
            <a:gsLst>
              <a:gs pos="0">
                <a:schemeClr val="accent2"/>
              </a:gs>
              <a:gs pos="100000">
                <a:schemeClr val="accent6"/>
              </a:gs>
            </a:gsLst>
            <a:lin ang="81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algn="ctr" fontAlgn="base">
              <a:spcBef>
                <a:spcPct val="0"/>
              </a:spcBef>
              <a:spcAft>
                <a:spcPct val="0"/>
              </a:spcAft>
            </a:pPr>
            <a:endParaRPr lang="en-US" sz="2000">
              <a:solidFill>
                <a:srgbClr val="FFFFFF"/>
              </a:solidFill>
              <a:latin typeface="Segoe Sans Display Semibold"/>
            </a:endParaRPr>
          </a:p>
        </p:txBody>
      </p:sp>
      <p:sp>
        <p:nvSpPr>
          <p:cNvPr id="71" name="TextBox 70">
            <a:extLst>
              <a:ext uri="{FF2B5EF4-FFF2-40B4-BE49-F238E27FC236}">
                <a16:creationId xmlns:a16="http://schemas.microsoft.com/office/drawing/2014/main" id="{2C7AF8AD-84F1-0180-A06D-E36FA1E018F9}"/>
              </a:ext>
            </a:extLst>
          </p:cNvPr>
          <p:cNvSpPr txBox="1"/>
          <p:nvPr/>
        </p:nvSpPr>
        <p:spPr>
          <a:xfrm>
            <a:off x="991894" y="2141060"/>
            <a:ext cx="355600" cy="492443"/>
          </a:xfrm>
          <a:prstGeom prst="rect">
            <a:avLst/>
          </a:prstGeom>
          <a:noFill/>
        </p:spPr>
        <p:txBody>
          <a:bodyPr wrap="square" lIns="0" tIns="0" rIns="0" bIns="0" rtlCol="0">
            <a:spAutoFit/>
          </a:bodyPr>
          <a:lstStyle/>
          <a:p>
            <a:pPr algn="ctr"/>
            <a:r>
              <a:rPr lang="en-US" sz="3200">
                <a:solidFill>
                  <a:schemeClr val="bg1"/>
                </a:solidFill>
              </a:rPr>
              <a:t>1</a:t>
            </a:r>
          </a:p>
        </p:txBody>
      </p:sp>
      <p:sp>
        <p:nvSpPr>
          <p:cNvPr id="72" name="TextBox 71">
            <a:extLst>
              <a:ext uri="{FF2B5EF4-FFF2-40B4-BE49-F238E27FC236}">
                <a16:creationId xmlns:a16="http://schemas.microsoft.com/office/drawing/2014/main" id="{D1F92BAF-8845-88CA-C967-D1495815E53F}"/>
              </a:ext>
            </a:extLst>
          </p:cNvPr>
          <p:cNvSpPr txBox="1"/>
          <p:nvPr/>
        </p:nvSpPr>
        <p:spPr>
          <a:xfrm>
            <a:off x="963602" y="3657608"/>
            <a:ext cx="355600" cy="492443"/>
          </a:xfrm>
          <a:prstGeom prst="rect">
            <a:avLst/>
          </a:prstGeom>
          <a:noFill/>
        </p:spPr>
        <p:txBody>
          <a:bodyPr wrap="square" lIns="0" tIns="0" rIns="0" bIns="0" rtlCol="0">
            <a:spAutoFit/>
          </a:bodyPr>
          <a:lstStyle/>
          <a:p>
            <a:pPr algn="ctr"/>
            <a:r>
              <a:rPr lang="en-US" sz="3200">
                <a:solidFill>
                  <a:schemeClr val="bg1"/>
                </a:solidFill>
              </a:rPr>
              <a:t>2</a:t>
            </a:r>
          </a:p>
        </p:txBody>
      </p:sp>
      <p:sp>
        <p:nvSpPr>
          <p:cNvPr id="73" name="TextBox 72">
            <a:extLst>
              <a:ext uri="{FF2B5EF4-FFF2-40B4-BE49-F238E27FC236}">
                <a16:creationId xmlns:a16="http://schemas.microsoft.com/office/drawing/2014/main" id="{34B98CC2-0E5A-BBE3-3087-5315340F844D}"/>
              </a:ext>
            </a:extLst>
          </p:cNvPr>
          <p:cNvSpPr txBox="1"/>
          <p:nvPr/>
        </p:nvSpPr>
        <p:spPr>
          <a:xfrm>
            <a:off x="978497" y="5348276"/>
            <a:ext cx="355600" cy="492443"/>
          </a:xfrm>
          <a:prstGeom prst="rect">
            <a:avLst/>
          </a:prstGeom>
          <a:noFill/>
        </p:spPr>
        <p:txBody>
          <a:bodyPr wrap="square" lIns="0" tIns="0" rIns="0" bIns="0" rtlCol="0">
            <a:spAutoFit/>
          </a:bodyPr>
          <a:lstStyle/>
          <a:p>
            <a:pPr algn="ctr"/>
            <a:r>
              <a:rPr lang="en-US" sz="3200">
                <a:solidFill>
                  <a:schemeClr val="bg1"/>
                </a:solidFill>
              </a:rPr>
              <a:t>3</a:t>
            </a:r>
          </a:p>
        </p:txBody>
      </p:sp>
      <p:sp>
        <p:nvSpPr>
          <p:cNvPr id="5" name="TextBox 4">
            <a:extLst>
              <a:ext uri="{FF2B5EF4-FFF2-40B4-BE49-F238E27FC236}">
                <a16:creationId xmlns:a16="http://schemas.microsoft.com/office/drawing/2014/main" id="{9C7DD2AF-C539-67AE-3575-7599596CA97B}"/>
              </a:ext>
            </a:extLst>
          </p:cNvPr>
          <p:cNvSpPr txBox="1"/>
          <p:nvPr/>
        </p:nvSpPr>
        <p:spPr>
          <a:xfrm>
            <a:off x="657544" y="1035524"/>
            <a:ext cx="10937048" cy="553998"/>
          </a:xfrm>
          <a:prstGeom prst="rect">
            <a:avLst/>
          </a:prstGeom>
          <a:noFill/>
        </p:spPr>
        <p:txBody>
          <a:bodyPr wrap="square" lIns="0" tIns="0" rIns="0" bIns="0" numCol="1" rtlCol="0" anchor="t">
            <a:spAutoFit/>
          </a:bodyPr>
          <a:lstStyle/>
          <a:p>
            <a:r>
              <a:rPr lang="en-US" sz="1200"/>
              <a:t>Small businesses want solutions that truly solve their challenges. To connect in a meaningful way, we need to speak their language—addressing what matters most in their world and their industry. In the following section, you’ll find tailored variations of our core messaging pillars, designed specifically for SMB-focused industries to drive relevance and spark excitement.</a:t>
            </a:r>
          </a:p>
        </p:txBody>
      </p:sp>
      <p:sp>
        <p:nvSpPr>
          <p:cNvPr id="20" name="Text Placeholder 2">
            <a:extLst>
              <a:ext uri="{FF2B5EF4-FFF2-40B4-BE49-F238E27FC236}">
                <a16:creationId xmlns:a16="http://schemas.microsoft.com/office/drawing/2014/main" id="{7DD4052E-C4DA-9172-F675-9356149D014F}"/>
              </a:ext>
            </a:extLst>
          </p:cNvPr>
          <p:cNvSpPr txBox="1">
            <a:spLocks/>
          </p:cNvSpPr>
          <p:nvPr/>
        </p:nvSpPr>
        <p:spPr>
          <a:xfrm>
            <a:off x="586011"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a:solidFill>
                  <a:schemeClr val="accent2"/>
                </a:solidFill>
                <a:latin typeface="Segoe UI Semibold" panose="020B0702040204020203" pitchFamily="34" charset="0"/>
                <a:cs typeface="Segoe UI Semibold" panose="020B0702040204020203" pitchFamily="34" charset="0"/>
              </a:rPr>
              <a:t>MESSAGING &amp; POSITIONING</a:t>
            </a:r>
          </a:p>
        </p:txBody>
      </p:sp>
    </p:spTree>
    <p:extLst>
      <p:ext uri="{BB962C8B-B14F-4D97-AF65-F5344CB8AC3E}">
        <p14:creationId xmlns:p14="http://schemas.microsoft.com/office/powerpoint/2010/main" val="33394827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42" presetClass="path" presetSubtype="0" decel="100000" fill="hold" nodeType="withEffect">
                                  <p:stCondLst>
                                    <p:cond delay="0"/>
                                  </p:stCondLst>
                                  <p:childTnLst>
                                    <p:animMotion origin="layout" path="M -0.03034 2.96296E-6 L 3.95833E-6 2.96296E-6 " pathEditMode="relative" rAng="0" ptsTypes="AA">
                                      <p:cBhvr>
                                        <p:cTn id="9" dur="600" fill="hold"/>
                                        <p:tgtEl>
                                          <p:spTgt spid="7"/>
                                        </p:tgtEl>
                                        <p:attrNameLst>
                                          <p:attrName>ppt_x</p:attrName>
                                          <p:attrName>ppt_y</p:attrName>
                                        </p:attrNameLst>
                                      </p:cBhvr>
                                      <p:rCtr x="1510" y="0"/>
                                    </p:animMotion>
                                  </p:childTnLst>
                                </p:cTn>
                              </p:par>
                              <p:par>
                                <p:cTn id="10" presetID="10" presetClass="entr" presetSubtype="0" fill="hold" nodeType="withEffect">
                                  <p:stCondLst>
                                    <p:cond delay="20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42" presetClass="path" presetSubtype="0" decel="100000" fill="hold" nodeType="withEffect">
                                  <p:stCondLst>
                                    <p:cond delay="200"/>
                                  </p:stCondLst>
                                  <p:childTnLst>
                                    <p:animMotion origin="layout" path="M -0.03034 3.33333E-6 L 3.95833E-6 3.33333E-6 " pathEditMode="relative" rAng="0" ptsTypes="AA">
                                      <p:cBhvr>
                                        <p:cTn id="14" dur="600" fill="hold"/>
                                        <p:tgtEl>
                                          <p:spTgt spid="11"/>
                                        </p:tgtEl>
                                        <p:attrNameLst>
                                          <p:attrName>ppt_x</p:attrName>
                                          <p:attrName>ppt_y</p:attrName>
                                        </p:attrNameLst>
                                      </p:cBhvr>
                                      <p:rCtr x="1510" y="0"/>
                                    </p:animMotion>
                                  </p:childTnLst>
                                </p:cTn>
                              </p:par>
                              <p:par>
                                <p:cTn id="15" presetID="10" presetClass="entr" presetSubtype="0" fill="hold" nodeType="withEffect">
                                  <p:stCondLst>
                                    <p:cond delay="40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42" presetClass="path" presetSubtype="0" decel="100000" fill="hold" nodeType="withEffect">
                                  <p:stCondLst>
                                    <p:cond delay="400"/>
                                  </p:stCondLst>
                                  <p:childTnLst>
                                    <p:animMotion origin="layout" path="M -0.03034 3.7037E-6 L 3.95833E-6 3.7037E-6 " pathEditMode="relative" rAng="0" ptsTypes="AA">
                                      <p:cBhvr>
                                        <p:cTn id="19" dur="600" fill="hold"/>
                                        <p:tgtEl>
                                          <p:spTgt spid="15"/>
                                        </p:tgtEl>
                                        <p:attrNameLst>
                                          <p:attrName>ppt_x</p:attrName>
                                          <p:attrName>ppt_y</p:attrName>
                                        </p:attrNameLst>
                                      </p:cBhvr>
                                      <p:rCtr x="151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DF871-259E-0EA7-3B9D-8A7306B88163}"/>
            </a:ext>
          </a:extLst>
        </p:cNvPr>
        <p:cNvGrpSpPr/>
        <p:nvPr/>
      </p:nvGrpSpPr>
      <p:grpSpPr>
        <a:xfrm>
          <a:off x="0" y="0"/>
          <a:ext cx="0" cy="0"/>
          <a:chOff x="0" y="0"/>
          <a:chExt cx="0" cy="0"/>
        </a:xfrm>
      </p:grpSpPr>
      <p:sp>
        <p:nvSpPr>
          <p:cNvPr id="31" name="Title 3">
            <a:extLst>
              <a:ext uri="{FF2B5EF4-FFF2-40B4-BE49-F238E27FC236}">
                <a16:creationId xmlns:a16="http://schemas.microsoft.com/office/drawing/2014/main" id="{78630ED4-F8B3-CAFB-A7E9-F2716245AF96}"/>
              </a:ext>
            </a:extLst>
          </p:cNvPr>
          <p:cNvSpPr>
            <a:spLocks noGrp="1"/>
          </p:cNvSpPr>
          <p:nvPr>
            <p:ph type="title"/>
          </p:nvPr>
        </p:nvSpPr>
        <p:spPr>
          <a:xfrm>
            <a:off x="576072" y="512064"/>
            <a:ext cx="11018520" cy="492443"/>
          </a:xfrm>
        </p:spPr>
        <p:txBody>
          <a:bodyPr vert="horz">
            <a:spAutoFit/>
          </a:bodyPr>
          <a:lstStyle/>
          <a:p>
            <a:pPr defTabSz="914400">
              <a:spcBef>
                <a:spcPts val="0"/>
              </a:spcBef>
              <a:defRPr/>
            </a:pPr>
            <a:r>
              <a:rPr lang="en-US" sz="3200">
                <a:solidFill>
                  <a:srgbClr val="091F2C"/>
                </a:solidFill>
                <a:latin typeface="Segoe Sans Display Semibold"/>
              </a:rPr>
              <a:t>Introductory Pricing: A catalyst for AI adoption</a:t>
            </a:r>
          </a:p>
        </p:txBody>
      </p:sp>
      <p:sp>
        <p:nvSpPr>
          <p:cNvPr id="6" name="Text Placeholder 2">
            <a:extLst>
              <a:ext uri="{FF2B5EF4-FFF2-40B4-BE49-F238E27FC236}">
                <a16:creationId xmlns:a16="http://schemas.microsoft.com/office/drawing/2014/main" id="{0A05E5C3-C2C5-BE8D-741B-FDA7CA265FC0}"/>
              </a:ext>
            </a:extLst>
          </p:cNvPr>
          <p:cNvSpPr txBox="1">
            <a:spLocks/>
          </p:cNvSpPr>
          <p:nvPr/>
        </p:nvSpPr>
        <p:spPr>
          <a:xfrm>
            <a:off x="576072"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a:solidFill>
                  <a:schemeClr val="accent2"/>
                </a:solidFill>
                <a:latin typeface="Segoe UI Semibold" panose="020B0702040204020203" pitchFamily="34" charset="0"/>
                <a:cs typeface="Segoe UI Semibold" panose="020B0702040204020203" pitchFamily="34" charset="0"/>
              </a:rPr>
              <a:t>Promotional offers</a:t>
            </a:r>
          </a:p>
        </p:txBody>
      </p:sp>
      <p:sp>
        <p:nvSpPr>
          <p:cNvPr id="4" name="Rectangle: Rounded Corners 3">
            <a:extLst>
              <a:ext uri="{FF2B5EF4-FFF2-40B4-BE49-F238E27FC236}">
                <a16:creationId xmlns:a16="http://schemas.microsoft.com/office/drawing/2014/main" id="{AE427654-DC25-6396-3F7C-CB81EDCB848D}"/>
              </a:ext>
              <a:ext uri="{C183D7F6-B498-43B3-948B-1728B52AA6E4}">
                <adec:decorative xmlns:adec="http://schemas.microsoft.com/office/drawing/2017/decorative" val="1"/>
              </a:ext>
            </a:extLst>
          </p:cNvPr>
          <p:cNvSpPr>
            <a:spLocks/>
          </p:cNvSpPr>
          <p:nvPr/>
        </p:nvSpPr>
        <p:spPr>
          <a:xfrm>
            <a:off x="576072" y="4178431"/>
            <a:ext cx="2099659" cy="1950937"/>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5" name="Rectangle: Rounded Corners 4">
            <a:extLst>
              <a:ext uri="{FF2B5EF4-FFF2-40B4-BE49-F238E27FC236}">
                <a16:creationId xmlns:a16="http://schemas.microsoft.com/office/drawing/2014/main" id="{CA6B2F76-5975-1855-2D0C-0950F8BA2375}"/>
              </a:ext>
              <a:ext uri="{C183D7F6-B498-43B3-948B-1728B52AA6E4}">
                <adec:decorative xmlns:adec="http://schemas.microsoft.com/office/drawing/2017/decorative" val="1"/>
              </a:ext>
            </a:extLst>
          </p:cNvPr>
          <p:cNvSpPr>
            <a:spLocks/>
          </p:cNvSpPr>
          <p:nvPr/>
        </p:nvSpPr>
        <p:spPr>
          <a:xfrm>
            <a:off x="2801642" y="4170573"/>
            <a:ext cx="2099659" cy="1950937"/>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7" name="Rectangle: Rounded Corners 6">
            <a:extLst>
              <a:ext uri="{FF2B5EF4-FFF2-40B4-BE49-F238E27FC236}">
                <a16:creationId xmlns:a16="http://schemas.microsoft.com/office/drawing/2014/main" id="{E67E673C-33B4-C979-84BB-04CCD70303B9}"/>
              </a:ext>
              <a:ext uri="{C183D7F6-B498-43B3-948B-1728B52AA6E4}">
                <adec:decorative xmlns:adec="http://schemas.microsoft.com/office/drawing/2017/decorative" val="1"/>
              </a:ext>
            </a:extLst>
          </p:cNvPr>
          <p:cNvSpPr>
            <a:spLocks/>
          </p:cNvSpPr>
          <p:nvPr/>
        </p:nvSpPr>
        <p:spPr>
          <a:xfrm>
            <a:off x="5023516" y="4179318"/>
            <a:ext cx="2099659" cy="1950050"/>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1" name="Rectangle: Rounded Corners 20">
            <a:extLst>
              <a:ext uri="{FF2B5EF4-FFF2-40B4-BE49-F238E27FC236}">
                <a16:creationId xmlns:a16="http://schemas.microsoft.com/office/drawing/2014/main" id="{99480889-0068-E24B-49DD-7C862FE2CD6F}"/>
              </a:ext>
              <a:ext uri="{C183D7F6-B498-43B3-948B-1728B52AA6E4}">
                <adec:decorative xmlns:adec="http://schemas.microsoft.com/office/drawing/2017/decorative" val="1"/>
              </a:ext>
            </a:extLst>
          </p:cNvPr>
          <p:cNvSpPr>
            <a:spLocks/>
          </p:cNvSpPr>
          <p:nvPr/>
        </p:nvSpPr>
        <p:spPr>
          <a:xfrm>
            <a:off x="7245390" y="4179318"/>
            <a:ext cx="2099659" cy="1950050"/>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2" name="Title 25">
            <a:extLst>
              <a:ext uri="{FF2B5EF4-FFF2-40B4-BE49-F238E27FC236}">
                <a16:creationId xmlns:a16="http://schemas.microsoft.com/office/drawing/2014/main" id="{C57C5854-4F42-CB5A-AE60-9E25A902DD7D}"/>
              </a:ext>
            </a:extLst>
          </p:cNvPr>
          <p:cNvSpPr txBox="1">
            <a:spLocks/>
          </p:cNvSpPr>
          <p:nvPr/>
        </p:nvSpPr>
        <p:spPr>
          <a:xfrm>
            <a:off x="666040" y="4308331"/>
            <a:ext cx="2069758" cy="1200329"/>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sz="6000" spc="-50">
                <a:gradFill>
                  <a:gsLst>
                    <a:gs pos="0">
                      <a:srgbClr val="FFFFFF"/>
                    </a:gs>
                    <a:gs pos="0">
                      <a:srgbClr val="C03BC3"/>
                    </a:gs>
                    <a:gs pos="98000">
                      <a:srgbClr val="DD4A84"/>
                    </a:gs>
                  </a:gsLst>
                  <a:lin ang="0" scaled="1"/>
                </a:gradFill>
                <a:latin typeface="+mj-lt"/>
                <a:ea typeface="+mn-ea"/>
                <a:cs typeface="Segoe Sans Display" pitchFamily="2" charset="0"/>
              </a:rPr>
              <a:t>15%</a:t>
            </a: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off</a:t>
            </a:r>
          </a:p>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1-300 licenses</a:t>
            </a:r>
          </a:p>
        </p:txBody>
      </p:sp>
      <p:sp>
        <p:nvSpPr>
          <p:cNvPr id="23" name="Title 25">
            <a:extLst>
              <a:ext uri="{FF2B5EF4-FFF2-40B4-BE49-F238E27FC236}">
                <a16:creationId xmlns:a16="http://schemas.microsoft.com/office/drawing/2014/main" id="{FCB223E2-DC36-4B31-166C-3C9D1EF76842}"/>
              </a:ext>
            </a:extLst>
          </p:cNvPr>
          <p:cNvSpPr txBox="1">
            <a:spLocks/>
          </p:cNvSpPr>
          <p:nvPr/>
        </p:nvSpPr>
        <p:spPr>
          <a:xfrm>
            <a:off x="2869269" y="4274884"/>
            <a:ext cx="2152399" cy="1200329"/>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lvl="0" defTabSz="932742">
              <a:lnSpc>
                <a:spcPct val="100000"/>
              </a:lnSpc>
              <a:defRPr/>
            </a:pPr>
            <a:r>
              <a:rPr lang="en-US" sz="6000" spc="-50">
                <a:gradFill>
                  <a:gsLst>
                    <a:gs pos="0">
                      <a:srgbClr val="FFFFFF"/>
                    </a:gs>
                    <a:gs pos="0">
                      <a:srgbClr val="C03BC3"/>
                    </a:gs>
                    <a:gs pos="98000">
                      <a:srgbClr val="DD4A84"/>
                    </a:gs>
                  </a:gsLst>
                  <a:lin ang="0" scaled="1"/>
                </a:gradFill>
                <a:cs typeface="Segoe Sans Display" pitchFamily="2" charset="0"/>
              </a:rPr>
              <a:t>35%</a:t>
            </a:r>
            <a:r>
              <a:rPr lang="en-US" sz="1200" spc="-50">
                <a:gradFill>
                  <a:gsLst>
                    <a:gs pos="0">
                      <a:srgbClr val="FFFFFF"/>
                    </a:gs>
                    <a:gs pos="0">
                      <a:srgbClr val="C03BC3"/>
                    </a:gs>
                    <a:gs pos="98000">
                      <a:srgbClr val="DD4A84"/>
                    </a:gs>
                  </a:gsLst>
                  <a:lin ang="0" scaled="1"/>
                </a:gradFill>
                <a:cs typeface="Segoe Sans Display" pitchFamily="2" charset="0"/>
              </a:rPr>
              <a:t>off</a:t>
            </a:r>
          </a:p>
          <a:p>
            <a:pPr lvl="0" defTabSz="932742">
              <a:lnSpc>
                <a:spcPct val="100000"/>
              </a:lnSpc>
              <a:defRPr/>
            </a:pPr>
            <a:r>
              <a:rPr lang="en-US" sz="1200" spc="-50">
                <a:gradFill>
                  <a:gsLst>
                    <a:gs pos="0">
                      <a:srgbClr val="FFFFFF"/>
                    </a:gs>
                    <a:gs pos="0">
                      <a:srgbClr val="C03BC3"/>
                    </a:gs>
                    <a:gs pos="98000">
                      <a:srgbClr val="DD4A84"/>
                    </a:gs>
                  </a:gsLst>
                  <a:lin ang="0" scaled="1"/>
                </a:gradFill>
                <a:cs typeface="Segoe Sans Display" pitchFamily="2" charset="0"/>
              </a:rPr>
              <a:t>10-300 licenses</a:t>
            </a:r>
          </a:p>
        </p:txBody>
      </p:sp>
      <p:sp>
        <p:nvSpPr>
          <p:cNvPr id="33" name="TextBox 32">
            <a:extLst>
              <a:ext uri="{FF2B5EF4-FFF2-40B4-BE49-F238E27FC236}">
                <a16:creationId xmlns:a16="http://schemas.microsoft.com/office/drawing/2014/main" id="{98290B9D-F83C-DE79-A3DC-BDB8CA6FDE5D}"/>
              </a:ext>
            </a:extLst>
          </p:cNvPr>
          <p:cNvSpPr txBox="1"/>
          <p:nvPr/>
        </p:nvSpPr>
        <p:spPr>
          <a:xfrm>
            <a:off x="2910199" y="5476018"/>
            <a:ext cx="1963433" cy="400110"/>
          </a:xfrm>
          <a:prstGeom prst="rect">
            <a:avLst/>
          </a:prstGeom>
          <a:noFill/>
        </p:spPr>
        <p:txBody>
          <a:bodyPr wrap="square" lIns="0" rIns="0">
            <a:spAutoFit/>
          </a:bodyPr>
          <a:lstStyle/>
          <a:p>
            <a:pPr lvl="0" defTabSz="914367">
              <a:spcBef>
                <a:spcPts val="600"/>
              </a:spcBef>
              <a:defRPr/>
            </a:pPr>
            <a:r>
              <a:rPr lang="en-US" sz="1000">
                <a:solidFill>
                  <a:srgbClr val="091F2C"/>
                </a:solidFill>
                <a:ea typeface="+mn-lt"/>
                <a:cs typeface="Segoe Sans Display"/>
              </a:rPr>
              <a:t>Microsoft 365 Business Standard + Copilot Business </a:t>
            </a:r>
          </a:p>
        </p:txBody>
      </p:sp>
      <p:sp>
        <p:nvSpPr>
          <p:cNvPr id="35" name="TextBox 34">
            <a:extLst>
              <a:ext uri="{FF2B5EF4-FFF2-40B4-BE49-F238E27FC236}">
                <a16:creationId xmlns:a16="http://schemas.microsoft.com/office/drawing/2014/main" id="{F141CE1B-96EC-3558-3ADC-0D425F8F79F3}"/>
              </a:ext>
            </a:extLst>
          </p:cNvPr>
          <p:cNvSpPr txBox="1"/>
          <p:nvPr/>
        </p:nvSpPr>
        <p:spPr>
          <a:xfrm>
            <a:off x="717798" y="5475761"/>
            <a:ext cx="1816206" cy="415498"/>
          </a:xfrm>
          <a:prstGeom prst="rect">
            <a:avLst/>
          </a:prstGeom>
          <a:noFill/>
        </p:spPr>
        <p:txBody>
          <a:bodyPr wrap="square">
            <a:spAutoFit/>
          </a:bodyPr>
          <a:lstStyle/>
          <a:p>
            <a:pPr algn="l">
              <a:spcAft>
                <a:spcPts val="1800"/>
              </a:spcAft>
              <a:buNone/>
            </a:pPr>
            <a:r>
              <a:rPr lang="en-US" sz="1050">
                <a:solidFill>
                  <a:srgbClr val="0E1726"/>
                </a:solidFill>
                <a:latin typeface="Segoe UI Variable Text" pitchFamily="2" charset="0"/>
              </a:rPr>
              <a:t>Microsoft 365 </a:t>
            </a:r>
            <a:br>
              <a:rPr lang="en-US" sz="1050">
                <a:solidFill>
                  <a:srgbClr val="0E1726"/>
                </a:solidFill>
                <a:latin typeface="Segoe UI Variable Text" pitchFamily="2" charset="0"/>
              </a:rPr>
            </a:br>
            <a:r>
              <a:rPr lang="en-US" sz="1050">
                <a:solidFill>
                  <a:srgbClr val="0E1726"/>
                </a:solidFill>
                <a:latin typeface="Segoe UI Variable Text" pitchFamily="2" charset="0"/>
              </a:rPr>
              <a:t>Copilot Business </a:t>
            </a:r>
            <a:endParaRPr lang="en-US" sz="1050"/>
          </a:p>
        </p:txBody>
      </p:sp>
      <p:sp>
        <p:nvSpPr>
          <p:cNvPr id="37" name="Rectangle: Rounded Corners 36">
            <a:extLst>
              <a:ext uri="{FF2B5EF4-FFF2-40B4-BE49-F238E27FC236}">
                <a16:creationId xmlns:a16="http://schemas.microsoft.com/office/drawing/2014/main" id="{81364FE0-3CCA-B3B0-895E-E6F56C53C077}"/>
              </a:ext>
              <a:ext uri="{C183D7F6-B498-43B3-948B-1728B52AA6E4}">
                <adec:decorative xmlns:adec="http://schemas.microsoft.com/office/drawing/2017/decorative" val="1"/>
              </a:ext>
            </a:extLst>
          </p:cNvPr>
          <p:cNvSpPr>
            <a:spLocks/>
          </p:cNvSpPr>
          <p:nvPr/>
        </p:nvSpPr>
        <p:spPr>
          <a:xfrm>
            <a:off x="9494933" y="4179318"/>
            <a:ext cx="2099659" cy="1950050"/>
          </a:xfrm>
          <a:prstGeom prst="roundRect">
            <a:avLst>
              <a:gd name="adj" fmla="val 3238"/>
            </a:avLst>
          </a:prstGeom>
          <a:solidFill>
            <a:schemeClr val="bg1"/>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38" name="Rectangle: Top Corners Rounded 37">
            <a:extLst>
              <a:ext uri="{FF2B5EF4-FFF2-40B4-BE49-F238E27FC236}">
                <a16:creationId xmlns:a16="http://schemas.microsoft.com/office/drawing/2014/main" id="{0383B0A0-9A8E-B81F-A478-B03F1257B8CF}"/>
              </a:ext>
              <a:ext uri="{C183D7F6-B498-43B3-948B-1728B52AA6E4}">
                <adec:decorative xmlns:adec="http://schemas.microsoft.com/office/drawing/2017/decorative" val="1"/>
              </a:ext>
            </a:extLst>
          </p:cNvPr>
          <p:cNvSpPr/>
          <p:nvPr/>
        </p:nvSpPr>
        <p:spPr bwMode="auto">
          <a:xfrm>
            <a:off x="576072" y="4133774"/>
            <a:ext cx="2099659" cy="203962"/>
          </a:xfrm>
          <a:prstGeom prst="round2SameRect">
            <a:avLst/>
          </a:prstGeom>
          <a:gradFill>
            <a:gsLst>
              <a:gs pos="0">
                <a:srgbClr val="C03BC4"/>
              </a:gs>
              <a:gs pos="94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p>
            <a:pPr defTabSz="932742">
              <a:spcBef>
                <a:spcPts val="1200"/>
              </a:spcBef>
            </a:pPr>
            <a:endParaRPr lang="en-US" sz="1100">
              <a:ln w="3175">
                <a:noFill/>
              </a:ln>
              <a:solidFill>
                <a:srgbClr val="FFFFFF"/>
              </a:solidFill>
              <a:latin typeface="Segoe UI Semibold"/>
            </a:endParaRPr>
          </a:p>
        </p:txBody>
      </p:sp>
      <p:sp>
        <p:nvSpPr>
          <p:cNvPr id="39" name="Rectangle: Top Corners Rounded 38">
            <a:extLst>
              <a:ext uri="{FF2B5EF4-FFF2-40B4-BE49-F238E27FC236}">
                <a16:creationId xmlns:a16="http://schemas.microsoft.com/office/drawing/2014/main" id="{CBBDF691-BDFB-9B34-9A23-09626BAC1CCC}"/>
              </a:ext>
              <a:ext uri="{C183D7F6-B498-43B3-948B-1728B52AA6E4}">
                <adec:decorative xmlns:adec="http://schemas.microsoft.com/office/drawing/2017/decorative" val="1"/>
              </a:ext>
            </a:extLst>
          </p:cNvPr>
          <p:cNvSpPr/>
          <p:nvPr/>
        </p:nvSpPr>
        <p:spPr bwMode="auto">
          <a:xfrm>
            <a:off x="2798997" y="4133774"/>
            <a:ext cx="2099659" cy="203962"/>
          </a:xfrm>
          <a:prstGeom prst="round2SameRect">
            <a:avLst/>
          </a:prstGeom>
          <a:gradFill>
            <a:gsLst>
              <a:gs pos="0">
                <a:srgbClr val="C03BC4"/>
              </a:gs>
              <a:gs pos="94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p>
            <a:pPr defTabSz="932742">
              <a:spcBef>
                <a:spcPts val="1200"/>
              </a:spcBef>
            </a:pPr>
            <a:endParaRPr lang="en-US" sz="1100">
              <a:ln w="3175">
                <a:noFill/>
              </a:ln>
              <a:solidFill>
                <a:srgbClr val="FFFFFF"/>
              </a:solidFill>
              <a:latin typeface="Segoe UI Semibold"/>
            </a:endParaRPr>
          </a:p>
        </p:txBody>
      </p:sp>
      <p:sp>
        <p:nvSpPr>
          <p:cNvPr id="40" name="Rectangle: Top Corners Rounded 39">
            <a:extLst>
              <a:ext uri="{FF2B5EF4-FFF2-40B4-BE49-F238E27FC236}">
                <a16:creationId xmlns:a16="http://schemas.microsoft.com/office/drawing/2014/main" id="{5FFD10DA-D5D2-25FF-D84A-0B1AE9CBDFCE}"/>
              </a:ext>
              <a:ext uri="{C183D7F6-B498-43B3-948B-1728B52AA6E4}">
                <adec:decorative xmlns:adec="http://schemas.microsoft.com/office/drawing/2017/decorative" val="1"/>
              </a:ext>
            </a:extLst>
          </p:cNvPr>
          <p:cNvSpPr/>
          <p:nvPr/>
        </p:nvSpPr>
        <p:spPr bwMode="auto">
          <a:xfrm>
            <a:off x="5023516" y="4141282"/>
            <a:ext cx="2099659" cy="203962"/>
          </a:xfrm>
          <a:prstGeom prst="round2SameRect">
            <a:avLst/>
          </a:prstGeom>
          <a:gradFill>
            <a:gsLst>
              <a:gs pos="0">
                <a:srgbClr val="C03BC4"/>
              </a:gs>
              <a:gs pos="94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p>
            <a:pPr defTabSz="932742">
              <a:spcBef>
                <a:spcPts val="1200"/>
              </a:spcBef>
            </a:pPr>
            <a:endParaRPr lang="en-US" sz="1100">
              <a:ln w="3175">
                <a:noFill/>
              </a:ln>
              <a:solidFill>
                <a:srgbClr val="FFFFFF"/>
              </a:solidFill>
              <a:latin typeface="Segoe UI Semibold"/>
            </a:endParaRPr>
          </a:p>
        </p:txBody>
      </p:sp>
      <p:sp>
        <p:nvSpPr>
          <p:cNvPr id="41" name="Rectangle: Top Corners Rounded 40">
            <a:extLst>
              <a:ext uri="{FF2B5EF4-FFF2-40B4-BE49-F238E27FC236}">
                <a16:creationId xmlns:a16="http://schemas.microsoft.com/office/drawing/2014/main" id="{E63F0903-9A7A-82B8-CD17-94BF5CC687DE}"/>
              </a:ext>
              <a:ext uri="{C183D7F6-B498-43B3-948B-1728B52AA6E4}">
                <adec:decorative xmlns:adec="http://schemas.microsoft.com/office/drawing/2017/decorative" val="1"/>
              </a:ext>
            </a:extLst>
          </p:cNvPr>
          <p:cNvSpPr/>
          <p:nvPr/>
        </p:nvSpPr>
        <p:spPr bwMode="auto">
          <a:xfrm>
            <a:off x="7245390" y="4141282"/>
            <a:ext cx="2099659" cy="203962"/>
          </a:xfrm>
          <a:prstGeom prst="round2SameRect">
            <a:avLst/>
          </a:prstGeom>
          <a:gradFill>
            <a:gsLst>
              <a:gs pos="0">
                <a:srgbClr val="C03BC4"/>
              </a:gs>
              <a:gs pos="94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p>
            <a:pPr defTabSz="932742">
              <a:spcBef>
                <a:spcPts val="1200"/>
              </a:spcBef>
            </a:pPr>
            <a:endParaRPr lang="en-US" sz="1100">
              <a:ln w="3175">
                <a:noFill/>
              </a:ln>
              <a:solidFill>
                <a:srgbClr val="FFFFFF"/>
              </a:solidFill>
              <a:latin typeface="Segoe UI Semibold"/>
            </a:endParaRPr>
          </a:p>
        </p:txBody>
      </p:sp>
      <p:sp>
        <p:nvSpPr>
          <p:cNvPr id="42" name="Rectangle: Top Corners Rounded 41">
            <a:extLst>
              <a:ext uri="{FF2B5EF4-FFF2-40B4-BE49-F238E27FC236}">
                <a16:creationId xmlns:a16="http://schemas.microsoft.com/office/drawing/2014/main" id="{CD2C8A87-9554-90D2-6505-326ABDA77F6A}"/>
              </a:ext>
              <a:ext uri="{C183D7F6-B498-43B3-948B-1728B52AA6E4}">
                <adec:decorative xmlns:adec="http://schemas.microsoft.com/office/drawing/2017/decorative" val="1"/>
              </a:ext>
            </a:extLst>
          </p:cNvPr>
          <p:cNvSpPr/>
          <p:nvPr/>
        </p:nvSpPr>
        <p:spPr bwMode="auto">
          <a:xfrm>
            <a:off x="9494932" y="4141282"/>
            <a:ext cx="2099659" cy="203962"/>
          </a:xfrm>
          <a:prstGeom prst="round2SameRect">
            <a:avLst/>
          </a:prstGeom>
          <a:gradFill>
            <a:gsLst>
              <a:gs pos="0">
                <a:srgbClr val="C03BC4"/>
              </a:gs>
              <a:gs pos="94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p>
            <a:pPr defTabSz="932742">
              <a:spcBef>
                <a:spcPts val="1200"/>
              </a:spcBef>
            </a:pPr>
            <a:endParaRPr lang="en-US" sz="1100">
              <a:ln w="3175">
                <a:noFill/>
              </a:ln>
              <a:solidFill>
                <a:srgbClr val="FFFFFF"/>
              </a:solidFill>
              <a:latin typeface="Segoe UI Semibold"/>
            </a:endParaRPr>
          </a:p>
        </p:txBody>
      </p:sp>
      <p:sp>
        <p:nvSpPr>
          <p:cNvPr id="43" name="TextBox 42">
            <a:extLst>
              <a:ext uri="{FF2B5EF4-FFF2-40B4-BE49-F238E27FC236}">
                <a16:creationId xmlns:a16="http://schemas.microsoft.com/office/drawing/2014/main" id="{6C9D3B92-19F8-E6B5-220B-173A0713BD02}"/>
              </a:ext>
            </a:extLst>
          </p:cNvPr>
          <p:cNvSpPr txBox="1"/>
          <p:nvPr/>
        </p:nvSpPr>
        <p:spPr>
          <a:xfrm>
            <a:off x="5114283" y="5492399"/>
            <a:ext cx="1963433" cy="400110"/>
          </a:xfrm>
          <a:prstGeom prst="rect">
            <a:avLst/>
          </a:prstGeom>
          <a:noFill/>
        </p:spPr>
        <p:txBody>
          <a:bodyPr wrap="square" lIns="0" rIns="0">
            <a:spAutoFit/>
          </a:bodyPr>
          <a:lstStyle/>
          <a:p>
            <a:pPr lvl="0" defTabSz="914367">
              <a:spcBef>
                <a:spcPts val="600"/>
              </a:spcBef>
              <a:defRPr/>
            </a:pPr>
            <a:r>
              <a:rPr lang="en-US" sz="1000">
                <a:solidFill>
                  <a:srgbClr val="091F2C"/>
                </a:solidFill>
                <a:ea typeface="+mn-lt"/>
                <a:cs typeface="Segoe Sans Display"/>
              </a:rPr>
              <a:t>Microsoft 365 Business Premium  + Copilot Business </a:t>
            </a:r>
          </a:p>
        </p:txBody>
      </p:sp>
      <p:sp>
        <p:nvSpPr>
          <p:cNvPr id="44" name="Title 25">
            <a:extLst>
              <a:ext uri="{FF2B5EF4-FFF2-40B4-BE49-F238E27FC236}">
                <a16:creationId xmlns:a16="http://schemas.microsoft.com/office/drawing/2014/main" id="{5CCFDBB1-4558-0610-93FE-85BA1A967316}"/>
              </a:ext>
            </a:extLst>
          </p:cNvPr>
          <p:cNvSpPr txBox="1">
            <a:spLocks/>
          </p:cNvSpPr>
          <p:nvPr/>
        </p:nvSpPr>
        <p:spPr>
          <a:xfrm>
            <a:off x="5073954" y="4288128"/>
            <a:ext cx="2152399" cy="1200329"/>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lvl="0" defTabSz="932742">
              <a:lnSpc>
                <a:spcPct val="100000"/>
              </a:lnSpc>
              <a:defRPr/>
            </a:pPr>
            <a:r>
              <a:rPr lang="en-US" sz="6000" spc="-50">
                <a:gradFill>
                  <a:gsLst>
                    <a:gs pos="0">
                      <a:srgbClr val="FFFFFF"/>
                    </a:gs>
                    <a:gs pos="0">
                      <a:srgbClr val="C03BC3"/>
                    </a:gs>
                    <a:gs pos="98000">
                      <a:srgbClr val="DD4A84"/>
                    </a:gs>
                  </a:gsLst>
                  <a:lin ang="0" scaled="1"/>
                </a:gradFill>
                <a:cs typeface="Segoe Sans Display" pitchFamily="2" charset="0"/>
              </a:rPr>
              <a:t>25%</a:t>
            </a:r>
            <a:r>
              <a:rPr lang="en-US" sz="1200" spc="-50">
                <a:gradFill>
                  <a:gsLst>
                    <a:gs pos="0">
                      <a:srgbClr val="FFFFFF"/>
                    </a:gs>
                    <a:gs pos="0">
                      <a:srgbClr val="C03BC3"/>
                    </a:gs>
                    <a:gs pos="98000">
                      <a:srgbClr val="DD4A84"/>
                    </a:gs>
                  </a:gsLst>
                  <a:lin ang="0" scaled="1"/>
                </a:gradFill>
                <a:cs typeface="Segoe Sans Display" pitchFamily="2" charset="0"/>
              </a:rPr>
              <a:t>off</a:t>
            </a:r>
          </a:p>
          <a:p>
            <a:pPr defTabSz="932742">
              <a:lnSpc>
                <a:spcPct val="100000"/>
              </a:lnSpc>
              <a:defRPr/>
            </a:pPr>
            <a:r>
              <a:rPr lang="en-US" sz="1200" spc="-50">
                <a:gradFill>
                  <a:gsLst>
                    <a:gs pos="0">
                      <a:srgbClr val="FFFFFF"/>
                    </a:gs>
                    <a:gs pos="0">
                      <a:srgbClr val="C03BC3"/>
                    </a:gs>
                    <a:gs pos="98000">
                      <a:srgbClr val="DD4A84"/>
                    </a:gs>
                  </a:gsLst>
                  <a:lin ang="0" scaled="1"/>
                </a:gradFill>
                <a:cs typeface="Segoe Sans Display" pitchFamily="2" charset="0"/>
              </a:rPr>
              <a:t>10-300 licenses</a:t>
            </a:r>
          </a:p>
        </p:txBody>
      </p:sp>
      <p:sp>
        <p:nvSpPr>
          <p:cNvPr id="45" name="TextBox 44">
            <a:extLst>
              <a:ext uri="{FF2B5EF4-FFF2-40B4-BE49-F238E27FC236}">
                <a16:creationId xmlns:a16="http://schemas.microsoft.com/office/drawing/2014/main" id="{8836A3BE-1F2B-74FA-69BE-1B4372721E26}"/>
              </a:ext>
            </a:extLst>
          </p:cNvPr>
          <p:cNvSpPr txBox="1"/>
          <p:nvPr/>
        </p:nvSpPr>
        <p:spPr>
          <a:xfrm>
            <a:off x="7355194" y="5491149"/>
            <a:ext cx="1963433" cy="400110"/>
          </a:xfrm>
          <a:prstGeom prst="rect">
            <a:avLst/>
          </a:prstGeom>
          <a:noFill/>
        </p:spPr>
        <p:txBody>
          <a:bodyPr wrap="square" lIns="0" rIns="0">
            <a:spAutoFit/>
          </a:bodyPr>
          <a:lstStyle/>
          <a:p>
            <a:pPr lvl="0" defTabSz="914367">
              <a:spcBef>
                <a:spcPts val="600"/>
              </a:spcBef>
              <a:defRPr/>
            </a:pPr>
            <a:r>
              <a:rPr lang="en-US" sz="1000">
                <a:solidFill>
                  <a:srgbClr val="091F2C"/>
                </a:solidFill>
                <a:ea typeface="+mn-lt"/>
                <a:cs typeface="Segoe Sans Display"/>
              </a:rPr>
              <a:t>Microsoft 365 Business Premium  + Copilot Business &amp; Purview Suite</a:t>
            </a:r>
          </a:p>
        </p:txBody>
      </p:sp>
      <p:sp>
        <p:nvSpPr>
          <p:cNvPr id="46" name="Title 25">
            <a:extLst>
              <a:ext uri="{FF2B5EF4-FFF2-40B4-BE49-F238E27FC236}">
                <a16:creationId xmlns:a16="http://schemas.microsoft.com/office/drawing/2014/main" id="{3886EF32-5F2E-86DC-F76D-0D5EA566F039}"/>
              </a:ext>
            </a:extLst>
          </p:cNvPr>
          <p:cNvSpPr txBox="1">
            <a:spLocks/>
          </p:cNvSpPr>
          <p:nvPr/>
        </p:nvSpPr>
        <p:spPr>
          <a:xfrm>
            <a:off x="7314865" y="4286878"/>
            <a:ext cx="2152399" cy="1200329"/>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lvl="0" defTabSz="932742">
              <a:lnSpc>
                <a:spcPct val="100000"/>
              </a:lnSpc>
              <a:defRPr/>
            </a:pPr>
            <a:r>
              <a:rPr lang="en-US" sz="6000" spc="-50">
                <a:gradFill>
                  <a:gsLst>
                    <a:gs pos="0">
                      <a:srgbClr val="FFFFFF"/>
                    </a:gs>
                    <a:gs pos="0">
                      <a:srgbClr val="C03BC3"/>
                    </a:gs>
                    <a:gs pos="98000">
                      <a:srgbClr val="DD4A84"/>
                    </a:gs>
                  </a:gsLst>
                  <a:lin ang="0" scaled="1"/>
                </a:gradFill>
                <a:cs typeface="Segoe Sans Display" pitchFamily="2" charset="0"/>
              </a:rPr>
              <a:t>30%</a:t>
            </a:r>
            <a:r>
              <a:rPr lang="en-US" sz="1200" spc="-50">
                <a:gradFill>
                  <a:gsLst>
                    <a:gs pos="0">
                      <a:srgbClr val="FFFFFF"/>
                    </a:gs>
                    <a:gs pos="0">
                      <a:srgbClr val="C03BC3"/>
                    </a:gs>
                    <a:gs pos="98000">
                      <a:srgbClr val="DD4A84"/>
                    </a:gs>
                  </a:gsLst>
                  <a:lin ang="0" scaled="1"/>
                </a:gradFill>
                <a:cs typeface="Segoe Sans Display" pitchFamily="2" charset="0"/>
              </a:rPr>
              <a:t>off</a:t>
            </a:r>
          </a:p>
          <a:p>
            <a:pPr defTabSz="932742">
              <a:lnSpc>
                <a:spcPct val="100000"/>
              </a:lnSpc>
              <a:defRPr/>
            </a:pPr>
            <a:r>
              <a:rPr lang="en-US" sz="1200" spc="-50">
                <a:gradFill>
                  <a:gsLst>
                    <a:gs pos="0">
                      <a:srgbClr val="FFFFFF"/>
                    </a:gs>
                    <a:gs pos="0">
                      <a:srgbClr val="C03BC3"/>
                    </a:gs>
                    <a:gs pos="98000">
                      <a:srgbClr val="DD4A84"/>
                    </a:gs>
                  </a:gsLst>
                  <a:lin ang="0" scaled="1"/>
                </a:gradFill>
                <a:cs typeface="Segoe Sans Display" pitchFamily="2" charset="0"/>
              </a:rPr>
              <a:t>10-300 licenses</a:t>
            </a:r>
            <a:r>
              <a:rPr lang="en-US" sz="1200" spc="-50" baseline="30000">
                <a:gradFill>
                  <a:gsLst>
                    <a:gs pos="0">
                      <a:srgbClr val="FFFFFF"/>
                    </a:gs>
                    <a:gs pos="0">
                      <a:srgbClr val="C03BC3"/>
                    </a:gs>
                    <a:gs pos="98000">
                      <a:srgbClr val="DD4A84"/>
                    </a:gs>
                  </a:gsLst>
                  <a:lin ang="0" scaled="1"/>
                </a:gradFill>
                <a:cs typeface="Segoe Sans Display" pitchFamily="2" charset="0"/>
              </a:rPr>
              <a:t>1</a:t>
            </a:r>
          </a:p>
        </p:txBody>
      </p:sp>
      <p:sp>
        <p:nvSpPr>
          <p:cNvPr id="47" name="TextBox 46">
            <a:extLst>
              <a:ext uri="{FF2B5EF4-FFF2-40B4-BE49-F238E27FC236}">
                <a16:creationId xmlns:a16="http://schemas.microsoft.com/office/drawing/2014/main" id="{26FFDDFA-6D69-9EB3-C94D-E9E5114C6F5E}"/>
              </a:ext>
            </a:extLst>
          </p:cNvPr>
          <p:cNvSpPr txBox="1"/>
          <p:nvPr/>
        </p:nvSpPr>
        <p:spPr>
          <a:xfrm>
            <a:off x="9581423" y="5491149"/>
            <a:ext cx="1963433" cy="400110"/>
          </a:xfrm>
          <a:prstGeom prst="rect">
            <a:avLst/>
          </a:prstGeom>
          <a:noFill/>
        </p:spPr>
        <p:txBody>
          <a:bodyPr wrap="square" lIns="0" rIns="0">
            <a:spAutoFit/>
          </a:bodyPr>
          <a:lstStyle/>
          <a:p>
            <a:pPr lvl="0" defTabSz="914367">
              <a:spcBef>
                <a:spcPts val="600"/>
              </a:spcBef>
              <a:defRPr/>
            </a:pPr>
            <a:r>
              <a:rPr lang="en-US" sz="1000">
                <a:solidFill>
                  <a:srgbClr val="091F2C"/>
                </a:solidFill>
                <a:ea typeface="+mn-lt"/>
                <a:cs typeface="Segoe Sans Display"/>
              </a:rPr>
              <a:t>Microsoft Purview Suite for Business Premium</a:t>
            </a:r>
            <a:r>
              <a:rPr lang="en-US" sz="1000" baseline="30000">
                <a:solidFill>
                  <a:srgbClr val="091F2C"/>
                </a:solidFill>
                <a:ea typeface="+mn-lt"/>
                <a:cs typeface="Segoe Sans Display"/>
              </a:rPr>
              <a:t>2</a:t>
            </a:r>
            <a:r>
              <a:rPr lang="en-US" sz="1000">
                <a:solidFill>
                  <a:srgbClr val="091F2C"/>
                </a:solidFill>
                <a:ea typeface="+mn-lt"/>
                <a:cs typeface="Segoe Sans Display"/>
              </a:rPr>
              <a:t> </a:t>
            </a:r>
          </a:p>
        </p:txBody>
      </p:sp>
      <p:sp>
        <p:nvSpPr>
          <p:cNvPr id="48" name="Title 25">
            <a:extLst>
              <a:ext uri="{FF2B5EF4-FFF2-40B4-BE49-F238E27FC236}">
                <a16:creationId xmlns:a16="http://schemas.microsoft.com/office/drawing/2014/main" id="{9C375112-A681-CD6C-91C1-2BB855F2782B}"/>
              </a:ext>
            </a:extLst>
          </p:cNvPr>
          <p:cNvSpPr txBox="1">
            <a:spLocks/>
          </p:cNvSpPr>
          <p:nvPr/>
        </p:nvSpPr>
        <p:spPr>
          <a:xfrm>
            <a:off x="9541094" y="4286878"/>
            <a:ext cx="2152399" cy="1200329"/>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lvl="0" defTabSz="932742">
              <a:lnSpc>
                <a:spcPct val="100000"/>
              </a:lnSpc>
              <a:defRPr/>
            </a:pPr>
            <a:r>
              <a:rPr lang="en-US" sz="6000" spc="-50">
                <a:gradFill>
                  <a:gsLst>
                    <a:gs pos="0">
                      <a:srgbClr val="FFFFFF"/>
                    </a:gs>
                    <a:gs pos="0">
                      <a:srgbClr val="C03BC3"/>
                    </a:gs>
                    <a:gs pos="98000">
                      <a:srgbClr val="DD4A84"/>
                    </a:gs>
                  </a:gsLst>
                  <a:lin ang="0" scaled="1"/>
                </a:gradFill>
                <a:cs typeface="Segoe Sans Display" pitchFamily="2" charset="0"/>
              </a:rPr>
              <a:t>50%</a:t>
            </a:r>
            <a:r>
              <a:rPr lang="en-US" sz="1200" spc="-50">
                <a:gradFill>
                  <a:gsLst>
                    <a:gs pos="0">
                      <a:srgbClr val="FFFFFF"/>
                    </a:gs>
                    <a:gs pos="0">
                      <a:srgbClr val="C03BC3"/>
                    </a:gs>
                    <a:gs pos="98000">
                      <a:srgbClr val="DD4A84"/>
                    </a:gs>
                  </a:gsLst>
                  <a:lin ang="0" scaled="1"/>
                </a:gradFill>
                <a:cs typeface="Segoe Sans Display" pitchFamily="2" charset="0"/>
              </a:rPr>
              <a:t>off</a:t>
            </a:r>
          </a:p>
          <a:p>
            <a:pPr lvl="0" defTabSz="932742">
              <a:lnSpc>
                <a:spcPct val="100000"/>
              </a:lnSpc>
              <a:defRPr/>
            </a:pPr>
            <a:r>
              <a:rPr lang="en-US" sz="1200" spc="-50">
                <a:gradFill>
                  <a:gsLst>
                    <a:gs pos="0">
                      <a:srgbClr val="FFFFFF"/>
                    </a:gs>
                    <a:gs pos="0">
                      <a:srgbClr val="C03BC3"/>
                    </a:gs>
                    <a:gs pos="98000">
                      <a:srgbClr val="DD4A84"/>
                    </a:gs>
                  </a:gsLst>
                  <a:lin ang="0" scaled="1"/>
                </a:gradFill>
                <a:cs typeface="Segoe Sans Display" pitchFamily="2" charset="0"/>
              </a:rPr>
              <a:t>1 -300 Licenses</a:t>
            </a:r>
          </a:p>
        </p:txBody>
      </p:sp>
      <p:sp>
        <p:nvSpPr>
          <p:cNvPr id="9" name="Content Placeholder 3">
            <a:extLst>
              <a:ext uri="{FF2B5EF4-FFF2-40B4-BE49-F238E27FC236}">
                <a16:creationId xmlns:a16="http://schemas.microsoft.com/office/drawing/2014/main" id="{1465EE05-EE04-3091-29AA-95DFF8085C55}"/>
              </a:ext>
            </a:extLst>
          </p:cNvPr>
          <p:cNvSpPr txBox="1">
            <a:spLocks/>
          </p:cNvSpPr>
          <p:nvPr/>
        </p:nvSpPr>
        <p:spPr>
          <a:xfrm>
            <a:off x="582263" y="1113367"/>
            <a:ext cx="11012328" cy="2875040"/>
          </a:xfrm>
          <a:prstGeom prst="rect">
            <a:avLst/>
          </a:prstGeom>
        </p:spPr>
        <p:txBody>
          <a:bodyPr vert="horz" wrap="square" lIns="0" tIns="0" rIns="0" bIns="0" numCol="2"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a:latin typeface="Segoe UI" panose="020B0502040204020203" pitchFamily="34" charset="0"/>
                <a:cs typeface="Segoe UI" panose="020B0502040204020203" pitchFamily="34" charset="0"/>
              </a:rPr>
              <a:t>With the launch of Microsoft 365 Copilot Business and the Copilot Business bundle offers, we’re introducing limited-time promotional pricing designed to create excitement and accelerate adoption. </a:t>
            </a:r>
          </a:p>
          <a:p>
            <a:r>
              <a:rPr lang="en-US" sz="1200">
                <a:latin typeface="Segoe UI" panose="020B0502040204020203" pitchFamily="34" charset="0"/>
                <a:cs typeface="Segoe UI" panose="020B0502040204020203" pitchFamily="34" charset="0"/>
              </a:rPr>
              <a:t>These offers aren’t just discounts—they’re a strategic lever to turn routine renewals into powerful upgrade moments and open doors for mid-term upgrades.  Use these offers to create urgency using the limited-time savings to shift the conversation from “Why AI?” to “Why wait?”  These offers are designed not just to reduce cost but to remove friction—making AI adoption a clear, compelling choice for every SMB.</a:t>
            </a:r>
          </a:p>
          <a:p>
            <a:r>
              <a:rPr lang="en-US" sz="1200">
                <a:latin typeface="Segoe UI" panose="020B0502040204020203" pitchFamily="34" charset="0"/>
                <a:cs typeface="Segoe UI" panose="020B0502040204020203" pitchFamily="34" charset="0"/>
              </a:rPr>
              <a:t>To make AI adoption simple and irresistible, we’ve introduced a set of promotional offers designed to meet SMB needs and create clear upgrade paths.  These offers will run from 12/1/25 through 3/31/2026.</a:t>
            </a:r>
          </a:p>
          <a:p>
            <a:endParaRPr lang="en-US" sz="1200">
              <a:latin typeface="Segoe UI" panose="020B0502040204020203" pitchFamily="34" charset="0"/>
              <a:cs typeface="Segoe UI" panose="020B0502040204020203" pitchFamily="34" charset="0"/>
            </a:endParaRPr>
          </a:p>
          <a:p>
            <a:r>
              <a:rPr lang="en-US" sz="1200">
                <a:ln w="3175">
                  <a:noFill/>
                </a:ln>
                <a:gradFill>
                  <a:gsLst>
                    <a:gs pos="0">
                      <a:srgbClr val="FFFFFF"/>
                    </a:gs>
                    <a:gs pos="0">
                      <a:srgbClr val="C03BC3"/>
                    </a:gs>
                    <a:gs pos="98000">
                      <a:srgbClr val="DD4A84"/>
                    </a:gs>
                  </a:gsLst>
                  <a:lin ang="0" scaled="1"/>
                </a:gradFill>
              </a:rPr>
              <a:t>15% off Microsoft 365 Copilot Business add-on</a:t>
            </a:r>
            <a:br>
              <a:rPr lang="en-US" sz="1200">
                <a:latin typeface="Segoe UI" panose="020B0502040204020203" pitchFamily="34" charset="0"/>
                <a:cs typeface="Segoe UI" panose="020B0502040204020203" pitchFamily="34" charset="0"/>
              </a:rPr>
            </a:br>
            <a:r>
              <a:rPr lang="en-US" sz="1200">
                <a:latin typeface="Segoe UI" panose="020B0502040204020203" pitchFamily="34" charset="0"/>
                <a:cs typeface="Segoe UI" panose="020B0502040204020203" pitchFamily="34" charset="0"/>
              </a:rPr>
              <a:t>This promotion makes it easier for customers who want to start with Copilot as an add-on to experience AI-powered productivity.</a:t>
            </a:r>
          </a:p>
          <a:p>
            <a:r>
              <a:rPr lang="en-US" sz="1200">
                <a:ln w="3175">
                  <a:noFill/>
                </a:ln>
                <a:gradFill>
                  <a:gsLst>
                    <a:gs pos="0">
                      <a:srgbClr val="FFFFFF"/>
                    </a:gs>
                    <a:gs pos="0">
                      <a:srgbClr val="C03BC3"/>
                    </a:gs>
                    <a:gs pos="98000">
                      <a:srgbClr val="DD4A84"/>
                    </a:gs>
                  </a:gsLst>
                  <a:lin ang="0" scaled="1"/>
                </a:gradFill>
              </a:rPr>
              <a:t>Up to 35% off Microsoft 365 Business + Copilot Business bundles</a:t>
            </a:r>
            <a:br>
              <a:rPr lang="en-US" sz="1200">
                <a:latin typeface="Segoe UI" panose="020B0502040204020203" pitchFamily="34" charset="0"/>
                <a:cs typeface="Segoe UI" panose="020B0502040204020203" pitchFamily="34" charset="0"/>
              </a:rPr>
            </a:br>
            <a:r>
              <a:rPr lang="en-US" sz="1200">
                <a:latin typeface="Segoe UI" panose="020B0502040204020203" pitchFamily="34" charset="0"/>
                <a:cs typeface="Segoe UI" panose="020B0502040204020203" pitchFamily="34" charset="0"/>
              </a:rPr>
              <a:t>Promotional bundles combine Microsoft 365 Business Standard or Premium with Copilot Business in one SKU—making AI a natural extension of productivity. As our hero motion, lead with bundles to help customers upgrade seamlessly from core productivity to AI-powered work at an unbeatable price.</a:t>
            </a:r>
          </a:p>
          <a:p>
            <a:r>
              <a:rPr lang="en-US" sz="1200">
                <a:ln w="3175">
                  <a:noFill/>
                </a:ln>
                <a:gradFill>
                  <a:gsLst>
                    <a:gs pos="0">
                      <a:srgbClr val="FFFFFF"/>
                    </a:gs>
                    <a:gs pos="0">
                      <a:srgbClr val="C03BC3"/>
                    </a:gs>
                    <a:gs pos="98000">
                      <a:srgbClr val="DD4A84"/>
                    </a:gs>
                  </a:gsLst>
                  <a:lin ang="0" scaled="1"/>
                </a:gradFill>
              </a:rPr>
              <a:t>50% off Microsoft Purview Suite for Business Premium*</a:t>
            </a:r>
            <a:br>
              <a:rPr lang="en-US" sz="1200">
                <a:latin typeface="Segoe UI" panose="020B0502040204020203" pitchFamily="34" charset="0"/>
                <a:cs typeface="Segoe UI" panose="020B0502040204020203" pitchFamily="34" charset="0"/>
              </a:rPr>
            </a:br>
            <a:r>
              <a:rPr lang="en-US" sz="1200">
                <a:latin typeface="Segoe UI" panose="020B0502040204020203" pitchFamily="34" charset="0"/>
                <a:cs typeface="Segoe UI" panose="020B0502040204020203" pitchFamily="34" charset="0"/>
              </a:rPr>
              <a:t>For security-conscious customers, we’re adding a Purview Suite promotion to create an opportunity to pair AI innovation with enterprise-grade security, addressing one of the biggest SMB concerns.</a:t>
            </a:r>
          </a:p>
        </p:txBody>
      </p:sp>
      <p:sp>
        <p:nvSpPr>
          <p:cNvPr id="3" name="TextBox 2">
            <a:extLst>
              <a:ext uri="{FF2B5EF4-FFF2-40B4-BE49-F238E27FC236}">
                <a16:creationId xmlns:a16="http://schemas.microsoft.com/office/drawing/2014/main" id="{80F3FCBE-D4A7-828B-DDCB-B28232A77D8F}"/>
              </a:ext>
            </a:extLst>
          </p:cNvPr>
          <p:cNvSpPr txBox="1"/>
          <p:nvPr/>
        </p:nvSpPr>
        <p:spPr>
          <a:xfrm>
            <a:off x="576072" y="6399863"/>
            <a:ext cx="9195371" cy="276999"/>
          </a:xfrm>
          <a:prstGeom prst="rect">
            <a:avLst/>
          </a:prstGeom>
          <a:noFill/>
        </p:spPr>
        <p:txBody>
          <a:bodyPr wrap="square" lIns="0" tIns="0" rIns="0" bIns="0" rtlCol="0">
            <a:spAutoFit/>
          </a:bodyPr>
          <a:lstStyle/>
          <a:p>
            <a:r>
              <a:rPr lang="en-US" sz="900"/>
              <a:t>1 This is positioning the combination of the 25% off Business Premium + Copilot Business bundle offer and the 50% off Microsoft Purview offer</a:t>
            </a:r>
          </a:p>
          <a:p>
            <a:r>
              <a:rPr lang="en-US" sz="900" baseline="30000"/>
              <a:t>2</a:t>
            </a:r>
            <a:r>
              <a:rPr lang="en-US" sz="900"/>
              <a:t>Purview Suite for Business Premium can only be added to customers that have purchase Business Premium and Copilot Business Or Microsoft 365 Copilot </a:t>
            </a:r>
          </a:p>
        </p:txBody>
      </p:sp>
    </p:spTree>
    <p:extLst>
      <p:ext uri="{BB962C8B-B14F-4D97-AF65-F5344CB8AC3E}">
        <p14:creationId xmlns:p14="http://schemas.microsoft.com/office/powerpoint/2010/main" val="288371395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E7F2F-E057-3450-0C12-58A85EFC5C61}"/>
            </a:ext>
          </a:extLst>
        </p:cNvPr>
        <p:cNvGrpSpPr/>
        <p:nvPr/>
      </p:nvGrpSpPr>
      <p:grpSpPr>
        <a:xfrm>
          <a:off x="0" y="0"/>
          <a:ext cx="0" cy="0"/>
          <a:chOff x="0" y="0"/>
          <a:chExt cx="0" cy="0"/>
        </a:xfrm>
      </p:grpSpPr>
      <p:sp>
        <p:nvSpPr>
          <p:cNvPr id="20" name="Rectangle: Rounded Corners 8">
            <a:extLst>
              <a:ext uri="{FF2B5EF4-FFF2-40B4-BE49-F238E27FC236}">
                <a16:creationId xmlns:a16="http://schemas.microsoft.com/office/drawing/2014/main" id="{23636BE7-1550-4C00-023E-334203A56A47}"/>
              </a:ext>
              <a:ext uri="{C183D7F6-B498-43B3-948B-1728B52AA6E4}">
                <adec:decorative xmlns:adec="http://schemas.microsoft.com/office/drawing/2017/decorative" val="1"/>
              </a:ext>
            </a:extLst>
          </p:cNvPr>
          <p:cNvSpPr/>
          <p:nvPr/>
        </p:nvSpPr>
        <p:spPr bwMode="auto">
          <a:xfrm>
            <a:off x="6348517" y="3287437"/>
            <a:ext cx="2697480" cy="1185537"/>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0">
                      <a:srgbClr val="FFFFFF">
                        <a:lumMod val="100000"/>
                      </a:srgbClr>
                    </a:gs>
                    <a:gs pos="0">
                      <a:srgbClr val="C03BC3"/>
                    </a:gs>
                    <a:gs pos="98000">
                      <a:srgbClr val="DD4A84"/>
                    </a:gs>
                  </a:gsLst>
                </a:gradFill>
                <a:effectLst/>
                <a:uLnTx/>
                <a:uFillTx/>
                <a:latin typeface="Segoe Sans Display Semibold"/>
                <a:ea typeface="+mn-ea"/>
                <a:cs typeface="Segoe UI"/>
              </a:rPr>
              <a:t>02</a:t>
            </a: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30" name="Title 5">
            <a:extLst>
              <a:ext uri="{FF2B5EF4-FFF2-40B4-BE49-F238E27FC236}">
                <a16:creationId xmlns:a16="http://schemas.microsoft.com/office/drawing/2014/main" id="{3A88F734-AB3F-8DA1-4D33-DAB98962A426}"/>
              </a:ext>
            </a:extLst>
          </p:cNvPr>
          <p:cNvSpPr txBox="1">
            <a:spLocks/>
          </p:cNvSpPr>
          <p:nvPr/>
        </p:nvSpPr>
        <p:spPr>
          <a:xfrm>
            <a:off x="325244" y="437646"/>
            <a:ext cx="5401788" cy="565402"/>
          </a:xfrm>
          <a:prstGeom prst="rect">
            <a:avLst/>
          </a:prstGeom>
        </p:spPr>
        <p:txBody>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endParaRPr lang="en-US" sz="3200" b="1">
              <a:solidFill>
                <a:schemeClr val="tx1"/>
              </a:solidFill>
              <a:latin typeface="+mj-lt"/>
              <a:ea typeface="+mj-ea"/>
              <a:cs typeface="+mj-cs"/>
            </a:endParaRPr>
          </a:p>
        </p:txBody>
      </p:sp>
      <p:sp>
        <p:nvSpPr>
          <p:cNvPr id="85" name="Content Placeholder 3">
            <a:extLst>
              <a:ext uri="{FF2B5EF4-FFF2-40B4-BE49-F238E27FC236}">
                <a16:creationId xmlns:a16="http://schemas.microsoft.com/office/drawing/2014/main" id="{2303232E-BB8B-5F6C-FFC7-6309993F5FC8}"/>
              </a:ext>
            </a:extLst>
          </p:cNvPr>
          <p:cNvSpPr txBox="1">
            <a:spLocks/>
          </p:cNvSpPr>
          <p:nvPr/>
        </p:nvSpPr>
        <p:spPr>
          <a:xfrm>
            <a:off x="455992" y="1737555"/>
            <a:ext cx="5043199" cy="4446677"/>
          </a:xfrm>
          <a:prstGeom prst="rect">
            <a:avLst/>
          </a:prstGeom>
        </p:spPr>
        <p:txBody>
          <a:bodyPr vert="horz" wrap="square" lIns="0" tIns="0" rIns="0" bIns="0" numCol="2"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a:latin typeface="Segoe UI" panose="020B0502040204020203" pitchFamily="34" charset="0"/>
                <a:cs typeface="Segoe UI" panose="020B0502040204020203" pitchFamily="34" charset="0"/>
              </a:rPr>
              <a:t>AI-powered productivity isn’t just a feature—it’s the future of work. With Copilot Business and the new bundles, we have an opportunity to transform the go-to-market approach and accelerate results. </a:t>
            </a:r>
          </a:p>
          <a:p>
            <a:r>
              <a:rPr lang="en-US" sz="1200">
                <a:latin typeface="Segoe UI" panose="020B0502040204020203" pitchFamily="34" charset="0"/>
                <a:cs typeface="Segoe UI" panose="020B0502040204020203" pitchFamily="34" charset="0"/>
              </a:rPr>
              <a:t>Our strategy shifts Copilot from a standalone, add-on to a core part of the productivity story—because SMBs don’t want extras; they want solutions that help them do more with less. AI is now central to that expectation.</a:t>
            </a:r>
          </a:p>
          <a:p>
            <a:r>
              <a:rPr lang="en-US" sz="1200">
                <a:latin typeface="Segoe UI" panose="020B0502040204020203" pitchFamily="34" charset="0"/>
                <a:cs typeface="Segoe UI" panose="020B0502040204020203" pitchFamily="34" charset="0"/>
              </a:rPr>
              <a:t>SMBs are under pressure. Many are experimenting with consumer AI tools, inadvertently creating risks with “shadow AI” that fragment workflows and increase security gaps. Partners can change that—positioning AI as essential, not optional. By embedding Copilot into Microsoft 365 licensing, we deliver a simple, scalable path for secure AI adoption without complexity.</a:t>
            </a:r>
          </a:p>
          <a:p>
            <a:r>
              <a:rPr lang="en-US" sz="1200">
                <a:latin typeface="Segoe UI" panose="020B0502040204020203" pitchFamily="34" charset="0"/>
                <a:cs typeface="Segoe UI" panose="020B0502040204020203" pitchFamily="34" charset="0"/>
              </a:rPr>
              <a:t>SMBs are price-sensitive, short on time and resources, and often unsure how to start their AI journey. To make our strategy successful, our go-to-market approach must evolve to overcome these business barriers. </a:t>
            </a:r>
          </a:p>
          <a:p>
            <a:r>
              <a:rPr lang="en-US" sz="1200">
                <a:ln w="3175">
                  <a:noFill/>
                </a:ln>
                <a:gradFill>
                  <a:gsLst>
                    <a:gs pos="0">
                      <a:srgbClr val="FFFFFF"/>
                    </a:gs>
                    <a:gs pos="0">
                      <a:srgbClr val="C03BC3"/>
                    </a:gs>
                    <a:gs pos="98000">
                      <a:srgbClr val="DD4A84"/>
                    </a:gs>
                  </a:gsLst>
                  <a:lin ang="0" scaled="1"/>
                </a:gradFill>
              </a:rPr>
              <a:t>The Solution</a:t>
            </a:r>
            <a:r>
              <a:rPr lang="en-US" sz="1200">
                <a:latin typeface="Segoe UI" panose="020B0502040204020203" pitchFamily="34" charset="0"/>
                <a:cs typeface="Segoe UI" panose="020B0502040204020203" pitchFamily="34" charset="0"/>
              </a:rPr>
              <a:t>: Drive adoption by making Copilot Business an easy choice. Use promotional pricing to remove barriers, position it as “AI out-of-the-box” with zero setup, and lead with bundled offers as the fastest, simplest upgrade—delivering immediate value right in the flow of work.</a:t>
            </a:r>
            <a:endParaRPr lang="en-US" sz="1200"/>
          </a:p>
        </p:txBody>
      </p:sp>
      <p:grpSp>
        <p:nvGrpSpPr>
          <p:cNvPr id="89" name="Group 88">
            <a:extLst>
              <a:ext uri="{FF2B5EF4-FFF2-40B4-BE49-F238E27FC236}">
                <a16:creationId xmlns:a16="http://schemas.microsoft.com/office/drawing/2014/main" id="{5A061343-B189-63C6-DBEA-00E4143EFB8D}"/>
              </a:ext>
              <a:ext uri="{C183D7F6-B498-43B3-948B-1728B52AA6E4}">
                <adec:decorative xmlns:adec="http://schemas.microsoft.com/office/drawing/2017/decorative" val="1"/>
              </a:ext>
            </a:extLst>
          </p:cNvPr>
          <p:cNvGrpSpPr/>
          <p:nvPr/>
        </p:nvGrpSpPr>
        <p:grpSpPr>
          <a:xfrm>
            <a:off x="6330596" y="1420265"/>
            <a:ext cx="2537443" cy="389513"/>
            <a:chOff x="1458322" y="5483950"/>
            <a:chExt cx="2537443" cy="389513"/>
          </a:xfrm>
          <a:effectLst>
            <a:outerShdw blurRad="127000" dist="127000" dir="2700000" algn="tl" rotWithShape="0">
              <a:prstClr val="black">
                <a:alpha val="15000"/>
              </a:prstClr>
            </a:outerShdw>
          </a:effectLst>
        </p:grpSpPr>
        <p:sp>
          <p:nvSpPr>
            <p:cNvPr id="90" name="Rectangle: Rounded Corners 89">
              <a:extLst>
                <a:ext uri="{FF2B5EF4-FFF2-40B4-BE49-F238E27FC236}">
                  <a16:creationId xmlns:a16="http://schemas.microsoft.com/office/drawing/2014/main" id="{19153E41-681E-7B15-1D3E-B40A31698334}"/>
                </a:ext>
              </a:extLst>
            </p:cNvPr>
            <p:cNvSpPr/>
            <p:nvPr/>
          </p:nvSpPr>
          <p:spPr bwMode="auto">
            <a:xfrm>
              <a:off x="1458322" y="5483950"/>
              <a:ext cx="2537443"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Key barriers</a:t>
              </a:r>
            </a:p>
          </p:txBody>
        </p:sp>
        <p:grpSp>
          <p:nvGrpSpPr>
            <p:cNvPr id="91" name="Group 90">
              <a:extLst>
                <a:ext uri="{FF2B5EF4-FFF2-40B4-BE49-F238E27FC236}">
                  <a16:creationId xmlns:a16="http://schemas.microsoft.com/office/drawing/2014/main" id="{66FECE8A-82C3-5312-5CC8-A42CBF711C03}"/>
                </a:ext>
                <a:ext uri="{C183D7F6-B498-43B3-948B-1728B52AA6E4}">
                  <adec:decorative xmlns:adec="http://schemas.microsoft.com/office/drawing/2017/decorative" val="1"/>
                </a:ext>
              </a:extLst>
            </p:cNvPr>
            <p:cNvGrpSpPr/>
            <p:nvPr/>
          </p:nvGrpSpPr>
          <p:grpSpPr>
            <a:xfrm>
              <a:off x="1534405" y="5557838"/>
              <a:ext cx="243402" cy="243402"/>
              <a:chOff x="5605462" y="2938462"/>
              <a:chExt cx="981075" cy="981075"/>
            </a:xfrm>
            <a:solidFill>
              <a:schemeClr val="bg1"/>
            </a:solidFill>
          </p:grpSpPr>
          <p:sp>
            <p:nvSpPr>
              <p:cNvPr id="92" name="Freeform: Shape 91">
                <a:extLst>
                  <a:ext uri="{FF2B5EF4-FFF2-40B4-BE49-F238E27FC236}">
                    <a16:creationId xmlns:a16="http://schemas.microsoft.com/office/drawing/2014/main" id="{E0362572-48A8-B1CF-1ACC-B80BC5854D53}"/>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93" name="Freeform: Shape 92">
                <a:extLst>
                  <a:ext uri="{FF2B5EF4-FFF2-40B4-BE49-F238E27FC236}">
                    <a16:creationId xmlns:a16="http://schemas.microsoft.com/office/drawing/2014/main" id="{2EE37F40-98C6-E48A-3595-746CA771CA7F}"/>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94" name="Rectangle: Rounded Corners 8">
            <a:extLst>
              <a:ext uri="{FF2B5EF4-FFF2-40B4-BE49-F238E27FC236}">
                <a16:creationId xmlns:a16="http://schemas.microsoft.com/office/drawing/2014/main" id="{092528CF-1BF2-C219-AC05-F2D537E2193F}"/>
              </a:ext>
              <a:ext uri="{C183D7F6-B498-43B3-948B-1728B52AA6E4}">
                <adec:decorative xmlns:adec="http://schemas.microsoft.com/office/drawing/2017/decorative" val="1"/>
              </a:ext>
            </a:extLst>
          </p:cNvPr>
          <p:cNvSpPr/>
          <p:nvPr/>
        </p:nvSpPr>
        <p:spPr bwMode="auto">
          <a:xfrm>
            <a:off x="6348517" y="1965274"/>
            <a:ext cx="2697480" cy="1185537"/>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0">
                      <a:srgbClr val="FFFFFF">
                        <a:lumMod val="100000"/>
                      </a:srgbClr>
                    </a:gs>
                    <a:gs pos="0">
                      <a:srgbClr val="C03BC3"/>
                    </a:gs>
                    <a:gs pos="98000">
                      <a:srgbClr val="DD4A84"/>
                    </a:gs>
                  </a:gsLst>
                </a:gradFill>
                <a:effectLst/>
                <a:uLnTx/>
                <a:uFillTx/>
                <a:latin typeface="Segoe Sans Display Semibold"/>
                <a:ea typeface="+mn-ea"/>
                <a:cs typeface="Segoe UI"/>
              </a:rPr>
              <a:t>01</a:t>
            </a: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4" name="TextBox 3">
            <a:extLst>
              <a:ext uri="{FF2B5EF4-FFF2-40B4-BE49-F238E27FC236}">
                <a16:creationId xmlns:a16="http://schemas.microsoft.com/office/drawing/2014/main" id="{5E992F77-46A6-ED4C-85E3-7E6ABFCF9D5C}"/>
              </a:ext>
            </a:extLst>
          </p:cNvPr>
          <p:cNvSpPr txBox="1"/>
          <p:nvPr/>
        </p:nvSpPr>
        <p:spPr>
          <a:xfrm>
            <a:off x="6856359" y="2138697"/>
            <a:ext cx="2011680" cy="838691"/>
          </a:xfrm>
          <a:prstGeom prst="rect">
            <a:avLst/>
          </a:prstGeom>
          <a:noFill/>
        </p:spPr>
        <p:txBody>
          <a:bodyPr wrap="square" lIns="0" tIns="0" rIns="0" bIns="0" rtlCol="0">
            <a:spAutoFit/>
          </a:bodyPr>
          <a:lstStyle/>
          <a:p>
            <a:pPr algn="l"/>
            <a:r>
              <a:rPr lang="en-US" sz="1600">
                <a:solidFill>
                  <a:srgbClr val="000000"/>
                </a:solidFill>
                <a:latin typeface="Segoe Sans Display Semibold"/>
                <a:cs typeface="Segoe UI"/>
              </a:rPr>
              <a:t>Price Sensitive</a:t>
            </a:r>
          </a:p>
          <a:p>
            <a:pPr lvl="0">
              <a:spcBef>
                <a:spcPts val="300"/>
              </a:spcBef>
              <a:spcAft>
                <a:spcPts val="600"/>
              </a:spcAft>
              <a:defRPr/>
            </a:pPr>
            <a:r>
              <a:rPr lang="en-US" sz="1200">
                <a:solidFill>
                  <a:schemeClr val="tx2"/>
                </a:solidFill>
              </a:rPr>
              <a:t>SMBs operate on tight budgets and perceive AI as expensive</a:t>
            </a:r>
          </a:p>
        </p:txBody>
      </p:sp>
      <p:sp>
        <p:nvSpPr>
          <p:cNvPr id="5" name="TextBox 4">
            <a:extLst>
              <a:ext uri="{FF2B5EF4-FFF2-40B4-BE49-F238E27FC236}">
                <a16:creationId xmlns:a16="http://schemas.microsoft.com/office/drawing/2014/main" id="{12C37C7F-2B70-BA84-2AF1-C951B4203679}"/>
              </a:ext>
            </a:extLst>
          </p:cNvPr>
          <p:cNvSpPr txBox="1"/>
          <p:nvPr/>
        </p:nvSpPr>
        <p:spPr>
          <a:xfrm>
            <a:off x="6860206" y="3460860"/>
            <a:ext cx="2011680" cy="838691"/>
          </a:xfrm>
          <a:prstGeom prst="rect">
            <a:avLst/>
          </a:prstGeom>
          <a:noFill/>
        </p:spPr>
        <p:txBody>
          <a:bodyPr wrap="square" lIns="0" tIns="0" rIns="0" bIns="0" rtlCol="0">
            <a:spAutoFit/>
          </a:bodyPr>
          <a:lstStyle/>
          <a:p>
            <a:pPr algn="l"/>
            <a:r>
              <a:rPr lang="en-US" sz="1600">
                <a:solidFill>
                  <a:srgbClr val="000000"/>
                </a:solidFill>
                <a:latin typeface="Segoe Sans Display Semibold"/>
                <a:cs typeface="Segoe UI"/>
              </a:rPr>
              <a:t>Limited Resources</a:t>
            </a:r>
          </a:p>
          <a:p>
            <a:pPr>
              <a:spcBef>
                <a:spcPts val="300"/>
              </a:spcBef>
              <a:spcAft>
                <a:spcPts val="600"/>
              </a:spcAft>
              <a:defRPr/>
            </a:pPr>
            <a:r>
              <a:rPr lang="en-US" sz="1200">
                <a:solidFill>
                  <a:schemeClr val="tx2"/>
                </a:solidFill>
              </a:rPr>
              <a:t>SMBs lack bandwidth for pilots or complex deployments.</a:t>
            </a:r>
          </a:p>
        </p:txBody>
      </p:sp>
      <p:sp>
        <p:nvSpPr>
          <p:cNvPr id="12" name="Title 1">
            <a:extLst>
              <a:ext uri="{FF2B5EF4-FFF2-40B4-BE49-F238E27FC236}">
                <a16:creationId xmlns:a16="http://schemas.microsoft.com/office/drawing/2014/main" id="{58AD051E-544A-9E8D-18F8-E9F39F209BA0}"/>
              </a:ext>
            </a:extLst>
          </p:cNvPr>
          <p:cNvSpPr>
            <a:spLocks noGrp="1"/>
          </p:cNvSpPr>
          <p:nvPr>
            <p:ph type="title"/>
          </p:nvPr>
        </p:nvSpPr>
        <p:spPr>
          <a:xfrm>
            <a:off x="455992" y="512064"/>
            <a:ext cx="5301354" cy="492443"/>
          </a:xfrm>
        </p:spPr>
        <p:txBody>
          <a:bodyPr/>
          <a:lstStyle/>
          <a:p>
            <a:r>
              <a:rPr lang="en-US" sz="3200">
                <a:solidFill>
                  <a:schemeClr val="tx1"/>
                </a:solidFill>
                <a:latin typeface="Segoe UI Semibold" panose="020B0702040204020203" pitchFamily="34" charset="0"/>
                <a:cs typeface="Segoe UI Semibold" panose="020B0702040204020203" pitchFamily="34" charset="0"/>
              </a:rPr>
              <a:t>Scaling AI adoption: Moving from add‑on to essential</a:t>
            </a:r>
          </a:p>
        </p:txBody>
      </p:sp>
      <p:sp>
        <p:nvSpPr>
          <p:cNvPr id="13" name="Text Placeholder 2">
            <a:extLst>
              <a:ext uri="{FF2B5EF4-FFF2-40B4-BE49-F238E27FC236}">
                <a16:creationId xmlns:a16="http://schemas.microsoft.com/office/drawing/2014/main" id="{FF354F0B-AEEC-7322-E8D9-E7F90BCC98EE}"/>
              </a:ext>
            </a:extLst>
          </p:cNvPr>
          <p:cNvSpPr txBox="1">
            <a:spLocks/>
          </p:cNvSpPr>
          <p:nvPr/>
        </p:nvSpPr>
        <p:spPr>
          <a:xfrm>
            <a:off x="455992"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accent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Go to market approach</a:t>
            </a:r>
          </a:p>
        </p:txBody>
      </p:sp>
      <p:sp>
        <p:nvSpPr>
          <p:cNvPr id="14" name="Rectangle: Rounded Corners 8">
            <a:extLst>
              <a:ext uri="{FF2B5EF4-FFF2-40B4-BE49-F238E27FC236}">
                <a16:creationId xmlns:a16="http://schemas.microsoft.com/office/drawing/2014/main" id="{CC2ED05C-EB7C-878D-F7F1-269BEB71F269}"/>
              </a:ext>
              <a:ext uri="{C183D7F6-B498-43B3-948B-1728B52AA6E4}">
                <adec:decorative xmlns:adec="http://schemas.microsoft.com/office/drawing/2017/decorative" val="1"/>
              </a:ext>
            </a:extLst>
          </p:cNvPr>
          <p:cNvSpPr/>
          <p:nvPr/>
        </p:nvSpPr>
        <p:spPr bwMode="auto">
          <a:xfrm>
            <a:off x="9170047" y="1959924"/>
            <a:ext cx="2697480" cy="119623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grpSp>
        <p:nvGrpSpPr>
          <p:cNvPr id="15" name="Group 14">
            <a:extLst>
              <a:ext uri="{FF2B5EF4-FFF2-40B4-BE49-F238E27FC236}">
                <a16:creationId xmlns:a16="http://schemas.microsoft.com/office/drawing/2014/main" id="{945C2C85-5D87-44FC-86A6-A436E3575410}"/>
              </a:ext>
              <a:ext uri="{C183D7F6-B498-43B3-948B-1728B52AA6E4}">
                <adec:decorative xmlns:adec="http://schemas.microsoft.com/office/drawing/2017/decorative" val="1"/>
              </a:ext>
            </a:extLst>
          </p:cNvPr>
          <p:cNvGrpSpPr/>
          <p:nvPr/>
        </p:nvGrpSpPr>
        <p:grpSpPr>
          <a:xfrm>
            <a:off x="8955633" y="2405653"/>
            <a:ext cx="304779" cy="304779"/>
            <a:chOff x="5929289" y="2938463"/>
            <a:chExt cx="657248" cy="657248"/>
          </a:xfrm>
          <a:gradFill>
            <a:gsLst>
              <a:gs pos="10000">
                <a:schemeClr val="accent2"/>
              </a:gs>
              <a:gs pos="100000">
                <a:schemeClr val="accent6"/>
              </a:gs>
            </a:gsLst>
            <a:lin ang="2700000" scaled="0"/>
          </a:gradFill>
        </p:grpSpPr>
        <p:sp>
          <p:nvSpPr>
            <p:cNvPr id="17" name="Freeform: Shape 16">
              <a:extLst>
                <a:ext uri="{FF2B5EF4-FFF2-40B4-BE49-F238E27FC236}">
                  <a16:creationId xmlns:a16="http://schemas.microsoft.com/office/drawing/2014/main" id="{B9736ACD-1188-7600-A030-45145B4C743B}"/>
                </a:ext>
              </a:extLst>
            </p:cNvPr>
            <p:cNvSpPr/>
            <p:nvPr/>
          </p:nvSpPr>
          <p:spPr>
            <a:xfrm>
              <a:off x="5929289" y="2938463"/>
              <a:ext cx="657248" cy="657248"/>
            </a:xfrm>
            <a:custGeom>
              <a:avLst/>
              <a:gdLst>
                <a:gd name="connsiteX0" fmla="*/ 328624 w 657248"/>
                <a:gd name="connsiteY0" fmla="*/ 44667 h 657248"/>
                <a:gd name="connsiteX1" fmla="*/ 44667 w 657248"/>
                <a:gd name="connsiteY1" fmla="*/ 328624 h 657248"/>
                <a:gd name="connsiteX2" fmla="*/ 328624 w 657248"/>
                <a:gd name="connsiteY2" fmla="*/ 612581 h 657248"/>
                <a:gd name="connsiteX3" fmla="*/ 612581 w 657248"/>
                <a:gd name="connsiteY3" fmla="*/ 328624 h 657248"/>
                <a:gd name="connsiteX4" fmla="*/ 328624 w 657248"/>
                <a:gd name="connsiteY4" fmla="*/ 44667 h 657248"/>
                <a:gd name="connsiteX5" fmla="*/ 328624 w 657248"/>
                <a:gd name="connsiteY5" fmla="*/ 657248 h 657248"/>
                <a:gd name="connsiteX6" fmla="*/ 0 w 657248"/>
                <a:gd name="connsiteY6" fmla="*/ 328624 h 657248"/>
                <a:gd name="connsiteX7" fmla="*/ 328624 w 657248"/>
                <a:gd name="connsiteY7" fmla="*/ 0 h 657248"/>
                <a:gd name="connsiteX8" fmla="*/ 657248 w 657248"/>
                <a:gd name="connsiteY8" fmla="*/ 328624 h 657248"/>
                <a:gd name="connsiteX9" fmla="*/ 328624 w 657248"/>
                <a:gd name="connsiteY9" fmla="*/ 657248 h 65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8" h="657248">
                  <a:moveTo>
                    <a:pt x="328624" y="44667"/>
                  </a:moveTo>
                  <a:cubicBezTo>
                    <a:pt x="172033" y="44667"/>
                    <a:pt x="44667" y="172033"/>
                    <a:pt x="44667" y="328624"/>
                  </a:cubicBezTo>
                  <a:cubicBezTo>
                    <a:pt x="44667" y="485215"/>
                    <a:pt x="172033" y="612581"/>
                    <a:pt x="328624" y="612581"/>
                  </a:cubicBezTo>
                  <a:cubicBezTo>
                    <a:pt x="485215" y="612581"/>
                    <a:pt x="612581" y="485215"/>
                    <a:pt x="612581" y="328624"/>
                  </a:cubicBezTo>
                  <a:cubicBezTo>
                    <a:pt x="612581" y="172033"/>
                    <a:pt x="485215" y="44667"/>
                    <a:pt x="328624" y="44667"/>
                  </a:cubicBezTo>
                  <a:moveTo>
                    <a:pt x="328624" y="657248"/>
                  </a:moveTo>
                  <a:cubicBezTo>
                    <a:pt x="147402" y="657248"/>
                    <a:pt x="0" y="509846"/>
                    <a:pt x="0" y="328624"/>
                  </a:cubicBezTo>
                  <a:cubicBezTo>
                    <a:pt x="0" y="147402"/>
                    <a:pt x="147402" y="0"/>
                    <a:pt x="328624" y="0"/>
                  </a:cubicBezTo>
                  <a:cubicBezTo>
                    <a:pt x="509846" y="0"/>
                    <a:pt x="657248" y="147402"/>
                    <a:pt x="657248" y="328624"/>
                  </a:cubicBezTo>
                  <a:cubicBezTo>
                    <a:pt x="657248" y="509846"/>
                    <a:pt x="509846" y="657248"/>
                    <a:pt x="328624" y="657248"/>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18" name="Freeform: Shape 17">
              <a:extLst>
                <a:ext uri="{FF2B5EF4-FFF2-40B4-BE49-F238E27FC236}">
                  <a16:creationId xmlns:a16="http://schemas.microsoft.com/office/drawing/2014/main" id="{827DBDF9-EE61-C3A8-9353-4FC80C492BCB}"/>
                </a:ext>
              </a:extLst>
            </p:cNvPr>
            <p:cNvSpPr/>
            <p:nvPr/>
          </p:nvSpPr>
          <p:spPr>
            <a:xfrm>
              <a:off x="6082434" y="3117145"/>
              <a:ext cx="322242" cy="293515"/>
            </a:xfrm>
            <a:custGeom>
              <a:avLst/>
              <a:gdLst>
                <a:gd name="connsiteX0" fmla="*/ 314905 w 322242"/>
                <a:gd name="connsiteY0" fmla="*/ 130224 h 293515"/>
                <a:gd name="connsiteX1" fmla="*/ 177712 w 322242"/>
                <a:gd name="connsiteY1" fmla="*/ 5794 h 293515"/>
                <a:gd name="connsiteX2" fmla="*/ 146190 w 322242"/>
                <a:gd name="connsiteY2" fmla="*/ 7325 h 293515"/>
                <a:gd name="connsiteX3" fmla="*/ 147721 w 322242"/>
                <a:gd name="connsiteY3" fmla="*/ 38848 h 293515"/>
                <a:gd name="connsiteX4" fmla="*/ 242033 w 322242"/>
                <a:gd name="connsiteY4" fmla="*/ 124417 h 293515"/>
                <a:gd name="connsiteX5" fmla="*/ 22334 w 322242"/>
                <a:gd name="connsiteY5" fmla="*/ 124417 h 293515"/>
                <a:gd name="connsiteX6" fmla="*/ 0 w 322242"/>
                <a:gd name="connsiteY6" fmla="*/ 146751 h 293515"/>
                <a:gd name="connsiteX7" fmla="*/ 22334 w 322242"/>
                <a:gd name="connsiteY7" fmla="*/ 169085 h 293515"/>
                <a:gd name="connsiteX8" fmla="*/ 242033 w 322242"/>
                <a:gd name="connsiteY8" fmla="*/ 169085 h 293515"/>
                <a:gd name="connsiteX9" fmla="*/ 147721 w 322242"/>
                <a:gd name="connsiteY9" fmla="*/ 254655 h 293515"/>
                <a:gd name="connsiteX10" fmla="*/ 146190 w 322242"/>
                <a:gd name="connsiteY10" fmla="*/ 286177 h 293515"/>
                <a:gd name="connsiteX11" fmla="*/ 162717 w 322242"/>
                <a:gd name="connsiteY11" fmla="*/ 293515 h 293515"/>
                <a:gd name="connsiteX12" fmla="*/ 177712 w 322242"/>
                <a:gd name="connsiteY12" fmla="*/ 287708 h 293515"/>
                <a:gd name="connsiteX13" fmla="*/ 314905 w 322242"/>
                <a:gd name="connsiteY13" fmla="*/ 163278 h 293515"/>
                <a:gd name="connsiteX14" fmla="*/ 322243 w 322242"/>
                <a:gd name="connsiteY14" fmla="*/ 146751 h 293515"/>
                <a:gd name="connsiteX15" fmla="*/ 314905 w 322242"/>
                <a:gd name="connsiteY15" fmla="*/ 130224 h 293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2242" h="293515">
                  <a:moveTo>
                    <a:pt x="314905" y="130224"/>
                  </a:moveTo>
                  <a:lnTo>
                    <a:pt x="177712" y="5794"/>
                  </a:lnTo>
                  <a:cubicBezTo>
                    <a:pt x="168587" y="-2502"/>
                    <a:pt x="154421" y="-1800"/>
                    <a:pt x="146190" y="7325"/>
                  </a:cubicBezTo>
                  <a:cubicBezTo>
                    <a:pt x="137894" y="16450"/>
                    <a:pt x="138596" y="30616"/>
                    <a:pt x="147721" y="38848"/>
                  </a:cubicBezTo>
                  <a:lnTo>
                    <a:pt x="242033" y="124417"/>
                  </a:lnTo>
                  <a:lnTo>
                    <a:pt x="22334" y="124417"/>
                  </a:lnTo>
                  <a:cubicBezTo>
                    <a:pt x="10018" y="124417"/>
                    <a:pt x="0" y="134436"/>
                    <a:pt x="0" y="146751"/>
                  </a:cubicBezTo>
                  <a:cubicBezTo>
                    <a:pt x="0" y="159066"/>
                    <a:pt x="10018" y="169085"/>
                    <a:pt x="22334" y="169085"/>
                  </a:cubicBezTo>
                  <a:lnTo>
                    <a:pt x="242033" y="169085"/>
                  </a:lnTo>
                  <a:lnTo>
                    <a:pt x="147721" y="254655"/>
                  </a:lnTo>
                  <a:cubicBezTo>
                    <a:pt x="138596" y="262950"/>
                    <a:pt x="137894" y="277052"/>
                    <a:pt x="146190" y="286177"/>
                  </a:cubicBezTo>
                  <a:cubicBezTo>
                    <a:pt x="150593" y="291027"/>
                    <a:pt x="156655" y="293515"/>
                    <a:pt x="162717" y="293515"/>
                  </a:cubicBezTo>
                  <a:cubicBezTo>
                    <a:pt x="168077" y="293515"/>
                    <a:pt x="173437" y="291601"/>
                    <a:pt x="177712" y="287708"/>
                  </a:cubicBezTo>
                  <a:lnTo>
                    <a:pt x="314905" y="163278"/>
                  </a:lnTo>
                  <a:cubicBezTo>
                    <a:pt x="319563" y="159066"/>
                    <a:pt x="322243" y="153004"/>
                    <a:pt x="322243" y="146751"/>
                  </a:cubicBezTo>
                  <a:cubicBezTo>
                    <a:pt x="322243" y="140498"/>
                    <a:pt x="319563" y="134436"/>
                    <a:pt x="314905" y="130224"/>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grpSp>
      <p:sp>
        <p:nvSpPr>
          <p:cNvPr id="19" name="TextBox 18">
            <a:extLst>
              <a:ext uri="{FF2B5EF4-FFF2-40B4-BE49-F238E27FC236}">
                <a16:creationId xmlns:a16="http://schemas.microsoft.com/office/drawing/2014/main" id="{AD9657AE-68E4-3B3B-F743-62162AE027A9}"/>
              </a:ext>
            </a:extLst>
          </p:cNvPr>
          <p:cNvSpPr txBox="1"/>
          <p:nvPr/>
        </p:nvSpPr>
        <p:spPr>
          <a:xfrm>
            <a:off x="9384462" y="2138697"/>
            <a:ext cx="2383146" cy="877163"/>
          </a:xfrm>
          <a:prstGeom prst="rect">
            <a:avLst/>
          </a:prstGeom>
          <a:noFill/>
        </p:spPr>
        <p:txBody>
          <a:bodyPr wrap="square" lIns="0" tIns="0" rIns="0" bIns="0" rtlCol="0">
            <a:spAutoFit/>
          </a:bodyPr>
          <a:lstStyle/>
          <a:p>
            <a:pPr algn="l">
              <a:spcAft>
                <a:spcPts val="600"/>
              </a:spcAft>
            </a:pPr>
            <a:r>
              <a:rPr lang="en-US" sz="1600">
                <a:solidFill>
                  <a:srgbClr val="000000"/>
                </a:solidFill>
                <a:latin typeface="Segoe Sans Display Semibold"/>
                <a:cs typeface="Segoe UI"/>
              </a:rPr>
              <a:t>Promotional Pricing</a:t>
            </a:r>
          </a:p>
          <a:p>
            <a:pPr>
              <a:spcAft>
                <a:spcPts val="600"/>
              </a:spcAft>
            </a:pPr>
            <a:r>
              <a:rPr lang="en-US" sz="1200"/>
              <a:t>New discounted offers make Copilot the most affordable way for SMB’s to adopt AI.</a:t>
            </a:r>
          </a:p>
        </p:txBody>
      </p:sp>
      <p:sp>
        <p:nvSpPr>
          <p:cNvPr id="22" name="Rectangle: Rounded Corners 8">
            <a:extLst>
              <a:ext uri="{FF2B5EF4-FFF2-40B4-BE49-F238E27FC236}">
                <a16:creationId xmlns:a16="http://schemas.microsoft.com/office/drawing/2014/main" id="{CB598D43-BF84-519A-1B67-5B79F0419149}"/>
              </a:ext>
              <a:ext uri="{C183D7F6-B498-43B3-948B-1728B52AA6E4}">
                <adec:decorative xmlns:adec="http://schemas.microsoft.com/office/drawing/2017/decorative" val="1"/>
              </a:ext>
            </a:extLst>
          </p:cNvPr>
          <p:cNvSpPr/>
          <p:nvPr/>
        </p:nvSpPr>
        <p:spPr bwMode="auto">
          <a:xfrm>
            <a:off x="9170047" y="3282087"/>
            <a:ext cx="2697480" cy="119623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grpSp>
        <p:nvGrpSpPr>
          <p:cNvPr id="23" name="Group 22">
            <a:extLst>
              <a:ext uri="{FF2B5EF4-FFF2-40B4-BE49-F238E27FC236}">
                <a16:creationId xmlns:a16="http://schemas.microsoft.com/office/drawing/2014/main" id="{5837717A-DB25-108E-0854-1818FD11D5DB}"/>
              </a:ext>
              <a:ext uri="{C183D7F6-B498-43B3-948B-1728B52AA6E4}">
                <adec:decorative xmlns:adec="http://schemas.microsoft.com/office/drawing/2017/decorative" val="1"/>
              </a:ext>
            </a:extLst>
          </p:cNvPr>
          <p:cNvGrpSpPr/>
          <p:nvPr/>
        </p:nvGrpSpPr>
        <p:grpSpPr>
          <a:xfrm>
            <a:off x="8955633" y="3727816"/>
            <a:ext cx="304779" cy="304779"/>
            <a:chOff x="5929289" y="2938463"/>
            <a:chExt cx="657248" cy="657248"/>
          </a:xfrm>
          <a:gradFill>
            <a:gsLst>
              <a:gs pos="10000">
                <a:schemeClr val="accent2"/>
              </a:gs>
              <a:gs pos="100000">
                <a:schemeClr val="accent6"/>
              </a:gs>
            </a:gsLst>
            <a:lin ang="2700000" scaled="0"/>
          </a:gradFill>
        </p:grpSpPr>
        <p:sp>
          <p:nvSpPr>
            <p:cNvPr id="24" name="Freeform: Shape 23">
              <a:extLst>
                <a:ext uri="{FF2B5EF4-FFF2-40B4-BE49-F238E27FC236}">
                  <a16:creationId xmlns:a16="http://schemas.microsoft.com/office/drawing/2014/main" id="{3610C38F-39B4-56F5-D0A8-D4DF6ECE7636}"/>
                </a:ext>
              </a:extLst>
            </p:cNvPr>
            <p:cNvSpPr/>
            <p:nvPr/>
          </p:nvSpPr>
          <p:spPr>
            <a:xfrm>
              <a:off x="5929289" y="2938463"/>
              <a:ext cx="657248" cy="657248"/>
            </a:xfrm>
            <a:custGeom>
              <a:avLst/>
              <a:gdLst>
                <a:gd name="connsiteX0" fmla="*/ 328624 w 657248"/>
                <a:gd name="connsiteY0" fmla="*/ 44667 h 657248"/>
                <a:gd name="connsiteX1" fmla="*/ 44667 w 657248"/>
                <a:gd name="connsiteY1" fmla="*/ 328624 h 657248"/>
                <a:gd name="connsiteX2" fmla="*/ 328624 w 657248"/>
                <a:gd name="connsiteY2" fmla="*/ 612581 h 657248"/>
                <a:gd name="connsiteX3" fmla="*/ 612581 w 657248"/>
                <a:gd name="connsiteY3" fmla="*/ 328624 h 657248"/>
                <a:gd name="connsiteX4" fmla="*/ 328624 w 657248"/>
                <a:gd name="connsiteY4" fmla="*/ 44667 h 657248"/>
                <a:gd name="connsiteX5" fmla="*/ 328624 w 657248"/>
                <a:gd name="connsiteY5" fmla="*/ 657248 h 657248"/>
                <a:gd name="connsiteX6" fmla="*/ 0 w 657248"/>
                <a:gd name="connsiteY6" fmla="*/ 328624 h 657248"/>
                <a:gd name="connsiteX7" fmla="*/ 328624 w 657248"/>
                <a:gd name="connsiteY7" fmla="*/ 0 h 657248"/>
                <a:gd name="connsiteX8" fmla="*/ 657248 w 657248"/>
                <a:gd name="connsiteY8" fmla="*/ 328624 h 657248"/>
                <a:gd name="connsiteX9" fmla="*/ 328624 w 657248"/>
                <a:gd name="connsiteY9" fmla="*/ 657248 h 65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8" h="657248">
                  <a:moveTo>
                    <a:pt x="328624" y="44667"/>
                  </a:moveTo>
                  <a:cubicBezTo>
                    <a:pt x="172033" y="44667"/>
                    <a:pt x="44667" y="172033"/>
                    <a:pt x="44667" y="328624"/>
                  </a:cubicBezTo>
                  <a:cubicBezTo>
                    <a:pt x="44667" y="485215"/>
                    <a:pt x="172033" y="612581"/>
                    <a:pt x="328624" y="612581"/>
                  </a:cubicBezTo>
                  <a:cubicBezTo>
                    <a:pt x="485215" y="612581"/>
                    <a:pt x="612581" y="485215"/>
                    <a:pt x="612581" y="328624"/>
                  </a:cubicBezTo>
                  <a:cubicBezTo>
                    <a:pt x="612581" y="172033"/>
                    <a:pt x="485215" y="44667"/>
                    <a:pt x="328624" y="44667"/>
                  </a:cubicBezTo>
                  <a:moveTo>
                    <a:pt x="328624" y="657248"/>
                  </a:moveTo>
                  <a:cubicBezTo>
                    <a:pt x="147402" y="657248"/>
                    <a:pt x="0" y="509846"/>
                    <a:pt x="0" y="328624"/>
                  </a:cubicBezTo>
                  <a:cubicBezTo>
                    <a:pt x="0" y="147402"/>
                    <a:pt x="147402" y="0"/>
                    <a:pt x="328624" y="0"/>
                  </a:cubicBezTo>
                  <a:cubicBezTo>
                    <a:pt x="509846" y="0"/>
                    <a:pt x="657248" y="147402"/>
                    <a:pt x="657248" y="328624"/>
                  </a:cubicBezTo>
                  <a:cubicBezTo>
                    <a:pt x="657248" y="509846"/>
                    <a:pt x="509846" y="657248"/>
                    <a:pt x="328624" y="657248"/>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25" name="Freeform: Shape 24">
              <a:extLst>
                <a:ext uri="{FF2B5EF4-FFF2-40B4-BE49-F238E27FC236}">
                  <a16:creationId xmlns:a16="http://schemas.microsoft.com/office/drawing/2014/main" id="{63B3569E-85B5-1F05-AEE8-1F0767A5D9AE}"/>
                </a:ext>
              </a:extLst>
            </p:cNvPr>
            <p:cNvSpPr/>
            <p:nvPr/>
          </p:nvSpPr>
          <p:spPr>
            <a:xfrm>
              <a:off x="6082434" y="3117145"/>
              <a:ext cx="322242" cy="293515"/>
            </a:xfrm>
            <a:custGeom>
              <a:avLst/>
              <a:gdLst>
                <a:gd name="connsiteX0" fmla="*/ 314905 w 322242"/>
                <a:gd name="connsiteY0" fmla="*/ 130224 h 293515"/>
                <a:gd name="connsiteX1" fmla="*/ 177712 w 322242"/>
                <a:gd name="connsiteY1" fmla="*/ 5794 h 293515"/>
                <a:gd name="connsiteX2" fmla="*/ 146190 w 322242"/>
                <a:gd name="connsiteY2" fmla="*/ 7325 h 293515"/>
                <a:gd name="connsiteX3" fmla="*/ 147721 w 322242"/>
                <a:gd name="connsiteY3" fmla="*/ 38848 h 293515"/>
                <a:gd name="connsiteX4" fmla="*/ 242033 w 322242"/>
                <a:gd name="connsiteY4" fmla="*/ 124417 h 293515"/>
                <a:gd name="connsiteX5" fmla="*/ 22334 w 322242"/>
                <a:gd name="connsiteY5" fmla="*/ 124417 h 293515"/>
                <a:gd name="connsiteX6" fmla="*/ 0 w 322242"/>
                <a:gd name="connsiteY6" fmla="*/ 146751 h 293515"/>
                <a:gd name="connsiteX7" fmla="*/ 22334 w 322242"/>
                <a:gd name="connsiteY7" fmla="*/ 169085 h 293515"/>
                <a:gd name="connsiteX8" fmla="*/ 242033 w 322242"/>
                <a:gd name="connsiteY8" fmla="*/ 169085 h 293515"/>
                <a:gd name="connsiteX9" fmla="*/ 147721 w 322242"/>
                <a:gd name="connsiteY9" fmla="*/ 254655 h 293515"/>
                <a:gd name="connsiteX10" fmla="*/ 146190 w 322242"/>
                <a:gd name="connsiteY10" fmla="*/ 286177 h 293515"/>
                <a:gd name="connsiteX11" fmla="*/ 162717 w 322242"/>
                <a:gd name="connsiteY11" fmla="*/ 293515 h 293515"/>
                <a:gd name="connsiteX12" fmla="*/ 177712 w 322242"/>
                <a:gd name="connsiteY12" fmla="*/ 287708 h 293515"/>
                <a:gd name="connsiteX13" fmla="*/ 314905 w 322242"/>
                <a:gd name="connsiteY13" fmla="*/ 163278 h 293515"/>
                <a:gd name="connsiteX14" fmla="*/ 322243 w 322242"/>
                <a:gd name="connsiteY14" fmla="*/ 146751 h 293515"/>
                <a:gd name="connsiteX15" fmla="*/ 314905 w 322242"/>
                <a:gd name="connsiteY15" fmla="*/ 130224 h 293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2242" h="293515">
                  <a:moveTo>
                    <a:pt x="314905" y="130224"/>
                  </a:moveTo>
                  <a:lnTo>
                    <a:pt x="177712" y="5794"/>
                  </a:lnTo>
                  <a:cubicBezTo>
                    <a:pt x="168587" y="-2502"/>
                    <a:pt x="154421" y="-1800"/>
                    <a:pt x="146190" y="7325"/>
                  </a:cubicBezTo>
                  <a:cubicBezTo>
                    <a:pt x="137894" y="16450"/>
                    <a:pt x="138596" y="30616"/>
                    <a:pt x="147721" y="38848"/>
                  </a:cubicBezTo>
                  <a:lnTo>
                    <a:pt x="242033" y="124417"/>
                  </a:lnTo>
                  <a:lnTo>
                    <a:pt x="22334" y="124417"/>
                  </a:lnTo>
                  <a:cubicBezTo>
                    <a:pt x="10018" y="124417"/>
                    <a:pt x="0" y="134436"/>
                    <a:pt x="0" y="146751"/>
                  </a:cubicBezTo>
                  <a:cubicBezTo>
                    <a:pt x="0" y="159066"/>
                    <a:pt x="10018" y="169085"/>
                    <a:pt x="22334" y="169085"/>
                  </a:cubicBezTo>
                  <a:lnTo>
                    <a:pt x="242033" y="169085"/>
                  </a:lnTo>
                  <a:lnTo>
                    <a:pt x="147721" y="254655"/>
                  </a:lnTo>
                  <a:cubicBezTo>
                    <a:pt x="138596" y="262950"/>
                    <a:pt x="137894" y="277052"/>
                    <a:pt x="146190" y="286177"/>
                  </a:cubicBezTo>
                  <a:cubicBezTo>
                    <a:pt x="150593" y="291027"/>
                    <a:pt x="156655" y="293515"/>
                    <a:pt x="162717" y="293515"/>
                  </a:cubicBezTo>
                  <a:cubicBezTo>
                    <a:pt x="168077" y="293515"/>
                    <a:pt x="173437" y="291601"/>
                    <a:pt x="177712" y="287708"/>
                  </a:cubicBezTo>
                  <a:lnTo>
                    <a:pt x="314905" y="163278"/>
                  </a:lnTo>
                  <a:cubicBezTo>
                    <a:pt x="319563" y="159066"/>
                    <a:pt x="322243" y="153004"/>
                    <a:pt x="322243" y="146751"/>
                  </a:cubicBezTo>
                  <a:cubicBezTo>
                    <a:pt x="322243" y="140498"/>
                    <a:pt x="319563" y="134436"/>
                    <a:pt x="314905" y="130224"/>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grpSp>
      <p:sp>
        <p:nvSpPr>
          <p:cNvPr id="26" name="TextBox 25">
            <a:extLst>
              <a:ext uri="{FF2B5EF4-FFF2-40B4-BE49-F238E27FC236}">
                <a16:creationId xmlns:a16="http://schemas.microsoft.com/office/drawing/2014/main" id="{41792216-0DB3-F9E7-EC1E-8658630551B1}"/>
              </a:ext>
            </a:extLst>
          </p:cNvPr>
          <p:cNvSpPr txBox="1"/>
          <p:nvPr/>
        </p:nvSpPr>
        <p:spPr>
          <a:xfrm>
            <a:off x="9384462" y="3460860"/>
            <a:ext cx="2383146" cy="877163"/>
          </a:xfrm>
          <a:prstGeom prst="rect">
            <a:avLst/>
          </a:prstGeom>
          <a:noFill/>
        </p:spPr>
        <p:txBody>
          <a:bodyPr wrap="square" lIns="0" tIns="0" rIns="0" bIns="0" rtlCol="0">
            <a:spAutoFit/>
          </a:bodyPr>
          <a:lstStyle/>
          <a:p>
            <a:pPr algn="l">
              <a:spcAft>
                <a:spcPts val="600"/>
              </a:spcAft>
            </a:pPr>
            <a:r>
              <a:rPr lang="en-US" sz="1600">
                <a:solidFill>
                  <a:srgbClr val="000000"/>
                </a:solidFill>
                <a:latin typeface="Segoe Sans Display Semibold"/>
                <a:cs typeface="Segoe UI"/>
              </a:rPr>
              <a:t>Out-of-the-Box AI</a:t>
            </a:r>
          </a:p>
          <a:p>
            <a:r>
              <a:rPr lang="en-US" sz="1200"/>
              <a:t>Position Copilot Business as a turnkey, zero-setup solution—built into the apps SMBs already use.</a:t>
            </a:r>
          </a:p>
        </p:txBody>
      </p:sp>
      <p:sp>
        <p:nvSpPr>
          <p:cNvPr id="27" name="Rectangle: Rounded Corners 8">
            <a:extLst>
              <a:ext uri="{FF2B5EF4-FFF2-40B4-BE49-F238E27FC236}">
                <a16:creationId xmlns:a16="http://schemas.microsoft.com/office/drawing/2014/main" id="{E33A6452-A7FA-D8A4-16B3-5BE5595ABC4F}"/>
              </a:ext>
              <a:ext uri="{C183D7F6-B498-43B3-948B-1728B52AA6E4}">
                <adec:decorative xmlns:adec="http://schemas.microsoft.com/office/drawing/2017/decorative" val="1"/>
              </a:ext>
            </a:extLst>
          </p:cNvPr>
          <p:cNvSpPr/>
          <p:nvPr/>
        </p:nvSpPr>
        <p:spPr bwMode="auto">
          <a:xfrm>
            <a:off x="6348517" y="4638166"/>
            <a:ext cx="2697480" cy="1185537"/>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gradFill>
                  <a:gsLst>
                    <a:gs pos="0">
                      <a:srgbClr val="FFFFFF">
                        <a:lumMod val="100000"/>
                      </a:srgbClr>
                    </a:gs>
                    <a:gs pos="0">
                      <a:srgbClr val="C03BC3"/>
                    </a:gs>
                    <a:gs pos="98000">
                      <a:srgbClr val="DD4A84"/>
                    </a:gs>
                  </a:gsLst>
                </a:gradFill>
                <a:effectLst/>
                <a:uLnTx/>
                <a:uFillTx/>
                <a:latin typeface="Segoe Sans Display Semibold"/>
                <a:ea typeface="+mn-ea"/>
                <a:cs typeface="Segoe UI"/>
              </a:rPr>
              <a:t>02</a:t>
            </a: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28" name="TextBox 27">
            <a:extLst>
              <a:ext uri="{FF2B5EF4-FFF2-40B4-BE49-F238E27FC236}">
                <a16:creationId xmlns:a16="http://schemas.microsoft.com/office/drawing/2014/main" id="{1BE08E16-0980-0AFB-F6A9-72A56C7FDB7D}"/>
              </a:ext>
            </a:extLst>
          </p:cNvPr>
          <p:cNvSpPr txBox="1"/>
          <p:nvPr/>
        </p:nvSpPr>
        <p:spPr>
          <a:xfrm>
            <a:off x="6860206" y="4811589"/>
            <a:ext cx="2011680" cy="654025"/>
          </a:xfrm>
          <a:prstGeom prst="rect">
            <a:avLst/>
          </a:prstGeom>
          <a:noFill/>
        </p:spPr>
        <p:txBody>
          <a:bodyPr wrap="square" lIns="0" tIns="0" rIns="0" bIns="0" rtlCol="0">
            <a:spAutoFit/>
          </a:bodyPr>
          <a:lstStyle/>
          <a:p>
            <a:r>
              <a:rPr lang="en-US" sz="1600">
                <a:solidFill>
                  <a:srgbClr val="000000"/>
                </a:solidFill>
                <a:latin typeface="Segoe Sans Display Semibold"/>
                <a:cs typeface="Segoe UI"/>
              </a:rPr>
              <a:t>Value Realization</a:t>
            </a:r>
          </a:p>
          <a:p>
            <a:pPr marR="0" lvl="0" indent="0" fontAlgn="auto">
              <a:lnSpc>
                <a:spcPct val="100000"/>
              </a:lnSpc>
              <a:spcBef>
                <a:spcPts val="300"/>
              </a:spcBef>
              <a:spcAft>
                <a:spcPts val="600"/>
              </a:spcAft>
              <a:buClrTx/>
              <a:buSzTx/>
              <a:buFontTx/>
              <a:buNone/>
              <a:tabLst/>
              <a:defRPr/>
            </a:pPr>
            <a:r>
              <a:rPr lang="en-US" sz="1200">
                <a:solidFill>
                  <a:schemeClr val="tx2"/>
                </a:solidFill>
              </a:rPr>
              <a:t>They know AI matters but don’t know where to begin</a:t>
            </a:r>
          </a:p>
        </p:txBody>
      </p:sp>
      <p:sp>
        <p:nvSpPr>
          <p:cNvPr id="29" name="Rectangle: Rounded Corners 8">
            <a:extLst>
              <a:ext uri="{FF2B5EF4-FFF2-40B4-BE49-F238E27FC236}">
                <a16:creationId xmlns:a16="http://schemas.microsoft.com/office/drawing/2014/main" id="{758FDD9D-5B1C-C836-BF61-AD5E0F56BF6D}"/>
              </a:ext>
              <a:ext uri="{C183D7F6-B498-43B3-948B-1728B52AA6E4}">
                <adec:decorative xmlns:adec="http://schemas.microsoft.com/office/drawing/2017/decorative" val="1"/>
              </a:ext>
            </a:extLst>
          </p:cNvPr>
          <p:cNvSpPr/>
          <p:nvPr/>
        </p:nvSpPr>
        <p:spPr bwMode="auto">
          <a:xfrm>
            <a:off x="9170047" y="4632816"/>
            <a:ext cx="2697480" cy="119623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grpSp>
        <p:nvGrpSpPr>
          <p:cNvPr id="31" name="Group 30">
            <a:extLst>
              <a:ext uri="{FF2B5EF4-FFF2-40B4-BE49-F238E27FC236}">
                <a16:creationId xmlns:a16="http://schemas.microsoft.com/office/drawing/2014/main" id="{213FCAD2-552B-4CF6-2A5B-5B35BE15D0D0}"/>
              </a:ext>
              <a:ext uri="{C183D7F6-B498-43B3-948B-1728B52AA6E4}">
                <adec:decorative xmlns:adec="http://schemas.microsoft.com/office/drawing/2017/decorative" val="1"/>
              </a:ext>
            </a:extLst>
          </p:cNvPr>
          <p:cNvGrpSpPr/>
          <p:nvPr/>
        </p:nvGrpSpPr>
        <p:grpSpPr>
          <a:xfrm>
            <a:off x="8955633" y="5078545"/>
            <a:ext cx="304779" cy="304779"/>
            <a:chOff x="5929289" y="2938463"/>
            <a:chExt cx="657248" cy="657248"/>
          </a:xfrm>
          <a:gradFill>
            <a:gsLst>
              <a:gs pos="10000">
                <a:schemeClr val="accent2"/>
              </a:gs>
              <a:gs pos="100000">
                <a:schemeClr val="accent6"/>
              </a:gs>
            </a:gsLst>
            <a:lin ang="2700000" scaled="0"/>
          </a:gradFill>
        </p:grpSpPr>
        <p:sp>
          <p:nvSpPr>
            <p:cNvPr id="32" name="Freeform: Shape 31">
              <a:extLst>
                <a:ext uri="{FF2B5EF4-FFF2-40B4-BE49-F238E27FC236}">
                  <a16:creationId xmlns:a16="http://schemas.microsoft.com/office/drawing/2014/main" id="{06C6C2CA-540F-1930-F357-4E7ED82A380B}"/>
                </a:ext>
              </a:extLst>
            </p:cNvPr>
            <p:cNvSpPr/>
            <p:nvPr/>
          </p:nvSpPr>
          <p:spPr>
            <a:xfrm>
              <a:off x="5929289" y="2938463"/>
              <a:ext cx="657248" cy="657248"/>
            </a:xfrm>
            <a:custGeom>
              <a:avLst/>
              <a:gdLst>
                <a:gd name="connsiteX0" fmla="*/ 328624 w 657248"/>
                <a:gd name="connsiteY0" fmla="*/ 44667 h 657248"/>
                <a:gd name="connsiteX1" fmla="*/ 44667 w 657248"/>
                <a:gd name="connsiteY1" fmla="*/ 328624 h 657248"/>
                <a:gd name="connsiteX2" fmla="*/ 328624 w 657248"/>
                <a:gd name="connsiteY2" fmla="*/ 612581 h 657248"/>
                <a:gd name="connsiteX3" fmla="*/ 612581 w 657248"/>
                <a:gd name="connsiteY3" fmla="*/ 328624 h 657248"/>
                <a:gd name="connsiteX4" fmla="*/ 328624 w 657248"/>
                <a:gd name="connsiteY4" fmla="*/ 44667 h 657248"/>
                <a:gd name="connsiteX5" fmla="*/ 328624 w 657248"/>
                <a:gd name="connsiteY5" fmla="*/ 657248 h 657248"/>
                <a:gd name="connsiteX6" fmla="*/ 0 w 657248"/>
                <a:gd name="connsiteY6" fmla="*/ 328624 h 657248"/>
                <a:gd name="connsiteX7" fmla="*/ 328624 w 657248"/>
                <a:gd name="connsiteY7" fmla="*/ 0 h 657248"/>
                <a:gd name="connsiteX8" fmla="*/ 657248 w 657248"/>
                <a:gd name="connsiteY8" fmla="*/ 328624 h 657248"/>
                <a:gd name="connsiteX9" fmla="*/ 328624 w 657248"/>
                <a:gd name="connsiteY9" fmla="*/ 657248 h 65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8" h="657248">
                  <a:moveTo>
                    <a:pt x="328624" y="44667"/>
                  </a:moveTo>
                  <a:cubicBezTo>
                    <a:pt x="172033" y="44667"/>
                    <a:pt x="44667" y="172033"/>
                    <a:pt x="44667" y="328624"/>
                  </a:cubicBezTo>
                  <a:cubicBezTo>
                    <a:pt x="44667" y="485215"/>
                    <a:pt x="172033" y="612581"/>
                    <a:pt x="328624" y="612581"/>
                  </a:cubicBezTo>
                  <a:cubicBezTo>
                    <a:pt x="485215" y="612581"/>
                    <a:pt x="612581" y="485215"/>
                    <a:pt x="612581" y="328624"/>
                  </a:cubicBezTo>
                  <a:cubicBezTo>
                    <a:pt x="612581" y="172033"/>
                    <a:pt x="485215" y="44667"/>
                    <a:pt x="328624" y="44667"/>
                  </a:cubicBezTo>
                  <a:moveTo>
                    <a:pt x="328624" y="657248"/>
                  </a:moveTo>
                  <a:cubicBezTo>
                    <a:pt x="147402" y="657248"/>
                    <a:pt x="0" y="509846"/>
                    <a:pt x="0" y="328624"/>
                  </a:cubicBezTo>
                  <a:cubicBezTo>
                    <a:pt x="0" y="147402"/>
                    <a:pt x="147402" y="0"/>
                    <a:pt x="328624" y="0"/>
                  </a:cubicBezTo>
                  <a:cubicBezTo>
                    <a:pt x="509846" y="0"/>
                    <a:pt x="657248" y="147402"/>
                    <a:pt x="657248" y="328624"/>
                  </a:cubicBezTo>
                  <a:cubicBezTo>
                    <a:pt x="657248" y="509846"/>
                    <a:pt x="509846" y="657248"/>
                    <a:pt x="328624" y="657248"/>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33" name="Freeform: Shape 32">
              <a:extLst>
                <a:ext uri="{FF2B5EF4-FFF2-40B4-BE49-F238E27FC236}">
                  <a16:creationId xmlns:a16="http://schemas.microsoft.com/office/drawing/2014/main" id="{8C773673-DB56-F9B3-F24D-C7DB4D4068DA}"/>
                </a:ext>
              </a:extLst>
            </p:cNvPr>
            <p:cNvSpPr/>
            <p:nvPr/>
          </p:nvSpPr>
          <p:spPr>
            <a:xfrm>
              <a:off x="6082434" y="3117145"/>
              <a:ext cx="322242" cy="293515"/>
            </a:xfrm>
            <a:custGeom>
              <a:avLst/>
              <a:gdLst>
                <a:gd name="connsiteX0" fmla="*/ 314905 w 322242"/>
                <a:gd name="connsiteY0" fmla="*/ 130224 h 293515"/>
                <a:gd name="connsiteX1" fmla="*/ 177712 w 322242"/>
                <a:gd name="connsiteY1" fmla="*/ 5794 h 293515"/>
                <a:gd name="connsiteX2" fmla="*/ 146190 w 322242"/>
                <a:gd name="connsiteY2" fmla="*/ 7325 h 293515"/>
                <a:gd name="connsiteX3" fmla="*/ 147721 w 322242"/>
                <a:gd name="connsiteY3" fmla="*/ 38848 h 293515"/>
                <a:gd name="connsiteX4" fmla="*/ 242033 w 322242"/>
                <a:gd name="connsiteY4" fmla="*/ 124417 h 293515"/>
                <a:gd name="connsiteX5" fmla="*/ 22334 w 322242"/>
                <a:gd name="connsiteY5" fmla="*/ 124417 h 293515"/>
                <a:gd name="connsiteX6" fmla="*/ 0 w 322242"/>
                <a:gd name="connsiteY6" fmla="*/ 146751 h 293515"/>
                <a:gd name="connsiteX7" fmla="*/ 22334 w 322242"/>
                <a:gd name="connsiteY7" fmla="*/ 169085 h 293515"/>
                <a:gd name="connsiteX8" fmla="*/ 242033 w 322242"/>
                <a:gd name="connsiteY8" fmla="*/ 169085 h 293515"/>
                <a:gd name="connsiteX9" fmla="*/ 147721 w 322242"/>
                <a:gd name="connsiteY9" fmla="*/ 254655 h 293515"/>
                <a:gd name="connsiteX10" fmla="*/ 146190 w 322242"/>
                <a:gd name="connsiteY10" fmla="*/ 286177 h 293515"/>
                <a:gd name="connsiteX11" fmla="*/ 162717 w 322242"/>
                <a:gd name="connsiteY11" fmla="*/ 293515 h 293515"/>
                <a:gd name="connsiteX12" fmla="*/ 177712 w 322242"/>
                <a:gd name="connsiteY12" fmla="*/ 287708 h 293515"/>
                <a:gd name="connsiteX13" fmla="*/ 314905 w 322242"/>
                <a:gd name="connsiteY13" fmla="*/ 163278 h 293515"/>
                <a:gd name="connsiteX14" fmla="*/ 322243 w 322242"/>
                <a:gd name="connsiteY14" fmla="*/ 146751 h 293515"/>
                <a:gd name="connsiteX15" fmla="*/ 314905 w 322242"/>
                <a:gd name="connsiteY15" fmla="*/ 130224 h 293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2242" h="293515">
                  <a:moveTo>
                    <a:pt x="314905" y="130224"/>
                  </a:moveTo>
                  <a:lnTo>
                    <a:pt x="177712" y="5794"/>
                  </a:lnTo>
                  <a:cubicBezTo>
                    <a:pt x="168587" y="-2502"/>
                    <a:pt x="154421" y="-1800"/>
                    <a:pt x="146190" y="7325"/>
                  </a:cubicBezTo>
                  <a:cubicBezTo>
                    <a:pt x="137894" y="16450"/>
                    <a:pt x="138596" y="30616"/>
                    <a:pt x="147721" y="38848"/>
                  </a:cubicBezTo>
                  <a:lnTo>
                    <a:pt x="242033" y="124417"/>
                  </a:lnTo>
                  <a:lnTo>
                    <a:pt x="22334" y="124417"/>
                  </a:lnTo>
                  <a:cubicBezTo>
                    <a:pt x="10018" y="124417"/>
                    <a:pt x="0" y="134436"/>
                    <a:pt x="0" y="146751"/>
                  </a:cubicBezTo>
                  <a:cubicBezTo>
                    <a:pt x="0" y="159066"/>
                    <a:pt x="10018" y="169085"/>
                    <a:pt x="22334" y="169085"/>
                  </a:cubicBezTo>
                  <a:lnTo>
                    <a:pt x="242033" y="169085"/>
                  </a:lnTo>
                  <a:lnTo>
                    <a:pt x="147721" y="254655"/>
                  </a:lnTo>
                  <a:cubicBezTo>
                    <a:pt x="138596" y="262950"/>
                    <a:pt x="137894" y="277052"/>
                    <a:pt x="146190" y="286177"/>
                  </a:cubicBezTo>
                  <a:cubicBezTo>
                    <a:pt x="150593" y="291027"/>
                    <a:pt x="156655" y="293515"/>
                    <a:pt x="162717" y="293515"/>
                  </a:cubicBezTo>
                  <a:cubicBezTo>
                    <a:pt x="168077" y="293515"/>
                    <a:pt x="173437" y="291601"/>
                    <a:pt x="177712" y="287708"/>
                  </a:cubicBezTo>
                  <a:lnTo>
                    <a:pt x="314905" y="163278"/>
                  </a:lnTo>
                  <a:cubicBezTo>
                    <a:pt x="319563" y="159066"/>
                    <a:pt x="322243" y="153004"/>
                    <a:pt x="322243" y="146751"/>
                  </a:cubicBezTo>
                  <a:cubicBezTo>
                    <a:pt x="322243" y="140498"/>
                    <a:pt x="319563" y="134436"/>
                    <a:pt x="314905" y="130224"/>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grpSp>
      <p:sp>
        <p:nvSpPr>
          <p:cNvPr id="34" name="TextBox 33">
            <a:extLst>
              <a:ext uri="{FF2B5EF4-FFF2-40B4-BE49-F238E27FC236}">
                <a16:creationId xmlns:a16="http://schemas.microsoft.com/office/drawing/2014/main" id="{C9701CDE-6DDB-82AE-E98C-2EAEC317C503}"/>
              </a:ext>
            </a:extLst>
          </p:cNvPr>
          <p:cNvSpPr txBox="1"/>
          <p:nvPr/>
        </p:nvSpPr>
        <p:spPr>
          <a:xfrm>
            <a:off x="9384462" y="4811589"/>
            <a:ext cx="2383146" cy="877163"/>
          </a:xfrm>
          <a:prstGeom prst="rect">
            <a:avLst/>
          </a:prstGeom>
          <a:noFill/>
        </p:spPr>
        <p:txBody>
          <a:bodyPr wrap="square" lIns="0" tIns="0" rIns="0" bIns="0" rtlCol="0">
            <a:spAutoFit/>
          </a:bodyPr>
          <a:lstStyle/>
          <a:p>
            <a:pPr algn="l">
              <a:spcAft>
                <a:spcPts val="600"/>
              </a:spcAft>
            </a:pPr>
            <a:r>
              <a:rPr lang="en-US" sz="1600">
                <a:solidFill>
                  <a:srgbClr val="000000"/>
                </a:solidFill>
                <a:latin typeface="Segoe Sans Display Semibold"/>
                <a:cs typeface="Segoe UI"/>
              </a:rPr>
              <a:t>Lead with bundles</a:t>
            </a:r>
          </a:p>
          <a:p>
            <a:r>
              <a:rPr lang="en-US" sz="1200"/>
              <a:t>Use Copilot Business bundles to connect AI value directly to core productivity.</a:t>
            </a:r>
          </a:p>
        </p:txBody>
      </p:sp>
      <p:grpSp>
        <p:nvGrpSpPr>
          <p:cNvPr id="37" name="Group 36">
            <a:extLst>
              <a:ext uri="{FF2B5EF4-FFF2-40B4-BE49-F238E27FC236}">
                <a16:creationId xmlns:a16="http://schemas.microsoft.com/office/drawing/2014/main" id="{DF4C183B-E213-2744-83EB-0A6216A5271C}"/>
              </a:ext>
              <a:ext uri="{C183D7F6-B498-43B3-948B-1728B52AA6E4}">
                <adec:decorative xmlns:adec="http://schemas.microsoft.com/office/drawing/2017/decorative" val="1"/>
              </a:ext>
            </a:extLst>
          </p:cNvPr>
          <p:cNvGrpSpPr/>
          <p:nvPr/>
        </p:nvGrpSpPr>
        <p:grpSpPr>
          <a:xfrm>
            <a:off x="9198565" y="1430111"/>
            <a:ext cx="2537443" cy="389513"/>
            <a:chOff x="1458322" y="5483950"/>
            <a:chExt cx="2537443" cy="389513"/>
          </a:xfrm>
          <a:effectLst>
            <a:outerShdw blurRad="127000" dist="127000" dir="2700000" algn="tl" rotWithShape="0">
              <a:prstClr val="black">
                <a:alpha val="15000"/>
              </a:prstClr>
            </a:outerShdw>
          </a:effectLst>
        </p:grpSpPr>
        <p:sp>
          <p:nvSpPr>
            <p:cNvPr id="38" name="Rectangle: Rounded Corners 37">
              <a:extLst>
                <a:ext uri="{FF2B5EF4-FFF2-40B4-BE49-F238E27FC236}">
                  <a16:creationId xmlns:a16="http://schemas.microsoft.com/office/drawing/2014/main" id="{B396CAC8-9C08-2E2C-4E80-1B1EAB0CC5BA}"/>
                </a:ext>
              </a:extLst>
            </p:cNvPr>
            <p:cNvSpPr/>
            <p:nvPr/>
          </p:nvSpPr>
          <p:spPr bwMode="auto">
            <a:xfrm>
              <a:off x="1458322" y="5483950"/>
              <a:ext cx="2537443"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Solution</a:t>
              </a:r>
            </a:p>
          </p:txBody>
        </p:sp>
        <p:grpSp>
          <p:nvGrpSpPr>
            <p:cNvPr id="39" name="Group 38">
              <a:extLst>
                <a:ext uri="{FF2B5EF4-FFF2-40B4-BE49-F238E27FC236}">
                  <a16:creationId xmlns:a16="http://schemas.microsoft.com/office/drawing/2014/main" id="{24E3AB24-477B-A7E4-1CD9-0C2565F4B342}"/>
                </a:ext>
                <a:ext uri="{C183D7F6-B498-43B3-948B-1728B52AA6E4}">
                  <adec:decorative xmlns:adec="http://schemas.microsoft.com/office/drawing/2017/decorative" val="1"/>
                </a:ext>
              </a:extLst>
            </p:cNvPr>
            <p:cNvGrpSpPr/>
            <p:nvPr/>
          </p:nvGrpSpPr>
          <p:grpSpPr>
            <a:xfrm>
              <a:off x="1534405" y="5557838"/>
              <a:ext cx="243402" cy="243402"/>
              <a:chOff x="5605462" y="2938462"/>
              <a:chExt cx="981075" cy="981075"/>
            </a:xfrm>
            <a:solidFill>
              <a:schemeClr val="bg1"/>
            </a:solidFill>
          </p:grpSpPr>
          <p:sp>
            <p:nvSpPr>
              <p:cNvPr id="40" name="Freeform: Shape 39">
                <a:extLst>
                  <a:ext uri="{FF2B5EF4-FFF2-40B4-BE49-F238E27FC236}">
                    <a16:creationId xmlns:a16="http://schemas.microsoft.com/office/drawing/2014/main" id="{09196299-DBE0-FA93-28F8-37EDEEEA5770}"/>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1" name="Freeform: Shape 40">
                <a:extLst>
                  <a:ext uri="{FF2B5EF4-FFF2-40B4-BE49-F238E27FC236}">
                    <a16:creationId xmlns:a16="http://schemas.microsoft.com/office/drawing/2014/main" id="{F76CCF02-1296-7A26-2B27-399F581D2D45}"/>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Tree>
    <p:extLst>
      <p:ext uri="{BB962C8B-B14F-4D97-AF65-F5344CB8AC3E}">
        <p14:creationId xmlns:p14="http://schemas.microsoft.com/office/powerpoint/2010/main" val="6874889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42" presetClass="path" presetSubtype="0" decel="100000" fill="hold" grpId="1" nodeType="withEffect" nodePh="1">
                                  <p:stCondLst>
                                    <p:cond delay="0"/>
                                  </p:stCondLst>
                                  <p:endCondLst>
                                    <p:cond evt="begin" delay="0">
                                      <p:tn val="8"/>
                                    </p:cond>
                                  </p:endCondLst>
                                  <p:childTnLst>
                                    <p:animMotion origin="layout" path="M -1.45833E-6 -2.59259E-6 L -1.45833E-6 0.03542 " pathEditMode="relative" rAng="0" ptsTypes="AA">
                                      <p:cBhvr>
                                        <p:cTn id="9" dur="700" spd="-100000" fill="hold"/>
                                        <p:tgtEl>
                                          <p:spTgt spid="30"/>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BE799-CABD-CB0E-DD3C-1FEDAEB91094}"/>
            </a:ext>
          </a:extLst>
        </p:cNvPr>
        <p:cNvGrpSpPr/>
        <p:nvPr/>
      </p:nvGrpSpPr>
      <p:grpSpPr>
        <a:xfrm>
          <a:off x="0" y="0"/>
          <a:ext cx="0" cy="0"/>
          <a:chOff x="0" y="0"/>
          <a:chExt cx="0" cy="0"/>
        </a:xfrm>
      </p:grpSpPr>
      <p:sp>
        <p:nvSpPr>
          <p:cNvPr id="30" name="Title 5">
            <a:extLst>
              <a:ext uri="{FF2B5EF4-FFF2-40B4-BE49-F238E27FC236}">
                <a16:creationId xmlns:a16="http://schemas.microsoft.com/office/drawing/2014/main" id="{8B20C94C-F3B8-AAFD-E102-360C91DD1ED3}"/>
              </a:ext>
            </a:extLst>
          </p:cNvPr>
          <p:cNvSpPr txBox="1">
            <a:spLocks/>
          </p:cNvSpPr>
          <p:nvPr/>
        </p:nvSpPr>
        <p:spPr>
          <a:xfrm>
            <a:off x="325244" y="437646"/>
            <a:ext cx="5401788" cy="565402"/>
          </a:xfrm>
          <a:prstGeom prst="rect">
            <a:avLst/>
          </a:prstGeom>
        </p:spPr>
        <p:txBody>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endParaRPr lang="en-US" sz="3200" b="1">
              <a:solidFill>
                <a:schemeClr val="tx1"/>
              </a:solidFill>
              <a:latin typeface="+mj-lt"/>
              <a:ea typeface="+mj-ea"/>
              <a:cs typeface="+mj-cs"/>
            </a:endParaRPr>
          </a:p>
        </p:txBody>
      </p:sp>
      <p:sp>
        <p:nvSpPr>
          <p:cNvPr id="85" name="Content Placeholder 3">
            <a:extLst>
              <a:ext uri="{FF2B5EF4-FFF2-40B4-BE49-F238E27FC236}">
                <a16:creationId xmlns:a16="http://schemas.microsoft.com/office/drawing/2014/main" id="{4FE914DD-518D-E422-0169-C9E43C4C922B}"/>
              </a:ext>
            </a:extLst>
          </p:cNvPr>
          <p:cNvSpPr txBox="1">
            <a:spLocks/>
          </p:cNvSpPr>
          <p:nvPr/>
        </p:nvSpPr>
        <p:spPr>
          <a:xfrm>
            <a:off x="455992" y="1809778"/>
            <a:ext cx="5043199" cy="4777800"/>
          </a:xfrm>
          <a:prstGeom prst="rect">
            <a:avLst/>
          </a:prstGeom>
        </p:spPr>
        <p:txBody>
          <a:bodyPr vert="horz" wrap="square" lIns="0" tIns="0" rIns="0" bIns="0" numCol="1"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a:latin typeface="Segoe UI" panose="020B0502040204020203" pitchFamily="34" charset="0"/>
                <a:cs typeface="Segoe UI" panose="020B0502040204020203" pitchFamily="34" charset="0"/>
              </a:rPr>
              <a:t>To accelerate AI adoption, simplicity is key. By combining new bundle offers with promotional pricing, we remove complexity and make it easy for customers to choose a single solution for secure, AI-powered productivity—with the option to add Microsoft Purview Suite for advanced data protection.</a:t>
            </a:r>
          </a:p>
          <a:p>
            <a:r>
              <a:rPr lang="en-US" sz="1200">
                <a:latin typeface="Segoe UI" panose="020B0502040204020203" pitchFamily="34" charset="0"/>
                <a:cs typeface="Segoe UI" panose="020B0502040204020203" pitchFamily="34" charset="0"/>
              </a:rPr>
              <a:t>This is a unique opportunity to deliver an offer that resonates. We’ve identified two primary motions to maximize impact by leveraging these offers and promotional pricing:</a:t>
            </a:r>
          </a:p>
          <a:p>
            <a:r>
              <a:rPr lang="en-US" sz="1200" b="1">
                <a:latin typeface="Segoe UI" panose="020B0502040204020203" pitchFamily="34" charset="0"/>
                <a:cs typeface="Segoe UI" panose="020B0502040204020203" pitchFamily="34" charset="0"/>
              </a:rPr>
              <a:t>Renewal Motion:</a:t>
            </a:r>
            <a:r>
              <a:rPr lang="en-US" sz="1200">
                <a:latin typeface="Segoe UI" panose="020B0502040204020203" pitchFamily="34" charset="0"/>
                <a:cs typeface="Segoe UI" panose="020B0502040204020203" pitchFamily="34" charset="0"/>
              </a:rPr>
              <a:t> With our largest renewal wave approaching, you can turn routine renewals into secure AI upgrades by leading with bundle offers priced to win.</a:t>
            </a:r>
          </a:p>
          <a:p>
            <a:r>
              <a:rPr lang="en-US" sz="1200" b="1">
                <a:latin typeface="Segoe UI" panose="020B0502040204020203" pitchFamily="34" charset="0"/>
                <a:cs typeface="Segoe UI" panose="020B0502040204020203" pitchFamily="34" charset="0"/>
              </a:rPr>
              <a:t>Mid-Term Motion:</a:t>
            </a:r>
            <a:r>
              <a:rPr lang="en-US" sz="1200">
                <a:latin typeface="Segoe UI" panose="020B0502040204020203" pitchFamily="34" charset="0"/>
                <a:cs typeface="Segoe UI" panose="020B0502040204020203" pitchFamily="34" charset="0"/>
              </a:rPr>
              <a:t> For customers not up for renewal, there’s still a strong opportunity to drive AI adoption. Lead with the Copilot Business Standalone offer.</a:t>
            </a:r>
          </a:p>
        </p:txBody>
      </p:sp>
      <p:grpSp>
        <p:nvGrpSpPr>
          <p:cNvPr id="89" name="Group 88">
            <a:extLst>
              <a:ext uri="{FF2B5EF4-FFF2-40B4-BE49-F238E27FC236}">
                <a16:creationId xmlns:a16="http://schemas.microsoft.com/office/drawing/2014/main" id="{BB81B540-7378-C4DC-5510-ECE275746400}"/>
              </a:ext>
              <a:ext uri="{C183D7F6-B498-43B3-948B-1728B52AA6E4}">
                <adec:decorative xmlns:adec="http://schemas.microsoft.com/office/drawing/2017/decorative" val="1"/>
              </a:ext>
            </a:extLst>
          </p:cNvPr>
          <p:cNvGrpSpPr/>
          <p:nvPr/>
        </p:nvGrpSpPr>
        <p:grpSpPr>
          <a:xfrm>
            <a:off x="6330596" y="1420265"/>
            <a:ext cx="4662524" cy="389513"/>
            <a:chOff x="1458322" y="5483950"/>
            <a:chExt cx="4662524" cy="389513"/>
          </a:xfrm>
          <a:effectLst>
            <a:outerShdw blurRad="127000" dist="127000" dir="2700000" algn="tl" rotWithShape="0">
              <a:prstClr val="black">
                <a:alpha val="15000"/>
              </a:prstClr>
            </a:outerShdw>
          </a:effectLst>
        </p:grpSpPr>
        <p:sp>
          <p:nvSpPr>
            <p:cNvPr id="90" name="Rectangle: Rounded Corners 89">
              <a:extLst>
                <a:ext uri="{FF2B5EF4-FFF2-40B4-BE49-F238E27FC236}">
                  <a16:creationId xmlns:a16="http://schemas.microsoft.com/office/drawing/2014/main" id="{20610902-113F-1E89-31E3-A66BCE899F92}"/>
                </a:ext>
              </a:extLst>
            </p:cNvPr>
            <p:cNvSpPr/>
            <p:nvPr/>
          </p:nvSpPr>
          <p:spPr bwMode="auto">
            <a:xfrm>
              <a:off x="1458322" y="5483950"/>
              <a:ext cx="4662524"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Turn every renewal into an AI upgrade</a:t>
              </a:r>
            </a:p>
          </p:txBody>
        </p:sp>
        <p:grpSp>
          <p:nvGrpSpPr>
            <p:cNvPr id="91" name="Group 90">
              <a:extLst>
                <a:ext uri="{FF2B5EF4-FFF2-40B4-BE49-F238E27FC236}">
                  <a16:creationId xmlns:a16="http://schemas.microsoft.com/office/drawing/2014/main" id="{760D8FC2-63DC-5396-0625-071392B41D5E}"/>
                </a:ext>
                <a:ext uri="{C183D7F6-B498-43B3-948B-1728B52AA6E4}">
                  <adec:decorative xmlns:adec="http://schemas.microsoft.com/office/drawing/2017/decorative" val="1"/>
                </a:ext>
              </a:extLst>
            </p:cNvPr>
            <p:cNvGrpSpPr/>
            <p:nvPr/>
          </p:nvGrpSpPr>
          <p:grpSpPr>
            <a:xfrm>
              <a:off x="1534405" y="5557838"/>
              <a:ext cx="243402" cy="243402"/>
              <a:chOff x="5605462" y="2938462"/>
              <a:chExt cx="981075" cy="981075"/>
            </a:xfrm>
            <a:solidFill>
              <a:schemeClr val="bg1"/>
            </a:solidFill>
          </p:grpSpPr>
          <p:sp>
            <p:nvSpPr>
              <p:cNvPr id="92" name="Freeform: Shape 91">
                <a:extLst>
                  <a:ext uri="{FF2B5EF4-FFF2-40B4-BE49-F238E27FC236}">
                    <a16:creationId xmlns:a16="http://schemas.microsoft.com/office/drawing/2014/main" id="{8BB065C6-0D9F-FF55-A72D-9382408B977C}"/>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93" name="Freeform: Shape 92">
                <a:extLst>
                  <a:ext uri="{FF2B5EF4-FFF2-40B4-BE49-F238E27FC236}">
                    <a16:creationId xmlns:a16="http://schemas.microsoft.com/office/drawing/2014/main" id="{F55E405B-16BC-E890-E26F-06D63511C6E3}"/>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94" name="Rectangle: Rounded Corners 8">
            <a:extLst>
              <a:ext uri="{FF2B5EF4-FFF2-40B4-BE49-F238E27FC236}">
                <a16:creationId xmlns:a16="http://schemas.microsoft.com/office/drawing/2014/main" id="{F1121775-66F5-99F6-580B-B68874EBC44E}"/>
              </a:ext>
              <a:ext uri="{C183D7F6-B498-43B3-948B-1728B52AA6E4}">
                <adec:decorative xmlns:adec="http://schemas.microsoft.com/office/drawing/2017/decorative" val="1"/>
              </a:ext>
            </a:extLst>
          </p:cNvPr>
          <p:cNvSpPr/>
          <p:nvPr/>
        </p:nvSpPr>
        <p:spPr bwMode="auto">
          <a:xfrm>
            <a:off x="6348516" y="1970624"/>
            <a:ext cx="5372090" cy="732108"/>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4" name="TextBox 3">
            <a:extLst>
              <a:ext uri="{FF2B5EF4-FFF2-40B4-BE49-F238E27FC236}">
                <a16:creationId xmlns:a16="http://schemas.microsoft.com/office/drawing/2014/main" id="{1641BAF2-468A-1712-B9B2-EC7C048103AA}"/>
              </a:ext>
            </a:extLst>
          </p:cNvPr>
          <p:cNvSpPr txBox="1"/>
          <p:nvPr/>
        </p:nvSpPr>
        <p:spPr>
          <a:xfrm>
            <a:off x="6481314" y="2213567"/>
            <a:ext cx="5020334" cy="246221"/>
          </a:xfrm>
          <a:prstGeom prst="rect">
            <a:avLst/>
          </a:prstGeom>
          <a:noFill/>
        </p:spPr>
        <p:txBody>
          <a:bodyPr wrap="square" lIns="0" tIns="0" rIns="0" bIns="0" rtlCol="0">
            <a:spAutoFit/>
          </a:bodyPr>
          <a:lstStyle/>
          <a:p>
            <a:r>
              <a:rPr lang="en-US" sz="1600">
                <a:gradFill>
                  <a:gsLst>
                    <a:gs pos="0">
                      <a:srgbClr val="FFFFFF">
                        <a:lumMod val="100000"/>
                      </a:srgbClr>
                    </a:gs>
                    <a:gs pos="0">
                      <a:srgbClr val="C03BC3"/>
                    </a:gs>
                    <a:gs pos="98000">
                      <a:srgbClr val="DD4A84"/>
                    </a:gs>
                  </a:gsLst>
                </a:gradFill>
                <a:latin typeface="Segoe Sans Display Semibold"/>
                <a:cs typeface="Segoe UI"/>
              </a:rPr>
              <a:t>Enhanced Security, with an AI productivity upgrade</a:t>
            </a:r>
          </a:p>
        </p:txBody>
      </p:sp>
      <p:sp>
        <p:nvSpPr>
          <p:cNvPr id="12" name="Title 1">
            <a:extLst>
              <a:ext uri="{FF2B5EF4-FFF2-40B4-BE49-F238E27FC236}">
                <a16:creationId xmlns:a16="http://schemas.microsoft.com/office/drawing/2014/main" id="{0A3DA8F2-33C3-635B-6823-97126925CB1A}"/>
              </a:ext>
            </a:extLst>
          </p:cNvPr>
          <p:cNvSpPr>
            <a:spLocks noGrp="1"/>
          </p:cNvSpPr>
          <p:nvPr>
            <p:ph type="title"/>
          </p:nvPr>
        </p:nvSpPr>
        <p:spPr>
          <a:xfrm>
            <a:off x="455992" y="512064"/>
            <a:ext cx="5301354" cy="984885"/>
          </a:xfrm>
        </p:spPr>
        <p:txBody>
          <a:bodyPr/>
          <a:lstStyle/>
          <a:p>
            <a:r>
              <a:rPr lang="en-US" sz="3200" b="1"/>
              <a:t>Tapping into the immediate growth opportunity</a:t>
            </a:r>
          </a:p>
        </p:txBody>
      </p:sp>
      <p:sp>
        <p:nvSpPr>
          <p:cNvPr id="13" name="Text Placeholder 2">
            <a:extLst>
              <a:ext uri="{FF2B5EF4-FFF2-40B4-BE49-F238E27FC236}">
                <a16:creationId xmlns:a16="http://schemas.microsoft.com/office/drawing/2014/main" id="{9492E1B0-581B-8E97-A8DB-40733DC475F1}"/>
              </a:ext>
            </a:extLst>
          </p:cNvPr>
          <p:cNvSpPr txBox="1">
            <a:spLocks/>
          </p:cNvSpPr>
          <p:nvPr/>
        </p:nvSpPr>
        <p:spPr>
          <a:xfrm>
            <a:off x="455992"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accent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Go to market approach</a:t>
            </a:r>
          </a:p>
        </p:txBody>
      </p:sp>
      <p:grpSp>
        <p:nvGrpSpPr>
          <p:cNvPr id="2" name="Group 1">
            <a:extLst>
              <a:ext uri="{FF2B5EF4-FFF2-40B4-BE49-F238E27FC236}">
                <a16:creationId xmlns:a16="http://schemas.microsoft.com/office/drawing/2014/main" id="{B3F80FDF-1492-ECC9-FBBC-74E3BB776BD7}"/>
              </a:ext>
              <a:ext uri="{C183D7F6-B498-43B3-948B-1728B52AA6E4}">
                <adec:decorative xmlns:adec="http://schemas.microsoft.com/office/drawing/2017/decorative" val="1"/>
              </a:ext>
            </a:extLst>
          </p:cNvPr>
          <p:cNvGrpSpPr/>
          <p:nvPr/>
        </p:nvGrpSpPr>
        <p:grpSpPr>
          <a:xfrm>
            <a:off x="6348516" y="3822475"/>
            <a:ext cx="4505014" cy="389513"/>
            <a:chOff x="1458322" y="5483950"/>
            <a:chExt cx="4505014" cy="389513"/>
          </a:xfrm>
          <a:effectLst>
            <a:outerShdw blurRad="127000" dist="127000" dir="2700000" algn="tl" rotWithShape="0">
              <a:prstClr val="black">
                <a:alpha val="15000"/>
              </a:prstClr>
            </a:outerShdw>
          </a:effectLst>
        </p:grpSpPr>
        <p:sp>
          <p:nvSpPr>
            <p:cNvPr id="3" name="Rectangle: Rounded Corners 2">
              <a:extLst>
                <a:ext uri="{FF2B5EF4-FFF2-40B4-BE49-F238E27FC236}">
                  <a16:creationId xmlns:a16="http://schemas.microsoft.com/office/drawing/2014/main" id="{0AC56E96-D40B-10A7-8C90-F13393861B69}"/>
                </a:ext>
              </a:extLst>
            </p:cNvPr>
            <p:cNvSpPr/>
            <p:nvPr/>
          </p:nvSpPr>
          <p:spPr bwMode="auto">
            <a:xfrm>
              <a:off x="1458322" y="5483950"/>
              <a:ext cx="4505014"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Drive mid-term AI attach and expansion</a:t>
              </a:r>
            </a:p>
          </p:txBody>
        </p:sp>
        <p:grpSp>
          <p:nvGrpSpPr>
            <p:cNvPr id="6" name="Group 5">
              <a:extLst>
                <a:ext uri="{FF2B5EF4-FFF2-40B4-BE49-F238E27FC236}">
                  <a16:creationId xmlns:a16="http://schemas.microsoft.com/office/drawing/2014/main" id="{12AEA1FA-BCA7-6A15-B903-BBBE9018ABE1}"/>
                </a:ext>
                <a:ext uri="{C183D7F6-B498-43B3-948B-1728B52AA6E4}">
                  <adec:decorative xmlns:adec="http://schemas.microsoft.com/office/drawing/2017/decorative" val="1"/>
                </a:ext>
              </a:extLst>
            </p:cNvPr>
            <p:cNvGrpSpPr/>
            <p:nvPr/>
          </p:nvGrpSpPr>
          <p:grpSpPr>
            <a:xfrm>
              <a:off x="1534405" y="5557838"/>
              <a:ext cx="243402" cy="243402"/>
              <a:chOff x="5605462" y="2938462"/>
              <a:chExt cx="981075" cy="981075"/>
            </a:xfrm>
            <a:solidFill>
              <a:schemeClr val="bg1"/>
            </a:solidFill>
          </p:grpSpPr>
          <p:sp>
            <p:nvSpPr>
              <p:cNvPr id="7" name="Freeform: Shape 6">
                <a:extLst>
                  <a:ext uri="{FF2B5EF4-FFF2-40B4-BE49-F238E27FC236}">
                    <a16:creationId xmlns:a16="http://schemas.microsoft.com/office/drawing/2014/main" id="{3D26F124-0065-4D41-B129-48D76B37ECA4}"/>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0" name="Freeform: Shape 9">
                <a:extLst>
                  <a:ext uri="{FF2B5EF4-FFF2-40B4-BE49-F238E27FC236}">
                    <a16:creationId xmlns:a16="http://schemas.microsoft.com/office/drawing/2014/main" id="{ED0ECCC5-E3E1-150B-717B-9E0FFCB2DE4E}"/>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11" name="Rectangle: Rounded Corners 8">
            <a:extLst>
              <a:ext uri="{FF2B5EF4-FFF2-40B4-BE49-F238E27FC236}">
                <a16:creationId xmlns:a16="http://schemas.microsoft.com/office/drawing/2014/main" id="{9F9AE9FA-35C3-D402-B290-811E8760C57D}"/>
              </a:ext>
              <a:ext uri="{C183D7F6-B498-43B3-948B-1728B52AA6E4}">
                <adec:decorative xmlns:adec="http://schemas.microsoft.com/office/drawing/2017/decorative" val="1"/>
              </a:ext>
            </a:extLst>
          </p:cNvPr>
          <p:cNvSpPr/>
          <p:nvPr/>
        </p:nvSpPr>
        <p:spPr bwMode="auto">
          <a:xfrm>
            <a:off x="6363918" y="2788556"/>
            <a:ext cx="5372090" cy="732108"/>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14" name="TextBox 13">
            <a:extLst>
              <a:ext uri="{FF2B5EF4-FFF2-40B4-BE49-F238E27FC236}">
                <a16:creationId xmlns:a16="http://schemas.microsoft.com/office/drawing/2014/main" id="{AA44FA88-431A-9981-DBBE-FC62487F6B32}"/>
              </a:ext>
            </a:extLst>
          </p:cNvPr>
          <p:cNvSpPr txBox="1"/>
          <p:nvPr/>
        </p:nvSpPr>
        <p:spPr>
          <a:xfrm>
            <a:off x="6496716" y="3031499"/>
            <a:ext cx="5020334" cy="246221"/>
          </a:xfrm>
          <a:prstGeom prst="rect">
            <a:avLst/>
          </a:prstGeom>
          <a:noFill/>
        </p:spPr>
        <p:txBody>
          <a:bodyPr wrap="square" lIns="0" tIns="0" rIns="0" bIns="0" rtlCol="0">
            <a:spAutoFit/>
          </a:bodyPr>
          <a:lstStyle/>
          <a:p>
            <a:r>
              <a:rPr lang="en-US" sz="1600">
                <a:gradFill>
                  <a:gsLst>
                    <a:gs pos="0">
                      <a:srgbClr val="FFFFFF">
                        <a:lumMod val="100000"/>
                      </a:srgbClr>
                    </a:gs>
                    <a:gs pos="0">
                      <a:srgbClr val="C03BC3"/>
                    </a:gs>
                    <a:gs pos="98000">
                      <a:srgbClr val="DD4A84"/>
                    </a:gs>
                  </a:gsLst>
                </a:gradFill>
                <a:latin typeface="Segoe Sans Display Semibold"/>
                <a:cs typeface="Segoe UI"/>
              </a:rPr>
              <a:t>Same great plan, with an AI productivity upgrade</a:t>
            </a:r>
          </a:p>
        </p:txBody>
      </p:sp>
      <p:sp>
        <p:nvSpPr>
          <p:cNvPr id="17" name="Rectangle: Rounded Corners 8">
            <a:extLst>
              <a:ext uri="{FF2B5EF4-FFF2-40B4-BE49-F238E27FC236}">
                <a16:creationId xmlns:a16="http://schemas.microsoft.com/office/drawing/2014/main" id="{C2541B53-A364-3261-FBE6-47A56820CDB9}"/>
              </a:ext>
              <a:ext uri="{C183D7F6-B498-43B3-948B-1728B52AA6E4}">
                <adec:decorative xmlns:adec="http://schemas.microsoft.com/office/drawing/2017/decorative" val="1"/>
              </a:ext>
            </a:extLst>
          </p:cNvPr>
          <p:cNvSpPr/>
          <p:nvPr/>
        </p:nvSpPr>
        <p:spPr bwMode="auto">
          <a:xfrm>
            <a:off x="6363918" y="4345166"/>
            <a:ext cx="5372090" cy="732108"/>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18" name="TextBox 17">
            <a:extLst>
              <a:ext uri="{FF2B5EF4-FFF2-40B4-BE49-F238E27FC236}">
                <a16:creationId xmlns:a16="http://schemas.microsoft.com/office/drawing/2014/main" id="{E9E55FA0-D674-BB1A-1618-8743F7703D27}"/>
              </a:ext>
            </a:extLst>
          </p:cNvPr>
          <p:cNvSpPr txBox="1"/>
          <p:nvPr/>
        </p:nvSpPr>
        <p:spPr>
          <a:xfrm>
            <a:off x="6496716" y="4588109"/>
            <a:ext cx="5020334" cy="246221"/>
          </a:xfrm>
          <a:prstGeom prst="rect">
            <a:avLst/>
          </a:prstGeom>
          <a:noFill/>
        </p:spPr>
        <p:txBody>
          <a:bodyPr wrap="square" lIns="0" tIns="0" rIns="0" bIns="0" rtlCol="0">
            <a:spAutoFit/>
          </a:bodyPr>
          <a:lstStyle/>
          <a:p>
            <a:r>
              <a:rPr lang="en-US" sz="1600">
                <a:gradFill>
                  <a:gsLst>
                    <a:gs pos="0">
                      <a:srgbClr val="FFFFFF">
                        <a:lumMod val="100000"/>
                      </a:srgbClr>
                    </a:gs>
                    <a:gs pos="0">
                      <a:srgbClr val="C03BC3"/>
                    </a:gs>
                    <a:gs pos="98000">
                      <a:srgbClr val="DD4A84"/>
                    </a:gs>
                  </a:gsLst>
                </a:gradFill>
                <a:latin typeface="Segoe Sans Display Semibold"/>
                <a:cs typeface="Segoe UI"/>
              </a:rPr>
              <a:t>Expand AI productivity to every user</a:t>
            </a:r>
          </a:p>
        </p:txBody>
      </p:sp>
      <p:sp>
        <p:nvSpPr>
          <p:cNvPr id="19" name="Rectangle: Rounded Corners 8">
            <a:extLst>
              <a:ext uri="{FF2B5EF4-FFF2-40B4-BE49-F238E27FC236}">
                <a16:creationId xmlns:a16="http://schemas.microsoft.com/office/drawing/2014/main" id="{AED51035-43EA-BE79-E94E-5D92FF9DB457}"/>
              </a:ext>
              <a:ext uri="{C183D7F6-B498-43B3-948B-1728B52AA6E4}">
                <adec:decorative xmlns:adec="http://schemas.microsoft.com/office/drawing/2017/decorative" val="1"/>
              </a:ext>
            </a:extLst>
          </p:cNvPr>
          <p:cNvSpPr/>
          <p:nvPr/>
        </p:nvSpPr>
        <p:spPr bwMode="auto">
          <a:xfrm>
            <a:off x="6379320" y="5163098"/>
            <a:ext cx="5372090" cy="732108"/>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20" name="TextBox 19">
            <a:extLst>
              <a:ext uri="{FF2B5EF4-FFF2-40B4-BE49-F238E27FC236}">
                <a16:creationId xmlns:a16="http://schemas.microsoft.com/office/drawing/2014/main" id="{1EA60E7A-06A9-0740-BC25-25655BC38A3C}"/>
              </a:ext>
            </a:extLst>
          </p:cNvPr>
          <p:cNvSpPr txBox="1"/>
          <p:nvPr/>
        </p:nvSpPr>
        <p:spPr>
          <a:xfrm>
            <a:off x="6512118" y="5406041"/>
            <a:ext cx="5020334" cy="246221"/>
          </a:xfrm>
          <a:prstGeom prst="rect">
            <a:avLst/>
          </a:prstGeom>
          <a:noFill/>
        </p:spPr>
        <p:txBody>
          <a:bodyPr wrap="square" lIns="0" tIns="0" rIns="0" bIns="0" rtlCol="0">
            <a:spAutoFit/>
          </a:bodyPr>
          <a:lstStyle/>
          <a:p>
            <a:r>
              <a:rPr lang="en-US" sz="1600">
                <a:gradFill>
                  <a:gsLst>
                    <a:gs pos="0">
                      <a:srgbClr val="FFFFFF">
                        <a:lumMod val="100000"/>
                      </a:srgbClr>
                    </a:gs>
                    <a:gs pos="0">
                      <a:srgbClr val="C03BC3"/>
                    </a:gs>
                    <a:gs pos="98000">
                      <a:srgbClr val="DD4A84"/>
                    </a:gs>
                  </a:gsLst>
                </a:gradFill>
                <a:latin typeface="Segoe Sans Display Semibold"/>
                <a:cs typeface="Segoe UI"/>
              </a:rPr>
              <a:t>Get started with Copilot for less</a:t>
            </a:r>
          </a:p>
        </p:txBody>
      </p:sp>
    </p:spTree>
    <p:extLst>
      <p:ext uri="{BB962C8B-B14F-4D97-AF65-F5344CB8AC3E}">
        <p14:creationId xmlns:p14="http://schemas.microsoft.com/office/powerpoint/2010/main" val="8504389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42" presetClass="path" presetSubtype="0" decel="100000" fill="hold" grpId="1" nodeType="withEffect" nodePh="1">
                                  <p:stCondLst>
                                    <p:cond delay="0"/>
                                  </p:stCondLst>
                                  <p:endCondLst>
                                    <p:cond evt="begin" delay="0">
                                      <p:tn val="8"/>
                                    </p:cond>
                                  </p:endCondLst>
                                  <p:childTnLst>
                                    <p:animMotion origin="layout" path="M -1.45833E-6 -2.59259E-6 L -1.45833E-6 0.03542 " pathEditMode="relative" rAng="0" ptsTypes="AA">
                                      <p:cBhvr>
                                        <p:cTn id="9" dur="700" spd="-100000" fill="hold"/>
                                        <p:tgtEl>
                                          <p:spTgt spid="30"/>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19EBD-9DE4-D9BD-567E-3DB617298647}"/>
            </a:ext>
          </a:extLst>
        </p:cNvPr>
        <p:cNvGrpSpPr/>
        <p:nvPr/>
      </p:nvGrpSpPr>
      <p:grpSpPr>
        <a:xfrm>
          <a:off x="0" y="0"/>
          <a:ext cx="0" cy="0"/>
          <a:chOff x="0" y="0"/>
          <a:chExt cx="0" cy="0"/>
        </a:xfrm>
      </p:grpSpPr>
      <p:sp>
        <p:nvSpPr>
          <p:cNvPr id="110" name="Rectangle: Rounded Corners 43">
            <a:extLst>
              <a:ext uri="{FF2B5EF4-FFF2-40B4-BE49-F238E27FC236}">
                <a16:creationId xmlns:a16="http://schemas.microsoft.com/office/drawing/2014/main" id="{7DAA59F3-D0C1-A75E-1373-38C9D14D6B3E}"/>
              </a:ext>
              <a:ext uri="{C183D7F6-B498-43B3-948B-1728B52AA6E4}">
                <adec:decorative xmlns:adec="http://schemas.microsoft.com/office/drawing/2017/decorative" val="1"/>
              </a:ext>
            </a:extLst>
          </p:cNvPr>
          <p:cNvSpPr>
            <a:spLocks/>
          </p:cNvSpPr>
          <p:nvPr/>
        </p:nvSpPr>
        <p:spPr bwMode="auto">
          <a:xfrm>
            <a:off x="6571864" y="1476894"/>
            <a:ext cx="2594285" cy="4241131"/>
          </a:xfrm>
          <a:prstGeom prst="roundRect">
            <a:avLst>
              <a:gd name="adj" fmla="val 5000"/>
            </a:avLst>
          </a:prstGeom>
          <a:no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endParaRPr lang="en-US">
              <a:solidFill>
                <a:prstClr val="black"/>
              </a:solidFill>
              <a:latin typeface="Segoe Sans Display"/>
              <a:cs typeface="Segoe UI" pitchFamily="34" charset="0"/>
            </a:endParaRPr>
          </a:p>
        </p:txBody>
      </p:sp>
      <p:sp>
        <p:nvSpPr>
          <p:cNvPr id="30" name="Title 5">
            <a:extLst>
              <a:ext uri="{FF2B5EF4-FFF2-40B4-BE49-F238E27FC236}">
                <a16:creationId xmlns:a16="http://schemas.microsoft.com/office/drawing/2014/main" id="{5113D06B-B935-43C0-F9F5-109E591760AE}"/>
              </a:ext>
            </a:extLst>
          </p:cNvPr>
          <p:cNvSpPr txBox="1">
            <a:spLocks/>
          </p:cNvSpPr>
          <p:nvPr/>
        </p:nvSpPr>
        <p:spPr>
          <a:xfrm>
            <a:off x="325244" y="437646"/>
            <a:ext cx="5401788" cy="565402"/>
          </a:xfrm>
          <a:prstGeom prst="rect">
            <a:avLst/>
          </a:prstGeom>
        </p:spPr>
        <p:txBody>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endParaRPr lang="en-US" sz="3200" b="1">
              <a:solidFill>
                <a:schemeClr val="tx1"/>
              </a:solidFill>
              <a:latin typeface="+mj-lt"/>
              <a:ea typeface="+mj-ea"/>
              <a:cs typeface="+mj-cs"/>
            </a:endParaRPr>
          </a:p>
        </p:txBody>
      </p:sp>
      <p:sp>
        <p:nvSpPr>
          <p:cNvPr id="12" name="Title 1">
            <a:extLst>
              <a:ext uri="{FF2B5EF4-FFF2-40B4-BE49-F238E27FC236}">
                <a16:creationId xmlns:a16="http://schemas.microsoft.com/office/drawing/2014/main" id="{989659DE-621F-AADE-8E0F-D68C0365030B}"/>
              </a:ext>
            </a:extLst>
          </p:cNvPr>
          <p:cNvSpPr>
            <a:spLocks noGrp="1"/>
          </p:cNvSpPr>
          <p:nvPr>
            <p:ph type="title"/>
          </p:nvPr>
        </p:nvSpPr>
        <p:spPr>
          <a:xfrm>
            <a:off x="455992" y="549736"/>
            <a:ext cx="3383468" cy="984885"/>
          </a:xfrm>
        </p:spPr>
        <p:txBody>
          <a:bodyPr/>
          <a:lstStyle/>
          <a:p>
            <a:r>
              <a:rPr lang="en-US" sz="3200">
                <a:solidFill>
                  <a:srgbClr val="000000"/>
                </a:solidFill>
                <a:latin typeface="Segoe Sans Display Semibold"/>
                <a:cs typeface="Segoe UI"/>
              </a:rPr>
              <a:t>Turn every renewal into an AI upgrade</a:t>
            </a:r>
          </a:p>
        </p:txBody>
      </p:sp>
      <p:sp>
        <p:nvSpPr>
          <p:cNvPr id="13" name="Text Placeholder 2">
            <a:extLst>
              <a:ext uri="{FF2B5EF4-FFF2-40B4-BE49-F238E27FC236}">
                <a16:creationId xmlns:a16="http://schemas.microsoft.com/office/drawing/2014/main" id="{DEEF689B-0AAF-CCE4-8DC8-B81774B55503}"/>
              </a:ext>
            </a:extLst>
          </p:cNvPr>
          <p:cNvSpPr txBox="1">
            <a:spLocks/>
          </p:cNvSpPr>
          <p:nvPr/>
        </p:nvSpPr>
        <p:spPr>
          <a:xfrm>
            <a:off x="455992"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accent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Go to market approach</a:t>
            </a:r>
          </a:p>
        </p:txBody>
      </p:sp>
      <p:grpSp>
        <p:nvGrpSpPr>
          <p:cNvPr id="6" name="Group 5">
            <a:extLst>
              <a:ext uri="{FF2B5EF4-FFF2-40B4-BE49-F238E27FC236}">
                <a16:creationId xmlns:a16="http://schemas.microsoft.com/office/drawing/2014/main" id="{6D95C19C-7ED3-6CFD-46C2-8E84FE05CAF6}"/>
              </a:ext>
              <a:ext uri="{C183D7F6-B498-43B3-948B-1728B52AA6E4}">
                <adec:decorative xmlns:adec="http://schemas.microsoft.com/office/drawing/2017/decorative" val="1"/>
              </a:ext>
            </a:extLst>
          </p:cNvPr>
          <p:cNvGrpSpPr/>
          <p:nvPr/>
        </p:nvGrpSpPr>
        <p:grpSpPr>
          <a:xfrm>
            <a:off x="6713835" y="1627305"/>
            <a:ext cx="2306112" cy="389513"/>
            <a:chOff x="1458321" y="5483950"/>
            <a:chExt cx="2306112" cy="389513"/>
          </a:xfrm>
          <a:effectLst>
            <a:outerShdw blurRad="127000" dist="127000" dir="2700000" algn="tl" rotWithShape="0">
              <a:prstClr val="black">
                <a:alpha val="15000"/>
              </a:prstClr>
            </a:outerShdw>
          </a:effectLst>
        </p:grpSpPr>
        <p:sp>
          <p:nvSpPr>
            <p:cNvPr id="7" name="Rectangle: Rounded Corners 6">
              <a:extLst>
                <a:ext uri="{FF2B5EF4-FFF2-40B4-BE49-F238E27FC236}">
                  <a16:creationId xmlns:a16="http://schemas.microsoft.com/office/drawing/2014/main" id="{0B22F2B3-09F1-5DE1-EEE9-3D4807798C0A}"/>
                </a:ext>
              </a:extLst>
            </p:cNvPr>
            <p:cNvSpPr/>
            <p:nvPr/>
          </p:nvSpPr>
          <p:spPr bwMode="auto">
            <a:xfrm>
              <a:off x="1458321" y="5483950"/>
              <a:ext cx="2306112"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lang="en-US" sz="1200">
                  <a:solidFill>
                    <a:srgbClr val="FFFFFF"/>
                  </a:solidFill>
                  <a:latin typeface="Segoe Sans Display Semibold"/>
                  <a:cs typeface="Segoe UI" pitchFamily="34" charset="0"/>
                </a:rPr>
                <a:t>Hero</a:t>
              </a:r>
              <a:endPar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grpSp>
          <p:nvGrpSpPr>
            <p:cNvPr id="10" name="Group 9">
              <a:extLst>
                <a:ext uri="{FF2B5EF4-FFF2-40B4-BE49-F238E27FC236}">
                  <a16:creationId xmlns:a16="http://schemas.microsoft.com/office/drawing/2014/main" id="{418D6326-C2E4-46D1-9E44-8D9DDE22C666}"/>
                </a:ext>
                <a:ext uri="{C183D7F6-B498-43B3-948B-1728B52AA6E4}">
                  <adec:decorative xmlns:adec="http://schemas.microsoft.com/office/drawing/2017/decorative" val="1"/>
                </a:ext>
              </a:extLst>
            </p:cNvPr>
            <p:cNvGrpSpPr/>
            <p:nvPr/>
          </p:nvGrpSpPr>
          <p:grpSpPr>
            <a:xfrm>
              <a:off x="1534405" y="5557838"/>
              <a:ext cx="243402" cy="243402"/>
              <a:chOff x="5605462" y="2938462"/>
              <a:chExt cx="981075" cy="981075"/>
            </a:xfrm>
            <a:solidFill>
              <a:schemeClr val="bg1"/>
            </a:solidFill>
          </p:grpSpPr>
          <p:sp>
            <p:nvSpPr>
              <p:cNvPr id="11" name="Freeform: Shape 10">
                <a:extLst>
                  <a:ext uri="{FF2B5EF4-FFF2-40B4-BE49-F238E27FC236}">
                    <a16:creationId xmlns:a16="http://schemas.microsoft.com/office/drawing/2014/main" id="{8AB21156-8209-5CE9-38AC-85EEE4F9F858}"/>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4" name="Freeform: Shape 13">
                <a:extLst>
                  <a:ext uri="{FF2B5EF4-FFF2-40B4-BE49-F238E27FC236}">
                    <a16:creationId xmlns:a16="http://schemas.microsoft.com/office/drawing/2014/main" id="{FADD9C87-7A99-8744-3D5F-4225EC6D4201}"/>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15" name="Rectangle: Rounded Corners 8">
            <a:extLst>
              <a:ext uri="{FF2B5EF4-FFF2-40B4-BE49-F238E27FC236}">
                <a16:creationId xmlns:a16="http://schemas.microsoft.com/office/drawing/2014/main" id="{73D54606-EABD-693B-5519-860666F04B2C}"/>
              </a:ext>
              <a:ext uri="{C183D7F6-B498-43B3-948B-1728B52AA6E4}">
                <adec:decorative xmlns:adec="http://schemas.microsoft.com/office/drawing/2017/decorative" val="1"/>
              </a:ext>
            </a:extLst>
          </p:cNvPr>
          <p:cNvSpPr/>
          <p:nvPr/>
        </p:nvSpPr>
        <p:spPr bwMode="auto">
          <a:xfrm>
            <a:off x="4517888" y="3675743"/>
            <a:ext cx="1698203" cy="860131"/>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17" name="TextBox 16">
            <a:extLst>
              <a:ext uri="{FF2B5EF4-FFF2-40B4-BE49-F238E27FC236}">
                <a16:creationId xmlns:a16="http://schemas.microsoft.com/office/drawing/2014/main" id="{6B2C05FD-D4BC-7141-213D-395D7FFF7FEF}"/>
              </a:ext>
            </a:extLst>
          </p:cNvPr>
          <p:cNvSpPr txBox="1"/>
          <p:nvPr/>
        </p:nvSpPr>
        <p:spPr>
          <a:xfrm>
            <a:off x="4752104" y="3921142"/>
            <a:ext cx="1463988" cy="369332"/>
          </a:xfrm>
          <a:prstGeom prst="rect">
            <a:avLst/>
          </a:prstGeom>
          <a:noFill/>
        </p:spPr>
        <p:txBody>
          <a:bodyPr wrap="square" lIns="0" tIns="0" rIns="0" bIns="0" rtlCol="0">
            <a:spAutoFit/>
          </a:bodyPr>
          <a:lstStyle/>
          <a:p>
            <a:r>
              <a:rPr lang="en-US" sz="1200">
                <a:solidFill>
                  <a:srgbClr val="000000"/>
                </a:solidFill>
                <a:latin typeface="Segoe Sans Display Semibold"/>
                <a:cs typeface="Segoe UI"/>
              </a:rPr>
              <a:t>Microsoft 365 Business Standard</a:t>
            </a:r>
          </a:p>
        </p:txBody>
      </p:sp>
      <p:sp>
        <p:nvSpPr>
          <p:cNvPr id="19" name="Rectangle: Rounded Corners 8">
            <a:extLst>
              <a:ext uri="{FF2B5EF4-FFF2-40B4-BE49-F238E27FC236}">
                <a16:creationId xmlns:a16="http://schemas.microsoft.com/office/drawing/2014/main" id="{2C1A1B81-F69D-2A97-6B7A-5C9192132155}"/>
              </a:ext>
              <a:ext uri="{C183D7F6-B498-43B3-948B-1728B52AA6E4}">
                <adec:decorative xmlns:adec="http://schemas.microsoft.com/office/drawing/2017/decorative" val="1"/>
              </a:ext>
            </a:extLst>
          </p:cNvPr>
          <p:cNvSpPr/>
          <p:nvPr/>
        </p:nvSpPr>
        <p:spPr bwMode="auto">
          <a:xfrm>
            <a:off x="6715330" y="2661716"/>
            <a:ext cx="2306112" cy="875219"/>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23" name="TextBox 22">
            <a:extLst>
              <a:ext uri="{FF2B5EF4-FFF2-40B4-BE49-F238E27FC236}">
                <a16:creationId xmlns:a16="http://schemas.microsoft.com/office/drawing/2014/main" id="{22B20D22-E643-CB87-AC48-1049D05BC7A7}"/>
              </a:ext>
            </a:extLst>
          </p:cNvPr>
          <p:cNvSpPr txBox="1"/>
          <p:nvPr/>
        </p:nvSpPr>
        <p:spPr>
          <a:xfrm>
            <a:off x="6947796" y="2914659"/>
            <a:ext cx="1698075" cy="369332"/>
          </a:xfrm>
          <a:prstGeom prst="rect">
            <a:avLst/>
          </a:prstGeom>
          <a:noFill/>
        </p:spPr>
        <p:txBody>
          <a:bodyPr wrap="square" lIns="0" tIns="0" rIns="0" bIns="0" rtlCol="0">
            <a:spAutoFit/>
          </a:bodyPr>
          <a:lstStyle/>
          <a:p>
            <a:pPr algn="l">
              <a:spcAft>
                <a:spcPts val="600"/>
              </a:spcAft>
            </a:pPr>
            <a:r>
              <a:rPr lang="en-US" sz="1200">
                <a:solidFill>
                  <a:srgbClr val="000000"/>
                </a:solidFill>
                <a:latin typeface="Segoe Sans Display Semibold"/>
                <a:cs typeface="Segoe UI"/>
              </a:rPr>
              <a:t>Business Standard + Copilot Business </a:t>
            </a:r>
          </a:p>
        </p:txBody>
      </p:sp>
      <p:sp>
        <p:nvSpPr>
          <p:cNvPr id="42" name="Rectangle: Rounded Corners 8">
            <a:extLst>
              <a:ext uri="{FF2B5EF4-FFF2-40B4-BE49-F238E27FC236}">
                <a16:creationId xmlns:a16="http://schemas.microsoft.com/office/drawing/2014/main" id="{7D4A3770-35D1-3C66-6F9C-A398AC1E8D39}"/>
              </a:ext>
              <a:ext uri="{C183D7F6-B498-43B3-948B-1728B52AA6E4}">
                <adec:decorative xmlns:adec="http://schemas.microsoft.com/office/drawing/2017/decorative" val="1"/>
              </a:ext>
            </a:extLst>
          </p:cNvPr>
          <p:cNvSpPr/>
          <p:nvPr/>
        </p:nvSpPr>
        <p:spPr bwMode="auto">
          <a:xfrm>
            <a:off x="4517888" y="4678007"/>
            <a:ext cx="1698203" cy="860131"/>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43" name="TextBox 42">
            <a:extLst>
              <a:ext uri="{FF2B5EF4-FFF2-40B4-BE49-F238E27FC236}">
                <a16:creationId xmlns:a16="http://schemas.microsoft.com/office/drawing/2014/main" id="{B0465ABD-BD83-306F-C9B7-6D85D468369E}"/>
              </a:ext>
            </a:extLst>
          </p:cNvPr>
          <p:cNvSpPr txBox="1"/>
          <p:nvPr/>
        </p:nvSpPr>
        <p:spPr>
          <a:xfrm>
            <a:off x="4752103" y="4923406"/>
            <a:ext cx="1463988" cy="369332"/>
          </a:xfrm>
          <a:prstGeom prst="rect">
            <a:avLst/>
          </a:prstGeom>
          <a:noFill/>
        </p:spPr>
        <p:txBody>
          <a:bodyPr wrap="square" lIns="0" tIns="0" rIns="0" bIns="0" rtlCol="0">
            <a:spAutoFit/>
          </a:bodyPr>
          <a:lstStyle/>
          <a:p>
            <a:pPr algn="l"/>
            <a:r>
              <a:rPr lang="en-US" sz="1200">
                <a:solidFill>
                  <a:srgbClr val="000000"/>
                </a:solidFill>
                <a:latin typeface="Segoe Sans Display Semibold"/>
                <a:cs typeface="Segoe UI"/>
              </a:rPr>
              <a:t>Microsoft 365 Business Premium</a:t>
            </a:r>
          </a:p>
        </p:txBody>
      </p:sp>
      <p:sp>
        <p:nvSpPr>
          <p:cNvPr id="4" name="Content Placeholder 3">
            <a:extLst>
              <a:ext uri="{FF2B5EF4-FFF2-40B4-BE49-F238E27FC236}">
                <a16:creationId xmlns:a16="http://schemas.microsoft.com/office/drawing/2014/main" id="{F7210046-B616-AA82-30D0-12EDEE0DB8FF}"/>
              </a:ext>
            </a:extLst>
          </p:cNvPr>
          <p:cNvSpPr txBox="1">
            <a:spLocks/>
          </p:cNvSpPr>
          <p:nvPr/>
        </p:nvSpPr>
        <p:spPr>
          <a:xfrm>
            <a:off x="477022" y="1653831"/>
            <a:ext cx="3503548" cy="4777800"/>
          </a:xfrm>
          <a:prstGeom prst="rect">
            <a:avLst/>
          </a:prstGeom>
        </p:spPr>
        <p:txBody>
          <a:bodyPr vert="horz" wrap="square" lIns="0" tIns="0" rIns="0" bIns="0" numCol="1"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a:latin typeface="Segoe UI" panose="020B0502040204020203" pitchFamily="34" charset="0"/>
                <a:cs typeface="Segoe UI" panose="020B0502040204020203" pitchFamily="34" charset="0"/>
              </a:rPr>
              <a:t>Renewals are your most strategic opportunity to drive AI adoption—especially with new promotional offers creating a compelling event. </a:t>
            </a:r>
          </a:p>
          <a:p>
            <a:r>
              <a:rPr lang="en-US" sz="1200">
                <a:latin typeface="Segoe UI" panose="020B0502040204020203" pitchFamily="34" charset="0"/>
                <a:cs typeface="Segoe UI" panose="020B0502040204020203" pitchFamily="34" charset="0"/>
              </a:rPr>
              <a:t>The key is to meet customers where they are and make the path forward simple.  We have defined an approach to capitalize on this opportunity.</a:t>
            </a:r>
          </a:p>
          <a:p>
            <a:r>
              <a:rPr lang="en-US" sz="1200">
                <a:ln w="3175">
                  <a:noFill/>
                </a:ln>
                <a:gradFill>
                  <a:gsLst>
                    <a:gs pos="0">
                      <a:srgbClr val="FFFFFF"/>
                    </a:gs>
                    <a:gs pos="0">
                      <a:srgbClr val="C03BC3"/>
                    </a:gs>
                    <a:gs pos="98000">
                      <a:srgbClr val="DD4A84"/>
                    </a:gs>
                  </a:gsLst>
                  <a:lin ang="0" scaled="1"/>
                </a:gradFill>
                <a:latin typeface="Segoe Sans Display Semibold"/>
              </a:rPr>
              <a:t>Hero motion: </a:t>
            </a:r>
            <a:r>
              <a:rPr lang="en-US" sz="1200">
                <a:latin typeface="Segoe UI" panose="020B0502040204020203" pitchFamily="34" charset="0"/>
                <a:cs typeface="Segoe UI" panose="020B0502040204020203" pitchFamily="34" charset="0"/>
              </a:rPr>
              <a:t>Lead with the all-in-one bundle for secure, AI-powered productivity. Position this as the ultimate upgrade—advanced security plus AI in a single step for maximum value.</a:t>
            </a:r>
          </a:p>
          <a:p>
            <a:r>
              <a:rPr lang="en-US" sz="1200">
                <a:ln w="3175">
                  <a:noFill/>
                </a:ln>
                <a:gradFill>
                  <a:gsLst>
                    <a:gs pos="0">
                      <a:srgbClr val="FFFFFF"/>
                    </a:gs>
                    <a:gs pos="0">
                      <a:srgbClr val="C03BC3"/>
                    </a:gs>
                    <a:gs pos="98000">
                      <a:srgbClr val="DD4A84"/>
                    </a:gs>
                  </a:gsLst>
                  <a:lin ang="0" scaled="1"/>
                </a:gradFill>
                <a:latin typeface="Segoe Sans Display Semibold"/>
              </a:rPr>
              <a:t>Fallback Approach: </a:t>
            </a:r>
            <a:r>
              <a:rPr lang="en-US" sz="1200">
                <a:latin typeface="Segoe UI" panose="020B0502040204020203" pitchFamily="34" charset="0"/>
                <a:cs typeface="Segoe UI" panose="020B0502040204020203" pitchFamily="34" charset="0"/>
              </a:rPr>
              <a:t>For customers not ready to go all-in, offer an easy entry point. Position “Stay on your current plan and add AI” as the simplest way to unlock productivity without changing their core subscription.</a:t>
            </a:r>
          </a:p>
          <a:p>
            <a:r>
              <a:rPr lang="en-US" sz="1200">
                <a:latin typeface="Segoe UI" panose="020B0502040204020203" pitchFamily="34" charset="0"/>
                <a:cs typeface="Segoe UI" panose="020B0502040204020203" pitchFamily="34" charset="0"/>
              </a:rPr>
              <a:t>These options become even more attractive when paired with limited-time promotional pricing, making renewal conversations the perfect moment to upgrade. </a:t>
            </a:r>
          </a:p>
        </p:txBody>
      </p:sp>
      <p:sp>
        <p:nvSpPr>
          <p:cNvPr id="72" name="Rectangle: Rounded Corners 8">
            <a:extLst>
              <a:ext uri="{FF2B5EF4-FFF2-40B4-BE49-F238E27FC236}">
                <a16:creationId xmlns:a16="http://schemas.microsoft.com/office/drawing/2014/main" id="{98D09510-4B25-8130-DE41-FFF653FAE692}"/>
              </a:ext>
              <a:ext uri="{C183D7F6-B498-43B3-948B-1728B52AA6E4}">
                <adec:decorative xmlns:adec="http://schemas.microsoft.com/office/drawing/2017/decorative" val="1"/>
              </a:ext>
            </a:extLst>
          </p:cNvPr>
          <p:cNvSpPr/>
          <p:nvPr/>
        </p:nvSpPr>
        <p:spPr bwMode="auto">
          <a:xfrm>
            <a:off x="4528048" y="2669260"/>
            <a:ext cx="1688043" cy="860131"/>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73" name="TextBox 72">
            <a:extLst>
              <a:ext uri="{FF2B5EF4-FFF2-40B4-BE49-F238E27FC236}">
                <a16:creationId xmlns:a16="http://schemas.microsoft.com/office/drawing/2014/main" id="{DD8E9C9E-6363-A28B-72FC-DF161EB278F7}"/>
              </a:ext>
            </a:extLst>
          </p:cNvPr>
          <p:cNvSpPr txBox="1"/>
          <p:nvPr/>
        </p:nvSpPr>
        <p:spPr>
          <a:xfrm>
            <a:off x="4762264" y="2914659"/>
            <a:ext cx="1350843" cy="369332"/>
          </a:xfrm>
          <a:prstGeom prst="rect">
            <a:avLst/>
          </a:prstGeom>
          <a:noFill/>
        </p:spPr>
        <p:txBody>
          <a:bodyPr wrap="square" lIns="0" tIns="0" rIns="0" bIns="0" rtlCol="0">
            <a:spAutoFit/>
          </a:bodyPr>
          <a:lstStyle/>
          <a:p>
            <a:r>
              <a:rPr lang="en-US" sz="1200">
                <a:solidFill>
                  <a:srgbClr val="000000"/>
                </a:solidFill>
                <a:latin typeface="Segoe Sans Display Semibold"/>
                <a:cs typeface="Segoe UI"/>
              </a:rPr>
              <a:t>Microsoft 365 Business Basic</a:t>
            </a:r>
          </a:p>
        </p:txBody>
      </p:sp>
      <p:sp>
        <p:nvSpPr>
          <p:cNvPr id="74" name="Rectangle: Rounded Corners 8">
            <a:extLst>
              <a:ext uri="{FF2B5EF4-FFF2-40B4-BE49-F238E27FC236}">
                <a16:creationId xmlns:a16="http://schemas.microsoft.com/office/drawing/2014/main" id="{A7B9383F-251B-C5DB-1E3D-9C8C40980388}"/>
              </a:ext>
              <a:ext uri="{C183D7F6-B498-43B3-948B-1728B52AA6E4}">
                <adec:decorative xmlns:adec="http://schemas.microsoft.com/office/drawing/2017/decorative" val="1"/>
              </a:ext>
            </a:extLst>
          </p:cNvPr>
          <p:cNvSpPr/>
          <p:nvPr/>
        </p:nvSpPr>
        <p:spPr bwMode="auto">
          <a:xfrm>
            <a:off x="6715330" y="3668199"/>
            <a:ext cx="2306112" cy="875219"/>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76" name="Rectangle: Rounded Corners 8">
            <a:extLst>
              <a:ext uri="{FF2B5EF4-FFF2-40B4-BE49-F238E27FC236}">
                <a16:creationId xmlns:a16="http://schemas.microsoft.com/office/drawing/2014/main" id="{C5960348-9E5A-042F-9047-731763DCF902}"/>
              </a:ext>
              <a:ext uri="{C183D7F6-B498-43B3-948B-1728B52AA6E4}">
                <adec:decorative xmlns:adec="http://schemas.microsoft.com/office/drawing/2017/decorative" val="1"/>
              </a:ext>
            </a:extLst>
          </p:cNvPr>
          <p:cNvSpPr/>
          <p:nvPr/>
        </p:nvSpPr>
        <p:spPr bwMode="auto">
          <a:xfrm>
            <a:off x="6714033" y="4670463"/>
            <a:ext cx="2306112" cy="875219"/>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77" name="TextBox 76">
            <a:extLst>
              <a:ext uri="{FF2B5EF4-FFF2-40B4-BE49-F238E27FC236}">
                <a16:creationId xmlns:a16="http://schemas.microsoft.com/office/drawing/2014/main" id="{D9FB5578-A2EE-FDF2-0AB0-F6FEF5E5F6E6}"/>
              </a:ext>
            </a:extLst>
          </p:cNvPr>
          <p:cNvSpPr txBox="1"/>
          <p:nvPr/>
        </p:nvSpPr>
        <p:spPr>
          <a:xfrm>
            <a:off x="6947796" y="4831073"/>
            <a:ext cx="1698075" cy="553998"/>
          </a:xfrm>
          <a:prstGeom prst="rect">
            <a:avLst/>
          </a:prstGeom>
          <a:noFill/>
        </p:spPr>
        <p:txBody>
          <a:bodyPr wrap="square" lIns="0" tIns="0" rIns="0" bIns="0" rtlCol="0">
            <a:spAutoFit/>
          </a:bodyPr>
          <a:lstStyle/>
          <a:p>
            <a:pPr algn="l">
              <a:spcAft>
                <a:spcPts val="600"/>
              </a:spcAft>
            </a:pPr>
            <a:r>
              <a:rPr lang="en-US" sz="1200">
                <a:solidFill>
                  <a:srgbClr val="000000"/>
                </a:solidFill>
                <a:latin typeface="Segoe Sans Display Semibold"/>
                <a:cs typeface="Segoe UI"/>
              </a:rPr>
              <a:t>Business Premium + Copilot Business + Purview Suite</a:t>
            </a:r>
          </a:p>
        </p:txBody>
      </p:sp>
      <p:grpSp>
        <p:nvGrpSpPr>
          <p:cNvPr id="87" name="Group 86">
            <a:extLst>
              <a:ext uri="{FF2B5EF4-FFF2-40B4-BE49-F238E27FC236}">
                <a16:creationId xmlns:a16="http://schemas.microsoft.com/office/drawing/2014/main" id="{CC78E2EC-6D3A-1466-484D-7E9711EDCB98}"/>
              </a:ext>
            </a:extLst>
          </p:cNvPr>
          <p:cNvGrpSpPr/>
          <p:nvPr/>
        </p:nvGrpSpPr>
        <p:grpSpPr>
          <a:xfrm>
            <a:off x="6947796" y="3791015"/>
            <a:ext cx="2035893" cy="629587"/>
            <a:chOff x="8412294" y="3157885"/>
            <a:chExt cx="2035893" cy="629587"/>
          </a:xfrm>
        </p:grpSpPr>
        <p:sp>
          <p:nvSpPr>
            <p:cNvPr id="75" name="TextBox 74">
              <a:extLst>
                <a:ext uri="{FF2B5EF4-FFF2-40B4-BE49-F238E27FC236}">
                  <a16:creationId xmlns:a16="http://schemas.microsoft.com/office/drawing/2014/main" id="{322BBEA8-ECA2-9A1F-B1FD-AACEA124C56C}"/>
                </a:ext>
              </a:extLst>
            </p:cNvPr>
            <p:cNvSpPr txBox="1"/>
            <p:nvPr/>
          </p:nvSpPr>
          <p:spPr>
            <a:xfrm>
              <a:off x="8412294" y="3157885"/>
              <a:ext cx="1698075" cy="369332"/>
            </a:xfrm>
            <a:prstGeom prst="rect">
              <a:avLst/>
            </a:prstGeom>
            <a:noFill/>
          </p:spPr>
          <p:txBody>
            <a:bodyPr wrap="square" lIns="0" tIns="0" rIns="0" bIns="0" rtlCol="0">
              <a:spAutoFit/>
            </a:bodyPr>
            <a:lstStyle/>
            <a:p>
              <a:pPr algn="l">
                <a:spcAft>
                  <a:spcPts val="600"/>
                </a:spcAft>
              </a:pPr>
              <a:r>
                <a:rPr lang="en-US" sz="1200">
                  <a:solidFill>
                    <a:srgbClr val="000000"/>
                  </a:solidFill>
                  <a:latin typeface="Segoe Sans Display Semibold"/>
                  <a:cs typeface="Segoe UI"/>
                </a:rPr>
                <a:t>Business Premium + Copilot Business </a:t>
              </a:r>
            </a:p>
          </p:txBody>
        </p:sp>
        <p:sp>
          <p:nvSpPr>
            <p:cNvPr id="78" name="TextBox 77">
              <a:extLst>
                <a:ext uri="{FF2B5EF4-FFF2-40B4-BE49-F238E27FC236}">
                  <a16:creationId xmlns:a16="http://schemas.microsoft.com/office/drawing/2014/main" id="{167E7813-6ECA-A362-1A8A-B56F0B74141D}"/>
                </a:ext>
              </a:extLst>
            </p:cNvPr>
            <p:cNvSpPr txBox="1"/>
            <p:nvPr/>
          </p:nvSpPr>
          <p:spPr>
            <a:xfrm>
              <a:off x="8412294" y="3633584"/>
              <a:ext cx="2035893" cy="153888"/>
            </a:xfrm>
            <a:prstGeom prst="rect">
              <a:avLst/>
            </a:prstGeom>
            <a:noFill/>
          </p:spPr>
          <p:txBody>
            <a:bodyPr wrap="square" lIns="0" tIns="0" rIns="0" bIns="0" rtlCol="0">
              <a:spAutoFit/>
            </a:bodyPr>
            <a:lstStyle/>
            <a:p>
              <a:pPr algn="l">
                <a:spcAft>
                  <a:spcPts val="600"/>
                </a:spcAft>
              </a:pPr>
              <a:r>
                <a:rPr lang="en-US" sz="1000">
                  <a:solidFill>
                    <a:srgbClr val="000000"/>
                  </a:solidFill>
                  <a:latin typeface="Segoe Sans Display Semibold"/>
                  <a:cs typeface="Segoe UI"/>
                </a:rPr>
                <a:t>+ Purview Suite (Opt. Add-on)</a:t>
              </a:r>
            </a:p>
          </p:txBody>
        </p:sp>
      </p:grpSp>
      <p:grpSp>
        <p:nvGrpSpPr>
          <p:cNvPr id="25" name="Group 24">
            <a:extLst>
              <a:ext uri="{FF2B5EF4-FFF2-40B4-BE49-F238E27FC236}">
                <a16:creationId xmlns:a16="http://schemas.microsoft.com/office/drawing/2014/main" id="{485E9372-604D-0A4F-15E3-838A5CC7E708}"/>
              </a:ext>
              <a:ext uri="{C183D7F6-B498-43B3-948B-1728B52AA6E4}">
                <adec:decorative xmlns:adec="http://schemas.microsoft.com/office/drawing/2017/decorative" val="1"/>
              </a:ext>
            </a:extLst>
          </p:cNvPr>
          <p:cNvGrpSpPr/>
          <p:nvPr/>
        </p:nvGrpSpPr>
        <p:grpSpPr>
          <a:xfrm>
            <a:off x="6128365" y="2946936"/>
            <a:ext cx="304779" cy="304779"/>
            <a:chOff x="5929289" y="2938463"/>
            <a:chExt cx="657248" cy="657248"/>
          </a:xfrm>
          <a:gradFill>
            <a:gsLst>
              <a:gs pos="10000">
                <a:schemeClr val="accent2"/>
              </a:gs>
              <a:gs pos="100000">
                <a:schemeClr val="accent6"/>
              </a:gs>
            </a:gsLst>
            <a:lin ang="2700000" scaled="0"/>
          </a:gradFill>
        </p:grpSpPr>
        <p:sp>
          <p:nvSpPr>
            <p:cNvPr id="26" name="Freeform: Shape 25">
              <a:extLst>
                <a:ext uri="{FF2B5EF4-FFF2-40B4-BE49-F238E27FC236}">
                  <a16:creationId xmlns:a16="http://schemas.microsoft.com/office/drawing/2014/main" id="{0FB6B2EA-18E9-086E-4065-B5927A7527EC}"/>
                </a:ext>
              </a:extLst>
            </p:cNvPr>
            <p:cNvSpPr/>
            <p:nvPr/>
          </p:nvSpPr>
          <p:spPr>
            <a:xfrm>
              <a:off x="5929289" y="2938463"/>
              <a:ext cx="657248" cy="657248"/>
            </a:xfrm>
            <a:custGeom>
              <a:avLst/>
              <a:gdLst>
                <a:gd name="connsiteX0" fmla="*/ 328624 w 657248"/>
                <a:gd name="connsiteY0" fmla="*/ 44667 h 657248"/>
                <a:gd name="connsiteX1" fmla="*/ 44667 w 657248"/>
                <a:gd name="connsiteY1" fmla="*/ 328624 h 657248"/>
                <a:gd name="connsiteX2" fmla="*/ 328624 w 657248"/>
                <a:gd name="connsiteY2" fmla="*/ 612581 h 657248"/>
                <a:gd name="connsiteX3" fmla="*/ 612581 w 657248"/>
                <a:gd name="connsiteY3" fmla="*/ 328624 h 657248"/>
                <a:gd name="connsiteX4" fmla="*/ 328624 w 657248"/>
                <a:gd name="connsiteY4" fmla="*/ 44667 h 657248"/>
                <a:gd name="connsiteX5" fmla="*/ 328624 w 657248"/>
                <a:gd name="connsiteY5" fmla="*/ 657248 h 657248"/>
                <a:gd name="connsiteX6" fmla="*/ 0 w 657248"/>
                <a:gd name="connsiteY6" fmla="*/ 328624 h 657248"/>
                <a:gd name="connsiteX7" fmla="*/ 328624 w 657248"/>
                <a:gd name="connsiteY7" fmla="*/ 0 h 657248"/>
                <a:gd name="connsiteX8" fmla="*/ 657248 w 657248"/>
                <a:gd name="connsiteY8" fmla="*/ 328624 h 657248"/>
                <a:gd name="connsiteX9" fmla="*/ 328624 w 657248"/>
                <a:gd name="connsiteY9" fmla="*/ 657248 h 65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8" h="657248">
                  <a:moveTo>
                    <a:pt x="328624" y="44667"/>
                  </a:moveTo>
                  <a:cubicBezTo>
                    <a:pt x="172033" y="44667"/>
                    <a:pt x="44667" y="172033"/>
                    <a:pt x="44667" y="328624"/>
                  </a:cubicBezTo>
                  <a:cubicBezTo>
                    <a:pt x="44667" y="485215"/>
                    <a:pt x="172033" y="612581"/>
                    <a:pt x="328624" y="612581"/>
                  </a:cubicBezTo>
                  <a:cubicBezTo>
                    <a:pt x="485215" y="612581"/>
                    <a:pt x="612581" y="485215"/>
                    <a:pt x="612581" y="328624"/>
                  </a:cubicBezTo>
                  <a:cubicBezTo>
                    <a:pt x="612581" y="172033"/>
                    <a:pt x="485215" y="44667"/>
                    <a:pt x="328624" y="44667"/>
                  </a:cubicBezTo>
                  <a:moveTo>
                    <a:pt x="328624" y="657248"/>
                  </a:moveTo>
                  <a:cubicBezTo>
                    <a:pt x="147402" y="657248"/>
                    <a:pt x="0" y="509846"/>
                    <a:pt x="0" y="328624"/>
                  </a:cubicBezTo>
                  <a:cubicBezTo>
                    <a:pt x="0" y="147402"/>
                    <a:pt x="147402" y="0"/>
                    <a:pt x="328624" y="0"/>
                  </a:cubicBezTo>
                  <a:cubicBezTo>
                    <a:pt x="509846" y="0"/>
                    <a:pt x="657248" y="147402"/>
                    <a:pt x="657248" y="328624"/>
                  </a:cubicBezTo>
                  <a:cubicBezTo>
                    <a:pt x="657248" y="509846"/>
                    <a:pt x="509846" y="657248"/>
                    <a:pt x="328624" y="657248"/>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27" name="Freeform: Shape 26">
              <a:extLst>
                <a:ext uri="{FF2B5EF4-FFF2-40B4-BE49-F238E27FC236}">
                  <a16:creationId xmlns:a16="http://schemas.microsoft.com/office/drawing/2014/main" id="{24FACC31-667F-34A8-6A05-3AA03A2C08E5}"/>
                </a:ext>
              </a:extLst>
            </p:cNvPr>
            <p:cNvSpPr/>
            <p:nvPr/>
          </p:nvSpPr>
          <p:spPr>
            <a:xfrm>
              <a:off x="6082434" y="3117145"/>
              <a:ext cx="322242" cy="293515"/>
            </a:xfrm>
            <a:custGeom>
              <a:avLst/>
              <a:gdLst>
                <a:gd name="connsiteX0" fmla="*/ 314905 w 322242"/>
                <a:gd name="connsiteY0" fmla="*/ 130224 h 293515"/>
                <a:gd name="connsiteX1" fmla="*/ 177712 w 322242"/>
                <a:gd name="connsiteY1" fmla="*/ 5794 h 293515"/>
                <a:gd name="connsiteX2" fmla="*/ 146190 w 322242"/>
                <a:gd name="connsiteY2" fmla="*/ 7325 h 293515"/>
                <a:gd name="connsiteX3" fmla="*/ 147721 w 322242"/>
                <a:gd name="connsiteY3" fmla="*/ 38848 h 293515"/>
                <a:gd name="connsiteX4" fmla="*/ 242033 w 322242"/>
                <a:gd name="connsiteY4" fmla="*/ 124417 h 293515"/>
                <a:gd name="connsiteX5" fmla="*/ 22334 w 322242"/>
                <a:gd name="connsiteY5" fmla="*/ 124417 h 293515"/>
                <a:gd name="connsiteX6" fmla="*/ 0 w 322242"/>
                <a:gd name="connsiteY6" fmla="*/ 146751 h 293515"/>
                <a:gd name="connsiteX7" fmla="*/ 22334 w 322242"/>
                <a:gd name="connsiteY7" fmla="*/ 169085 h 293515"/>
                <a:gd name="connsiteX8" fmla="*/ 242033 w 322242"/>
                <a:gd name="connsiteY8" fmla="*/ 169085 h 293515"/>
                <a:gd name="connsiteX9" fmla="*/ 147721 w 322242"/>
                <a:gd name="connsiteY9" fmla="*/ 254655 h 293515"/>
                <a:gd name="connsiteX10" fmla="*/ 146190 w 322242"/>
                <a:gd name="connsiteY10" fmla="*/ 286177 h 293515"/>
                <a:gd name="connsiteX11" fmla="*/ 162717 w 322242"/>
                <a:gd name="connsiteY11" fmla="*/ 293515 h 293515"/>
                <a:gd name="connsiteX12" fmla="*/ 177712 w 322242"/>
                <a:gd name="connsiteY12" fmla="*/ 287708 h 293515"/>
                <a:gd name="connsiteX13" fmla="*/ 314905 w 322242"/>
                <a:gd name="connsiteY13" fmla="*/ 163278 h 293515"/>
                <a:gd name="connsiteX14" fmla="*/ 322243 w 322242"/>
                <a:gd name="connsiteY14" fmla="*/ 146751 h 293515"/>
                <a:gd name="connsiteX15" fmla="*/ 314905 w 322242"/>
                <a:gd name="connsiteY15" fmla="*/ 130224 h 293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2242" h="293515">
                  <a:moveTo>
                    <a:pt x="314905" y="130224"/>
                  </a:moveTo>
                  <a:lnTo>
                    <a:pt x="177712" y="5794"/>
                  </a:lnTo>
                  <a:cubicBezTo>
                    <a:pt x="168587" y="-2502"/>
                    <a:pt x="154421" y="-1800"/>
                    <a:pt x="146190" y="7325"/>
                  </a:cubicBezTo>
                  <a:cubicBezTo>
                    <a:pt x="137894" y="16450"/>
                    <a:pt x="138596" y="30616"/>
                    <a:pt x="147721" y="38848"/>
                  </a:cubicBezTo>
                  <a:lnTo>
                    <a:pt x="242033" y="124417"/>
                  </a:lnTo>
                  <a:lnTo>
                    <a:pt x="22334" y="124417"/>
                  </a:lnTo>
                  <a:cubicBezTo>
                    <a:pt x="10018" y="124417"/>
                    <a:pt x="0" y="134436"/>
                    <a:pt x="0" y="146751"/>
                  </a:cubicBezTo>
                  <a:cubicBezTo>
                    <a:pt x="0" y="159066"/>
                    <a:pt x="10018" y="169085"/>
                    <a:pt x="22334" y="169085"/>
                  </a:cubicBezTo>
                  <a:lnTo>
                    <a:pt x="242033" y="169085"/>
                  </a:lnTo>
                  <a:lnTo>
                    <a:pt x="147721" y="254655"/>
                  </a:lnTo>
                  <a:cubicBezTo>
                    <a:pt x="138596" y="262950"/>
                    <a:pt x="137894" y="277052"/>
                    <a:pt x="146190" y="286177"/>
                  </a:cubicBezTo>
                  <a:cubicBezTo>
                    <a:pt x="150593" y="291027"/>
                    <a:pt x="156655" y="293515"/>
                    <a:pt x="162717" y="293515"/>
                  </a:cubicBezTo>
                  <a:cubicBezTo>
                    <a:pt x="168077" y="293515"/>
                    <a:pt x="173437" y="291601"/>
                    <a:pt x="177712" y="287708"/>
                  </a:cubicBezTo>
                  <a:lnTo>
                    <a:pt x="314905" y="163278"/>
                  </a:lnTo>
                  <a:cubicBezTo>
                    <a:pt x="319563" y="159066"/>
                    <a:pt x="322243" y="153004"/>
                    <a:pt x="322243" y="146751"/>
                  </a:cubicBezTo>
                  <a:cubicBezTo>
                    <a:pt x="322243" y="140498"/>
                    <a:pt x="319563" y="134436"/>
                    <a:pt x="314905" y="130224"/>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grpSp>
      <p:grpSp>
        <p:nvGrpSpPr>
          <p:cNvPr id="79" name="Group 78">
            <a:extLst>
              <a:ext uri="{FF2B5EF4-FFF2-40B4-BE49-F238E27FC236}">
                <a16:creationId xmlns:a16="http://schemas.microsoft.com/office/drawing/2014/main" id="{62770865-C2CA-EDEA-D340-FF8EBA995C67}"/>
              </a:ext>
              <a:ext uri="{C183D7F6-B498-43B3-948B-1728B52AA6E4}">
                <adec:decorative xmlns:adec="http://schemas.microsoft.com/office/drawing/2017/decorative" val="1"/>
              </a:ext>
            </a:extLst>
          </p:cNvPr>
          <p:cNvGrpSpPr/>
          <p:nvPr/>
        </p:nvGrpSpPr>
        <p:grpSpPr>
          <a:xfrm>
            <a:off x="6128365" y="4955683"/>
            <a:ext cx="304779" cy="304779"/>
            <a:chOff x="5929289" y="2938463"/>
            <a:chExt cx="657248" cy="657248"/>
          </a:xfrm>
          <a:gradFill>
            <a:gsLst>
              <a:gs pos="10000">
                <a:schemeClr val="accent2"/>
              </a:gs>
              <a:gs pos="100000">
                <a:schemeClr val="accent6"/>
              </a:gs>
            </a:gsLst>
            <a:lin ang="2700000" scaled="0"/>
          </a:gradFill>
        </p:grpSpPr>
        <p:sp>
          <p:nvSpPr>
            <p:cNvPr id="80" name="Freeform: Shape 79">
              <a:extLst>
                <a:ext uri="{FF2B5EF4-FFF2-40B4-BE49-F238E27FC236}">
                  <a16:creationId xmlns:a16="http://schemas.microsoft.com/office/drawing/2014/main" id="{DF59E449-B10E-C664-2E01-60EA22F75A03}"/>
                </a:ext>
              </a:extLst>
            </p:cNvPr>
            <p:cNvSpPr/>
            <p:nvPr/>
          </p:nvSpPr>
          <p:spPr>
            <a:xfrm>
              <a:off x="5929289" y="2938463"/>
              <a:ext cx="657248" cy="657248"/>
            </a:xfrm>
            <a:custGeom>
              <a:avLst/>
              <a:gdLst>
                <a:gd name="connsiteX0" fmla="*/ 328624 w 657248"/>
                <a:gd name="connsiteY0" fmla="*/ 44667 h 657248"/>
                <a:gd name="connsiteX1" fmla="*/ 44667 w 657248"/>
                <a:gd name="connsiteY1" fmla="*/ 328624 h 657248"/>
                <a:gd name="connsiteX2" fmla="*/ 328624 w 657248"/>
                <a:gd name="connsiteY2" fmla="*/ 612581 h 657248"/>
                <a:gd name="connsiteX3" fmla="*/ 612581 w 657248"/>
                <a:gd name="connsiteY3" fmla="*/ 328624 h 657248"/>
                <a:gd name="connsiteX4" fmla="*/ 328624 w 657248"/>
                <a:gd name="connsiteY4" fmla="*/ 44667 h 657248"/>
                <a:gd name="connsiteX5" fmla="*/ 328624 w 657248"/>
                <a:gd name="connsiteY5" fmla="*/ 657248 h 657248"/>
                <a:gd name="connsiteX6" fmla="*/ 0 w 657248"/>
                <a:gd name="connsiteY6" fmla="*/ 328624 h 657248"/>
                <a:gd name="connsiteX7" fmla="*/ 328624 w 657248"/>
                <a:gd name="connsiteY7" fmla="*/ 0 h 657248"/>
                <a:gd name="connsiteX8" fmla="*/ 657248 w 657248"/>
                <a:gd name="connsiteY8" fmla="*/ 328624 h 657248"/>
                <a:gd name="connsiteX9" fmla="*/ 328624 w 657248"/>
                <a:gd name="connsiteY9" fmla="*/ 657248 h 65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8" h="657248">
                  <a:moveTo>
                    <a:pt x="328624" y="44667"/>
                  </a:moveTo>
                  <a:cubicBezTo>
                    <a:pt x="172033" y="44667"/>
                    <a:pt x="44667" y="172033"/>
                    <a:pt x="44667" y="328624"/>
                  </a:cubicBezTo>
                  <a:cubicBezTo>
                    <a:pt x="44667" y="485215"/>
                    <a:pt x="172033" y="612581"/>
                    <a:pt x="328624" y="612581"/>
                  </a:cubicBezTo>
                  <a:cubicBezTo>
                    <a:pt x="485215" y="612581"/>
                    <a:pt x="612581" y="485215"/>
                    <a:pt x="612581" y="328624"/>
                  </a:cubicBezTo>
                  <a:cubicBezTo>
                    <a:pt x="612581" y="172033"/>
                    <a:pt x="485215" y="44667"/>
                    <a:pt x="328624" y="44667"/>
                  </a:cubicBezTo>
                  <a:moveTo>
                    <a:pt x="328624" y="657248"/>
                  </a:moveTo>
                  <a:cubicBezTo>
                    <a:pt x="147402" y="657248"/>
                    <a:pt x="0" y="509846"/>
                    <a:pt x="0" y="328624"/>
                  </a:cubicBezTo>
                  <a:cubicBezTo>
                    <a:pt x="0" y="147402"/>
                    <a:pt x="147402" y="0"/>
                    <a:pt x="328624" y="0"/>
                  </a:cubicBezTo>
                  <a:cubicBezTo>
                    <a:pt x="509846" y="0"/>
                    <a:pt x="657248" y="147402"/>
                    <a:pt x="657248" y="328624"/>
                  </a:cubicBezTo>
                  <a:cubicBezTo>
                    <a:pt x="657248" y="509846"/>
                    <a:pt x="509846" y="657248"/>
                    <a:pt x="328624" y="657248"/>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81" name="Freeform: Shape 80">
              <a:extLst>
                <a:ext uri="{FF2B5EF4-FFF2-40B4-BE49-F238E27FC236}">
                  <a16:creationId xmlns:a16="http://schemas.microsoft.com/office/drawing/2014/main" id="{4B1A4985-3E5C-5792-6085-A30EB7738F3A}"/>
                </a:ext>
              </a:extLst>
            </p:cNvPr>
            <p:cNvSpPr/>
            <p:nvPr/>
          </p:nvSpPr>
          <p:spPr>
            <a:xfrm>
              <a:off x="6082434" y="3117145"/>
              <a:ext cx="322242" cy="293515"/>
            </a:xfrm>
            <a:custGeom>
              <a:avLst/>
              <a:gdLst>
                <a:gd name="connsiteX0" fmla="*/ 314905 w 322242"/>
                <a:gd name="connsiteY0" fmla="*/ 130224 h 293515"/>
                <a:gd name="connsiteX1" fmla="*/ 177712 w 322242"/>
                <a:gd name="connsiteY1" fmla="*/ 5794 h 293515"/>
                <a:gd name="connsiteX2" fmla="*/ 146190 w 322242"/>
                <a:gd name="connsiteY2" fmla="*/ 7325 h 293515"/>
                <a:gd name="connsiteX3" fmla="*/ 147721 w 322242"/>
                <a:gd name="connsiteY3" fmla="*/ 38848 h 293515"/>
                <a:gd name="connsiteX4" fmla="*/ 242033 w 322242"/>
                <a:gd name="connsiteY4" fmla="*/ 124417 h 293515"/>
                <a:gd name="connsiteX5" fmla="*/ 22334 w 322242"/>
                <a:gd name="connsiteY5" fmla="*/ 124417 h 293515"/>
                <a:gd name="connsiteX6" fmla="*/ 0 w 322242"/>
                <a:gd name="connsiteY6" fmla="*/ 146751 h 293515"/>
                <a:gd name="connsiteX7" fmla="*/ 22334 w 322242"/>
                <a:gd name="connsiteY7" fmla="*/ 169085 h 293515"/>
                <a:gd name="connsiteX8" fmla="*/ 242033 w 322242"/>
                <a:gd name="connsiteY8" fmla="*/ 169085 h 293515"/>
                <a:gd name="connsiteX9" fmla="*/ 147721 w 322242"/>
                <a:gd name="connsiteY9" fmla="*/ 254655 h 293515"/>
                <a:gd name="connsiteX10" fmla="*/ 146190 w 322242"/>
                <a:gd name="connsiteY10" fmla="*/ 286177 h 293515"/>
                <a:gd name="connsiteX11" fmla="*/ 162717 w 322242"/>
                <a:gd name="connsiteY11" fmla="*/ 293515 h 293515"/>
                <a:gd name="connsiteX12" fmla="*/ 177712 w 322242"/>
                <a:gd name="connsiteY12" fmla="*/ 287708 h 293515"/>
                <a:gd name="connsiteX13" fmla="*/ 314905 w 322242"/>
                <a:gd name="connsiteY13" fmla="*/ 163278 h 293515"/>
                <a:gd name="connsiteX14" fmla="*/ 322243 w 322242"/>
                <a:gd name="connsiteY14" fmla="*/ 146751 h 293515"/>
                <a:gd name="connsiteX15" fmla="*/ 314905 w 322242"/>
                <a:gd name="connsiteY15" fmla="*/ 130224 h 293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2242" h="293515">
                  <a:moveTo>
                    <a:pt x="314905" y="130224"/>
                  </a:moveTo>
                  <a:lnTo>
                    <a:pt x="177712" y="5794"/>
                  </a:lnTo>
                  <a:cubicBezTo>
                    <a:pt x="168587" y="-2502"/>
                    <a:pt x="154421" y="-1800"/>
                    <a:pt x="146190" y="7325"/>
                  </a:cubicBezTo>
                  <a:cubicBezTo>
                    <a:pt x="137894" y="16450"/>
                    <a:pt x="138596" y="30616"/>
                    <a:pt x="147721" y="38848"/>
                  </a:cubicBezTo>
                  <a:lnTo>
                    <a:pt x="242033" y="124417"/>
                  </a:lnTo>
                  <a:lnTo>
                    <a:pt x="22334" y="124417"/>
                  </a:lnTo>
                  <a:cubicBezTo>
                    <a:pt x="10018" y="124417"/>
                    <a:pt x="0" y="134436"/>
                    <a:pt x="0" y="146751"/>
                  </a:cubicBezTo>
                  <a:cubicBezTo>
                    <a:pt x="0" y="159066"/>
                    <a:pt x="10018" y="169085"/>
                    <a:pt x="22334" y="169085"/>
                  </a:cubicBezTo>
                  <a:lnTo>
                    <a:pt x="242033" y="169085"/>
                  </a:lnTo>
                  <a:lnTo>
                    <a:pt x="147721" y="254655"/>
                  </a:lnTo>
                  <a:cubicBezTo>
                    <a:pt x="138596" y="262950"/>
                    <a:pt x="137894" y="277052"/>
                    <a:pt x="146190" y="286177"/>
                  </a:cubicBezTo>
                  <a:cubicBezTo>
                    <a:pt x="150593" y="291027"/>
                    <a:pt x="156655" y="293515"/>
                    <a:pt x="162717" y="293515"/>
                  </a:cubicBezTo>
                  <a:cubicBezTo>
                    <a:pt x="168077" y="293515"/>
                    <a:pt x="173437" y="291601"/>
                    <a:pt x="177712" y="287708"/>
                  </a:cubicBezTo>
                  <a:lnTo>
                    <a:pt x="314905" y="163278"/>
                  </a:lnTo>
                  <a:cubicBezTo>
                    <a:pt x="319563" y="159066"/>
                    <a:pt x="322243" y="153004"/>
                    <a:pt x="322243" y="146751"/>
                  </a:cubicBezTo>
                  <a:cubicBezTo>
                    <a:pt x="322243" y="140498"/>
                    <a:pt x="319563" y="134436"/>
                    <a:pt x="314905" y="130224"/>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grpSp>
      <p:grpSp>
        <p:nvGrpSpPr>
          <p:cNvPr id="46" name="Group 45">
            <a:extLst>
              <a:ext uri="{FF2B5EF4-FFF2-40B4-BE49-F238E27FC236}">
                <a16:creationId xmlns:a16="http://schemas.microsoft.com/office/drawing/2014/main" id="{43D5FE0A-BF68-7DCC-4016-7F11A21785A5}"/>
              </a:ext>
              <a:ext uri="{C183D7F6-B498-43B3-948B-1728B52AA6E4}">
                <adec:decorative xmlns:adec="http://schemas.microsoft.com/office/drawing/2017/decorative" val="1"/>
              </a:ext>
            </a:extLst>
          </p:cNvPr>
          <p:cNvGrpSpPr/>
          <p:nvPr/>
        </p:nvGrpSpPr>
        <p:grpSpPr>
          <a:xfrm>
            <a:off x="6134717" y="3953419"/>
            <a:ext cx="304779" cy="304779"/>
            <a:chOff x="5929289" y="2938463"/>
            <a:chExt cx="657248" cy="657248"/>
          </a:xfrm>
          <a:gradFill>
            <a:gsLst>
              <a:gs pos="10000">
                <a:schemeClr val="accent2"/>
              </a:gs>
              <a:gs pos="100000">
                <a:schemeClr val="accent6"/>
              </a:gs>
            </a:gsLst>
            <a:lin ang="2700000" scaled="0"/>
          </a:gradFill>
        </p:grpSpPr>
        <p:sp>
          <p:nvSpPr>
            <p:cNvPr id="47" name="Freeform: Shape 46">
              <a:extLst>
                <a:ext uri="{FF2B5EF4-FFF2-40B4-BE49-F238E27FC236}">
                  <a16:creationId xmlns:a16="http://schemas.microsoft.com/office/drawing/2014/main" id="{C0574D71-3111-F318-DA6F-7F92C5271B50}"/>
                </a:ext>
              </a:extLst>
            </p:cNvPr>
            <p:cNvSpPr/>
            <p:nvPr/>
          </p:nvSpPr>
          <p:spPr>
            <a:xfrm>
              <a:off x="5929289" y="2938463"/>
              <a:ext cx="657248" cy="657248"/>
            </a:xfrm>
            <a:custGeom>
              <a:avLst/>
              <a:gdLst>
                <a:gd name="connsiteX0" fmla="*/ 328624 w 657248"/>
                <a:gd name="connsiteY0" fmla="*/ 44667 h 657248"/>
                <a:gd name="connsiteX1" fmla="*/ 44667 w 657248"/>
                <a:gd name="connsiteY1" fmla="*/ 328624 h 657248"/>
                <a:gd name="connsiteX2" fmla="*/ 328624 w 657248"/>
                <a:gd name="connsiteY2" fmla="*/ 612581 h 657248"/>
                <a:gd name="connsiteX3" fmla="*/ 612581 w 657248"/>
                <a:gd name="connsiteY3" fmla="*/ 328624 h 657248"/>
                <a:gd name="connsiteX4" fmla="*/ 328624 w 657248"/>
                <a:gd name="connsiteY4" fmla="*/ 44667 h 657248"/>
                <a:gd name="connsiteX5" fmla="*/ 328624 w 657248"/>
                <a:gd name="connsiteY5" fmla="*/ 657248 h 657248"/>
                <a:gd name="connsiteX6" fmla="*/ 0 w 657248"/>
                <a:gd name="connsiteY6" fmla="*/ 328624 h 657248"/>
                <a:gd name="connsiteX7" fmla="*/ 328624 w 657248"/>
                <a:gd name="connsiteY7" fmla="*/ 0 h 657248"/>
                <a:gd name="connsiteX8" fmla="*/ 657248 w 657248"/>
                <a:gd name="connsiteY8" fmla="*/ 328624 h 657248"/>
                <a:gd name="connsiteX9" fmla="*/ 328624 w 657248"/>
                <a:gd name="connsiteY9" fmla="*/ 657248 h 657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8" h="657248">
                  <a:moveTo>
                    <a:pt x="328624" y="44667"/>
                  </a:moveTo>
                  <a:cubicBezTo>
                    <a:pt x="172033" y="44667"/>
                    <a:pt x="44667" y="172033"/>
                    <a:pt x="44667" y="328624"/>
                  </a:cubicBezTo>
                  <a:cubicBezTo>
                    <a:pt x="44667" y="485215"/>
                    <a:pt x="172033" y="612581"/>
                    <a:pt x="328624" y="612581"/>
                  </a:cubicBezTo>
                  <a:cubicBezTo>
                    <a:pt x="485215" y="612581"/>
                    <a:pt x="612581" y="485215"/>
                    <a:pt x="612581" y="328624"/>
                  </a:cubicBezTo>
                  <a:cubicBezTo>
                    <a:pt x="612581" y="172033"/>
                    <a:pt x="485215" y="44667"/>
                    <a:pt x="328624" y="44667"/>
                  </a:cubicBezTo>
                  <a:moveTo>
                    <a:pt x="328624" y="657248"/>
                  </a:moveTo>
                  <a:cubicBezTo>
                    <a:pt x="147402" y="657248"/>
                    <a:pt x="0" y="509846"/>
                    <a:pt x="0" y="328624"/>
                  </a:cubicBezTo>
                  <a:cubicBezTo>
                    <a:pt x="0" y="147402"/>
                    <a:pt x="147402" y="0"/>
                    <a:pt x="328624" y="0"/>
                  </a:cubicBezTo>
                  <a:cubicBezTo>
                    <a:pt x="509846" y="0"/>
                    <a:pt x="657248" y="147402"/>
                    <a:pt x="657248" y="328624"/>
                  </a:cubicBezTo>
                  <a:cubicBezTo>
                    <a:pt x="657248" y="509846"/>
                    <a:pt x="509846" y="657248"/>
                    <a:pt x="328624" y="657248"/>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sp>
          <p:nvSpPr>
            <p:cNvPr id="48" name="Freeform: Shape 47">
              <a:extLst>
                <a:ext uri="{FF2B5EF4-FFF2-40B4-BE49-F238E27FC236}">
                  <a16:creationId xmlns:a16="http://schemas.microsoft.com/office/drawing/2014/main" id="{B2C9DB80-CB7B-DE37-F691-2668DBA3391E}"/>
                </a:ext>
              </a:extLst>
            </p:cNvPr>
            <p:cNvSpPr/>
            <p:nvPr/>
          </p:nvSpPr>
          <p:spPr>
            <a:xfrm>
              <a:off x="6082434" y="3117145"/>
              <a:ext cx="322242" cy="293515"/>
            </a:xfrm>
            <a:custGeom>
              <a:avLst/>
              <a:gdLst>
                <a:gd name="connsiteX0" fmla="*/ 314905 w 322242"/>
                <a:gd name="connsiteY0" fmla="*/ 130224 h 293515"/>
                <a:gd name="connsiteX1" fmla="*/ 177712 w 322242"/>
                <a:gd name="connsiteY1" fmla="*/ 5794 h 293515"/>
                <a:gd name="connsiteX2" fmla="*/ 146190 w 322242"/>
                <a:gd name="connsiteY2" fmla="*/ 7325 h 293515"/>
                <a:gd name="connsiteX3" fmla="*/ 147721 w 322242"/>
                <a:gd name="connsiteY3" fmla="*/ 38848 h 293515"/>
                <a:gd name="connsiteX4" fmla="*/ 242033 w 322242"/>
                <a:gd name="connsiteY4" fmla="*/ 124417 h 293515"/>
                <a:gd name="connsiteX5" fmla="*/ 22334 w 322242"/>
                <a:gd name="connsiteY5" fmla="*/ 124417 h 293515"/>
                <a:gd name="connsiteX6" fmla="*/ 0 w 322242"/>
                <a:gd name="connsiteY6" fmla="*/ 146751 h 293515"/>
                <a:gd name="connsiteX7" fmla="*/ 22334 w 322242"/>
                <a:gd name="connsiteY7" fmla="*/ 169085 h 293515"/>
                <a:gd name="connsiteX8" fmla="*/ 242033 w 322242"/>
                <a:gd name="connsiteY8" fmla="*/ 169085 h 293515"/>
                <a:gd name="connsiteX9" fmla="*/ 147721 w 322242"/>
                <a:gd name="connsiteY9" fmla="*/ 254655 h 293515"/>
                <a:gd name="connsiteX10" fmla="*/ 146190 w 322242"/>
                <a:gd name="connsiteY10" fmla="*/ 286177 h 293515"/>
                <a:gd name="connsiteX11" fmla="*/ 162717 w 322242"/>
                <a:gd name="connsiteY11" fmla="*/ 293515 h 293515"/>
                <a:gd name="connsiteX12" fmla="*/ 177712 w 322242"/>
                <a:gd name="connsiteY12" fmla="*/ 287708 h 293515"/>
                <a:gd name="connsiteX13" fmla="*/ 314905 w 322242"/>
                <a:gd name="connsiteY13" fmla="*/ 163278 h 293515"/>
                <a:gd name="connsiteX14" fmla="*/ 322243 w 322242"/>
                <a:gd name="connsiteY14" fmla="*/ 146751 h 293515"/>
                <a:gd name="connsiteX15" fmla="*/ 314905 w 322242"/>
                <a:gd name="connsiteY15" fmla="*/ 130224 h 293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2242" h="293515">
                  <a:moveTo>
                    <a:pt x="314905" y="130224"/>
                  </a:moveTo>
                  <a:lnTo>
                    <a:pt x="177712" y="5794"/>
                  </a:lnTo>
                  <a:cubicBezTo>
                    <a:pt x="168587" y="-2502"/>
                    <a:pt x="154421" y="-1800"/>
                    <a:pt x="146190" y="7325"/>
                  </a:cubicBezTo>
                  <a:cubicBezTo>
                    <a:pt x="137894" y="16450"/>
                    <a:pt x="138596" y="30616"/>
                    <a:pt x="147721" y="38848"/>
                  </a:cubicBezTo>
                  <a:lnTo>
                    <a:pt x="242033" y="124417"/>
                  </a:lnTo>
                  <a:lnTo>
                    <a:pt x="22334" y="124417"/>
                  </a:lnTo>
                  <a:cubicBezTo>
                    <a:pt x="10018" y="124417"/>
                    <a:pt x="0" y="134436"/>
                    <a:pt x="0" y="146751"/>
                  </a:cubicBezTo>
                  <a:cubicBezTo>
                    <a:pt x="0" y="159066"/>
                    <a:pt x="10018" y="169085"/>
                    <a:pt x="22334" y="169085"/>
                  </a:cubicBezTo>
                  <a:lnTo>
                    <a:pt x="242033" y="169085"/>
                  </a:lnTo>
                  <a:lnTo>
                    <a:pt x="147721" y="254655"/>
                  </a:lnTo>
                  <a:cubicBezTo>
                    <a:pt x="138596" y="262950"/>
                    <a:pt x="137894" y="277052"/>
                    <a:pt x="146190" y="286177"/>
                  </a:cubicBezTo>
                  <a:cubicBezTo>
                    <a:pt x="150593" y="291027"/>
                    <a:pt x="156655" y="293515"/>
                    <a:pt x="162717" y="293515"/>
                  </a:cubicBezTo>
                  <a:cubicBezTo>
                    <a:pt x="168077" y="293515"/>
                    <a:pt x="173437" y="291601"/>
                    <a:pt x="177712" y="287708"/>
                  </a:cubicBezTo>
                  <a:lnTo>
                    <a:pt x="314905" y="163278"/>
                  </a:lnTo>
                  <a:cubicBezTo>
                    <a:pt x="319563" y="159066"/>
                    <a:pt x="322243" y="153004"/>
                    <a:pt x="322243" y="146751"/>
                  </a:cubicBezTo>
                  <a:cubicBezTo>
                    <a:pt x="322243" y="140498"/>
                    <a:pt x="319563" y="134436"/>
                    <a:pt x="314905" y="130224"/>
                  </a:cubicBezTo>
                </a:path>
              </a:pathLst>
            </a:custGeom>
            <a:grpFill/>
            <a:ln w="638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91F2C"/>
                </a:solidFill>
                <a:effectLst/>
                <a:uLnTx/>
                <a:uFillTx/>
                <a:latin typeface="Segoe Sans Display"/>
                <a:ea typeface="+mn-ea"/>
                <a:cs typeface="+mn-cs"/>
              </a:endParaRPr>
            </a:p>
          </p:txBody>
        </p:sp>
      </p:grpSp>
      <p:grpSp>
        <p:nvGrpSpPr>
          <p:cNvPr id="82" name="Group 81">
            <a:extLst>
              <a:ext uri="{FF2B5EF4-FFF2-40B4-BE49-F238E27FC236}">
                <a16:creationId xmlns:a16="http://schemas.microsoft.com/office/drawing/2014/main" id="{8EE827D2-BB9C-CEDC-5FDA-E46CBF3B3593}"/>
              </a:ext>
              <a:ext uri="{C183D7F6-B498-43B3-948B-1728B52AA6E4}">
                <adec:decorative xmlns:adec="http://schemas.microsoft.com/office/drawing/2017/decorative" val="1"/>
              </a:ext>
            </a:extLst>
          </p:cNvPr>
          <p:cNvGrpSpPr/>
          <p:nvPr/>
        </p:nvGrpSpPr>
        <p:grpSpPr>
          <a:xfrm>
            <a:off x="9338378" y="1608331"/>
            <a:ext cx="2387459" cy="389513"/>
            <a:chOff x="1458320" y="5483950"/>
            <a:chExt cx="2387459" cy="389513"/>
          </a:xfrm>
          <a:effectLst>
            <a:outerShdw blurRad="127000" dist="127000" dir="2700000" algn="tl" rotWithShape="0">
              <a:prstClr val="black">
                <a:alpha val="15000"/>
              </a:prstClr>
            </a:outerShdw>
          </a:effectLst>
        </p:grpSpPr>
        <p:sp>
          <p:nvSpPr>
            <p:cNvPr id="83" name="Rectangle: Rounded Corners 82">
              <a:extLst>
                <a:ext uri="{FF2B5EF4-FFF2-40B4-BE49-F238E27FC236}">
                  <a16:creationId xmlns:a16="http://schemas.microsoft.com/office/drawing/2014/main" id="{0D768AA2-E27D-6BE4-F7B9-B33433FC1BE4}"/>
                </a:ext>
              </a:extLst>
            </p:cNvPr>
            <p:cNvSpPr/>
            <p:nvPr/>
          </p:nvSpPr>
          <p:spPr bwMode="auto">
            <a:xfrm>
              <a:off x="1458320" y="5483950"/>
              <a:ext cx="2387459"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r>
                <a:rPr lang="en-US" sz="1200">
                  <a:solidFill>
                    <a:srgbClr val="FFFFFF"/>
                  </a:solidFill>
                  <a:latin typeface="Segoe Sans Display Semibold"/>
                  <a:cs typeface="Segoe UI" pitchFamily="34" charset="0"/>
                </a:rPr>
                <a:t>Fallback</a:t>
              </a:r>
              <a:endPar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endParaRPr>
            </a:p>
          </p:txBody>
        </p:sp>
        <p:grpSp>
          <p:nvGrpSpPr>
            <p:cNvPr id="84" name="Group 83">
              <a:extLst>
                <a:ext uri="{FF2B5EF4-FFF2-40B4-BE49-F238E27FC236}">
                  <a16:creationId xmlns:a16="http://schemas.microsoft.com/office/drawing/2014/main" id="{67EFCF28-FD0B-8DB1-6AB9-5E7F7770DDC0}"/>
                </a:ext>
                <a:ext uri="{C183D7F6-B498-43B3-948B-1728B52AA6E4}">
                  <adec:decorative xmlns:adec="http://schemas.microsoft.com/office/drawing/2017/decorative" val="1"/>
                </a:ext>
              </a:extLst>
            </p:cNvPr>
            <p:cNvGrpSpPr/>
            <p:nvPr/>
          </p:nvGrpSpPr>
          <p:grpSpPr>
            <a:xfrm>
              <a:off x="1534405" y="5557838"/>
              <a:ext cx="243402" cy="243402"/>
              <a:chOff x="5605462" y="2938462"/>
              <a:chExt cx="981075" cy="981075"/>
            </a:xfrm>
            <a:solidFill>
              <a:schemeClr val="bg1"/>
            </a:solidFill>
          </p:grpSpPr>
          <p:sp>
            <p:nvSpPr>
              <p:cNvPr id="85" name="Freeform: Shape 84">
                <a:extLst>
                  <a:ext uri="{FF2B5EF4-FFF2-40B4-BE49-F238E27FC236}">
                    <a16:creationId xmlns:a16="http://schemas.microsoft.com/office/drawing/2014/main" id="{4450C752-297C-72AC-09D3-1F7F88981B50}"/>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86" name="Freeform: Shape 85">
                <a:extLst>
                  <a:ext uri="{FF2B5EF4-FFF2-40B4-BE49-F238E27FC236}">
                    <a16:creationId xmlns:a16="http://schemas.microsoft.com/office/drawing/2014/main" id="{9F71E632-F3D4-A3F7-BC70-30B02FB74B3C}"/>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88" name="Rectangle: Rounded Corners 8">
            <a:extLst>
              <a:ext uri="{FF2B5EF4-FFF2-40B4-BE49-F238E27FC236}">
                <a16:creationId xmlns:a16="http://schemas.microsoft.com/office/drawing/2014/main" id="{9C90C72D-7DEC-F3B5-7A3B-E2591550726D}"/>
              </a:ext>
              <a:ext uri="{C183D7F6-B498-43B3-948B-1728B52AA6E4}">
                <adec:decorative xmlns:adec="http://schemas.microsoft.com/office/drawing/2017/decorative" val="1"/>
              </a:ext>
            </a:extLst>
          </p:cNvPr>
          <p:cNvSpPr/>
          <p:nvPr/>
        </p:nvSpPr>
        <p:spPr bwMode="auto">
          <a:xfrm>
            <a:off x="9425535" y="2661716"/>
            <a:ext cx="2386161" cy="875219"/>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89" name="TextBox 88">
            <a:extLst>
              <a:ext uri="{FF2B5EF4-FFF2-40B4-BE49-F238E27FC236}">
                <a16:creationId xmlns:a16="http://schemas.microsoft.com/office/drawing/2014/main" id="{AE4EF800-D060-5849-AC84-7845F968C192}"/>
              </a:ext>
            </a:extLst>
          </p:cNvPr>
          <p:cNvSpPr txBox="1"/>
          <p:nvPr/>
        </p:nvSpPr>
        <p:spPr>
          <a:xfrm>
            <a:off x="9658001" y="3006697"/>
            <a:ext cx="1698075" cy="184666"/>
          </a:xfrm>
          <a:prstGeom prst="rect">
            <a:avLst/>
          </a:prstGeom>
          <a:noFill/>
        </p:spPr>
        <p:txBody>
          <a:bodyPr wrap="square" lIns="0" tIns="0" rIns="0" bIns="0" rtlCol="0">
            <a:spAutoFit/>
          </a:bodyPr>
          <a:lstStyle/>
          <a:p>
            <a:pPr algn="l">
              <a:spcAft>
                <a:spcPts val="600"/>
              </a:spcAft>
            </a:pPr>
            <a:r>
              <a:rPr lang="en-US" sz="1200">
                <a:solidFill>
                  <a:srgbClr val="000000"/>
                </a:solidFill>
                <a:latin typeface="Segoe Sans Display Semibold"/>
                <a:cs typeface="Segoe UI"/>
              </a:rPr>
              <a:t>Business Standard</a:t>
            </a:r>
          </a:p>
        </p:txBody>
      </p:sp>
      <p:sp>
        <p:nvSpPr>
          <p:cNvPr id="90" name="Rectangle: Rounded Corners 8">
            <a:extLst>
              <a:ext uri="{FF2B5EF4-FFF2-40B4-BE49-F238E27FC236}">
                <a16:creationId xmlns:a16="http://schemas.microsoft.com/office/drawing/2014/main" id="{B6C1B86C-A14A-CB11-6EA6-3AAD3D527462}"/>
              </a:ext>
              <a:ext uri="{C183D7F6-B498-43B3-948B-1728B52AA6E4}">
                <adec:decorative xmlns:adec="http://schemas.microsoft.com/office/drawing/2017/decorative" val="1"/>
              </a:ext>
            </a:extLst>
          </p:cNvPr>
          <p:cNvSpPr/>
          <p:nvPr/>
        </p:nvSpPr>
        <p:spPr bwMode="auto">
          <a:xfrm>
            <a:off x="9425535" y="3668199"/>
            <a:ext cx="2386161" cy="875219"/>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91" name="Rectangle: Rounded Corners 8">
            <a:extLst>
              <a:ext uri="{FF2B5EF4-FFF2-40B4-BE49-F238E27FC236}">
                <a16:creationId xmlns:a16="http://schemas.microsoft.com/office/drawing/2014/main" id="{7FAD4ADE-826A-271A-AD3D-06A873EDF626}"/>
              </a:ext>
              <a:ext uri="{C183D7F6-B498-43B3-948B-1728B52AA6E4}">
                <adec:decorative xmlns:adec="http://schemas.microsoft.com/office/drawing/2017/decorative" val="1"/>
              </a:ext>
            </a:extLst>
          </p:cNvPr>
          <p:cNvSpPr/>
          <p:nvPr/>
        </p:nvSpPr>
        <p:spPr bwMode="auto">
          <a:xfrm>
            <a:off x="9424238" y="4670463"/>
            <a:ext cx="2386161" cy="875219"/>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92" name="TextBox 91">
            <a:extLst>
              <a:ext uri="{FF2B5EF4-FFF2-40B4-BE49-F238E27FC236}">
                <a16:creationId xmlns:a16="http://schemas.microsoft.com/office/drawing/2014/main" id="{34EE662C-D356-0C00-E482-6E7BFCC5D1CF}"/>
              </a:ext>
            </a:extLst>
          </p:cNvPr>
          <p:cNvSpPr txBox="1"/>
          <p:nvPr/>
        </p:nvSpPr>
        <p:spPr>
          <a:xfrm>
            <a:off x="9658001" y="4921929"/>
            <a:ext cx="1698075" cy="369332"/>
          </a:xfrm>
          <a:prstGeom prst="rect">
            <a:avLst/>
          </a:prstGeom>
          <a:noFill/>
        </p:spPr>
        <p:txBody>
          <a:bodyPr wrap="square" lIns="0" tIns="0" rIns="0" bIns="0" rtlCol="0">
            <a:spAutoFit/>
          </a:bodyPr>
          <a:lstStyle/>
          <a:p>
            <a:pPr algn="l">
              <a:spcAft>
                <a:spcPts val="600"/>
              </a:spcAft>
            </a:pPr>
            <a:r>
              <a:rPr lang="en-US" sz="1200">
                <a:solidFill>
                  <a:srgbClr val="000000"/>
                </a:solidFill>
                <a:latin typeface="Segoe Sans Display Semibold"/>
                <a:cs typeface="Segoe UI"/>
              </a:rPr>
              <a:t>Business Premium + Copilot Business</a:t>
            </a:r>
          </a:p>
        </p:txBody>
      </p:sp>
      <p:sp>
        <p:nvSpPr>
          <p:cNvPr id="94" name="TextBox 93">
            <a:extLst>
              <a:ext uri="{FF2B5EF4-FFF2-40B4-BE49-F238E27FC236}">
                <a16:creationId xmlns:a16="http://schemas.microsoft.com/office/drawing/2014/main" id="{E523D90F-785E-15C8-9705-5DDBD0501096}"/>
              </a:ext>
            </a:extLst>
          </p:cNvPr>
          <p:cNvSpPr txBox="1"/>
          <p:nvPr/>
        </p:nvSpPr>
        <p:spPr>
          <a:xfrm>
            <a:off x="9658001" y="3921142"/>
            <a:ext cx="1698075" cy="369332"/>
          </a:xfrm>
          <a:prstGeom prst="rect">
            <a:avLst/>
          </a:prstGeom>
          <a:noFill/>
        </p:spPr>
        <p:txBody>
          <a:bodyPr wrap="square" lIns="0" tIns="0" rIns="0" bIns="0" rtlCol="0">
            <a:spAutoFit/>
          </a:bodyPr>
          <a:lstStyle/>
          <a:p>
            <a:pPr algn="l">
              <a:spcAft>
                <a:spcPts val="600"/>
              </a:spcAft>
            </a:pPr>
            <a:r>
              <a:rPr lang="en-US" sz="1200">
                <a:solidFill>
                  <a:srgbClr val="000000"/>
                </a:solidFill>
                <a:latin typeface="Segoe Sans Display Semibold"/>
                <a:cs typeface="Segoe UI"/>
              </a:rPr>
              <a:t>Business Standard + Copilot Business </a:t>
            </a:r>
          </a:p>
        </p:txBody>
      </p:sp>
      <p:sp>
        <p:nvSpPr>
          <p:cNvPr id="108" name="TextBox 107">
            <a:extLst>
              <a:ext uri="{FF2B5EF4-FFF2-40B4-BE49-F238E27FC236}">
                <a16:creationId xmlns:a16="http://schemas.microsoft.com/office/drawing/2014/main" id="{0CAABB25-8360-CC3F-2DC0-6493B4ACFF4A}"/>
              </a:ext>
            </a:extLst>
          </p:cNvPr>
          <p:cNvSpPr txBox="1"/>
          <p:nvPr/>
        </p:nvSpPr>
        <p:spPr>
          <a:xfrm>
            <a:off x="6817099" y="2156874"/>
            <a:ext cx="2166590" cy="369332"/>
          </a:xfrm>
          <a:prstGeom prst="rect">
            <a:avLst/>
          </a:prstGeom>
          <a:noFill/>
        </p:spPr>
        <p:txBody>
          <a:bodyPr wrap="square" lIns="0" tIns="0" rIns="0" bIns="0" rtlCol="0">
            <a:spAutoFit/>
          </a:bodyPr>
          <a:lstStyle/>
          <a:p>
            <a:r>
              <a:rPr lang="en-US" sz="1200">
                <a:gradFill>
                  <a:gsLst>
                    <a:gs pos="0">
                      <a:srgbClr val="FFFFFF">
                        <a:lumMod val="100000"/>
                      </a:srgbClr>
                    </a:gs>
                    <a:gs pos="0">
                      <a:srgbClr val="C03BC3"/>
                    </a:gs>
                    <a:gs pos="98000">
                      <a:srgbClr val="DD4A84"/>
                    </a:gs>
                  </a:gsLst>
                </a:gradFill>
                <a:latin typeface="Segoe Sans Display Semibold"/>
                <a:cs typeface="Segoe UI"/>
              </a:rPr>
              <a:t>Enhanced Security, with an AI productivity upgrade</a:t>
            </a:r>
          </a:p>
        </p:txBody>
      </p:sp>
      <p:sp>
        <p:nvSpPr>
          <p:cNvPr id="109" name="TextBox 108">
            <a:extLst>
              <a:ext uri="{FF2B5EF4-FFF2-40B4-BE49-F238E27FC236}">
                <a16:creationId xmlns:a16="http://schemas.microsoft.com/office/drawing/2014/main" id="{C2C2C806-66CF-FC4E-2C5F-F7BFA08FFC48}"/>
              </a:ext>
            </a:extLst>
          </p:cNvPr>
          <p:cNvSpPr txBox="1"/>
          <p:nvPr/>
        </p:nvSpPr>
        <p:spPr>
          <a:xfrm>
            <a:off x="9471178" y="2100422"/>
            <a:ext cx="2166590" cy="369332"/>
          </a:xfrm>
          <a:prstGeom prst="rect">
            <a:avLst/>
          </a:prstGeom>
          <a:noFill/>
        </p:spPr>
        <p:txBody>
          <a:bodyPr wrap="square" lIns="0" tIns="0" rIns="0" bIns="0" rtlCol="0">
            <a:spAutoFit/>
          </a:bodyPr>
          <a:lstStyle/>
          <a:p>
            <a:r>
              <a:rPr lang="en-US" sz="1200">
                <a:gradFill>
                  <a:gsLst>
                    <a:gs pos="0">
                      <a:srgbClr val="FFFFFF">
                        <a:lumMod val="100000"/>
                      </a:srgbClr>
                    </a:gs>
                    <a:gs pos="0">
                      <a:srgbClr val="C03BC3"/>
                    </a:gs>
                    <a:gs pos="98000">
                      <a:srgbClr val="DD4A84"/>
                    </a:gs>
                  </a:gsLst>
                </a:gradFill>
                <a:latin typeface="Segoe Sans Display Semibold"/>
                <a:cs typeface="Segoe UI"/>
              </a:rPr>
              <a:t>Same great plan, with an AI productivity upgrade</a:t>
            </a:r>
          </a:p>
        </p:txBody>
      </p:sp>
      <p:sp>
        <p:nvSpPr>
          <p:cNvPr id="111" name="Rectangle: Rounded Corners 43">
            <a:extLst>
              <a:ext uri="{FF2B5EF4-FFF2-40B4-BE49-F238E27FC236}">
                <a16:creationId xmlns:a16="http://schemas.microsoft.com/office/drawing/2014/main" id="{E2CE20CE-1664-7E40-F9BE-C2B186514A29}"/>
              </a:ext>
              <a:ext uri="{C183D7F6-B498-43B3-948B-1728B52AA6E4}">
                <adec:decorative xmlns:adec="http://schemas.microsoft.com/office/drawing/2017/decorative" val="1"/>
              </a:ext>
            </a:extLst>
          </p:cNvPr>
          <p:cNvSpPr>
            <a:spLocks/>
          </p:cNvSpPr>
          <p:nvPr/>
        </p:nvSpPr>
        <p:spPr bwMode="auto">
          <a:xfrm>
            <a:off x="9304869" y="1476893"/>
            <a:ext cx="2594285" cy="4241131"/>
          </a:xfrm>
          <a:prstGeom prst="roundRect">
            <a:avLst>
              <a:gd name="adj" fmla="val 5000"/>
            </a:avLst>
          </a:prstGeom>
          <a:no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endParaRPr lang="en-US">
              <a:solidFill>
                <a:prstClr val="black"/>
              </a:solidFill>
              <a:latin typeface="Segoe Sans Display"/>
              <a:cs typeface="Segoe UI" pitchFamily="34" charset="0"/>
            </a:endParaRPr>
          </a:p>
        </p:txBody>
      </p:sp>
    </p:spTree>
    <p:extLst>
      <p:ext uri="{BB962C8B-B14F-4D97-AF65-F5344CB8AC3E}">
        <p14:creationId xmlns:p14="http://schemas.microsoft.com/office/powerpoint/2010/main" val="14547672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42" presetClass="path" presetSubtype="0" decel="100000" fill="hold" grpId="1" nodeType="withEffect" nodePh="1">
                                  <p:stCondLst>
                                    <p:cond delay="0"/>
                                  </p:stCondLst>
                                  <p:endCondLst>
                                    <p:cond evt="begin" delay="0">
                                      <p:tn val="8"/>
                                    </p:cond>
                                  </p:endCondLst>
                                  <p:childTnLst>
                                    <p:animMotion origin="layout" path="M -1.45833E-6 -2.59259E-6 L -1.45833E-6 0.03542 " pathEditMode="relative" rAng="0" ptsTypes="AA">
                                      <p:cBhvr>
                                        <p:cTn id="9" dur="700" spd="-100000" fill="hold"/>
                                        <p:tgtEl>
                                          <p:spTgt spid="30"/>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E78DB-798C-A42D-6C6A-38735A66BDE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E2B1E588-EACA-8D1B-D341-C24726236424}"/>
              </a:ext>
            </a:extLst>
          </p:cNvPr>
          <p:cNvSpPr txBox="1">
            <a:spLocks/>
          </p:cNvSpPr>
          <p:nvPr/>
        </p:nvSpPr>
        <p:spPr>
          <a:xfrm>
            <a:off x="455992" y="758285"/>
            <a:ext cx="10221533" cy="492443"/>
          </a:xfrm>
          <a:prstGeom prst="rect">
            <a:avLst/>
          </a:prstGeom>
        </p:spPr>
        <p:txBody>
          <a:bodyPr vert="horz" wrap="square" lIns="0" tIns="0" rIns="0" bIns="0" rtlCol="0" anchor="ctr">
            <a:spAutoFit/>
          </a:bodyPr>
          <a:lstStyle>
            <a:lvl1pPr algn="l" defTabSz="932742" rtl="0" eaLnBrk="1" latinLnBrk="0" hangingPunct="1">
              <a:lnSpc>
                <a:spcPct val="100000"/>
              </a:lnSpc>
              <a:spcBef>
                <a:spcPct val="0"/>
              </a:spcBef>
              <a:buNone/>
              <a:defRPr lang="en-US" sz="2800" b="0" kern="1200" cap="none" spc="-50" baseline="0">
                <a:ln w="3175">
                  <a:noFill/>
                </a:ln>
                <a:solidFill>
                  <a:schemeClr val="tx2"/>
                </a:solidFill>
                <a:effectLst/>
                <a:latin typeface="+mj-lt"/>
                <a:ea typeface="+mn-ea"/>
                <a:cs typeface="Segoe Sans Display" pitchFamily="2" charset="0"/>
              </a:defRPr>
            </a:lvl1pPr>
          </a:lstStyle>
          <a:p>
            <a:r>
              <a:rPr lang="en-US" sz="3200">
                <a:solidFill>
                  <a:schemeClr val="tx1"/>
                </a:solidFill>
                <a:latin typeface="Segoe UI Semibold" panose="020B0702040204020203" pitchFamily="34" charset="0"/>
                <a:cs typeface="Segoe UI Semibold" panose="020B0702040204020203" pitchFamily="34" charset="0"/>
              </a:rPr>
              <a:t>Enhanced Security, with an AI productivity upgrade</a:t>
            </a:r>
          </a:p>
        </p:txBody>
      </p:sp>
      <p:sp>
        <p:nvSpPr>
          <p:cNvPr id="15" name="Text Placeholder 2">
            <a:extLst>
              <a:ext uri="{FF2B5EF4-FFF2-40B4-BE49-F238E27FC236}">
                <a16:creationId xmlns:a16="http://schemas.microsoft.com/office/drawing/2014/main" id="{9811C266-191E-0C3F-6E0D-D66D23553252}"/>
              </a:ext>
            </a:extLst>
          </p:cNvPr>
          <p:cNvSpPr txBox="1">
            <a:spLocks/>
          </p:cNvSpPr>
          <p:nvPr/>
        </p:nvSpPr>
        <p:spPr>
          <a:xfrm>
            <a:off x="455992" y="600911"/>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accent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Go to market approach</a:t>
            </a:r>
          </a:p>
        </p:txBody>
      </p:sp>
      <p:sp>
        <p:nvSpPr>
          <p:cNvPr id="2" name="!! Opportunities box">
            <a:extLst>
              <a:ext uri="{FF2B5EF4-FFF2-40B4-BE49-F238E27FC236}">
                <a16:creationId xmlns:a16="http://schemas.microsoft.com/office/drawing/2014/main" id="{77ADBEFC-EFFB-755A-1C70-136A639CB165}"/>
              </a:ext>
              <a:ext uri="{C183D7F6-B498-43B3-948B-1728B52AA6E4}">
                <adec:decorative xmlns:adec="http://schemas.microsoft.com/office/drawing/2017/decorative" val="1"/>
              </a:ext>
            </a:extLst>
          </p:cNvPr>
          <p:cNvSpPr txBox="1">
            <a:spLocks/>
          </p:cNvSpPr>
          <p:nvPr/>
        </p:nvSpPr>
        <p:spPr>
          <a:xfrm>
            <a:off x="3632539" y="2560088"/>
            <a:ext cx="7369809" cy="3070481"/>
          </a:xfrm>
          <a:prstGeom prst="roundRect">
            <a:avLst>
              <a:gd name="adj" fmla="val 6030"/>
            </a:avLst>
          </a:prstGeom>
          <a:solidFill>
            <a:srgbClr val="F0FAFF">
              <a:alpha val="70000"/>
            </a:srgbClr>
          </a:solidFill>
          <a:ln w="15875">
            <a:solidFill>
              <a:schemeClr val="accent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a:solidFill>
                  <a:prstClr val="black"/>
                </a:solidFill>
                <a:latin typeface="Segoe Sans Display"/>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3" name="!! Opportunities box">
            <a:extLst>
              <a:ext uri="{FF2B5EF4-FFF2-40B4-BE49-F238E27FC236}">
                <a16:creationId xmlns:a16="http://schemas.microsoft.com/office/drawing/2014/main" id="{9A73C4E7-1723-E7B8-3477-DEBAA02DE687}"/>
              </a:ext>
              <a:ext uri="{C183D7F6-B498-43B3-948B-1728B52AA6E4}">
                <adec:decorative xmlns:adec="http://schemas.microsoft.com/office/drawing/2017/decorative" val="1"/>
              </a:ext>
            </a:extLst>
          </p:cNvPr>
          <p:cNvSpPr txBox="1">
            <a:spLocks/>
          </p:cNvSpPr>
          <p:nvPr/>
        </p:nvSpPr>
        <p:spPr>
          <a:xfrm>
            <a:off x="455992" y="2560088"/>
            <a:ext cx="3095572" cy="3070481"/>
          </a:xfrm>
          <a:prstGeom prst="roundRect">
            <a:avLst>
              <a:gd name="adj" fmla="val 6030"/>
            </a:avLst>
          </a:prstGeom>
          <a:solidFill>
            <a:schemeClr val="bg1">
              <a:alpha val="70000"/>
            </a:schemeClr>
          </a:solidFill>
          <a:ln w="15875">
            <a:solidFill>
              <a:schemeClr val="accent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a:solidFill>
                  <a:prstClr val="black"/>
                </a:solidFill>
                <a:latin typeface="Segoe Sans Display"/>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 name="TextBox 3">
            <a:extLst>
              <a:ext uri="{FF2B5EF4-FFF2-40B4-BE49-F238E27FC236}">
                <a16:creationId xmlns:a16="http://schemas.microsoft.com/office/drawing/2014/main" id="{7BF2BD6F-E450-8440-7BAA-FD87555340BE}"/>
              </a:ext>
            </a:extLst>
          </p:cNvPr>
          <p:cNvSpPr txBox="1"/>
          <p:nvPr/>
        </p:nvSpPr>
        <p:spPr>
          <a:xfrm>
            <a:off x="896954" y="3541330"/>
            <a:ext cx="2408734" cy="1107996"/>
          </a:xfrm>
          <a:prstGeom prst="rect">
            <a:avLst/>
          </a:prstGeom>
          <a:noFill/>
        </p:spPr>
        <p:txBody>
          <a:bodyPr wrap="square" lIns="0" tIns="0" rIns="0" bIns="0" rtlCol="0">
            <a:spAutoFit/>
          </a:bodyPr>
          <a:lstStyle/>
          <a:p>
            <a:r>
              <a:rPr lang="en-US" sz="24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The most secure AI solution for your business</a:t>
            </a:r>
          </a:p>
        </p:txBody>
      </p:sp>
      <p:sp>
        <p:nvSpPr>
          <p:cNvPr id="7" name="Arrow: Chevron 55">
            <a:extLst>
              <a:ext uri="{FF2B5EF4-FFF2-40B4-BE49-F238E27FC236}">
                <a16:creationId xmlns:a16="http://schemas.microsoft.com/office/drawing/2014/main" id="{DAFB7DB8-540B-AB31-A3B2-E25642569FDE}"/>
              </a:ext>
            </a:extLst>
          </p:cNvPr>
          <p:cNvSpPr/>
          <p:nvPr/>
        </p:nvSpPr>
        <p:spPr bwMode="auto">
          <a:xfrm>
            <a:off x="7360358" y="4280411"/>
            <a:ext cx="3411306" cy="457200"/>
          </a:xfrm>
          <a:custGeom>
            <a:avLst/>
            <a:gdLst>
              <a:gd name="csX0" fmla="*/ 0 w 3627303"/>
              <a:gd name="csY0" fmla="*/ 0 h 365760"/>
              <a:gd name="csX1" fmla="*/ 3444423 w 3627303"/>
              <a:gd name="csY1" fmla="*/ 0 h 365760"/>
              <a:gd name="csX2" fmla="*/ 3627303 w 3627303"/>
              <a:gd name="csY2" fmla="*/ 182880 h 365760"/>
              <a:gd name="csX3" fmla="*/ 3444423 w 3627303"/>
              <a:gd name="csY3" fmla="*/ 365760 h 365760"/>
              <a:gd name="csX4" fmla="*/ 0 w 3627303"/>
              <a:gd name="csY4" fmla="*/ 365760 h 365760"/>
              <a:gd name="csX5" fmla="*/ 182880 w 3627303"/>
              <a:gd name="csY5" fmla="*/ 182880 h 365760"/>
              <a:gd name="csX6" fmla="*/ 0 w 3627303"/>
              <a:gd name="csY6" fmla="*/ 0 h 365760"/>
              <a:gd name="csX0" fmla="*/ 0 w 3449024"/>
              <a:gd name="csY0" fmla="*/ 0 h 365760"/>
              <a:gd name="csX1" fmla="*/ 3444423 w 3449024"/>
              <a:gd name="csY1" fmla="*/ 0 h 365760"/>
              <a:gd name="csX2" fmla="*/ 3449024 w 3449024"/>
              <a:gd name="csY2" fmla="*/ 205884 h 365760"/>
              <a:gd name="csX3" fmla="*/ 3444423 w 3449024"/>
              <a:gd name="csY3" fmla="*/ 365760 h 365760"/>
              <a:gd name="csX4" fmla="*/ 0 w 3449024"/>
              <a:gd name="csY4" fmla="*/ 365760 h 365760"/>
              <a:gd name="csX5" fmla="*/ 182880 w 3449024"/>
              <a:gd name="csY5" fmla="*/ 182880 h 365760"/>
              <a:gd name="csX6" fmla="*/ 0 w 3449024"/>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49024" h="365760">
                <a:moveTo>
                  <a:pt x="0" y="0"/>
                </a:moveTo>
                <a:lnTo>
                  <a:pt x="3444423" y="0"/>
                </a:lnTo>
                <a:lnTo>
                  <a:pt x="3449024" y="205884"/>
                </a:lnTo>
                <a:lnTo>
                  <a:pt x="3444423" y="365760"/>
                </a:lnTo>
                <a:lnTo>
                  <a:pt x="0" y="365760"/>
                </a:lnTo>
                <a:lnTo>
                  <a:pt x="182880" y="182880"/>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146304" rIns="182880" bIns="146304" numCol="1" spcCol="0" rtlCol="0" fromWordArt="0" anchor="ctr" anchorCtr="0" forceAA="0" compatLnSpc="1">
            <a:prstTxWarp prst="textNoShape">
              <a:avLst/>
            </a:prstTxWarp>
            <a:noAutofit/>
          </a:bodyPr>
          <a:lstStyle/>
          <a:p>
            <a:pPr marL="342900" indent="-342900">
              <a:defRPr/>
            </a:pPr>
            <a:r>
              <a:rPr lang="en-US" sz="12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 Business Premium + Copilot and Purview</a:t>
            </a:r>
            <a:endParaRPr lang="en-US" sz="1200" b="1" spc="-50">
              <a:ln w="3175">
                <a:noFill/>
              </a:ln>
              <a:latin typeface="Segoe Sans Display Semibold" pitchFamily="2" charset="0"/>
              <a:cs typeface="Segoe Sans Display" pitchFamily="2" charset="0"/>
            </a:endParaRPr>
          </a:p>
        </p:txBody>
      </p:sp>
      <p:sp>
        <p:nvSpPr>
          <p:cNvPr id="12" name="Arrow: Chevron 55">
            <a:extLst>
              <a:ext uri="{FF2B5EF4-FFF2-40B4-BE49-F238E27FC236}">
                <a16:creationId xmlns:a16="http://schemas.microsoft.com/office/drawing/2014/main" id="{E2859CB9-7D60-F8A7-A41A-09E647F505DE}"/>
              </a:ext>
            </a:extLst>
          </p:cNvPr>
          <p:cNvSpPr/>
          <p:nvPr/>
        </p:nvSpPr>
        <p:spPr bwMode="auto">
          <a:xfrm>
            <a:off x="7360356" y="3025239"/>
            <a:ext cx="3411307" cy="457200"/>
          </a:xfrm>
          <a:custGeom>
            <a:avLst/>
            <a:gdLst>
              <a:gd name="csX0" fmla="*/ 0 w 3627303"/>
              <a:gd name="csY0" fmla="*/ 0 h 365760"/>
              <a:gd name="csX1" fmla="*/ 3444423 w 3627303"/>
              <a:gd name="csY1" fmla="*/ 0 h 365760"/>
              <a:gd name="csX2" fmla="*/ 3627303 w 3627303"/>
              <a:gd name="csY2" fmla="*/ 182880 h 365760"/>
              <a:gd name="csX3" fmla="*/ 3444423 w 3627303"/>
              <a:gd name="csY3" fmla="*/ 365760 h 365760"/>
              <a:gd name="csX4" fmla="*/ 0 w 3627303"/>
              <a:gd name="csY4" fmla="*/ 365760 h 365760"/>
              <a:gd name="csX5" fmla="*/ 182880 w 3627303"/>
              <a:gd name="csY5" fmla="*/ 182880 h 365760"/>
              <a:gd name="csX6" fmla="*/ 0 w 3627303"/>
              <a:gd name="csY6" fmla="*/ 0 h 365760"/>
              <a:gd name="csX0" fmla="*/ 0 w 3449024"/>
              <a:gd name="csY0" fmla="*/ 0 h 365760"/>
              <a:gd name="csX1" fmla="*/ 3444423 w 3449024"/>
              <a:gd name="csY1" fmla="*/ 0 h 365760"/>
              <a:gd name="csX2" fmla="*/ 3449024 w 3449024"/>
              <a:gd name="csY2" fmla="*/ 205884 h 365760"/>
              <a:gd name="csX3" fmla="*/ 3444423 w 3449024"/>
              <a:gd name="csY3" fmla="*/ 365760 h 365760"/>
              <a:gd name="csX4" fmla="*/ 0 w 3449024"/>
              <a:gd name="csY4" fmla="*/ 365760 h 365760"/>
              <a:gd name="csX5" fmla="*/ 182880 w 3449024"/>
              <a:gd name="csY5" fmla="*/ 182880 h 365760"/>
              <a:gd name="csX6" fmla="*/ 0 w 3449024"/>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49024" h="365760">
                <a:moveTo>
                  <a:pt x="0" y="0"/>
                </a:moveTo>
                <a:lnTo>
                  <a:pt x="3444423" y="0"/>
                </a:lnTo>
                <a:lnTo>
                  <a:pt x="3449024" y="205884"/>
                </a:lnTo>
                <a:lnTo>
                  <a:pt x="3444423" y="365760"/>
                </a:lnTo>
                <a:lnTo>
                  <a:pt x="0" y="365760"/>
                </a:lnTo>
                <a:lnTo>
                  <a:pt x="182880" y="182880"/>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146304" rIns="182880" bIns="146304" numCol="1" spcCol="0" rtlCol="0" fromWordArt="0" anchor="ctr" anchorCtr="0" forceAA="0" compatLnSpc="1">
            <a:prstTxWarp prst="textNoShape">
              <a:avLst/>
            </a:prstTxWarp>
            <a:noAutofit/>
          </a:bodyPr>
          <a:lstStyle/>
          <a:p>
            <a:pPr marL="342900" indent="-342900">
              <a:defRPr/>
            </a:pPr>
            <a:r>
              <a:rPr lang="en-US" sz="12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  Business Premium + Copilot and Purview</a:t>
            </a:r>
            <a:endParaRPr lang="en-US" sz="1200" b="1" spc="-50">
              <a:ln w="3175">
                <a:noFill/>
              </a:ln>
              <a:latin typeface="Segoe Sans Display Semibold" pitchFamily="2" charset="0"/>
              <a:cs typeface="Segoe Sans Display" pitchFamily="2" charset="0"/>
            </a:endParaRPr>
          </a:p>
        </p:txBody>
      </p:sp>
      <p:pic>
        <p:nvPicPr>
          <p:cNvPr id="13" name="Graphic 12">
            <a:extLst>
              <a:ext uri="{FF2B5EF4-FFF2-40B4-BE49-F238E27FC236}">
                <a16:creationId xmlns:a16="http://schemas.microsoft.com/office/drawing/2014/main" id="{94B2B9CE-E946-3F87-682C-CB2AF728066E}"/>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71363" y="3658815"/>
            <a:ext cx="198326" cy="198326"/>
          </a:xfrm>
          <a:prstGeom prst="rect">
            <a:avLst/>
          </a:prstGeom>
        </p:spPr>
      </p:pic>
      <p:sp>
        <p:nvSpPr>
          <p:cNvPr id="14" name="Arrow: Chevron 53">
            <a:extLst>
              <a:ext uri="{FF2B5EF4-FFF2-40B4-BE49-F238E27FC236}">
                <a16:creationId xmlns:a16="http://schemas.microsoft.com/office/drawing/2014/main" id="{4EDAEB5C-F834-07E3-B645-D8316448E69B}"/>
              </a:ext>
            </a:extLst>
          </p:cNvPr>
          <p:cNvSpPr/>
          <p:nvPr/>
        </p:nvSpPr>
        <p:spPr bwMode="auto">
          <a:xfrm>
            <a:off x="3842167" y="3025239"/>
            <a:ext cx="2639234" cy="457200"/>
          </a:xfrm>
          <a:custGeom>
            <a:avLst/>
            <a:gdLst>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82880 w 2482409"/>
              <a:gd name="csY5" fmla="*/ 182880 h 365760"/>
              <a:gd name="csX6" fmla="*/ 0 w 2482409"/>
              <a:gd name="csY6" fmla="*/ 0 h 365760"/>
              <a:gd name="csX0" fmla="*/ 104668 w 2587077"/>
              <a:gd name="csY0" fmla="*/ 0 h 365760"/>
              <a:gd name="csX1" fmla="*/ 2404197 w 2587077"/>
              <a:gd name="csY1" fmla="*/ 0 h 365760"/>
              <a:gd name="csX2" fmla="*/ 2587077 w 2587077"/>
              <a:gd name="csY2" fmla="*/ 182880 h 365760"/>
              <a:gd name="csX3" fmla="*/ 2404197 w 2587077"/>
              <a:gd name="csY3" fmla="*/ 365760 h 365760"/>
              <a:gd name="csX4" fmla="*/ 104668 w 2587077"/>
              <a:gd name="csY4" fmla="*/ 365760 h 365760"/>
              <a:gd name="csX5" fmla="*/ 0 w 2587077"/>
              <a:gd name="csY5" fmla="*/ 182880 h 365760"/>
              <a:gd name="csX6" fmla="*/ 104668 w 2587077"/>
              <a:gd name="csY6" fmla="*/ 0 h 365760"/>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6102 w 2482409"/>
              <a:gd name="csY5" fmla="*/ 217386 h 365760"/>
              <a:gd name="csX6" fmla="*/ 0 w 2482409"/>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82409" h="365760">
                <a:moveTo>
                  <a:pt x="0" y="0"/>
                </a:moveTo>
                <a:lnTo>
                  <a:pt x="2299529" y="0"/>
                </a:lnTo>
                <a:lnTo>
                  <a:pt x="2482409" y="182880"/>
                </a:lnTo>
                <a:lnTo>
                  <a:pt x="2299529" y="365760"/>
                </a:lnTo>
                <a:lnTo>
                  <a:pt x="0" y="365760"/>
                </a:lnTo>
                <a:lnTo>
                  <a:pt x="16102" y="217386"/>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342900" indent="-342900">
              <a:defRPr/>
            </a:pPr>
            <a:r>
              <a:rPr lang="en-US" sz="1200" spc="-50">
                <a:ln w="3175">
                  <a:noFill/>
                </a:ln>
                <a:solidFill>
                  <a:schemeClr val="tx1"/>
                </a:solidFill>
                <a:latin typeface="Segoe UI Semibold" panose="020B0702040204020203" pitchFamily="34" charset="0"/>
                <a:cs typeface="Segoe UI Semibold" panose="020B0702040204020203" pitchFamily="34" charset="0"/>
              </a:rPr>
              <a:t>M365 Business Standard</a:t>
            </a:r>
          </a:p>
        </p:txBody>
      </p:sp>
      <p:sp>
        <p:nvSpPr>
          <p:cNvPr id="18" name="Arrow: Chevron 17">
            <a:extLst>
              <a:ext uri="{FF2B5EF4-FFF2-40B4-BE49-F238E27FC236}">
                <a16:creationId xmlns:a16="http://schemas.microsoft.com/office/drawing/2014/main" id="{7DEA1A91-9514-0A78-F7CE-09931E1992F9}"/>
              </a:ext>
            </a:extLst>
          </p:cNvPr>
          <p:cNvSpPr/>
          <p:nvPr/>
        </p:nvSpPr>
        <p:spPr bwMode="auto">
          <a:xfrm>
            <a:off x="6324576" y="3025239"/>
            <a:ext cx="1320654" cy="457200"/>
          </a:xfrm>
          <a:prstGeom prst="chevron">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182880" bIns="45720" numCol="1" spcCol="0" rtlCol="0" fromWordArt="0" anchor="ctr" anchorCtr="0" forceAA="0" compatLnSpc="1">
            <a:prstTxWarp prst="textNoShape">
              <a:avLst/>
            </a:prstTxWarp>
            <a:spAutoFit/>
          </a:bodyPr>
          <a:lstStyle/>
          <a:p>
            <a:pPr lvl="0" defTabSz="932472" fontAlgn="base">
              <a:spcBef>
                <a:spcPct val="0"/>
              </a:spcBef>
              <a:spcAft>
                <a:spcPct val="0"/>
              </a:spcAft>
              <a:defRPr/>
            </a:pPr>
            <a:endParaRPr lang="en-US" sz="1200">
              <a:solidFill>
                <a:srgbClr val="FFFFFF"/>
              </a:solidFill>
              <a:latin typeface="Segoe Sans Display Semibold"/>
              <a:cs typeface="Segoe UI" pitchFamily="34" charset="0"/>
            </a:endParaRPr>
          </a:p>
        </p:txBody>
      </p:sp>
      <p:grpSp>
        <p:nvGrpSpPr>
          <p:cNvPr id="21" name="Group 20">
            <a:extLst>
              <a:ext uri="{FF2B5EF4-FFF2-40B4-BE49-F238E27FC236}">
                <a16:creationId xmlns:a16="http://schemas.microsoft.com/office/drawing/2014/main" id="{2EDCCA52-A556-B9A1-349B-625DBFE4D574}"/>
              </a:ext>
              <a:ext uri="{C183D7F6-B498-43B3-948B-1728B52AA6E4}">
                <adec:decorative xmlns:adec="http://schemas.microsoft.com/office/drawing/2017/decorative" val="1"/>
              </a:ext>
            </a:extLst>
          </p:cNvPr>
          <p:cNvGrpSpPr/>
          <p:nvPr/>
        </p:nvGrpSpPr>
        <p:grpSpPr>
          <a:xfrm>
            <a:off x="6630376" y="3115277"/>
            <a:ext cx="243402" cy="243402"/>
            <a:chOff x="12912012" y="2938462"/>
            <a:chExt cx="981075" cy="981075"/>
          </a:xfrm>
          <a:solidFill>
            <a:schemeClr val="bg1"/>
          </a:solidFill>
        </p:grpSpPr>
        <p:sp>
          <p:nvSpPr>
            <p:cNvPr id="47" name="Freeform: Shape 46">
              <a:extLst>
                <a:ext uri="{FF2B5EF4-FFF2-40B4-BE49-F238E27FC236}">
                  <a16:creationId xmlns:a16="http://schemas.microsoft.com/office/drawing/2014/main" id="{CDC5A229-882D-1A39-1528-0A74A826C12D}"/>
                </a:ext>
              </a:extLst>
            </p:cNvPr>
            <p:cNvSpPr/>
            <p:nvPr/>
          </p:nvSpPr>
          <p:spPr>
            <a:xfrm>
              <a:off x="1291201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8" name="Freeform: Shape 47">
              <a:extLst>
                <a:ext uri="{FF2B5EF4-FFF2-40B4-BE49-F238E27FC236}">
                  <a16:creationId xmlns:a16="http://schemas.microsoft.com/office/drawing/2014/main" id="{56D66F27-873A-0DDB-E647-BC266C0760D6}"/>
                </a:ext>
              </a:extLst>
            </p:cNvPr>
            <p:cNvSpPr/>
            <p:nvPr/>
          </p:nvSpPr>
          <p:spPr>
            <a:xfrm>
              <a:off x="13140616" y="3205180"/>
              <a:ext cx="481013" cy="438131"/>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sp>
        <p:nvSpPr>
          <p:cNvPr id="22" name="TextBox 21">
            <a:extLst>
              <a:ext uri="{FF2B5EF4-FFF2-40B4-BE49-F238E27FC236}">
                <a16:creationId xmlns:a16="http://schemas.microsoft.com/office/drawing/2014/main" id="{795F619E-BB50-CD2A-69FC-C513E586B076}"/>
              </a:ext>
            </a:extLst>
          </p:cNvPr>
          <p:cNvSpPr txBox="1"/>
          <p:nvPr/>
        </p:nvSpPr>
        <p:spPr>
          <a:xfrm>
            <a:off x="4169689" y="3529488"/>
            <a:ext cx="79599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Renewal </a:t>
            </a:r>
          </a:p>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Hook</a:t>
            </a:r>
          </a:p>
        </p:txBody>
      </p:sp>
      <p:sp>
        <p:nvSpPr>
          <p:cNvPr id="23" name="Arrow: Chevron 53">
            <a:extLst>
              <a:ext uri="{FF2B5EF4-FFF2-40B4-BE49-F238E27FC236}">
                <a16:creationId xmlns:a16="http://schemas.microsoft.com/office/drawing/2014/main" id="{32E0EE0C-F91A-C199-0D76-E0F39F42D51E}"/>
              </a:ext>
            </a:extLst>
          </p:cNvPr>
          <p:cNvSpPr/>
          <p:nvPr/>
        </p:nvSpPr>
        <p:spPr bwMode="auto">
          <a:xfrm>
            <a:off x="3842167" y="4280411"/>
            <a:ext cx="2639234" cy="457200"/>
          </a:xfrm>
          <a:custGeom>
            <a:avLst/>
            <a:gdLst>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82880 w 2482409"/>
              <a:gd name="csY5" fmla="*/ 182880 h 365760"/>
              <a:gd name="csX6" fmla="*/ 0 w 2482409"/>
              <a:gd name="csY6" fmla="*/ 0 h 365760"/>
              <a:gd name="csX0" fmla="*/ 104668 w 2587077"/>
              <a:gd name="csY0" fmla="*/ 0 h 365760"/>
              <a:gd name="csX1" fmla="*/ 2404197 w 2587077"/>
              <a:gd name="csY1" fmla="*/ 0 h 365760"/>
              <a:gd name="csX2" fmla="*/ 2587077 w 2587077"/>
              <a:gd name="csY2" fmla="*/ 182880 h 365760"/>
              <a:gd name="csX3" fmla="*/ 2404197 w 2587077"/>
              <a:gd name="csY3" fmla="*/ 365760 h 365760"/>
              <a:gd name="csX4" fmla="*/ 104668 w 2587077"/>
              <a:gd name="csY4" fmla="*/ 365760 h 365760"/>
              <a:gd name="csX5" fmla="*/ 0 w 2587077"/>
              <a:gd name="csY5" fmla="*/ 182880 h 365760"/>
              <a:gd name="csX6" fmla="*/ 104668 w 2587077"/>
              <a:gd name="csY6" fmla="*/ 0 h 365760"/>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6102 w 2482409"/>
              <a:gd name="csY5" fmla="*/ 217386 h 365760"/>
              <a:gd name="csX6" fmla="*/ 0 w 2482409"/>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82409" h="365760">
                <a:moveTo>
                  <a:pt x="0" y="0"/>
                </a:moveTo>
                <a:lnTo>
                  <a:pt x="2299529" y="0"/>
                </a:lnTo>
                <a:lnTo>
                  <a:pt x="2482409" y="182880"/>
                </a:lnTo>
                <a:lnTo>
                  <a:pt x="2299529" y="365760"/>
                </a:lnTo>
                <a:lnTo>
                  <a:pt x="0" y="365760"/>
                </a:lnTo>
                <a:lnTo>
                  <a:pt x="16102" y="217386"/>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342900" indent="-342900">
              <a:defRPr/>
            </a:pPr>
            <a:r>
              <a:rPr lang="en-US" sz="1200" spc="-50">
                <a:ln w="3175">
                  <a:noFill/>
                </a:ln>
                <a:solidFill>
                  <a:schemeClr val="tx1"/>
                </a:solidFill>
                <a:latin typeface="Segoe UI Semibold" panose="020B0702040204020203" pitchFamily="34" charset="0"/>
                <a:cs typeface="Segoe UI Semibold" panose="020B0702040204020203" pitchFamily="34" charset="0"/>
              </a:rPr>
              <a:t>M365 Business Premium</a:t>
            </a:r>
          </a:p>
        </p:txBody>
      </p:sp>
      <p:sp>
        <p:nvSpPr>
          <p:cNvPr id="25" name="Arrow: Chevron 24">
            <a:extLst>
              <a:ext uri="{FF2B5EF4-FFF2-40B4-BE49-F238E27FC236}">
                <a16:creationId xmlns:a16="http://schemas.microsoft.com/office/drawing/2014/main" id="{B3B9773E-29A9-D3CF-4110-A209A590AA0F}"/>
              </a:ext>
            </a:extLst>
          </p:cNvPr>
          <p:cNvSpPr/>
          <p:nvPr/>
        </p:nvSpPr>
        <p:spPr bwMode="auto">
          <a:xfrm>
            <a:off x="6324575" y="4280411"/>
            <a:ext cx="1392537" cy="457200"/>
          </a:xfrm>
          <a:prstGeom prst="chevron">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182880" bIns="45720" numCol="1" spcCol="0" rtlCol="0" fromWordArt="0" anchor="ctr" anchorCtr="0" forceAA="0" compatLnSpc="1">
            <a:prstTxWarp prst="textNoShape">
              <a:avLst/>
            </a:prstTxWarp>
            <a:spAutoFit/>
          </a:bodyPr>
          <a:lstStyle/>
          <a:p>
            <a:pPr lvl="0" defTabSz="932472" fontAlgn="base">
              <a:spcBef>
                <a:spcPct val="0"/>
              </a:spcBef>
              <a:spcAft>
                <a:spcPct val="0"/>
              </a:spcAft>
              <a:defRPr/>
            </a:pPr>
            <a:endParaRPr lang="en-US" sz="1200">
              <a:solidFill>
                <a:srgbClr val="FFFFFF"/>
              </a:solidFill>
              <a:latin typeface="Segoe Sans Display Semibold"/>
              <a:cs typeface="Segoe UI" pitchFamily="34" charset="0"/>
            </a:endParaRPr>
          </a:p>
        </p:txBody>
      </p:sp>
      <p:sp>
        <p:nvSpPr>
          <p:cNvPr id="28" name="TextBox 27">
            <a:extLst>
              <a:ext uri="{FF2B5EF4-FFF2-40B4-BE49-F238E27FC236}">
                <a16:creationId xmlns:a16="http://schemas.microsoft.com/office/drawing/2014/main" id="{5A310A1F-2A85-8988-7D36-A015F6E5FDD9}"/>
              </a:ext>
            </a:extLst>
          </p:cNvPr>
          <p:cNvSpPr txBox="1"/>
          <p:nvPr/>
        </p:nvSpPr>
        <p:spPr>
          <a:xfrm>
            <a:off x="6886855" y="3098479"/>
            <a:ext cx="608765" cy="276999"/>
          </a:xfrm>
          <a:prstGeom prst="rect">
            <a:avLst/>
          </a:prstGeom>
          <a:noFill/>
        </p:spPr>
        <p:txBody>
          <a:bodyPr wrap="square">
            <a:sp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+$25</a:t>
            </a:r>
          </a:p>
        </p:txBody>
      </p:sp>
      <p:grpSp>
        <p:nvGrpSpPr>
          <p:cNvPr id="29" name="Group 28">
            <a:extLst>
              <a:ext uri="{FF2B5EF4-FFF2-40B4-BE49-F238E27FC236}">
                <a16:creationId xmlns:a16="http://schemas.microsoft.com/office/drawing/2014/main" id="{B90C61F2-38BC-686F-F4BD-B5EDCAEBB81B}"/>
              </a:ext>
              <a:ext uri="{C183D7F6-B498-43B3-948B-1728B52AA6E4}">
                <adec:decorative xmlns:adec="http://schemas.microsoft.com/office/drawing/2017/decorative" val="1"/>
              </a:ext>
            </a:extLst>
          </p:cNvPr>
          <p:cNvGrpSpPr/>
          <p:nvPr/>
        </p:nvGrpSpPr>
        <p:grpSpPr>
          <a:xfrm>
            <a:off x="6630376" y="4389602"/>
            <a:ext cx="243402" cy="243402"/>
            <a:chOff x="12912012" y="2938462"/>
            <a:chExt cx="981075" cy="981075"/>
          </a:xfrm>
          <a:solidFill>
            <a:schemeClr val="bg1"/>
          </a:solidFill>
        </p:grpSpPr>
        <p:sp>
          <p:nvSpPr>
            <p:cNvPr id="45" name="Freeform: Shape 44">
              <a:extLst>
                <a:ext uri="{FF2B5EF4-FFF2-40B4-BE49-F238E27FC236}">
                  <a16:creationId xmlns:a16="http://schemas.microsoft.com/office/drawing/2014/main" id="{0F84D9A8-9CA3-0D36-897F-74655E0D89A2}"/>
                </a:ext>
              </a:extLst>
            </p:cNvPr>
            <p:cNvSpPr/>
            <p:nvPr/>
          </p:nvSpPr>
          <p:spPr>
            <a:xfrm>
              <a:off x="1291201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6" name="Freeform: Shape 45">
              <a:extLst>
                <a:ext uri="{FF2B5EF4-FFF2-40B4-BE49-F238E27FC236}">
                  <a16:creationId xmlns:a16="http://schemas.microsoft.com/office/drawing/2014/main" id="{E700E21C-8212-2545-7AEC-4B43B00AB7CF}"/>
                </a:ext>
              </a:extLst>
            </p:cNvPr>
            <p:cNvSpPr/>
            <p:nvPr/>
          </p:nvSpPr>
          <p:spPr>
            <a:xfrm>
              <a:off x="13140616" y="3205180"/>
              <a:ext cx="481013" cy="438131"/>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sp>
        <p:nvSpPr>
          <p:cNvPr id="31" name="TextBox 30">
            <a:extLst>
              <a:ext uri="{FF2B5EF4-FFF2-40B4-BE49-F238E27FC236}">
                <a16:creationId xmlns:a16="http://schemas.microsoft.com/office/drawing/2014/main" id="{47CEBD1A-32A6-BD2A-9584-F80118272766}"/>
              </a:ext>
            </a:extLst>
          </p:cNvPr>
          <p:cNvSpPr txBox="1"/>
          <p:nvPr/>
        </p:nvSpPr>
        <p:spPr>
          <a:xfrm>
            <a:off x="6886855" y="4372804"/>
            <a:ext cx="758375" cy="276999"/>
          </a:xfrm>
          <a:prstGeom prst="rect">
            <a:avLst/>
          </a:prstGeom>
          <a:noFill/>
        </p:spPr>
        <p:txBody>
          <a:bodyPr wrap="square">
            <a:sp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+$15</a:t>
            </a:r>
          </a:p>
        </p:txBody>
      </p:sp>
      <p:cxnSp>
        <p:nvCxnSpPr>
          <p:cNvPr id="36" name="Straight Connector 35">
            <a:extLst>
              <a:ext uri="{FF2B5EF4-FFF2-40B4-BE49-F238E27FC236}">
                <a16:creationId xmlns:a16="http://schemas.microsoft.com/office/drawing/2014/main" id="{D4E82868-B43A-23C5-79F8-57FA947F1920}"/>
              </a:ext>
            </a:extLst>
          </p:cNvPr>
          <p:cNvCxnSpPr>
            <a:cxnSpLocks/>
          </p:cNvCxnSpPr>
          <p:nvPr/>
        </p:nvCxnSpPr>
        <p:spPr>
          <a:xfrm>
            <a:off x="4949548" y="3566591"/>
            <a:ext cx="0" cy="358828"/>
          </a:xfrm>
          <a:prstGeom prst="line">
            <a:avLst/>
          </a:prstGeom>
          <a:ln w="12700">
            <a:solidFill>
              <a:srgbClr val="C5B4E3"/>
            </a:solidFill>
            <a:headEnd type="none" w="lg" len="med"/>
            <a:tailEnd type="none" w="lg" len="med"/>
          </a:ln>
        </p:spPr>
        <p:style>
          <a:lnRef idx="1">
            <a:schemeClr val="accent4"/>
          </a:lnRef>
          <a:fillRef idx="0">
            <a:schemeClr val="accent4"/>
          </a:fillRef>
          <a:effectRef idx="0">
            <a:schemeClr val="accent4"/>
          </a:effectRef>
          <a:fontRef idx="minor">
            <a:schemeClr val="tx1"/>
          </a:fontRef>
        </p:style>
      </p:cxnSp>
      <p:sp>
        <p:nvSpPr>
          <p:cNvPr id="37" name="TextBox 36">
            <a:extLst>
              <a:ext uri="{FF2B5EF4-FFF2-40B4-BE49-F238E27FC236}">
                <a16:creationId xmlns:a16="http://schemas.microsoft.com/office/drawing/2014/main" id="{A0CF8952-F69D-99A0-6E86-B0FB26807739}"/>
              </a:ext>
            </a:extLst>
          </p:cNvPr>
          <p:cNvSpPr txBox="1"/>
          <p:nvPr/>
        </p:nvSpPr>
        <p:spPr>
          <a:xfrm>
            <a:off x="4965686" y="3529488"/>
            <a:ext cx="5658848" cy="461665"/>
          </a:xfrm>
          <a:prstGeom prst="rect">
            <a:avLst/>
          </a:prstGeom>
          <a:noFill/>
        </p:spPr>
        <p:txBody>
          <a:bodyPr wrap="square">
            <a:spAutoFit/>
          </a:bodyPr>
          <a:lstStyle/>
          <a:p>
            <a:r>
              <a:rPr lang="en-US" sz="1200"/>
              <a:t>“Secure your business and supercharge productivity with AI for just $20 more per user/month. Add enhanced security and compliance for only $5 extra.”</a:t>
            </a:r>
          </a:p>
        </p:txBody>
      </p:sp>
      <p:pic>
        <p:nvPicPr>
          <p:cNvPr id="38" name="Graphic 37">
            <a:extLst>
              <a:ext uri="{FF2B5EF4-FFF2-40B4-BE49-F238E27FC236}">
                <a16:creationId xmlns:a16="http://schemas.microsoft.com/office/drawing/2014/main" id="{49A549F7-FB2C-7FED-4CF9-C64F61B2D40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71363" y="4933110"/>
            <a:ext cx="198326" cy="198326"/>
          </a:xfrm>
          <a:prstGeom prst="rect">
            <a:avLst/>
          </a:prstGeom>
        </p:spPr>
      </p:pic>
      <p:sp>
        <p:nvSpPr>
          <p:cNvPr id="39" name="TextBox 38">
            <a:extLst>
              <a:ext uri="{FF2B5EF4-FFF2-40B4-BE49-F238E27FC236}">
                <a16:creationId xmlns:a16="http://schemas.microsoft.com/office/drawing/2014/main" id="{68A2F150-E6AB-5246-64A0-F7D73F65DE40}"/>
              </a:ext>
            </a:extLst>
          </p:cNvPr>
          <p:cNvSpPr txBox="1"/>
          <p:nvPr/>
        </p:nvSpPr>
        <p:spPr>
          <a:xfrm>
            <a:off x="4169689" y="4803783"/>
            <a:ext cx="79599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Renewal </a:t>
            </a:r>
          </a:p>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Hook</a:t>
            </a:r>
          </a:p>
        </p:txBody>
      </p:sp>
      <p:cxnSp>
        <p:nvCxnSpPr>
          <p:cNvPr id="40" name="Straight Connector 39">
            <a:extLst>
              <a:ext uri="{FF2B5EF4-FFF2-40B4-BE49-F238E27FC236}">
                <a16:creationId xmlns:a16="http://schemas.microsoft.com/office/drawing/2014/main" id="{CC584237-87C5-3680-A8F4-2CB5FF1C2A53}"/>
              </a:ext>
            </a:extLst>
          </p:cNvPr>
          <p:cNvCxnSpPr>
            <a:cxnSpLocks/>
          </p:cNvCxnSpPr>
          <p:nvPr/>
        </p:nvCxnSpPr>
        <p:spPr>
          <a:xfrm>
            <a:off x="4949548" y="4840886"/>
            <a:ext cx="0" cy="358828"/>
          </a:xfrm>
          <a:prstGeom prst="line">
            <a:avLst/>
          </a:prstGeom>
          <a:ln w="12700">
            <a:solidFill>
              <a:srgbClr val="C5B4E3"/>
            </a:solidFill>
            <a:headEnd type="none" w="lg" len="med"/>
            <a:tailEnd type="none" w="lg" len="med"/>
          </a:ln>
        </p:spPr>
        <p:style>
          <a:lnRef idx="1">
            <a:schemeClr val="accent4"/>
          </a:lnRef>
          <a:fillRef idx="0">
            <a:schemeClr val="accent4"/>
          </a:fillRef>
          <a:effectRef idx="0">
            <a:schemeClr val="accent4"/>
          </a:effectRef>
          <a:fontRef idx="minor">
            <a:schemeClr val="tx1"/>
          </a:fontRef>
        </p:style>
      </p:cxnSp>
      <p:sp>
        <p:nvSpPr>
          <p:cNvPr id="41" name="TextBox 40">
            <a:extLst>
              <a:ext uri="{FF2B5EF4-FFF2-40B4-BE49-F238E27FC236}">
                <a16:creationId xmlns:a16="http://schemas.microsoft.com/office/drawing/2014/main" id="{E29E185E-B29D-94F2-14EF-F9A57664E4E4}"/>
              </a:ext>
            </a:extLst>
          </p:cNvPr>
          <p:cNvSpPr txBox="1"/>
          <p:nvPr/>
        </p:nvSpPr>
        <p:spPr>
          <a:xfrm>
            <a:off x="4965685" y="4803783"/>
            <a:ext cx="5932773" cy="461665"/>
          </a:xfrm>
          <a:prstGeom prst="rect">
            <a:avLst/>
          </a:prstGeom>
          <a:noFill/>
        </p:spPr>
        <p:txBody>
          <a:bodyPr wrap="square">
            <a:spAutoFit/>
          </a:bodyPr>
          <a:lstStyle/>
          <a:p>
            <a:pPr>
              <a:defRPr/>
            </a:pPr>
            <a:r>
              <a:rPr lang="en-US" sz="1200">
                <a:solidFill>
                  <a:srgbClr val="091F2C"/>
                </a:solidFill>
                <a:ea typeface="+mn-lt"/>
                <a:cs typeface="Segoe Sans Display"/>
              </a:rPr>
              <a:t>AI-powered productivity &amp; advanced security in one comprehensive solution.</a:t>
            </a:r>
          </a:p>
          <a:p>
            <a:pPr>
              <a:defRPr/>
            </a:pPr>
            <a:r>
              <a:rPr lang="en-US" sz="1200"/>
              <a:t>Upgrade now for a smarter, more secure way to work.  Just $15 more per user/month”</a:t>
            </a:r>
            <a:endParaRPr lang="en-US" sz="1200" spc="-50">
              <a:ln w="3175">
                <a:noFill/>
              </a:ln>
              <a:latin typeface="Segoe UI" panose="020B0502040204020203" pitchFamily="34" charset="0"/>
              <a:cs typeface="Segoe UI" panose="020B0502040204020203" pitchFamily="34" charset="0"/>
            </a:endParaRPr>
          </a:p>
        </p:txBody>
      </p:sp>
      <p:sp>
        <p:nvSpPr>
          <p:cNvPr id="54" name="Content Placeholder 3">
            <a:extLst>
              <a:ext uri="{FF2B5EF4-FFF2-40B4-BE49-F238E27FC236}">
                <a16:creationId xmlns:a16="http://schemas.microsoft.com/office/drawing/2014/main" id="{B245BD33-277D-7278-8272-480DBC84F885}"/>
              </a:ext>
            </a:extLst>
          </p:cNvPr>
          <p:cNvSpPr txBox="1">
            <a:spLocks/>
          </p:cNvSpPr>
          <p:nvPr/>
        </p:nvSpPr>
        <p:spPr>
          <a:xfrm>
            <a:off x="455992" y="1358337"/>
            <a:ext cx="10360691" cy="357542"/>
          </a:xfrm>
          <a:prstGeom prst="rect">
            <a:avLst/>
          </a:prstGeom>
        </p:spPr>
        <p:txBody>
          <a:bodyPr vert="horz" wrap="square" lIns="0" tIns="0" rIns="0" bIns="0" numCol="2"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a:latin typeface="Segoe UI" panose="020B0502040204020203" pitchFamily="34" charset="0"/>
                <a:cs typeface="Segoe UI" panose="020B0502040204020203" pitchFamily="34" charset="0"/>
              </a:rPr>
              <a:t>Security isn’t optional—it’s essential. That’s why our hero motion combines advanced protection with AI-powered productivity in one comprehensive solution. These upgrade paths make it simple and cost-effective to deliver unmatched security and intelligence.  </a:t>
            </a:r>
          </a:p>
          <a:p>
            <a:r>
              <a:rPr lang="en-US" sz="1200">
                <a:latin typeface="Segoe UI" panose="020B0502040204020203" pitchFamily="34" charset="0"/>
                <a:cs typeface="Segoe UI" panose="020B0502040204020203" pitchFamily="34" charset="0"/>
              </a:rPr>
              <a:t>By upgrading customers to Business Premium with Copilot and Purview Suite, you deliver the most secure AI experience available—protecting sensitive data while unlocking intelligent workflows. Lead with security as the differentiator and show customers why this is the smartest way forward.</a:t>
            </a:r>
          </a:p>
        </p:txBody>
      </p:sp>
    </p:spTree>
    <p:extLst>
      <p:ext uri="{BB962C8B-B14F-4D97-AF65-F5344CB8AC3E}">
        <p14:creationId xmlns:p14="http://schemas.microsoft.com/office/powerpoint/2010/main" val="179179880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3694B-3AD3-9CC7-E1BD-2F3C3E22F8D6}"/>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9D3C2F2A-F0E8-E93E-36A1-24C900C4E2BE}"/>
              </a:ext>
            </a:extLst>
          </p:cNvPr>
          <p:cNvSpPr txBox="1">
            <a:spLocks/>
          </p:cNvSpPr>
          <p:nvPr/>
        </p:nvSpPr>
        <p:spPr>
          <a:xfrm>
            <a:off x="455992" y="758285"/>
            <a:ext cx="10221533" cy="492443"/>
          </a:xfrm>
          <a:prstGeom prst="rect">
            <a:avLst/>
          </a:prstGeom>
        </p:spPr>
        <p:txBody>
          <a:bodyPr vert="horz" wrap="square" lIns="0" tIns="0" rIns="0" bIns="0" rtlCol="0" anchor="ctr">
            <a:spAutoFit/>
          </a:bodyPr>
          <a:lstStyle>
            <a:lvl1pPr algn="l" defTabSz="932742" rtl="0" eaLnBrk="1" latinLnBrk="0" hangingPunct="1">
              <a:lnSpc>
                <a:spcPct val="100000"/>
              </a:lnSpc>
              <a:spcBef>
                <a:spcPct val="0"/>
              </a:spcBef>
              <a:buNone/>
              <a:defRPr lang="en-US" sz="2800" b="0" kern="1200" cap="none" spc="-50" baseline="0">
                <a:ln w="3175">
                  <a:noFill/>
                </a:ln>
                <a:solidFill>
                  <a:schemeClr val="tx2"/>
                </a:solidFill>
                <a:effectLst/>
                <a:latin typeface="+mj-lt"/>
                <a:ea typeface="+mn-ea"/>
                <a:cs typeface="Segoe Sans Display" pitchFamily="2" charset="0"/>
              </a:defRPr>
            </a:lvl1pPr>
          </a:lstStyle>
          <a:p>
            <a:r>
              <a:rPr lang="en-US" sz="3200">
                <a:solidFill>
                  <a:schemeClr val="tx1"/>
                </a:solidFill>
                <a:latin typeface="Segoe UI Semibold" panose="020B0702040204020203" pitchFamily="34" charset="0"/>
                <a:cs typeface="Segoe UI Semibold" panose="020B0702040204020203" pitchFamily="34" charset="0"/>
              </a:rPr>
              <a:t>Same great plan, with an AI productivity upgrade</a:t>
            </a:r>
          </a:p>
        </p:txBody>
      </p:sp>
      <p:sp>
        <p:nvSpPr>
          <p:cNvPr id="15" name="Text Placeholder 2">
            <a:extLst>
              <a:ext uri="{FF2B5EF4-FFF2-40B4-BE49-F238E27FC236}">
                <a16:creationId xmlns:a16="http://schemas.microsoft.com/office/drawing/2014/main" id="{A5ADB2C2-9204-288F-0ED0-409FFE745A62}"/>
              </a:ext>
            </a:extLst>
          </p:cNvPr>
          <p:cNvSpPr txBox="1">
            <a:spLocks/>
          </p:cNvSpPr>
          <p:nvPr/>
        </p:nvSpPr>
        <p:spPr>
          <a:xfrm>
            <a:off x="455992" y="600911"/>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accent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Go to market approach</a:t>
            </a:r>
          </a:p>
        </p:txBody>
      </p:sp>
      <p:sp>
        <p:nvSpPr>
          <p:cNvPr id="2" name="!! Opportunities box">
            <a:extLst>
              <a:ext uri="{FF2B5EF4-FFF2-40B4-BE49-F238E27FC236}">
                <a16:creationId xmlns:a16="http://schemas.microsoft.com/office/drawing/2014/main" id="{52D27937-B6C0-ACD8-CCA0-0AD745B9C14F}"/>
              </a:ext>
              <a:ext uri="{C183D7F6-B498-43B3-948B-1728B52AA6E4}">
                <adec:decorative xmlns:adec="http://schemas.microsoft.com/office/drawing/2017/decorative" val="1"/>
              </a:ext>
            </a:extLst>
          </p:cNvPr>
          <p:cNvSpPr txBox="1">
            <a:spLocks/>
          </p:cNvSpPr>
          <p:nvPr/>
        </p:nvSpPr>
        <p:spPr>
          <a:xfrm>
            <a:off x="3632539" y="2617901"/>
            <a:ext cx="7369809" cy="3070481"/>
          </a:xfrm>
          <a:prstGeom prst="roundRect">
            <a:avLst>
              <a:gd name="adj" fmla="val 6030"/>
            </a:avLst>
          </a:prstGeom>
          <a:solidFill>
            <a:srgbClr val="F0FAFF">
              <a:alpha val="70000"/>
            </a:srgbClr>
          </a:solidFill>
          <a:ln w="15875">
            <a:solidFill>
              <a:schemeClr val="accent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a:solidFill>
                  <a:prstClr val="black"/>
                </a:solidFill>
                <a:latin typeface="Segoe Sans Display"/>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3" name="!! Opportunities box">
            <a:extLst>
              <a:ext uri="{FF2B5EF4-FFF2-40B4-BE49-F238E27FC236}">
                <a16:creationId xmlns:a16="http://schemas.microsoft.com/office/drawing/2014/main" id="{E097BBD7-C803-A537-C0B0-7DC6E53FD0BF}"/>
              </a:ext>
              <a:ext uri="{C183D7F6-B498-43B3-948B-1728B52AA6E4}">
                <adec:decorative xmlns:adec="http://schemas.microsoft.com/office/drawing/2017/decorative" val="1"/>
              </a:ext>
            </a:extLst>
          </p:cNvPr>
          <p:cNvSpPr txBox="1">
            <a:spLocks/>
          </p:cNvSpPr>
          <p:nvPr/>
        </p:nvSpPr>
        <p:spPr>
          <a:xfrm>
            <a:off x="455992" y="2617901"/>
            <a:ext cx="3095572" cy="3070481"/>
          </a:xfrm>
          <a:prstGeom prst="roundRect">
            <a:avLst>
              <a:gd name="adj" fmla="val 6030"/>
            </a:avLst>
          </a:prstGeom>
          <a:solidFill>
            <a:schemeClr val="bg1">
              <a:alpha val="70000"/>
            </a:schemeClr>
          </a:solidFill>
          <a:ln w="15875">
            <a:solidFill>
              <a:schemeClr val="accent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a:solidFill>
                  <a:prstClr val="black"/>
                </a:solidFill>
                <a:latin typeface="Segoe Sans Display"/>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 name="TextBox 3">
            <a:extLst>
              <a:ext uri="{FF2B5EF4-FFF2-40B4-BE49-F238E27FC236}">
                <a16:creationId xmlns:a16="http://schemas.microsoft.com/office/drawing/2014/main" id="{7F3CF37D-3DA9-DE35-F9EB-713465508FD7}"/>
              </a:ext>
            </a:extLst>
          </p:cNvPr>
          <p:cNvSpPr txBox="1"/>
          <p:nvPr/>
        </p:nvSpPr>
        <p:spPr>
          <a:xfrm>
            <a:off x="896954" y="3599143"/>
            <a:ext cx="2408734" cy="110799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50" normalizeH="0" baseline="0" noProof="0">
                <a:ln w="3175">
                  <a:noFill/>
                </a:ln>
                <a:gradFill>
                  <a:gsLst>
                    <a:gs pos="0">
                      <a:srgbClr val="FFFFFF"/>
                    </a:gs>
                    <a:gs pos="0">
                      <a:srgbClr val="C03BC3"/>
                    </a:gs>
                    <a:gs pos="98000">
                      <a:srgbClr val="DD4A84"/>
                    </a:gs>
                  </a:gsLst>
                  <a:lin ang="0" scaled="1"/>
                </a:gradFill>
                <a:effectLst/>
                <a:uLnTx/>
                <a:uFillTx/>
                <a:latin typeface="Segoe Sans Display Semibold" pitchFamily="2" charset="0"/>
                <a:ea typeface="+mn-ea"/>
                <a:cs typeface="Segoe Sans Display" pitchFamily="2" charset="0"/>
              </a:rPr>
              <a:t>The all-in-one AI solution for your growing business</a:t>
            </a:r>
          </a:p>
        </p:txBody>
      </p:sp>
      <p:sp>
        <p:nvSpPr>
          <p:cNvPr id="6" name="Arrow: Chevron 55">
            <a:extLst>
              <a:ext uri="{FF2B5EF4-FFF2-40B4-BE49-F238E27FC236}">
                <a16:creationId xmlns:a16="http://schemas.microsoft.com/office/drawing/2014/main" id="{6AE9B896-230C-6348-5896-EB88C90FDC6C}"/>
              </a:ext>
            </a:extLst>
          </p:cNvPr>
          <p:cNvSpPr/>
          <p:nvPr/>
        </p:nvSpPr>
        <p:spPr bwMode="auto">
          <a:xfrm>
            <a:off x="7360356" y="4552250"/>
            <a:ext cx="3411307" cy="457200"/>
          </a:xfrm>
          <a:custGeom>
            <a:avLst/>
            <a:gdLst>
              <a:gd name="csX0" fmla="*/ 0 w 3627303"/>
              <a:gd name="csY0" fmla="*/ 0 h 365760"/>
              <a:gd name="csX1" fmla="*/ 3444423 w 3627303"/>
              <a:gd name="csY1" fmla="*/ 0 h 365760"/>
              <a:gd name="csX2" fmla="*/ 3627303 w 3627303"/>
              <a:gd name="csY2" fmla="*/ 182880 h 365760"/>
              <a:gd name="csX3" fmla="*/ 3444423 w 3627303"/>
              <a:gd name="csY3" fmla="*/ 365760 h 365760"/>
              <a:gd name="csX4" fmla="*/ 0 w 3627303"/>
              <a:gd name="csY4" fmla="*/ 365760 h 365760"/>
              <a:gd name="csX5" fmla="*/ 182880 w 3627303"/>
              <a:gd name="csY5" fmla="*/ 182880 h 365760"/>
              <a:gd name="csX6" fmla="*/ 0 w 3627303"/>
              <a:gd name="csY6" fmla="*/ 0 h 365760"/>
              <a:gd name="csX0" fmla="*/ 0 w 3449024"/>
              <a:gd name="csY0" fmla="*/ 0 h 365760"/>
              <a:gd name="csX1" fmla="*/ 3444423 w 3449024"/>
              <a:gd name="csY1" fmla="*/ 0 h 365760"/>
              <a:gd name="csX2" fmla="*/ 3449024 w 3449024"/>
              <a:gd name="csY2" fmla="*/ 205884 h 365760"/>
              <a:gd name="csX3" fmla="*/ 3444423 w 3449024"/>
              <a:gd name="csY3" fmla="*/ 365760 h 365760"/>
              <a:gd name="csX4" fmla="*/ 0 w 3449024"/>
              <a:gd name="csY4" fmla="*/ 365760 h 365760"/>
              <a:gd name="csX5" fmla="*/ 182880 w 3449024"/>
              <a:gd name="csY5" fmla="*/ 182880 h 365760"/>
              <a:gd name="csX6" fmla="*/ 0 w 3449024"/>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49024" h="365760">
                <a:moveTo>
                  <a:pt x="0" y="0"/>
                </a:moveTo>
                <a:lnTo>
                  <a:pt x="3444423" y="0"/>
                </a:lnTo>
                <a:lnTo>
                  <a:pt x="3449024" y="205884"/>
                </a:lnTo>
                <a:lnTo>
                  <a:pt x="3444423" y="365760"/>
                </a:lnTo>
                <a:lnTo>
                  <a:pt x="0" y="365760"/>
                </a:lnTo>
                <a:lnTo>
                  <a:pt x="182880" y="182880"/>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146304" rIns="182880" bIns="146304" numCol="1" spcCol="0" rtlCol="0" fromWordArt="0" anchor="ctr" anchorCtr="0" forceAA="0" compatLnSpc="1">
            <a:prstTxWarp prst="textNoShape">
              <a:avLst/>
            </a:prstTxWarp>
            <a:noAutofit/>
          </a:bodyPr>
          <a:lstStyle/>
          <a:p>
            <a:pPr marL="342900" indent="-342900">
              <a:defRPr/>
            </a:pPr>
            <a:r>
              <a:rPr lang="en-US" sz="12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  Business Premium + Copilot Business</a:t>
            </a:r>
            <a:endParaRPr lang="en-US" sz="1200" b="1" spc="-50">
              <a:ln w="3175">
                <a:noFill/>
              </a:ln>
              <a:latin typeface="Segoe Sans Display Semibold" pitchFamily="2" charset="0"/>
              <a:cs typeface="Segoe Sans Display" pitchFamily="2" charset="0"/>
            </a:endParaRPr>
          </a:p>
        </p:txBody>
      </p:sp>
      <p:sp>
        <p:nvSpPr>
          <p:cNvPr id="7" name="Arrow: Chevron 55">
            <a:extLst>
              <a:ext uri="{FF2B5EF4-FFF2-40B4-BE49-F238E27FC236}">
                <a16:creationId xmlns:a16="http://schemas.microsoft.com/office/drawing/2014/main" id="{9E45BEE7-48EB-B626-9D2F-DF7025B9D5C1}"/>
              </a:ext>
            </a:extLst>
          </p:cNvPr>
          <p:cNvSpPr/>
          <p:nvPr/>
        </p:nvSpPr>
        <p:spPr bwMode="auto">
          <a:xfrm>
            <a:off x="7360358" y="4037725"/>
            <a:ext cx="3411306" cy="457200"/>
          </a:xfrm>
          <a:custGeom>
            <a:avLst/>
            <a:gdLst>
              <a:gd name="csX0" fmla="*/ 0 w 3627303"/>
              <a:gd name="csY0" fmla="*/ 0 h 365760"/>
              <a:gd name="csX1" fmla="*/ 3444423 w 3627303"/>
              <a:gd name="csY1" fmla="*/ 0 h 365760"/>
              <a:gd name="csX2" fmla="*/ 3627303 w 3627303"/>
              <a:gd name="csY2" fmla="*/ 182880 h 365760"/>
              <a:gd name="csX3" fmla="*/ 3444423 w 3627303"/>
              <a:gd name="csY3" fmla="*/ 365760 h 365760"/>
              <a:gd name="csX4" fmla="*/ 0 w 3627303"/>
              <a:gd name="csY4" fmla="*/ 365760 h 365760"/>
              <a:gd name="csX5" fmla="*/ 182880 w 3627303"/>
              <a:gd name="csY5" fmla="*/ 182880 h 365760"/>
              <a:gd name="csX6" fmla="*/ 0 w 3627303"/>
              <a:gd name="csY6" fmla="*/ 0 h 365760"/>
              <a:gd name="csX0" fmla="*/ 0 w 3449024"/>
              <a:gd name="csY0" fmla="*/ 0 h 365760"/>
              <a:gd name="csX1" fmla="*/ 3444423 w 3449024"/>
              <a:gd name="csY1" fmla="*/ 0 h 365760"/>
              <a:gd name="csX2" fmla="*/ 3449024 w 3449024"/>
              <a:gd name="csY2" fmla="*/ 205884 h 365760"/>
              <a:gd name="csX3" fmla="*/ 3444423 w 3449024"/>
              <a:gd name="csY3" fmla="*/ 365760 h 365760"/>
              <a:gd name="csX4" fmla="*/ 0 w 3449024"/>
              <a:gd name="csY4" fmla="*/ 365760 h 365760"/>
              <a:gd name="csX5" fmla="*/ 182880 w 3449024"/>
              <a:gd name="csY5" fmla="*/ 182880 h 365760"/>
              <a:gd name="csX6" fmla="*/ 0 w 3449024"/>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49024" h="365760">
                <a:moveTo>
                  <a:pt x="0" y="0"/>
                </a:moveTo>
                <a:lnTo>
                  <a:pt x="3444423" y="0"/>
                </a:lnTo>
                <a:lnTo>
                  <a:pt x="3449024" y="205884"/>
                </a:lnTo>
                <a:lnTo>
                  <a:pt x="3444423" y="365760"/>
                </a:lnTo>
                <a:lnTo>
                  <a:pt x="0" y="365760"/>
                </a:lnTo>
                <a:lnTo>
                  <a:pt x="182880" y="182880"/>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146304" rIns="182880" bIns="146304" numCol="1" spcCol="0" rtlCol="0" fromWordArt="0" anchor="ctr" anchorCtr="0" forceAA="0" compatLnSpc="1">
            <a:prstTxWarp prst="textNoShape">
              <a:avLst/>
            </a:prstTxWarp>
            <a:noAutofit/>
          </a:bodyPr>
          <a:lstStyle/>
          <a:p>
            <a:pPr marL="342900" indent="-342900">
              <a:defRPr/>
            </a:pPr>
            <a:r>
              <a:rPr lang="en-US" sz="12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  Business Standard + Copilot Business</a:t>
            </a:r>
            <a:endParaRPr lang="en-US" sz="1200" b="1" spc="-50">
              <a:ln w="3175">
                <a:noFill/>
              </a:ln>
              <a:latin typeface="Segoe Sans Display Semibold" pitchFamily="2" charset="0"/>
              <a:cs typeface="Segoe Sans Display" pitchFamily="2" charset="0"/>
            </a:endParaRPr>
          </a:p>
        </p:txBody>
      </p:sp>
      <p:sp>
        <p:nvSpPr>
          <p:cNvPr id="12" name="Arrow: Chevron 55">
            <a:extLst>
              <a:ext uri="{FF2B5EF4-FFF2-40B4-BE49-F238E27FC236}">
                <a16:creationId xmlns:a16="http://schemas.microsoft.com/office/drawing/2014/main" id="{447A25A4-1844-B395-1BB2-38754E68CDF8}"/>
              </a:ext>
            </a:extLst>
          </p:cNvPr>
          <p:cNvSpPr/>
          <p:nvPr/>
        </p:nvSpPr>
        <p:spPr bwMode="auto">
          <a:xfrm>
            <a:off x="7360356" y="2782553"/>
            <a:ext cx="3411307" cy="457200"/>
          </a:xfrm>
          <a:custGeom>
            <a:avLst/>
            <a:gdLst>
              <a:gd name="csX0" fmla="*/ 0 w 3627303"/>
              <a:gd name="csY0" fmla="*/ 0 h 365760"/>
              <a:gd name="csX1" fmla="*/ 3444423 w 3627303"/>
              <a:gd name="csY1" fmla="*/ 0 h 365760"/>
              <a:gd name="csX2" fmla="*/ 3627303 w 3627303"/>
              <a:gd name="csY2" fmla="*/ 182880 h 365760"/>
              <a:gd name="csX3" fmla="*/ 3444423 w 3627303"/>
              <a:gd name="csY3" fmla="*/ 365760 h 365760"/>
              <a:gd name="csX4" fmla="*/ 0 w 3627303"/>
              <a:gd name="csY4" fmla="*/ 365760 h 365760"/>
              <a:gd name="csX5" fmla="*/ 182880 w 3627303"/>
              <a:gd name="csY5" fmla="*/ 182880 h 365760"/>
              <a:gd name="csX6" fmla="*/ 0 w 3627303"/>
              <a:gd name="csY6" fmla="*/ 0 h 365760"/>
              <a:gd name="csX0" fmla="*/ 0 w 3449024"/>
              <a:gd name="csY0" fmla="*/ 0 h 365760"/>
              <a:gd name="csX1" fmla="*/ 3444423 w 3449024"/>
              <a:gd name="csY1" fmla="*/ 0 h 365760"/>
              <a:gd name="csX2" fmla="*/ 3449024 w 3449024"/>
              <a:gd name="csY2" fmla="*/ 205884 h 365760"/>
              <a:gd name="csX3" fmla="*/ 3444423 w 3449024"/>
              <a:gd name="csY3" fmla="*/ 365760 h 365760"/>
              <a:gd name="csX4" fmla="*/ 0 w 3449024"/>
              <a:gd name="csY4" fmla="*/ 365760 h 365760"/>
              <a:gd name="csX5" fmla="*/ 182880 w 3449024"/>
              <a:gd name="csY5" fmla="*/ 182880 h 365760"/>
              <a:gd name="csX6" fmla="*/ 0 w 3449024"/>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49024" h="365760">
                <a:moveTo>
                  <a:pt x="0" y="0"/>
                </a:moveTo>
                <a:lnTo>
                  <a:pt x="3444423" y="0"/>
                </a:lnTo>
                <a:lnTo>
                  <a:pt x="3449024" y="205884"/>
                </a:lnTo>
                <a:lnTo>
                  <a:pt x="3444423" y="365760"/>
                </a:lnTo>
                <a:lnTo>
                  <a:pt x="0" y="365760"/>
                </a:lnTo>
                <a:lnTo>
                  <a:pt x="182880" y="182880"/>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146304" rIns="182880" bIns="146304" numCol="1" spcCol="0" rtlCol="0" fromWordArt="0" anchor="ctr" anchorCtr="0" forceAA="0" compatLnSpc="1">
            <a:prstTxWarp prst="textNoShape">
              <a:avLst/>
            </a:prstTxWarp>
            <a:noAutofit/>
          </a:bodyPr>
          <a:lstStyle/>
          <a:p>
            <a:pPr marL="342900" indent="-342900">
              <a:defRPr/>
            </a:pPr>
            <a:r>
              <a:rPr lang="en-US" sz="12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  Business Standard + Copilot Business</a:t>
            </a:r>
            <a:endParaRPr lang="en-US" sz="1200" b="1" spc="-50">
              <a:ln w="3175">
                <a:noFill/>
              </a:ln>
              <a:latin typeface="Segoe Sans Display Semibold" pitchFamily="2" charset="0"/>
              <a:cs typeface="Segoe Sans Display" pitchFamily="2" charset="0"/>
            </a:endParaRPr>
          </a:p>
        </p:txBody>
      </p:sp>
      <p:pic>
        <p:nvPicPr>
          <p:cNvPr id="13" name="Graphic 12">
            <a:extLst>
              <a:ext uri="{FF2B5EF4-FFF2-40B4-BE49-F238E27FC236}">
                <a16:creationId xmlns:a16="http://schemas.microsoft.com/office/drawing/2014/main" id="{1CC949A8-FB02-0DA6-DF8B-AB6DEE269C12}"/>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71363" y="3416129"/>
            <a:ext cx="198326" cy="198326"/>
          </a:xfrm>
          <a:prstGeom prst="rect">
            <a:avLst/>
          </a:prstGeom>
        </p:spPr>
      </p:pic>
      <p:sp>
        <p:nvSpPr>
          <p:cNvPr id="14" name="Arrow: Chevron 53">
            <a:extLst>
              <a:ext uri="{FF2B5EF4-FFF2-40B4-BE49-F238E27FC236}">
                <a16:creationId xmlns:a16="http://schemas.microsoft.com/office/drawing/2014/main" id="{A5206462-43F5-9146-01FE-A44A4ABEFCBF}"/>
              </a:ext>
            </a:extLst>
          </p:cNvPr>
          <p:cNvSpPr/>
          <p:nvPr/>
        </p:nvSpPr>
        <p:spPr bwMode="auto">
          <a:xfrm>
            <a:off x="3842167" y="2782553"/>
            <a:ext cx="2639234" cy="457200"/>
          </a:xfrm>
          <a:custGeom>
            <a:avLst/>
            <a:gdLst>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82880 w 2482409"/>
              <a:gd name="csY5" fmla="*/ 182880 h 365760"/>
              <a:gd name="csX6" fmla="*/ 0 w 2482409"/>
              <a:gd name="csY6" fmla="*/ 0 h 365760"/>
              <a:gd name="csX0" fmla="*/ 104668 w 2587077"/>
              <a:gd name="csY0" fmla="*/ 0 h 365760"/>
              <a:gd name="csX1" fmla="*/ 2404197 w 2587077"/>
              <a:gd name="csY1" fmla="*/ 0 h 365760"/>
              <a:gd name="csX2" fmla="*/ 2587077 w 2587077"/>
              <a:gd name="csY2" fmla="*/ 182880 h 365760"/>
              <a:gd name="csX3" fmla="*/ 2404197 w 2587077"/>
              <a:gd name="csY3" fmla="*/ 365760 h 365760"/>
              <a:gd name="csX4" fmla="*/ 104668 w 2587077"/>
              <a:gd name="csY4" fmla="*/ 365760 h 365760"/>
              <a:gd name="csX5" fmla="*/ 0 w 2587077"/>
              <a:gd name="csY5" fmla="*/ 182880 h 365760"/>
              <a:gd name="csX6" fmla="*/ 104668 w 2587077"/>
              <a:gd name="csY6" fmla="*/ 0 h 365760"/>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6102 w 2482409"/>
              <a:gd name="csY5" fmla="*/ 217386 h 365760"/>
              <a:gd name="csX6" fmla="*/ 0 w 2482409"/>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82409" h="365760">
                <a:moveTo>
                  <a:pt x="0" y="0"/>
                </a:moveTo>
                <a:lnTo>
                  <a:pt x="2299529" y="0"/>
                </a:lnTo>
                <a:lnTo>
                  <a:pt x="2482409" y="182880"/>
                </a:lnTo>
                <a:lnTo>
                  <a:pt x="2299529" y="365760"/>
                </a:lnTo>
                <a:lnTo>
                  <a:pt x="0" y="365760"/>
                </a:lnTo>
                <a:lnTo>
                  <a:pt x="16102" y="217386"/>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342900" indent="-342900">
              <a:defRPr/>
            </a:pPr>
            <a:r>
              <a:rPr lang="en-US" sz="1200" spc="-50">
                <a:ln w="3175">
                  <a:noFill/>
                </a:ln>
                <a:solidFill>
                  <a:schemeClr val="tx1"/>
                </a:solidFill>
                <a:latin typeface="Segoe UI Semibold" panose="020B0702040204020203" pitchFamily="34" charset="0"/>
                <a:cs typeface="Segoe UI Semibold" panose="020B0702040204020203" pitchFamily="34" charset="0"/>
              </a:rPr>
              <a:t>M365 Business Basic</a:t>
            </a:r>
          </a:p>
        </p:txBody>
      </p:sp>
      <p:sp>
        <p:nvSpPr>
          <p:cNvPr id="18" name="Arrow: Chevron 17">
            <a:extLst>
              <a:ext uri="{FF2B5EF4-FFF2-40B4-BE49-F238E27FC236}">
                <a16:creationId xmlns:a16="http://schemas.microsoft.com/office/drawing/2014/main" id="{CCCEF6DA-E6DB-1B93-E00B-B22A02AC9BD3}"/>
              </a:ext>
            </a:extLst>
          </p:cNvPr>
          <p:cNvSpPr/>
          <p:nvPr/>
        </p:nvSpPr>
        <p:spPr bwMode="auto">
          <a:xfrm>
            <a:off x="6324576" y="2782553"/>
            <a:ext cx="1320654" cy="457200"/>
          </a:xfrm>
          <a:prstGeom prst="chevron">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182880" bIns="45720" numCol="1" spcCol="0" rtlCol="0" fromWordArt="0" anchor="ctr" anchorCtr="0" forceAA="0" compatLnSpc="1">
            <a:prstTxWarp prst="textNoShape">
              <a:avLst/>
            </a:prstTxWarp>
            <a:spAutoFit/>
          </a:bodyPr>
          <a:lstStyle/>
          <a:p>
            <a:pPr lvl="0" defTabSz="932472" fontAlgn="base">
              <a:spcBef>
                <a:spcPct val="0"/>
              </a:spcBef>
              <a:spcAft>
                <a:spcPct val="0"/>
              </a:spcAft>
              <a:defRPr/>
            </a:pPr>
            <a:endParaRPr lang="en-US" sz="1200">
              <a:solidFill>
                <a:srgbClr val="FFFFFF"/>
              </a:solidFill>
              <a:latin typeface="Segoe Sans Display Semibold"/>
              <a:cs typeface="Segoe UI" pitchFamily="34" charset="0"/>
            </a:endParaRPr>
          </a:p>
        </p:txBody>
      </p:sp>
      <p:grpSp>
        <p:nvGrpSpPr>
          <p:cNvPr id="21" name="Group 20">
            <a:extLst>
              <a:ext uri="{FF2B5EF4-FFF2-40B4-BE49-F238E27FC236}">
                <a16:creationId xmlns:a16="http://schemas.microsoft.com/office/drawing/2014/main" id="{B6019960-E680-3C2A-0D12-EE43D226C2EA}"/>
              </a:ext>
              <a:ext uri="{C183D7F6-B498-43B3-948B-1728B52AA6E4}">
                <adec:decorative xmlns:adec="http://schemas.microsoft.com/office/drawing/2017/decorative" val="1"/>
              </a:ext>
            </a:extLst>
          </p:cNvPr>
          <p:cNvGrpSpPr/>
          <p:nvPr/>
        </p:nvGrpSpPr>
        <p:grpSpPr>
          <a:xfrm>
            <a:off x="6630376" y="2872591"/>
            <a:ext cx="243402" cy="243402"/>
            <a:chOff x="12912012" y="2938462"/>
            <a:chExt cx="981075" cy="981075"/>
          </a:xfrm>
          <a:solidFill>
            <a:schemeClr val="bg1"/>
          </a:solidFill>
        </p:grpSpPr>
        <p:sp>
          <p:nvSpPr>
            <p:cNvPr id="47" name="Freeform: Shape 46">
              <a:extLst>
                <a:ext uri="{FF2B5EF4-FFF2-40B4-BE49-F238E27FC236}">
                  <a16:creationId xmlns:a16="http://schemas.microsoft.com/office/drawing/2014/main" id="{0B8DA737-4490-9E44-0B3F-CEC236DAC49A}"/>
                </a:ext>
              </a:extLst>
            </p:cNvPr>
            <p:cNvSpPr/>
            <p:nvPr/>
          </p:nvSpPr>
          <p:spPr>
            <a:xfrm>
              <a:off x="1291201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8" name="Freeform: Shape 47">
              <a:extLst>
                <a:ext uri="{FF2B5EF4-FFF2-40B4-BE49-F238E27FC236}">
                  <a16:creationId xmlns:a16="http://schemas.microsoft.com/office/drawing/2014/main" id="{189E47B3-1330-5F4F-DE2A-D8A3F7D95055}"/>
                </a:ext>
              </a:extLst>
            </p:cNvPr>
            <p:cNvSpPr/>
            <p:nvPr/>
          </p:nvSpPr>
          <p:spPr>
            <a:xfrm>
              <a:off x="13140616" y="3205180"/>
              <a:ext cx="481013" cy="438131"/>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sp>
        <p:nvSpPr>
          <p:cNvPr id="22" name="TextBox 21">
            <a:extLst>
              <a:ext uri="{FF2B5EF4-FFF2-40B4-BE49-F238E27FC236}">
                <a16:creationId xmlns:a16="http://schemas.microsoft.com/office/drawing/2014/main" id="{8E84A160-E6A8-F4D1-F6AF-43A79E3DD9DA}"/>
              </a:ext>
            </a:extLst>
          </p:cNvPr>
          <p:cNvSpPr txBox="1"/>
          <p:nvPr/>
        </p:nvSpPr>
        <p:spPr>
          <a:xfrm>
            <a:off x="4169689" y="3286802"/>
            <a:ext cx="79599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Renewal </a:t>
            </a:r>
          </a:p>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Hook</a:t>
            </a:r>
          </a:p>
        </p:txBody>
      </p:sp>
      <p:sp>
        <p:nvSpPr>
          <p:cNvPr id="23" name="Arrow: Chevron 53">
            <a:extLst>
              <a:ext uri="{FF2B5EF4-FFF2-40B4-BE49-F238E27FC236}">
                <a16:creationId xmlns:a16="http://schemas.microsoft.com/office/drawing/2014/main" id="{FA54BF6E-D0D3-338F-244D-38995A83FA06}"/>
              </a:ext>
            </a:extLst>
          </p:cNvPr>
          <p:cNvSpPr/>
          <p:nvPr/>
        </p:nvSpPr>
        <p:spPr bwMode="auto">
          <a:xfrm>
            <a:off x="3842167" y="4037725"/>
            <a:ext cx="2639234" cy="457200"/>
          </a:xfrm>
          <a:custGeom>
            <a:avLst/>
            <a:gdLst>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82880 w 2482409"/>
              <a:gd name="csY5" fmla="*/ 182880 h 365760"/>
              <a:gd name="csX6" fmla="*/ 0 w 2482409"/>
              <a:gd name="csY6" fmla="*/ 0 h 365760"/>
              <a:gd name="csX0" fmla="*/ 104668 w 2587077"/>
              <a:gd name="csY0" fmla="*/ 0 h 365760"/>
              <a:gd name="csX1" fmla="*/ 2404197 w 2587077"/>
              <a:gd name="csY1" fmla="*/ 0 h 365760"/>
              <a:gd name="csX2" fmla="*/ 2587077 w 2587077"/>
              <a:gd name="csY2" fmla="*/ 182880 h 365760"/>
              <a:gd name="csX3" fmla="*/ 2404197 w 2587077"/>
              <a:gd name="csY3" fmla="*/ 365760 h 365760"/>
              <a:gd name="csX4" fmla="*/ 104668 w 2587077"/>
              <a:gd name="csY4" fmla="*/ 365760 h 365760"/>
              <a:gd name="csX5" fmla="*/ 0 w 2587077"/>
              <a:gd name="csY5" fmla="*/ 182880 h 365760"/>
              <a:gd name="csX6" fmla="*/ 104668 w 2587077"/>
              <a:gd name="csY6" fmla="*/ 0 h 365760"/>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6102 w 2482409"/>
              <a:gd name="csY5" fmla="*/ 217386 h 365760"/>
              <a:gd name="csX6" fmla="*/ 0 w 2482409"/>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82409" h="365760">
                <a:moveTo>
                  <a:pt x="0" y="0"/>
                </a:moveTo>
                <a:lnTo>
                  <a:pt x="2299529" y="0"/>
                </a:lnTo>
                <a:lnTo>
                  <a:pt x="2482409" y="182880"/>
                </a:lnTo>
                <a:lnTo>
                  <a:pt x="2299529" y="365760"/>
                </a:lnTo>
                <a:lnTo>
                  <a:pt x="0" y="365760"/>
                </a:lnTo>
                <a:lnTo>
                  <a:pt x="16102" y="217386"/>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342900" indent="-342900">
              <a:defRPr/>
            </a:pPr>
            <a:r>
              <a:rPr lang="en-US" sz="1200" spc="-50">
                <a:ln w="3175">
                  <a:noFill/>
                </a:ln>
                <a:solidFill>
                  <a:schemeClr val="tx1"/>
                </a:solidFill>
                <a:latin typeface="Segoe UI Semibold" panose="020B0702040204020203" pitchFamily="34" charset="0"/>
                <a:cs typeface="Segoe UI Semibold" panose="020B0702040204020203" pitchFamily="34" charset="0"/>
              </a:rPr>
              <a:t>M365 Business Standard</a:t>
            </a:r>
          </a:p>
        </p:txBody>
      </p:sp>
      <p:sp>
        <p:nvSpPr>
          <p:cNvPr id="25" name="Arrow: Chevron 24">
            <a:extLst>
              <a:ext uri="{FF2B5EF4-FFF2-40B4-BE49-F238E27FC236}">
                <a16:creationId xmlns:a16="http://schemas.microsoft.com/office/drawing/2014/main" id="{09C4BEF8-F6C2-63BC-029C-652BD9FD1C21}"/>
              </a:ext>
            </a:extLst>
          </p:cNvPr>
          <p:cNvSpPr/>
          <p:nvPr/>
        </p:nvSpPr>
        <p:spPr bwMode="auto">
          <a:xfrm>
            <a:off x="6324575" y="4037725"/>
            <a:ext cx="1392537" cy="457200"/>
          </a:xfrm>
          <a:prstGeom prst="chevron">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182880" bIns="45720" numCol="1" spcCol="0" rtlCol="0" fromWordArt="0" anchor="ctr" anchorCtr="0" forceAA="0" compatLnSpc="1">
            <a:prstTxWarp prst="textNoShape">
              <a:avLst/>
            </a:prstTxWarp>
            <a:spAutoFit/>
          </a:bodyPr>
          <a:lstStyle/>
          <a:p>
            <a:pPr lvl="0" defTabSz="932472" fontAlgn="base">
              <a:spcBef>
                <a:spcPct val="0"/>
              </a:spcBef>
              <a:spcAft>
                <a:spcPct val="0"/>
              </a:spcAft>
              <a:defRPr/>
            </a:pPr>
            <a:endParaRPr lang="en-US" sz="1200">
              <a:solidFill>
                <a:srgbClr val="FFFFFF"/>
              </a:solidFill>
              <a:latin typeface="Segoe Sans Display Semibold"/>
              <a:cs typeface="Segoe UI" pitchFamily="34" charset="0"/>
            </a:endParaRPr>
          </a:p>
        </p:txBody>
      </p:sp>
      <p:sp>
        <p:nvSpPr>
          <p:cNvPr id="26" name="Arrow: Chevron 53">
            <a:extLst>
              <a:ext uri="{FF2B5EF4-FFF2-40B4-BE49-F238E27FC236}">
                <a16:creationId xmlns:a16="http://schemas.microsoft.com/office/drawing/2014/main" id="{613F656D-91AD-BD2A-F4F0-89F822AC690B}"/>
              </a:ext>
            </a:extLst>
          </p:cNvPr>
          <p:cNvSpPr/>
          <p:nvPr/>
        </p:nvSpPr>
        <p:spPr bwMode="auto">
          <a:xfrm>
            <a:off x="3842167" y="4552250"/>
            <a:ext cx="2639234" cy="457200"/>
          </a:xfrm>
          <a:custGeom>
            <a:avLst/>
            <a:gdLst>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82880 w 2482409"/>
              <a:gd name="csY5" fmla="*/ 182880 h 365760"/>
              <a:gd name="csX6" fmla="*/ 0 w 2482409"/>
              <a:gd name="csY6" fmla="*/ 0 h 365760"/>
              <a:gd name="csX0" fmla="*/ 104668 w 2587077"/>
              <a:gd name="csY0" fmla="*/ 0 h 365760"/>
              <a:gd name="csX1" fmla="*/ 2404197 w 2587077"/>
              <a:gd name="csY1" fmla="*/ 0 h 365760"/>
              <a:gd name="csX2" fmla="*/ 2587077 w 2587077"/>
              <a:gd name="csY2" fmla="*/ 182880 h 365760"/>
              <a:gd name="csX3" fmla="*/ 2404197 w 2587077"/>
              <a:gd name="csY3" fmla="*/ 365760 h 365760"/>
              <a:gd name="csX4" fmla="*/ 104668 w 2587077"/>
              <a:gd name="csY4" fmla="*/ 365760 h 365760"/>
              <a:gd name="csX5" fmla="*/ 0 w 2587077"/>
              <a:gd name="csY5" fmla="*/ 182880 h 365760"/>
              <a:gd name="csX6" fmla="*/ 104668 w 2587077"/>
              <a:gd name="csY6" fmla="*/ 0 h 365760"/>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6102 w 2482409"/>
              <a:gd name="csY5" fmla="*/ 217386 h 365760"/>
              <a:gd name="csX6" fmla="*/ 0 w 2482409"/>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82409" h="365760">
                <a:moveTo>
                  <a:pt x="0" y="0"/>
                </a:moveTo>
                <a:lnTo>
                  <a:pt x="2299529" y="0"/>
                </a:lnTo>
                <a:lnTo>
                  <a:pt x="2482409" y="182880"/>
                </a:lnTo>
                <a:lnTo>
                  <a:pt x="2299529" y="365760"/>
                </a:lnTo>
                <a:lnTo>
                  <a:pt x="0" y="365760"/>
                </a:lnTo>
                <a:lnTo>
                  <a:pt x="16102" y="217386"/>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342900" indent="-342900">
              <a:defRPr/>
            </a:pPr>
            <a:r>
              <a:rPr lang="en-US" sz="1200" spc="-50">
                <a:ln w="3175">
                  <a:noFill/>
                </a:ln>
                <a:solidFill>
                  <a:schemeClr val="tx1"/>
                </a:solidFill>
                <a:latin typeface="Segoe UI Semibold" panose="020B0702040204020203" pitchFamily="34" charset="0"/>
                <a:cs typeface="Segoe UI Semibold" panose="020B0702040204020203" pitchFamily="34" charset="0"/>
              </a:rPr>
              <a:t>M365 Business Premium</a:t>
            </a:r>
          </a:p>
        </p:txBody>
      </p:sp>
      <p:sp>
        <p:nvSpPr>
          <p:cNvPr id="27" name="Arrow: Chevron 26">
            <a:extLst>
              <a:ext uri="{FF2B5EF4-FFF2-40B4-BE49-F238E27FC236}">
                <a16:creationId xmlns:a16="http://schemas.microsoft.com/office/drawing/2014/main" id="{AF029E50-C11C-97D0-FF0E-C7A456398135}"/>
              </a:ext>
            </a:extLst>
          </p:cNvPr>
          <p:cNvSpPr/>
          <p:nvPr/>
        </p:nvSpPr>
        <p:spPr bwMode="auto">
          <a:xfrm>
            <a:off x="6324576" y="4552250"/>
            <a:ext cx="1392536" cy="457200"/>
          </a:xfrm>
          <a:prstGeom prst="chevron">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182880" bIns="45720" numCol="1" spcCol="0" rtlCol="0" fromWordArt="0" anchor="ctr" anchorCtr="0" forceAA="0" compatLnSpc="1">
            <a:prstTxWarp prst="textNoShape">
              <a:avLst/>
            </a:prstTxWarp>
            <a:spAutoFit/>
          </a:bodyPr>
          <a:lstStyle/>
          <a:p>
            <a:pPr lvl="0" defTabSz="932472" fontAlgn="base">
              <a:spcBef>
                <a:spcPct val="0"/>
              </a:spcBef>
              <a:spcAft>
                <a:spcPct val="0"/>
              </a:spcAft>
              <a:defRPr/>
            </a:pPr>
            <a:endParaRPr lang="en-US" sz="1200">
              <a:solidFill>
                <a:srgbClr val="FFFFFF"/>
              </a:solidFill>
              <a:latin typeface="Segoe Sans Display Semibold"/>
              <a:cs typeface="Segoe UI" pitchFamily="34" charset="0"/>
            </a:endParaRPr>
          </a:p>
        </p:txBody>
      </p:sp>
      <p:sp>
        <p:nvSpPr>
          <p:cNvPr id="28" name="TextBox 27">
            <a:extLst>
              <a:ext uri="{FF2B5EF4-FFF2-40B4-BE49-F238E27FC236}">
                <a16:creationId xmlns:a16="http://schemas.microsoft.com/office/drawing/2014/main" id="{370466C7-B13F-A34B-6406-7D9184B70945}"/>
              </a:ext>
            </a:extLst>
          </p:cNvPr>
          <p:cNvSpPr txBox="1"/>
          <p:nvPr/>
        </p:nvSpPr>
        <p:spPr>
          <a:xfrm>
            <a:off x="6886855" y="2855793"/>
            <a:ext cx="608765" cy="276999"/>
          </a:xfrm>
          <a:prstGeom prst="rect">
            <a:avLst/>
          </a:prstGeom>
          <a:noFill/>
        </p:spPr>
        <p:txBody>
          <a:bodyPr wrap="square">
            <a:sp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+$16</a:t>
            </a:r>
          </a:p>
        </p:txBody>
      </p:sp>
      <p:grpSp>
        <p:nvGrpSpPr>
          <p:cNvPr id="29" name="Group 28">
            <a:extLst>
              <a:ext uri="{FF2B5EF4-FFF2-40B4-BE49-F238E27FC236}">
                <a16:creationId xmlns:a16="http://schemas.microsoft.com/office/drawing/2014/main" id="{20904FD8-8F52-9CCE-8484-7868FF29130A}"/>
              </a:ext>
              <a:ext uri="{C183D7F6-B498-43B3-948B-1728B52AA6E4}">
                <adec:decorative xmlns:adec="http://schemas.microsoft.com/office/drawing/2017/decorative" val="1"/>
              </a:ext>
            </a:extLst>
          </p:cNvPr>
          <p:cNvGrpSpPr/>
          <p:nvPr/>
        </p:nvGrpSpPr>
        <p:grpSpPr>
          <a:xfrm>
            <a:off x="6630376" y="4146916"/>
            <a:ext cx="243402" cy="243402"/>
            <a:chOff x="12912012" y="2938462"/>
            <a:chExt cx="981075" cy="981075"/>
          </a:xfrm>
          <a:solidFill>
            <a:schemeClr val="bg1"/>
          </a:solidFill>
        </p:grpSpPr>
        <p:sp>
          <p:nvSpPr>
            <p:cNvPr id="45" name="Freeform: Shape 44">
              <a:extLst>
                <a:ext uri="{FF2B5EF4-FFF2-40B4-BE49-F238E27FC236}">
                  <a16:creationId xmlns:a16="http://schemas.microsoft.com/office/drawing/2014/main" id="{78D7E17E-7B19-FC91-0A06-238E958EB2B5}"/>
                </a:ext>
              </a:extLst>
            </p:cNvPr>
            <p:cNvSpPr/>
            <p:nvPr/>
          </p:nvSpPr>
          <p:spPr>
            <a:xfrm>
              <a:off x="1291201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6" name="Freeform: Shape 45">
              <a:extLst>
                <a:ext uri="{FF2B5EF4-FFF2-40B4-BE49-F238E27FC236}">
                  <a16:creationId xmlns:a16="http://schemas.microsoft.com/office/drawing/2014/main" id="{FA674CA0-6EEB-4DAC-42BC-73016A3A49F0}"/>
                </a:ext>
              </a:extLst>
            </p:cNvPr>
            <p:cNvSpPr/>
            <p:nvPr/>
          </p:nvSpPr>
          <p:spPr>
            <a:xfrm>
              <a:off x="13140616" y="3205180"/>
              <a:ext cx="481013" cy="438131"/>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sp>
        <p:nvSpPr>
          <p:cNvPr id="31" name="TextBox 30">
            <a:extLst>
              <a:ext uri="{FF2B5EF4-FFF2-40B4-BE49-F238E27FC236}">
                <a16:creationId xmlns:a16="http://schemas.microsoft.com/office/drawing/2014/main" id="{10810E06-06F6-EF19-18C6-B3B1AEC029E8}"/>
              </a:ext>
            </a:extLst>
          </p:cNvPr>
          <p:cNvSpPr txBox="1"/>
          <p:nvPr/>
        </p:nvSpPr>
        <p:spPr>
          <a:xfrm>
            <a:off x="6886855" y="4130118"/>
            <a:ext cx="758375" cy="276999"/>
          </a:xfrm>
          <a:prstGeom prst="rect">
            <a:avLst/>
          </a:prstGeom>
          <a:noFill/>
        </p:spPr>
        <p:txBody>
          <a:bodyPr wrap="square">
            <a:sp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+$9.50</a:t>
            </a:r>
          </a:p>
        </p:txBody>
      </p:sp>
      <p:grpSp>
        <p:nvGrpSpPr>
          <p:cNvPr id="34" name="Group 33">
            <a:extLst>
              <a:ext uri="{FF2B5EF4-FFF2-40B4-BE49-F238E27FC236}">
                <a16:creationId xmlns:a16="http://schemas.microsoft.com/office/drawing/2014/main" id="{0453A2C2-1F87-456A-374D-B636D056CF19}"/>
              </a:ext>
              <a:ext uri="{C183D7F6-B498-43B3-948B-1728B52AA6E4}">
                <adec:decorative xmlns:adec="http://schemas.microsoft.com/office/drawing/2017/decorative" val="1"/>
              </a:ext>
            </a:extLst>
          </p:cNvPr>
          <p:cNvGrpSpPr/>
          <p:nvPr/>
        </p:nvGrpSpPr>
        <p:grpSpPr>
          <a:xfrm>
            <a:off x="6630376" y="4659859"/>
            <a:ext cx="243402" cy="243402"/>
            <a:chOff x="12912012" y="2938462"/>
            <a:chExt cx="981075" cy="981075"/>
          </a:xfrm>
          <a:solidFill>
            <a:schemeClr val="bg1"/>
          </a:solidFill>
        </p:grpSpPr>
        <p:sp>
          <p:nvSpPr>
            <p:cNvPr id="42" name="Freeform: Shape 41">
              <a:extLst>
                <a:ext uri="{FF2B5EF4-FFF2-40B4-BE49-F238E27FC236}">
                  <a16:creationId xmlns:a16="http://schemas.microsoft.com/office/drawing/2014/main" id="{9F55A09C-28C9-AE1A-CE27-BF691EAD61B4}"/>
                </a:ext>
              </a:extLst>
            </p:cNvPr>
            <p:cNvSpPr/>
            <p:nvPr/>
          </p:nvSpPr>
          <p:spPr>
            <a:xfrm>
              <a:off x="1291201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4" name="Freeform: Shape 43">
              <a:extLst>
                <a:ext uri="{FF2B5EF4-FFF2-40B4-BE49-F238E27FC236}">
                  <a16:creationId xmlns:a16="http://schemas.microsoft.com/office/drawing/2014/main" id="{944D5ED8-AF84-2A26-CC09-0E31AC70E3D6}"/>
                </a:ext>
              </a:extLst>
            </p:cNvPr>
            <p:cNvSpPr/>
            <p:nvPr/>
          </p:nvSpPr>
          <p:spPr>
            <a:xfrm>
              <a:off x="13140616" y="3205180"/>
              <a:ext cx="481013" cy="438131"/>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sp>
        <p:nvSpPr>
          <p:cNvPr id="35" name="TextBox 34">
            <a:extLst>
              <a:ext uri="{FF2B5EF4-FFF2-40B4-BE49-F238E27FC236}">
                <a16:creationId xmlns:a16="http://schemas.microsoft.com/office/drawing/2014/main" id="{284237D0-1E59-6FC7-D3A7-31B97C50A254}"/>
              </a:ext>
            </a:extLst>
          </p:cNvPr>
          <p:cNvSpPr txBox="1"/>
          <p:nvPr/>
        </p:nvSpPr>
        <p:spPr>
          <a:xfrm>
            <a:off x="6886855" y="4643061"/>
            <a:ext cx="539653" cy="276999"/>
          </a:xfrm>
          <a:prstGeom prst="rect">
            <a:avLst/>
          </a:prstGeom>
          <a:noFill/>
        </p:spPr>
        <p:txBody>
          <a:bodyPr wrap="square">
            <a:sp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+$10</a:t>
            </a:r>
          </a:p>
        </p:txBody>
      </p:sp>
      <p:cxnSp>
        <p:nvCxnSpPr>
          <p:cNvPr id="36" name="Straight Connector 35">
            <a:extLst>
              <a:ext uri="{FF2B5EF4-FFF2-40B4-BE49-F238E27FC236}">
                <a16:creationId xmlns:a16="http://schemas.microsoft.com/office/drawing/2014/main" id="{51D7818D-5BFF-5E2E-783E-7EF1A7F5AE53}"/>
              </a:ext>
            </a:extLst>
          </p:cNvPr>
          <p:cNvCxnSpPr>
            <a:cxnSpLocks/>
          </p:cNvCxnSpPr>
          <p:nvPr/>
        </p:nvCxnSpPr>
        <p:spPr>
          <a:xfrm>
            <a:off x="4949548" y="3323905"/>
            <a:ext cx="0" cy="358828"/>
          </a:xfrm>
          <a:prstGeom prst="line">
            <a:avLst/>
          </a:prstGeom>
          <a:ln w="12700">
            <a:solidFill>
              <a:srgbClr val="C5B4E3"/>
            </a:solidFill>
            <a:headEnd type="none" w="lg" len="med"/>
            <a:tailEnd type="none" w="lg" len="med"/>
          </a:ln>
        </p:spPr>
        <p:style>
          <a:lnRef idx="1">
            <a:schemeClr val="accent4"/>
          </a:lnRef>
          <a:fillRef idx="0">
            <a:schemeClr val="accent4"/>
          </a:fillRef>
          <a:effectRef idx="0">
            <a:schemeClr val="accent4"/>
          </a:effectRef>
          <a:fontRef idx="minor">
            <a:schemeClr val="tx1"/>
          </a:fontRef>
        </p:style>
      </p:cxnSp>
      <p:sp>
        <p:nvSpPr>
          <p:cNvPr id="37" name="TextBox 36">
            <a:extLst>
              <a:ext uri="{FF2B5EF4-FFF2-40B4-BE49-F238E27FC236}">
                <a16:creationId xmlns:a16="http://schemas.microsoft.com/office/drawing/2014/main" id="{8BA4884A-A5AD-46EB-C6EB-2C9FF94988EE}"/>
              </a:ext>
            </a:extLst>
          </p:cNvPr>
          <p:cNvSpPr txBox="1"/>
          <p:nvPr/>
        </p:nvSpPr>
        <p:spPr>
          <a:xfrm>
            <a:off x="4965686" y="3286802"/>
            <a:ext cx="5658848" cy="461665"/>
          </a:xfrm>
          <a:prstGeom prst="rect">
            <a:avLst/>
          </a:prstGeom>
          <a:noFill/>
        </p:spPr>
        <p:txBody>
          <a:bodyPr wrap="square">
            <a:spAutoFit/>
          </a:bodyPr>
          <a:lstStyle/>
          <a:p>
            <a:pPr>
              <a:defRPr/>
            </a:pPr>
            <a:r>
              <a:rPr lang="en-US" sz="1200"/>
              <a:t>From everyday work to extraordinary results: Desktop apps and cloud services, now with AI at the heart of your workflow. Upgrade now and save 35%.”</a:t>
            </a:r>
            <a:endParaRPr lang="en-US" sz="1200" spc="-50">
              <a:ln w="3175">
                <a:noFill/>
              </a:ln>
              <a:latin typeface="Segoe UI" panose="020B0502040204020203" pitchFamily="34" charset="0"/>
              <a:cs typeface="Segoe UI" panose="020B0502040204020203" pitchFamily="34" charset="0"/>
            </a:endParaRPr>
          </a:p>
        </p:txBody>
      </p:sp>
      <p:pic>
        <p:nvPicPr>
          <p:cNvPr id="38" name="Graphic 37">
            <a:extLst>
              <a:ext uri="{FF2B5EF4-FFF2-40B4-BE49-F238E27FC236}">
                <a16:creationId xmlns:a16="http://schemas.microsoft.com/office/drawing/2014/main" id="{FC81A45B-D7C8-4379-7441-02595C0E00B5}"/>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71363" y="5191391"/>
            <a:ext cx="198326" cy="198326"/>
          </a:xfrm>
          <a:prstGeom prst="rect">
            <a:avLst/>
          </a:prstGeom>
        </p:spPr>
      </p:pic>
      <p:sp>
        <p:nvSpPr>
          <p:cNvPr id="39" name="TextBox 38">
            <a:extLst>
              <a:ext uri="{FF2B5EF4-FFF2-40B4-BE49-F238E27FC236}">
                <a16:creationId xmlns:a16="http://schemas.microsoft.com/office/drawing/2014/main" id="{37472F08-3A8B-3FDB-9F33-F65E1B7978FD}"/>
              </a:ext>
            </a:extLst>
          </p:cNvPr>
          <p:cNvSpPr txBox="1"/>
          <p:nvPr/>
        </p:nvSpPr>
        <p:spPr>
          <a:xfrm>
            <a:off x="4169689" y="5062064"/>
            <a:ext cx="79599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Renewal </a:t>
            </a:r>
          </a:p>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Hook</a:t>
            </a:r>
          </a:p>
        </p:txBody>
      </p:sp>
      <p:cxnSp>
        <p:nvCxnSpPr>
          <p:cNvPr id="40" name="Straight Connector 39">
            <a:extLst>
              <a:ext uri="{FF2B5EF4-FFF2-40B4-BE49-F238E27FC236}">
                <a16:creationId xmlns:a16="http://schemas.microsoft.com/office/drawing/2014/main" id="{6F4F3BEB-7570-C66F-22FA-1350C4135F69}"/>
              </a:ext>
            </a:extLst>
          </p:cNvPr>
          <p:cNvCxnSpPr>
            <a:cxnSpLocks/>
          </p:cNvCxnSpPr>
          <p:nvPr/>
        </p:nvCxnSpPr>
        <p:spPr>
          <a:xfrm>
            <a:off x="4949548" y="5099167"/>
            <a:ext cx="0" cy="358828"/>
          </a:xfrm>
          <a:prstGeom prst="line">
            <a:avLst/>
          </a:prstGeom>
          <a:ln w="12700">
            <a:solidFill>
              <a:srgbClr val="C5B4E3"/>
            </a:solidFill>
            <a:headEnd type="none" w="lg" len="med"/>
            <a:tailEnd type="none" w="lg" len="med"/>
          </a:ln>
        </p:spPr>
        <p:style>
          <a:lnRef idx="1">
            <a:schemeClr val="accent4"/>
          </a:lnRef>
          <a:fillRef idx="0">
            <a:schemeClr val="accent4"/>
          </a:fillRef>
          <a:effectRef idx="0">
            <a:schemeClr val="accent4"/>
          </a:effectRef>
          <a:fontRef idx="minor">
            <a:schemeClr val="tx1"/>
          </a:fontRef>
        </p:style>
      </p:cxnSp>
      <p:sp>
        <p:nvSpPr>
          <p:cNvPr id="41" name="TextBox 40">
            <a:extLst>
              <a:ext uri="{FF2B5EF4-FFF2-40B4-BE49-F238E27FC236}">
                <a16:creationId xmlns:a16="http://schemas.microsoft.com/office/drawing/2014/main" id="{3CE6205B-4DF1-6099-D606-EE5AD188BFD1}"/>
              </a:ext>
            </a:extLst>
          </p:cNvPr>
          <p:cNvSpPr txBox="1"/>
          <p:nvPr/>
        </p:nvSpPr>
        <p:spPr>
          <a:xfrm>
            <a:off x="4965686" y="5062064"/>
            <a:ext cx="5658848" cy="461665"/>
          </a:xfrm>
          <a:prstGeom prst="rect">
            <a:avLst/>
          </a:prstGeom>
          <a:noFill/>
        </p:spPr>
        <p:txBody>
          <a:bodyPr wrap="square">
            <a:spAutoFit/>
          </a:bodyPr>
          <a:lstStyle/>
          <a:p>
            <a:pPr>
              <a:defRPr/>
            </a:pPr>
            <a:r>
              <a:rPr lang="en-US" sz="1200"/>
              <a:t>“Work smarter, not harder. Unlock AI-powered productivity for just $10 more per user/month for a limited time.”</a:t>
            </a:r>
            <a:endParaRPr lang="en-US" sz="1200" spc="-50">
              <a:ln w="3175">
                <a:noFill/>
              </a:ln>
              <a:latin typeface="Segoe UI" panose="020B0502040204020203" pitchFamily="34" charset="0"/>
              <a:cs typeface="Segoe UI" panose="020B0502040204020203" pitchFamily="34" charset="0"/>
            </a:endParaRPr>
          </a:p>
        </p:txBody>
      </p:sp>
      <p:sp>
        <p:nvSpPr>
          <p:cNvPr id="54" name="Content Placeholder 3">
            <a:extLst>
              <a:ext uri="{FF2B5EF4-FFF2-40B4-BE49-F238E27FC236}">
                <a16:creationId xmlns:a16="http://schemas.microsoft.com/office/drawing/2014/main" id="{0CD38076-92DC-A5AB-582E-B5AE0AB64F89}"/>
              </a:ext>
            </a:extLst>
          </p:cNvPr>
          <p:cNvSpPr txBox="1">
            <a:spLocks/>
          </p:cNvSpPr>
          <p:nvPr/>
        </p:nvSpPr>
        <p:spPr>
          <a:xfrm>
            <a:off x="455992" y="1358337"/>
            <a:ext cx="10360691" cy="880092"/>
          </a:xfrm>
          <a:prstGeom prst="rect">
            <a:avLst/>
          </a:prstGeom>
        </p:spPr>
        <p:txBody>
          <a:bodyPr vert="horz" wrap="square" lIns="0" tIns="0" rIns="0" bIns="0" numCol="2"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a:latin typeface="Segoe UI" panose="020B0502040204020203" pitchFamily="34" charset="0"/>
                <a:cs typeface="Segoe UI" panose="020B0502040204020203" pitchFamily="34" charset="0"/>
              </a:rPr>
              <a:t>For customers who aren’t ready to make the full leap to advanced security and AI, there’s still a simple, cost-effective way forward—add Copilot to the plan they already know and love.  Choosing the right upgrade path is key to unlocking AI for every customer. </a:t>
            </a:r>
          </a:p>
          <a:p>
            <a:r>
              <a:rPr lang="en-US" sz="1200">
                <a:latin typeface="Segoe UI" panose="020B0502040204020203" pitchFamily="34" charset="0"/>
                <a:cs typeface="Segoe UI" panose="020B0502040204020203" pitchFamily="34" charset="0"/>
              </a:rPr>
              <a:t>Whether they’re on Business Basic, Standard, or Premium, these options make adoption effortless and affordable, with limited-time pricing.  For customers on Business Standard or Business Premium they can upgrade to the bundle offer with Copilot for just $10 more.</a:t>
            </a:r>
          </a:p>
        </p:txBody>
      </p:sp>
    </p:spTree>
    <p:extLst>
      <p:ext uri="{BB962C8B-B14F-4D97-AF65-F5344CB8AC3E}">
        <p14:creationId xmlns:p14="http://schemas.microsoft.com/office/powerpoint/2010/main" val="409394561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E3A08-4F89-8E46-BF29-73E0D7719119}"/>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407C26B1-D651-3D17-7BF2-7745DB719C60}"/>
              </a:ext>
            </a:extLst>
          </p:cNvPr>
          <p:cNvSpPr txBox="1">
            <a:spLocks/>
          </p:cNvSpPr>
          <p:nvPr/>
        </p:nvSpPr>
        <p:spPr>
          <a:xfrm>
            <a:off x="455992" y="758285"/>
            <a:ext cx="10221533" cy="492443"/>
          </a:xfrm>
          <a:prstGeom prst="rect">
            <a:avLst/>
          </a:prstGeom>
        </p:spPr>
        <p:txBody>
          <a:bodyPr vert="horz" wrap="square" lIns="0" tIns="0" rIns="0" bIns="0" rtlCol="0" anchor="ctr">
            <a:spAutoFit/>
          </a:bodyPr>
          <a:lstStyle>
            <a:lvl1pPr algn="l" defTabSz="932742" rtl="0" eaLnBrk="1" latinLnBrk="0" hangingPunct="1">
              <a:lnSpc>
                <a:spcPct val="100000"/>
              </a:lnSpc>
              <a:spcBef>
                <a:spcPct val="0"/>
              </a:spcBef>
              <a:buNone/>
              <a:defRPr lang="en-US" sz="2800" b="0" kern="1200" cap="none" spc="-50" baseline="0">
                <a:ln w="3175">
                  <a:noFill/>
                </a:ln>
                <a:solidFill>
                  <a:schemeClr val="tx2"/>
                </a:solidFill>
                <a:effectLst/>
                <a:latin typeface="+mj-lt"/>
                <a:ea typeface="+mn-ea"/>
                <a:cs typeface="Segoe Sans Display" pitchFamily="2" charset="0"/>
              </a:defRPr>
            </a:lvl1pPr>
          </a:lstStyle>
          <a:p>
            <a:r>
              <a:rPr lang="en-US" sz="3200">
                <a:solidFill>
                  <a:schemeClr val="tx1"/>
                </a:solidFill>
                <a:latin typeface="Segoe UI Semibold" panose="020B0702040204020203" pitchFamily="34" charset="0"/>
                <a:cs typeface="Segoe UI Semibold" panose="020B0702040204020203" pitchFamily="34" charset="0"/>
              </a:rPr>
              <a:t>Drive mid-term AI attach and expansion</a:t>
            </a:r>
          </a:p>
        </p:txBody>
      </p:sp>
      <p:sp>
        <p:nvSpPr>
          <p:cNvPr id="15" name="Text Placeholder 2">
            <a:extLst>
              <a:ext uri="{FF2B5EF4-FFF2-40B4-BE49-F238E27FC236}">
                <a16:creationId xmlns:a16="http://schemas.microsoft.com/office/drawing/2014/main" id="{F17D8587-A0E7-A749-FA7A-EE275E3378CB}"/>
              </a:ext>
            </a:extLst>
          </p:cNvPr>
          <p:cNvSpPr txBox="1">
            <a:spLocks/>
          </p:cNvSpPr>
          <p:nvPr/>
        </p:nvSpPr>
        <p:spPr>
          <a:xfrm>
            <a:off x="455992" y="600911"/>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accent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Go to market approach</a:t>
            </a:r>
          </a:p>
        </p:txBody>
      </p:sp>
      <p:sp>
        <p:nvSpPr>
          <p:cNvPr id="2" name="!! Opportunities box">
            <a:extLst>
              <a:ext uri="{FF2B5EF4-FFF2-40B4-BE49-F238E27FC236}">
                <a16:creationId xmlns:a16="http://schemas.microsoft.com/office/drawing/2014/main" id="{F6160DFB-7A88-ED8A-6886-9334BE5A1AE0}"/>
              </a:ext>
              <a:ext uri="{C183D7F6-B498-43B3-948B-1728B52AA6E4}">
                <adec:decorative xmlns:adec="http://schemas.microsoft.com/office/drawing/2017/decorative" val="1"/>
              </a:ext>
            </a:extLst>
          </p:cNvPr>
          <p:cNvSpPr txBox="1">
            <a:spLocks/>
          </p:cNvSpPr>
          <p:nvPr/>
        </p:nvSpPr>
        <p:spPr>
          <a:xfrm>
            <a:off x="3632539" y="2567481"/>
            <a:ext cx="7369809" cy="3070481"/>
          </a:xfrm>
          <a:prstGeom prst="roundRect">
            <a:avLst>
              <a:gd name="adj" fmla="val 6030"/>
            </a:avLst>
          </a:prstGeom>
          <a:solidFill>
            <a:srgbClr val="F0FAFF">
              <a:alpha val="70000"/>
            </a:srgbClr>
          </a:solidFill>
          <a:ln w="15875">
            <a:solidFill>
              <a:schemeClr val="accent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a:solidFill>
                  <a:prstClr val="black"/>
                </a:solidFill>
                <a:latin typeface="Segoe Sans Display"/>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3" name="!! Opportunities box">
            <a:extLst>
              <a:ext uri="{FF2B5EF4-FFF2-40B4-BE49-F238E27FC236}">
                <a16:creationId xmlns:a16="http://schemas.microsoft.com/office/drawing/2014/main" id="{9A1EC32D-E8C4-69E5-A298-D6F8B70A9A7F}"/>
              </a:ext>
              <a:ext uri="{C183D7F6-B498-43B3-948B-1728B52AA6E4}">
                <adec:decorative xmlns:adec="http://schemas.microsoft.com/office/drawing/2017/decorative" val="1"/>
              </a:ext>
            </a:extLst>
          </p:cNvPr>
          <p:cNvSpPr txBox="1">
            <a:spLocks/>
          </p:cNvSpPr>
          <p:nvPr/>
        </p:nvSpPr>
        <p:spPr>
          <a:xfrm>
            <a:off x="455992" y="2567481"/>
            <a:ext cx="3095572" cy="3070481"/>
          </a:xfrm>
          <a:prstGeom prst="roundRect">
            <a:avLst>
              <a:gd name="adj" fmla="val 6030"/>
            </a:avLst>
          </a:prstGeom>
          <a:solidFill>
            <a:schemeClr val="bg1">
              <a:alpha val="70000"/>
            </a:schemeClr>
          </a:solidFill>
          <a:ln w="15875">
            <a:solidFill>
              <a:schemeClr val="accent2">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defPPr>
              <a:defRPr lang="en-US"/>
            </a:defPPr>
            <a:lvl1pPr defTabSz="932472" fontAlgn="base">
              <a:spcBef>
                <a:spcPct val="0"/>
              </a:spcBef>
              <a:spcAft>
                <a:spcPct val="0"/>
              </a:spcAft>
              <a:defRPr>
                <a:solidFill>
                  <a:prstClr val="black"/>
                </a:solidFill>
                <a:latin typeface="Segoe Sans Display"/>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 name="TextBox 3">
            <a:extLst>
              <a:ext uri="{FF2B5EF4-FFF2-40B4-BE49-F238E27FC236}">
                <a16:creationId xmlns:a16="http://schemas.microsoft.com/office/drawing/2014/main" id="{7BFAD5CF-133B-2890-8124-E8DEAD6C579E}"/>
              </a:ext>
            </a:extLst>
          </p:cNvPr>
          <p:cNvSpPr txBox="1"/>
          <p:nvPr/>
        </p:nvSpPr>
        <p:spPr>
          <a:xfrm>
            <a:off x="803672" y="3503725"/>
            <a:ext cx="2585975" cy="1107996"/>
          </a:xfrm>
          <a:prstGeom prst="rect">
            <a:avLst/>
          </a:prstGeom>
          <a:noFill/>
        </p:spPr>
        <p:txBody>
          <a:bodyPr wrap="square" lIns="0" tIns="0" rIns="0" bIns="0" rtlCol="0">
            <a:spAutoFit/>
          </a:bodyPr>
          <a:lstStyle/>
          <a:p>
            <a:pPr lvl="0">
              <a:defRPr/>
            </a:pPr>
            <a:r>
              <a:rPr lang="en-US" sz="24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The all-in-one AI solution for your growing business</a:t>
            </a:r>
          </a:p>
        </p:txBody>
      </p:sp>
      <p:sp>
        <p:nvSpPr>
          <p:cNvPr id="12" name="Arrow: Chevron 55">
            <a:extLst>
              <a:ext uri="{FF2B5EF4-FFF2-40B4-BE49-F238E27FC236}">
                <a16:creationId xmlns:a16="http://schemas.microsoft.com/office/drawing/2014/main" id="{3D97319D-8164-E14A-B1F4-620BFB6736F7}"/>
              </a:ext>
            </a:extLst>
          </p:cNvPr>
          <p:cNvSpPr/>
          <p:nvPr/>
        </p:nvSpPr>
        <p:spPr bwMode="auto">
          <a:xfrm>
            <a:off x="7360356" y="3032632"/>
            <a:ext cx="3411307" cy="457200"/>
          </a:xfrm>
          <a:custGeom>
            <a:avLst/>
            <a:gdLst>
              <a:gd name="csX0" fmla="*/ 0 w 3627303"/>
              <a:gd name="csY0" fmla="*/ 0 h 365760"/>
              <a:gd name="csX1" fmla="*/ 3444423 w 3627303"/>
              <a:gd name="csY1" fmla="*/ 0 h 365760"/>
              <a:gd name="csX2" fmla="*/ 3627303 w 3627303"/>
              <a:gd name="csY2" fmla="*/ 182880 h 365760"/>
              <a:gd name="csX3" fmla="*/ 3444423 w 3627303"/>
              <a:gd name="csY3" fmla="*/ 365760 h 365760"/>
              <a:gd name="csX4" fmla="*/ 0 w 3627303"/>
              <a:gd name="csY4" fmla="*/ 365760 h 365760"/>
              <a:gd name="csX5" fmla="*/ 182880 w 3627303"/>
              <a:gd name="csY5" fmla="*/ 182880 h 365760"/>
              <a:gd name="csX6" fmla="*/ 0 w 3627303"/>
              <a:gd name="csY6" fmla="*/ 0 h 365760"/>
              <a:gd name="csX0" fmla="*/ 0 w 3449024"/>
              <a:gd name="csY0" fmla="*/ 0 h 365760"/>
              <a:gd name="csX1" fmla="*/ 3444423 w 3449024"/>
              <a:gd name="csY1" fmla="*/ 0 h 365760"/>
              <a:gd name="csX2" fmla="*/ 3449024 w 3449024"/>
              <a:gd name="csY2" fmla="*/ 205884 h 365760"/>
              <a:gd name="csX3" fmla="*/ 3444423 w 3449024"/>
              <a:gd name="csY3" fmla="*/ 365760 h 365760"/>
              <a:gd name="csX4" fmla="*/ 0 w 3449024"/>
              <a:gd name="csY4" fmla="*/ 365760 h 365760"/>
              <a:gd name="csX5" fmla="*/ 182880 w 3449024"/>
              <a:gd name="csY5" fmla="*/ 182880 h 365760"/>
              <a:gd name="csX6" fmla="*/ 0 w 3449024"/>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49024" h="365760">
                <a:moveTo>
                  <a:pt x="0" y="0"/>
                </a:moveTo>
                <a:lnTo>
                  <a:pt x="3444423" y="0"/>
                </a:lnTo>
                <a:lnTo>
                  <a:pt x="3449024" y="205884"/>
                </a:lnTo>
                <a:lnTo>
                  <a:pt x="3444423" y="365760"/>
                </a:lnTo>
                <a:lnTo>
                  <a:pt x="0" y="365760"/>
                </a:lnTo>
                <a:lnTo>
                  <a:pt x="182880" y="182880"/>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146304" rIns="182880" bIns="146304" numCol="1" spcCol="0" rtlCol="0" fromWordArt="0" anchor="ctr" anchorCtr="0" forceAA="0" compatLnSpc="1">
            <a:prstTxWarp prst="textNoShape">
              <a:avLst/>
            </a:prstTxWarp>
            <a:noAutofit/>
          </a:bodyPr>
          <a:lstStyle/>
          <a:p>
            <a:pPr marL="342900" indent="-342900">
              <a:defRPr/>
            </a:pPr>
            <a:r>
              <a:rPr lang="en-US" sz="12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Expand with M365 Copilot Business</a:t>
            </a:r>
            <a:endParaRPr lang="en-US" sz="1200" b="1" spc="-50">
              <a:ln w="3175">
                <a:noFill/>
              </a:ln>
              <a:latin typeface="Segoe Sans Display Semibold" pitchFamily="2" charset="0"/>
              <a:cs typeface="Segoe Sans Display" pitchFamily="2" charset="0"/>
            </a:endParaRPr>
          </a:p>
        </p:txBody>
      </p:sp>
      <p:pic>
        <p:nvPicPr>
          <p:cNvPr id="13" name="Graphic 12">
            <a:extLst>
              <a:ext uri="{FF2B5EF4-FFF2-40B4-BE49-F238E27FC236}">
                <a16:creationId xmlns:a16="http://schemas.microsoft.com/office/drawing/2014/main" id="{5010EDC7-C96A-83E7-D1E1-242E2342CA7B}"/>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71363" y="3666208"/>
            <a:ext cx="198326" cy="198326"/>
          </a:xfrm>
          <a:prstGeom prst="rect">
            <a:avLst/>
          </a:prstGeom>
        </p:spPr>
      </p:pic>
      <p:sp>
        <p:nvSpPr>
          <p:cNvPr id="14" name="Arrow: Chevron 53">
            <a:extLst>
              <a:ext uri="{FF2B5EF4-FFF2-40B4-BE49-F238E27FC236}">
                <a16:creationId xmlns:a16="http://schemas.microsoft.com/office/drawing/2014/main" id="{B6595562-79E7-F2DE-6458-F2AB97A98DBE}"/>
              </a:ext>
            </a:extLst>
          </p:cNvPr>
          <p:cNvSpPr/>
          <p:nvPr/>
        </p:nvSpPr>
        <p:spPr bwMode="auto">
          <a:xfrm>
            <a:off x="3842167" y="3032632"/>
            <a:ext cx="2639234" cy="457200"/>
          </a:xfrm>
          <a:custGeom>
            <a:avLst/>
            <a:gdLst>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82880 w 2482409"/>
              <a:gd name="csY5" fmla="*/ 182880 h 365760"/>
              <a:gd name="csX6" fmla="*/ 0 w 2482409"/>
              <a:gd name="csY6" fmla="*/ 0 h 365760"/>
              <a:gd name="csX0" fmla="*/ 104668 w 2587077"/>
              <a:gd name="csY0" fmla="*/ 0 h 365760"/>
              <a:gd name="csX1" fmla="*/ 2404197 w 2587077"/>
              <a:gd name="csY1" fmla="*/ 0 h 365760"/>
              <a:gd name="csX2" fmla="*/ 2587077 w 2587077"/>
              <a:gd name="csY2" fmla="*/ 182880 h 365760"/>
              <a:gd name="csX3" fmla="*/ 2404197 w 2587077"/>
              <a:gd name="csY3" fmla="*/ 365760 h 365760"/>
              <a:gd name="csX4" fmla="*/ 104668 w 2587077"/>
              <a:gd name="csY4" fmla="*/ 365760 h 365760"/>
              <a:gd name="csX5" fmla="*/ 0 w 2587077"/>
              <a:gd name="csY5" fmla="*/ 182880 h 365760"/>
              <a:gd name="csX6" fmla="*/ 104668 w 2587077"/>
              <a:gd name="csY6" fmla="*/ 0 h 365760"/>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6102 w 2482409"/>
              <a:gd name="csY5" fmla="*/ 217386 h 365760"/>
              <a:gd name="csX6" fmla="*/ 0 w 2482409"/>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82409" h="365760">
                <a:moveTo>
                  <a:pt x="0" y="0"/>
                </a:moveTo>
                <a:lnTo>
                  <a:pt x="2299529" y="0"/>
                </a:lnTo>
                <a:lnTo>
                  <a:pt x="2482409" y="182880"/>
                </a:lnTo>
                <a:lnTo>
                  <a:pt x="2299529" y="365760"/>
                </a:lnTo>
                <a:lnTo>
                  <a:pt x="0" y="365760"/>
                </a:lnTo>
                <a:lnTo>
                  <a:pt x="16102" y="217386"/>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342900" indent="-342900">
              <a:defRPr/>
            </a:pPr>
            <a:r>
              <a:rPr lang="en-US" sz="1200" spc="-50">
                <a:ln w="3175">
                  <a:noFill/>
                </a:ln>
                <a:solidFill>
                  <a:schemeClr val="tx1"/>
                </a:solidFill>
                <a:latin typeface="Segoe UI Semibold" panose="020B0702040204020203" pitchFamily="34" charset="0"/>
                <a:cs typeface="Segoe UI Semibold" panose="020B0702040204020203" pitchFamily="34" charset="0"/>
              </a:rPr>
              <a:t>M365 Business Suites with Copilot</a:t>
            </a:r>
          </a:p>
        </p:txBody>
      </p:sp>
      <p:sp>
        <p:nvSpPr>
          <p:cNvPr id="18" name="Arrow: Chevron 17">
            <a:extLst>
              <a:ext uri="{FF2B5EF4-FFF2-40B4-BE49-F238E27FC236}">
                <a16:creationId xmlns:a16="http://schemas.microsoft.com/office/drawing/2014/main" id="{89E6AEDF-8CF9-D924-A091-6108EA8ABB67}"/>
              </a:ext>
            </a:extLst>
          </p:cNvPr>
          <p:cNvSpPr/>
          <p:nvPr/>
        </p:nvSpPr>
        <p:spPr bwMode="auto">
          <a:xfrm>
            <a:off x="6324576" y="3032632"/>
            <a:ext cx="1320654" cy="457200"/>
          </a:xfrm>
          <a:prstGeom prst="chevron">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182880" bIns="45720" numCol="1" spcCol="0" rtlCol="0" fromWordArt="0" anchor="ctr" anchorCtr="0" forceAA="0" compatLnSpc="1">
            <a:prstTxWarp prst="textNoShape">
              <a:avLst/>
            </a:prstTxWarp>
            <a:spAutoFit/>
          </a:bodyPr>
          <a:lstStyle/>
          <a:p>
            <a:pPr lvl="0" defTabSz="932472" fontAlgn="base">
              <a:spcBef>
                <a:spcPct val="0"/>
              </a:spcBef>
              <a:spcAft>
                <a:spcPct val="0"/>
              </a:spcAft>
              <a:defRPr/>
            </a:pPr>
            <a:endParaRPr lang="en-US" sz="1200">
              <a:solidFill>
                <a:srgbClr val="FFFFFF"/>
              </a:solidFill>
              <a:latin typeface="Segoe Sans Display Semibold"/>
              <a:cs typeface="Segoe UI" pitchFamily="34" charset="0"/>
            </a:endParaRPr>
          </a:p>
        </p:txBody>
      </p:sp>
      <p:grpSp>
        <p:nvGrpSpPr>
          <p:cNvPr id="21" name="Group 20">
            <a:extLst>
              <a:ext uri="{FF2B5EF4-FFF2-40B4-BE49-F238E27FC236}">
                <a16:creationId xmlns:a16="http://schemas.microsoft.com/office/drawing/2014/main" id="{E75595A5-B574-4771-B1F3-AB6CAB27E0D2}"/>
              </a:ext>
              <a:ext uri="{C183D7F6-B498-43B3-948B-1728B52AA6E4}">
                <adec:decorative xmlns:adec="http://schemas.microsoft.com/office/drawing/2017/decorative" val="1"/>
              </a:ext>
            </a:extLst>
          </p:cNvPr>
          <p:cNvGrpSpPr/>
          <p:nvPr/>
        </p:nvGrpSpPr>
        <p:grpSpPr>
          <a:xfrm>
            <a:off x="6630376" y="3122670"/>
            <a:ext cx="243402" cy="243402"/>
            <a:chOff x="12912012" y="2938462"/>
            <a:chExt cx="981075" cy="981075"/>
          </a:xfrm>
          <a:solidFill>
            <a:schemeClr val="bg1"/>
          </a:solidFill>
        </p:grpSpPr>
        <p:sp>
          <p:nvSpPr>
            <p:cNvPr id="47" name="Freeform: Shape 46">
              <a:extLst>
                <a:ext uri="{FF2B5EF4-FFF2-40B4-BE49-F238E27FC236}">
                  <a16:creationId xmlns:a16="http://schemas.microsoft.com/office/drawing/2014/main" id="{CD5846E0-49B7-04C0-796D-03AEA445C8F6}"/>
                </a:ext>
              </a:extLst>
            </p:cNvPr>
            <p:cNvSpPr/>
            <p:nvPr/>
          </p:nvSpPr>
          <p:spPr>
            <a:xfrm>
              <a:off x="1291201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48" name="Freeform: Shape 47">
              <a:extLst>
                <a:ext uri="{FF2B5EF4-FFF2-40B4-BE49-F238E27FC236}">
                  <a16:creationId xmlns:a16="http://schemas.microsoft.com/office/drawing/2014/main" id="{21FFEA28-327A-4585-1170-CA9C8A919D7F}"/>
                </a:ext>
              </a:extLst>
            </p:cNvPr>
            <p:cNvSpPr/>
            <p:nvPr/>
          </p:nvSpPr>
          <p:spPr>
            <a:xfrm>
              <a:off x="13140616" y="3205180"/>
              <a:ext cx="481013" cy="438131"/>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sp>
        <p:nvSpPr>
          <p:cNvPr id="22" name="TextBox 21">
            <a:extLst>
              <a:ext uri="{FF2B5EF4-FFF2-40B4-BE49-F238E27FC236}">
                <a16:creationId xmlns:a16="http://schemas.microsoft.com/office/drawing/2014/main" id="{FC3617FA-AF94-BC46-000E-EE8D9F2B1ED0}"/>
              </a:ext>
            </a:extLst>
          </p:cNvPr>
          <p:cNvSpPr txBox="1"/>
          <p:nvPr/>
        </p:nvSpPr>
        <p:spPr>
          <a:xfrm>
            <a:off x="4169688" y="3536881"/>
            <a:ext cx="94195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Mid-term </a:t>
            </a:r>
          </a:p>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Hook</a:t>
            </a:r>
          </a:p>
        </p:txBody>
      </p:sp>
      <p:sp>
        <p:nvSpPr>
          <p:cNvPr id="28" name="TextBox 27">
            <a:extLst>
              <a:ext uri="{FF2B5EF4-FFF2-40B4-BE49-F238E27FC236}">
                <a16:creationId xmlns:a16="http://schemas.microsoft.com/office/drawing/2014/main" id="{07CE1A6E-5605-0066-9561-CFB9F162C00C}"/>
              </a:ext>
            </a:extLst>
          </p:cNvPr>
          <p:cNvSpPr txBox="1"/>
          <p:nvPr/>
        </p:nvSpPr>
        <p:spPr>
          <a:xfrm>
            <a:off x="6886855" y="3105872"/>
            <a:ext cx="608765" cy="276999"/>
          </a:xfrm>
          <a:prstGeom prst="rect">
            <a:avLst/>
          </a:prstGeom>
          <a:noFill/>
        </p:spPr>
        <p:txBody>
          <a:bodyPr wrap="square">
            <a:sp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+$18</a:t>
            </a:r>
          </a:p>
        </p:txBody>
      </p:sp>
      <p:cxnSp>
        <p:nvCxnSpPr>
          <p:cNvPr id="36" name="Straight Connector 35">
            <a:extLst>
              <a:ext uri="{FF2B5EF4-FFF2-40B4-BE49-F238E27FC236}">
                <a16:creationId xmlns:a16="http://schemas.microsoft.com/office/drawing/2014/main" id="{0B5D7EB0-75BE-BDE3-9232-413D0BEB201D}"/>
              </a:ext>
            </a:extLst>
          </p:cNvPr>
          <p:cNvCxnSpPr>
            <a:cxnSpLocks/>
          </p:cNvCxnSpPr>
          <p:nvPr/>
        </p:nvCxnSpPr>
        <p:spPr>
          <a:xfrm>
            <a:off x="5039488" y="3573984"/>
            <a:ext cx="0" cy="358828"/>
          </a:xfrm>
          <a:prstGeom prst="line">
            <a:avLst/>
          </a:prstGeom>
          <a:ln w="12700">
            <a:solidFill>
              <a:srgbClr val="C5B4E3"/>
            </a:solidFill>
            <a:headEnd type="none" w="lg" len="med"/>
            <a:tailEnd type="none" w="lg" len="med"/>
          </a:ln>
        </p:spPr>
        <p:style>
          <a:lnRef idx="1">
            <a:schemeClr val="accent4"/>
          </a:lnRef>
          <a:fillRef idx="0">
            <a:schemeClr val="accent4"/>
          </a:fillRef>
          <a:effectRef idx="0">
            <a:schemeClr val="accent4"/>
          </a:effectRef>
          <a:fontRef idx="minor">
            <a:schemeClr val="tx1"/>
          </a:fontRef>
        </p:style>
      </p:cxnSp>
      <p:sp>
        <p:nvSpPr>
          <p:cNvPr id="37" name="TextBox 36">
            <a:extLst>
              <a:ext uri="{FF2B5EF4-FFF2-40B4-BE49-F238E27FC236}">
                <a16:creationId xmlns:a16="http://schemas.microsoft.com/office/drawing/2014/main" id="{C654A1A8-4023-EE03-A8B4-E3D921C90E42}"/>
              </a:ext>
            </a:extLst>
          </p:cNvPr>
          <p:cNvSpPr txBox="1"/>
          <p:nvPr/>
        </p:nvSpPr>
        <p:spPr>
          <a:xfrm>
            <a:off x="5192620" y="3597826"/>
            <a:ext cx="5431914" cy="461665"/>
          </a:xfrm>
          <a:prstGeom prst="rect">
            <a:avLst/>
          </a:prstGeom>
          <a:noFill/>
        </p:spPr>
        <p:txBody>
          <a:bodyPr wrap="square">
            <a:spAutoFit/>
          </a:bodyPr>
          <a:lstStyle/>
          <a:p>
            <a:r>
              <a:rPr lang="en-US" sz="1200"/>
              <a:t>You’ve proven the value—now maximize it. Expand Copilot to more users at new, lower pricing – 40% less than before.</a:t>
            </a:r>
          </a:p>
        </p:txBody>
      </p:sp>
      <p:sp>
        <p:nvSpPr>
          <p:cNvPr id="54" name="Content Placeholder 3">
            <a:extLst>
              <a:ext uri="{FF2B5EF4-FFF2-40B4-BE49-F238E27FC236}">
                <a16:creationId xmlns:a16="http://schemas.microsoft.com/office/drawing/2014/main" id="{E9AC7CCF-4E84-5B8C-1A49-B0C38DC2D59B}"/>
              </a:ext>
            </a:extLst>
          </p:cNvPr>
          <p:cNvSpPr txBox="1">
            <a:spLocks/>
          </p:cNvSpPr>
          <p:nvPr/>
        </p:nvSpPr>
        <p:spPr>
          <a:xfrm>
            <a:off x="455992" y="1358337"/>
            <a:ext cx="10360691" cy="357542"/>
          </a:xfrm>
          <a:prstGeom prst="rect">
            <a:avLst/>
          </a:prstGeom>
        </p:spPr>
        <p:txBody>
          <a:bodyPr vert="horz" wrap="square" lIns="0" tIns="0" rIns="0" bIns="0" numCol="2"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a:latin typeface="Segoe UI" panose="020B0502040204020203" pitchFamily="34" charset="0"/>
                <a:cs typeface="Segoe UI" panose="020B0502040204020203" pitchFamily="34" charset="0"/>
              </a:rPr>
              <a:t>For customers not up for renewal, there’s still a strong opportunity to drive AI adoption. Lead with the Copilot Business Standalone offer, now available at 40% off previous pricing (i.e. $30 user/month), to help existing Copilot customers expand Copilot to more users across their organization.  </a:t>
            </a:r>
          </a:p>
          <a:p>
            <a:r>
              <a:rPr lang="en-US" sz="1200">
                <a:latin typeface="Segoe UI" panose="020B0502040204020203" pitchFamily="34" charset="0"/>
                <a:cs typeface="Segoe UI" panose="020B0502040204020203" pitchFamily="34" charset="0"/>
              </a:rPr>
              <a:t>For customers just starting their AI journey, the standalone offer is the perfect entry point. Begin with 3–5 users to build confidence, demonstrate value, and create momentum ahead of their renewal—making future expansion seamless and cost-effective.</a:t>
            </a:r>
          </a:p>
        </p:txBody>
      </p:sp>
      <p:sp>
        <p:nvSpPr>
          <p:cNvPr id="5" name="Arrow: Chevron 55">
            <a:extLst>
              <a:ext uri="{FF2B5EF4-FFF2-40B4-BE49-F238E27FC236}">
                <a16:creationId xmlns:a16="http://schemas.microsoft.com/office/drawing/2014/main" id="{0E63DB8C-90B9-34B3-6B40-FA4A7E79745F}"/>
              </a:ext>
            </a:extLst>
          </p:cNvPr>
          <p:cNvSpPr/>
          <p:nvPr/>
        </p:nvSpPr>
        <p:spPr bwMode="auto">
          <a:xfrm>
            <a:off x="7360356" y="4282960"/>
            <a:ext cx="3411307" cy="457200"/>
          </a:xfrm>
          <a:custGeom>
            <a:avLst/>
            <a:gdLst>
              <a:gd name="csX0" fmla="*/ 0 w 3627303"/>
              <a:gd name="csY0" fmla="*/ 0 h 365760"/>
              <a:gd name="csX1" fmla="*/ 3444423 w 3627303"/>
              <a:gd name="csY1" fmla="*/ 0 h 365760"/>
              <a:gd name="csX2" fmla="*/ 3627303 w 3627303"/>
              <a:gd name="csY2" fmla="*/ 182880 h 365760"/>
              <a:gd name="csX3" fmla="*/ 3444423 w 3627303"/>
              <a:gd name="csY3" fmla="*/ 365760 h 365760"/>
              <a:gd name="csX4" fmla="*/ 0 w 3627303"/>
              <a:gd name="csY4" fmla="*/ 365760 h 365760"/>
              <a:gd name="csX5" fmla="*/ 182880 w 3627303"/>
              <a:gd name="csY5" fmla="*/ 182880 h 365760"/>
              <a:gd name="csX6" fmla="*/ 0 w 3627303"/>
              <a:gd name="csY6" fmla="*/ 0 h 365760"/>
              <a:gd name="csX0" fmla="*/ 0 w 3449024"/>
              <a:gd name="csY0" fmla="*/ 0 h 365760"/>
              <a:gd name="csX1" fmla="*/ 3444423 w 3449024"/>
              <a:gd name="csY1" fmla="*/ 0 h 365760"/>
              <a:gd name="csX2" fmla="*/ 3449024 w 3449024"/>
              <a:gd name="csY2" fmla="*/ 205884 h 365760"/>
              <a:gd name="csX3" fmla="*/ 3444423 w 3449024"/>
              <a:gd name="csY3" fmla="*/ 365760 h 365760"/>
              <a:gd name="csX4" fmla="*/ 0 w 3449024"/>
              <a:gd name="csY4" fmla="*/ 365760 h 365760"/>
              <a:gd name="csX5" fmla="*/ 182880 w 3449024"/>
              <a:gd name="csY5" fmla="*/ 182880 h 365760"/>
              <a:gd name="csX6" fmla="*/ 0 w 3449024"/>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49024" h="365760">
                <a:moveTo>
                  <a:pt x="0" y="0"/>
                </a:moveTo>
                <a:lnTo>
                  <a:pt x="3444423" y="0"/>
                </a:lnTo>
                <a:lnTo>
                  <a:pt x="3449024" y="205884"/>
                </a:lnTo>
                <a:lnTo>
                  <a:pt x="3444423" y="365760"/>
                </a:lnTo>
                <a:lnTo>
                  <a:pt x="0" y="365760"/>
                </a:lnTo>
                <a:lnTo>
                  <a:pt x="182880" y="182880"/>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0" tIns="146304" rIns="182880" bIns="146304" numCol="1" spcCol="0" rtlCol="0" fromWordArt="0" anchor="ctr" anchorCtr="0" forceAA="0" compatLnSpc="1">
            <a:prstTxWarp prst="textNoShape">
              <a:avLst/>
            </a:prstTxWarp>
            <a:noAutofit/>
          </a:bodyPr>
          <a:lstStyle/>
          <a:p>
            <a:pPr marL="342900" indent="-342900">
              <a:defRPr/>
            </a:pPr>
            <a:r>
              <a:rPr lang="en-US" sz="1200" b="1" spc="-50">
                <a:ln w="3175">
                  <a:noFill/>
                </a:ln>
                <a:gradFill>
                  <a:gsLst>
                    <a:gs pos="0">
                      <a:srgbClr val="FFFFFF"/>
                    </a:gs>
                    <a:gs pos="0">
                      <a:srgbClr val="C03BC3"/>
                    </a:gs>
                    <a:gs pos="98000">
                      <a:srgbClr val="DD4A84"/>
                    </a:gs>
                  </a:gsLst>
                  <a:lin ang="0" scaled="1"/>
                </a:gradFill>
                <a:latin typeface="Segoe Sans Display Semibold" pitchFamily="2" charset="0"/>
                <a:cs typeface="Segoe Sans Display" pitchFamily="2" charset="0"/>
              </a:rPr>
              <a:t>Attach M365 Copilot Business</a:t>
            </a:r>
            <a:endParaRPr lang="en-US" sz="1200" b="1" spc="-50">
              <a:ln w="3175">
                <a:noFill/>
              </a:ln>
              <a:latin typeface="Segoe Sans Display Semibold" pitchFamily="2" charset="0"/>
              <a:cs typeface="Segoe Sans Display" pitchFamily="2" charset="0"/>
            </a:endParaRPr>
          </a:p>
        </p:txBody>
      </p:sp>
      <p:sp>
        <p:nvSpPr>
          <p:cNvPr id="9" name="Arrow: Chevron 53">
            <a:extLst>
              <a:ext uri="{FF2B5EF4-FFF2-40B4-BE49-F238E27FC236}">
                <a16:creationId xmlns:a16="http://schemas.microsoft.com/office/drawing/2014/main" id="{B6920444-5F24-1040-D11A-94141ACA6C93}"/>
              </a:ext>
            </a:extLst>
          </p:cNvPr>
          <p:cNvSpPr/>
          <p:nvPr/>
        </p:nvSpPr>
        <p:spPr bwMode="auto">
          <a:xfrm>
            <a:off x="3842167" y="4282960"/>
            <a:ext cx="2639234" cy="457200"/>
          </a:xfrm>
          <a:custGeom>
            <a:avLst/>
            <a:gdLst>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82880 w 2482409"/>
              <a:gd name="csY5" fmla="*/ 182880 h 365760"/>
              <a:gd name="csX6" fmla="*/ 0 w 2482409"/>
              <a:gd name="csY6" fmla="*/ 0 h 365760"/>
              <a:gd name="csX0" fmla="*/ 104668 w 2587077"/>
              <a:gd name="csY0" fmla="*/ 0 h 365760"/>
              <a:gd name="csX1" fmla="*/ 2404197 w 2587077"/>
              <a:gd name="csY1" fmla="*/ 0 h 365760"/>
              <a:gd name="csX2" fmla="*/ 2587077 w 2587077"/>
              <a:gd name="csY2" fmla="*/ 182880 h 365760"/>
              <a:gd name="csX3" fmla="*/ 2404197 w 2587077"/>
              <a:gd name="csY3" fmla="*/ 365760 h 365760"/>
              <a:gd name="csX4" fmla="*/ 104668 w 2587077"/>
              <a:gd name="csY4" fmla="*/ 365760 h 365760"/>
              <a:gd name="csX5" fmla="*/ 0 w 2587077"/>
              <a:gd name="csY5" fmla="*/ 182880 h 365760"/>
              <a:gd name="csX6" fmla="*/ 104668 w 2587077"/>
              <a:gd name="csY6" fmla="*/ 0 h 365760"/>
              <a:gd name="csX0" fmla="*/ 0 w 2482409"/>
              <a:gd name="csY0" fmla="*/ 0 h 365760"/>
              <a:gd name="csX1" fmla="*/ 2299529 w 2482409"/>
              <a:gd name="csY1" fmla="*/ 0 h 365760"/>
              <a:gd name="csX2" fmla="*/ 2482409 w 2482409"/>
              <a:gd name="csY2" fmla="*/ 182880 h 365760"/>
              <a:gd name="csX3" fmla="*/ 2299529 w 2482409"/>
              <a:gd name="csY3" fmla="*/ 365760 h 365760"/>
              <a:gd name="csX4" fmla="*/ 0 w 2482409"/>
              <a:gd name="csY4" fmla="*/ 365760 h 365760"/>
              <a:gd name="csX5" fmla="*/ 16102 w 2482409"/>
              <a:gd name="csY5" fmla="*/ 217386 h 365760"/>
              <a:gd name="csX6" fmla="*/ 0 w 2482409"/>
              <a:gd name="csY6" fmla="*/ 0 h 36576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82409" h="365760">
                <a:moveTo>
                  <a:pt x="0" y="0"/>
                </a:moveTo>
                <a:lnTo>
                  <a:pt x="2299529" y="0"/>
                </a:lnTo>
                <a:lnTo>
                  <a:pt x="2482409" y="182880"/>
                </a:lnTo>
                <a:lnTo>
                  <a:pt x="2299529" y="365760"/>
                </a:lnTo>
                <a:lnTo>
                  <a:pt x="0" y="365760"/>
                </a:lnTo>
                <a:lnTo>
                  <a:pt x="16102" y="217386"/>
                </a:lnTo>
                <a:lnTo>
                  <a:pt x="0" y="0"/>
                </a:ln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342900" indent="-342900">
              <a:defRPr/>
            </a:pPr>
            <a:r>
              <a:rPr lang="en-US" sz="1200" spc="-50">
                <a:ln w="3175">
                  <a:noFill/>
                </a:ln>
                <a:solidFill>
                  <a:schemeClr val="tx1"/>
                </a:solidFill>
                <a:latin typeface="Segoe UI Semibold" panose="020B0702040204020203" pitchFamily="34" charset="0"/>
                <a:cs typeface="Segoe UI Semibold" panose="020B0702040204020203" pitchFamily="34" charset="0"/>
              </a:rPr>
              <a:t>M365 Business Suites w/o Copilot</a:t>
            </a:r>
          </a:p>
        </p:txBody>
      </p:sp>
      <p:sp>
        <p:nvSpPr>
          <p:cNvPr id="10" name="Arrow: Chevron 9">
            <a:extLst>
              <a:ext uri="{FF2B5EF4-FFF2-40B4-BE49-F238E27FC236}">
                <a16:creationId xmlns:a16="http://schemas.microsoft.com/office/drawing/2014/main" id="{9E3DB5EB-670A-B883-F068-BBA2011488D0}"/>
              </a:ext>
            </a:extLst>
          </p:cNvPr>
          <p:cNvSpPr/>
          <p:nvPr/>
        </p:nvSpPr>
        <p:spPr bwMode="auto">
          <a:xfrm>
            <a:off x="6324576" y="4282960"/>
            <a:ext cx="1320654" cy="457200"/>
          </a:xfrm>
          <a:prstGeom prst="chevron">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182880" bIns="45720" numCol="1" spcCol="0" rtlCol="0" fromWordArt="0" anchor="ctr" anchorCtr="0" forceAA="0" compatLnSpc="1">
            <a:prstTxWarp prst="textNoShape">
              <a:avLst/>
            </a:prstTxWarp>
            <a:spAutoFit/>
          </a:bodyPr>
          <a:lstStyle/>
          <a:p>
            <a:pPr lvl="0" defTabSz="932472" fontAlgn="base">
              <a:spcBef>
                <a:spcPct val="0"/>
              </a:spcBef>
              <a:spcAft>
                <a:spcPct val="0"/>
              </a:spcAft>
              <a:defRPr/>
            </a:pPr>
            <a:endParaRPr lang="en-US" sz="1200">
              <a:solidFill>
                <a:srgbClr val="FFFFFF"/>
              </a:solidFill>
              <a:latin typeface="Segoe Sans Display Semibold"/>
              <a:cs typeface="Segoe UI" pitchFamily="34" charset="0"/>
            </a:endParaRPr>
          </a:p>
        </p:txBody>
      </p:sp>
      <p:grpSp>
        <p:nvGrpSpPr>
          <p:cNvPr id="11" name="Group 10">
            <a:extLst>
              <a:ext uri="{FF2B5EF4-FFF2-40B4-BE49-F238E27FC236}">
                <a16:creationId xmlns:a16="http://schemas.microsoft.com/office/drawing/2014/main" id="{6F74D10F-254A-6B93-2DC4-FFF0BD224B33}"/>
              </a:ext>
              <a:ext uri="{C183D7F6-B498-43B3-948B-1728B52AA6E4}">
                <adec:decorative xmlns:adec="http://schemas.microsoft.com/office/drawing/2017/decorative" val="1"/>
              </a:ext>
            </a:extLst>
          </p:cNvPr>
          <p:cNvGrpSpPr/>
          <p:nvPr/>
        </p:nvGrpSpPr>
        <p:grpSpPr>
          <a:xfrm>
            <a:off x="6630376" y="4372998"/>
            <a:ext cx="243402" cy="243402"/>
            <a:chOff x="12912012" y="2938462"/>
            <a:chExt cx="981075" cy="981075"/>
          </a:xfrm>
          <a:solidFill>
            <a:schemeClr val="bg1"/>
          </a:solidFill>
        </p:grpSpPr>
        <p:sp>
          <p:nvSpPr>
            <p:cNvPr id="16" name="Freeform: Shape 15">
              <a:extLst>
                <a:ext uri="{FF2B5EF4-FFF2-40B4-BE49-F238E27FC236}">
                  <a16:creationId xmlns:a16="http://schemas.microsoft.com/office/drawing/2014/main" id="{41E96C4A-6F56-B207-66F6-7E61AD551A40}"/>
                </a:ext>
              </a:extLst>
            </p:cNvPr>
            <p:cNvSpPr/>
            <p:nvPr/>
          </p:nvSpPr>
          <p:spPr>
            <a:xfrm>
              <a:off x="1291201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17" name="Freeform: Shape 16">
              <a:extLst>
                <a:ext uri="{FF2B5EF4-FFF2-40B4-BE49-F238E27FC236}">
                  <a16:creationId xmlns:a16="http://schemas.microsoft.com/office/drawing/2014/main" id="{233BFE84-9A88-498F-D25B-D5D1EC49D9A2}"/>
                </a:ext>
              </a:extLst>
            </p:cNvPr>
            <p:cNvSpPr/>
            <p:nvPr/>
          </p:nvSpPr>
          <p:spPr>
            <a:xfrm>
              <a:off x="13140616" y="3205180"/>
              <a:ext cx="481013" cy="438131"/>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sp>
        <p:nvSpPr>
          <p:cNvPr id="20" name="TextBox 19">
            <a:extLst>
              <a:ext uri="{FF2B5EF4-FFF2-40B4-BE49-F238E27FC236}">
                <a16:creationId xmlns:a16="http://schemas.microsoft.com/office/drawing/2014/main" id="{3EF55E04-4E97-9CAE-292B-7E99E0E273BE}"/>
              </a:ext>
            </a:extLst>
          </p:cNvPr>
          <p:cNvSpPr txBox="1"/>
          <p:nvPr/>
        </p:nvSpPr>
        <p:spPr>
          <a:xfrm>
            <a:off x="6886855" y="4356200"/>
            <a:ext cx="608765" cy="276999"/>
          </a:xfrm>
          <a:prstGeom prst="rect">
            <a:avLst/>
          </a:prstGeom>
          <a:noFill/>
        </p:spPr>
        <p:txBody>
          <a:bodyPr wrap="square">
            <a:spAutoFit/>
          </a:bodyPr>
          <a:lstStyle/>
          <a:p>
            <a:pPr marL="0" marR="0" lvl="0" indent="0"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Segoe Sans Display Semibold"/>
                <a:ea typeface="+mn-ea"/>
                <a:cs typeface="Segoe UI" pitchFamily="34" charset="0"/>
              </a:rPr>
              <a:t>+$18</a:t>
            </a:r>
          </a:p>
        </p:txBody>
      </p:sp>
      <p:pic>
        <p:nvPicPr>
          <p:cNvPr id="27" name="Graphic 26">
            <a:extLst>
              <a:ext uri="{FF2B5EF4-FFF2-40B4-BE49-F238E27FC236}">
                <a16:creationId xmlns:a16="http://schemas.microsoft.com/office/drawing/2014/main" id="{06DE33C6-2926-C22C-DCAC-466E3189640F}"/>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41276" y="4959525"/>
            <a:ext cx="198326" cy="198326"/>
          </a:xfrm>
          <a:prstGeom prst="rect">
            <a:avLst/>
          </a:prstGeom>
        </p:spPr>
      </p:pic>
      <p:sp>
        <p:nvSpPr>
          <p:cNvPr id="30" name="TextBox 29">
            <a:extLst>
              <a:ext uri="{FF2B5EF4-FFF2-40B4-BE49-F238E27FC236}">
                <a16:creationId xmlns:a16="http://schemas.microsoft.com/office/drawing/2014/main" id="{1D0BACA0-00B0-C20A-F5E6-9D533B2BD261}"/>
              </a:ext>
            </a:extLst>
          </p:cNvPr>
          <p:cNvSpPr txBox="1"/>
          <p:nvPr/>
        </p:nvSpPr>
        <p:spPr>
          <a:xfrm>
            <a:off x="4139601" y="4830198"/>
            <a:ext cx="941957"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Mid-term </a:t>
            </a:r>
          </a:p>
          <a:p>
            <a:pPr marL="0" marR="0" lvl="0" indent="0" algn="l" defTabSz="914400" rtl="0" eaLnBrk="1" fontAlgn="auto" latinLnBrk="0" hangingPunct="1">
              <a:lnSpc>
                <a:spcPct val="100000"/>
              </a:lnSpc>
              <a:spcBef>
                <a:spcPts val="0"/>
              </a:spcBef>
              <a:buClrTx/>
              <a:buSzTx/>
              <a:buFontTx/>
              <a:buNone/>
              <a:tabLst/>
              <a:defRPr/>
            </a:pPr>
            <a:r>
              <a:rPr kumimoji="0" lang="en-US" sz="1200" b="0" u="none" strike="noStrike" kern="1200" cap="none" spc="0" normalizeH="0" baseline="0" noProof="0">
                <a:ln>
                  <a:noFill/>
                </a:ln>
                <a:solidFill>
                  <a:srgbClr val="091F2C"/>
                </a:solidFill>
                <a:effectLst/>
                <a:uLnTx/>
                <a:uFillTx/>
                <a:latin typeface="Segoe UI Variable Display Semib" pitchFamily="2" charset="0"/>
                <a:ea typeface="+mn-ea"/>
                <a:cs typeface="+mn-cs"/>
              </a:rPr>
              <a:t>Hook</a:t>
            </a:r>
          </a:p>
        </p:txBody>
      </p:sp>
      <p:cxnSp>
        <p:nvCxnSpPr>
          <p:cNvPr id="32" name="Straight Connector 31">
            <a:extLst>
              <a:ext uri="{FF2B5EF4-FFF2-40B4-BE49-F238E27FC236}">
                <a16:creationId xmlns:a16="http://schemas.microsoft.com/office/drawing/2014/main" id="{9ACA3FB7-D5EE-B803-6D3F-70FD4DC1A7A5}"/>
              </a:ext>
            </a:extLst>
          </p:cNvPr>
          <p:cNvCxnSpPr>
            <a:cxnSpLocks/>
          </p:cNvCxnSpPr>
          <p:nvPr/>
        </p:nvCxnSpPr>
        <p:spPr>
          <a:xfrm>
            <a:off x="5009401" y="4867301"/>
            <a:ext cx="0" cy="358828"/>
          </a:xfrm>
          <a:prstGeom prst="line">
            <a:avLst/>
          </a:prstGeom>
          <a:ln w="12700">
            <a:solidFill>
              <a:srgbClr val="C5B4E3"/>
            </a:solidFill>
            <a:headEnd type="none" w="lg" len="med"/>
            <a:tailEnd type="none" w="lg" len="med"/>
          </a:ln>
        </p:spPr>
        <p:style>
          <a:lnRef idx="1">
            <a:schemeClr val="accent4"/>
          </a:lnRef>
          <a:fillRef idx="0">
            <a:schemeClr val="accent4"/>
          </a:fillRef>
          <a:effectRef idx="0">
            <a:schemeClr val="accent4"/>
          </a:effectRef>
          <a:fontRef idx="minor">
            <a:schemeClr val="tx1"/>
          </a:fontRef>
        </p:style>
      </p:cxnSp>
      <p:sp>
        <p:nvSpPr>
          <p:cNvPr id="33" name="TextBox 32">
            <a:extLst>
              <a:ext uri="{FF2B5EF4-FFF2-40B4-BE49-F238E27FC236}">
                <a16:creationId xmlns:a16="http://schemas.microsoft.com/office/drawing/2014/main" id="{6F2EC325-4A38-4F6D-CFD2-F519CD8DD235}"/>
              </a:ext>
            </a:extLst>
          </p:cNvPr>
          <p:cNvSpPr txBox="1"/>
          <p:nvPr/>
        </p:nvSpPr>
        <p:spPr>
          <a:xfrm>
            <a:off x="5162533" y="4886074"/>
            <a:ext cx="5431914" cy="276999"/>
          </a:xfrm>
          <a:prstGeom prst="rect">
            <a:avLst/>
          </a:prstGeom>
          <a:noFill/>
        </p:spPr>
        <p:txBody>
          <a:bodyPr wrap="square">
            <a:spAutoFit/>
          </a:bodyPr>
          <a:lstStyle/>
          <a:p>
            <a:r>
              <a:rPr lang="en-US" sz="1200"/>
              <a:t>Start your AI journey today—add Copilot for only $18 per user/month</a:t>
            </a:r>
          </a:p>
        </p:txBody>
      </p:sp>
    </p:spTree>
    <p:extLst>
      <p:ext uri="{BB962C8B-B14F-4D97-AF65-F5344CB8AC3E}">
        <p14:creationId xmlns:p14="http://schemas.microsoft.com/office/powerpoint/2010/main" val="323257960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195E5-0C3A-2D9A-7080-27B65F8619D2}"/>
            </a:ext>
          </a:extLst>
        </p:cNvPr>
        <p:cNvGrpSpPr/>
        <p:nvPr/>
      </p:nvGrpSpPr>
      <p:grpSpPr>
        <a:xfrm>
          <a:off x="0" y="0"/>
          <a:ext cx="0" cy="0"/>
          <a:chOff x="0" y="0"/>
          <a:chExt cx="0" cy="0"/>
        </a:xfrm>
      </p:grpSpPr>
      <p:sp>
        <p:nvSpPr>
          <p:cNvPr id="26" name="Rectangle: Rounded Corners 8">
            <a:extLst>
              <a:ext uri="{FF2B5EF4-FFF2-40B4-BE49-F238E27FC236}">
                <a16:creationId xmlns:a16="http://schemas.microsoft.com/office/drawing/2014/main" id="{2B1A2241-67BF-66ED-E1F0-744AD64CACB0}"/>
              </a:ext>
              <a:ext uri="{C183D7F6-B498-43B3-948B-1728B52AA6E4}">
                <adec:decorative xmlns:adec="http://schemas.microsoft.com/office/drawing/2017/decorative" val="1"/>
              </a:ext>
            </a:extLst>
          </p:cNvPr>
          <p:cNvSpPr/>
          <p:nvPr/>
        </p:nvSpPr>
        <p:spPr bwMode="auto">
          <a:xfrm>
            <a:off x="9170480" y="2317369"/>
            <a:ext cx="2741982" cy="48682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30" name="Title 5">
            <a:extLst>
              <a:ext uri="{FF2B5EF4-FFF2-40B4-BE49-F238E27FC236}">
                <a16:creationId xmlns:a16="http://schemas.microsoft.com/office/drawing/2014/main" id="{49B1642D-83E8-CAFD-B6DF-2C53428E17B5}"/>
              </a:ext>
            </a:extLst>
          </p:cNvPr>
          <p:cNvSpPr txBox="1">
            <a:spLocks/>
          </p:cNvSpPr>
          <p:nvPr/>
        </p:nvSpPr>
        <p:spPr>
          <a:xfrm>
            <a:off x="325244" y="437646"/>
            <a:ext cx="5401788" cy="565402"/>
          </a:xfrm>
          <a:prstGeom prst="rect">
            <a:avLst/>
          </a:prstGeom>
        </p:spPr>
        <p:txBody>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endParaRPr lang="en-US" sz="3200" b="1">
              <a:solidFill>
                <a:schemeClr val="tx1"/>
              </a:solidFill>
              <a:latin typeface="+mj-lt"/>
              <a:ea typeface="+mj-ea"/>
              <a:cs typeface="+mj-cs"/>
            </a:endParaRPr>
          </a:p>
        </p:txBody>
      </p:sp>
      <p:sp>
        <p:nvSpPr>
          <p:cNvPr id="85" name="Content Placeholder 3">
            <a:extLst>
              <a:ext uri="{FF2B5EF4-FFF2-40B4-BE49-F238E27FC236}">
                <a16:creationId xmlns:a16="http://schemas.microsoft.com/office/drawing/2014/main" id="{C852BC90-1CD5-2B64-995D-C4EE2C89E20C}"/>
              </a:ext>
            </a:extLst>
          </p:cNvPr>
          <p:cNvSpPr txBox="1">
            <a:spLocks/>
          </p:cNvSpPr>
          <p:nvPr/>
        </p:nvSpPr>
        <p:spPr>
          <a:xfrm>
            <a:off x="455992" y="1737555"/>
            <a:ext cx="5043199" cy="4777800"/>
          </a:xfrm>
          <a:prstGeom prst="rect">
            <a:avLst/>
          </a:prstGeom>
        </p:spPr>
        <p:txBody>
          <a:bodyPr vert="horz" wrap="square" lIns="0" tIns="0" rIns="0" bIns="0" numCol="1" spcCol="365760" rtlCol="0" anchor="t">
            <a:no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a:latin typeface="Segoe UI" panose="020B0502040204020203" pitchFamily="34" charset="0"/>
                <a:cs typeface="Segoe UI" panose="020B0502040204020203" pitchFamily="34" charset="0"/>
              </a:rPr>
              <a:t>To accelerate AI adoption, simplicity is key. By leading with new bundle offers, we remove complexity and make it easy for customers to choose a single solution for secure, AI-powered productivity—with the option to add Microsoft Purview Suite for enhanced data protection.</a:t>
            </a:r>
          </a:p>
          <a:p>
            <a:pPr lvl="1">
              <a:lnSpc>
                <a:spcPct val="110000"/>
              </a:lnSpc>
              <a:defRPr/>
            </a:pPr>
            <a:r>
              <a:rPr lang="en-US" sz="1200">
                <a:ln w="3175">
                  <a:noFill/>
                </a:ln>
                <a:gradFill>
                  <a:gsLst>
                    <a:gs pos="0">
                      <a:srgbClr val="FFFFFF"/>
                    </a:gs>
                    <a:gs pos="0">
                      <a:srgbClr val="C03BC3"/>
                    </a:gs>
                    <a:gs pos="98000">
                      <a:srgbClr val="DD4A84"/>
                    </a:gs>
                  </a:gsLst>
                  <a:lin ang="0" scaled="1"/>
                </a:gradFill>
                <a:latin typeface="Segoe Sans Display Semibold"/>
              </a:rPr>
              <a:t>Build your assets.</a:t>
            </a:r>
            <a:br>
              <a:rPr lang="en-US" sz="1200">
                <a:ln w="3175">
                  <a:noFill/>
                </a:ln>
                <a:gradFill>
                  <a:gsLst>
                    <a:gs pos="0">
                      <a:srgbClr val="FFFFFF"/>
                    </a:gs>
                    <a:gs pos="0">
                      <a:srgbClr val="C03BC3"/>
                    </a:gs>
                    <a:gs pos="98000">
                      <a:srgbClr val="DD4A84"/>
                    </a:gs>
                  </a:gsLst>
                  <a:lin ang="0" scaled="1"/>
                </a:gradFill>
                <a:latin typeface="Segoe Sans Display Semibold"/>
              </a:rPr>
            </a:br>
            <a:r>
              <a:rPr lang="en-US" sz="1200">
                <a:latin typeface="Segoe UI" panose="020B0502040204020203" pitchFamily="34" charset="0"/>
                <a:cs typeface="Segoe UI" panose="020B0502040204020203" pitchFamily="34" charset="0"/>
              </a:rPr>
              <a:t>Start with a clear strategy that positions </a:t>
            </a:r>
            <a:r>
              <a:rPr lang="en-US" sz="1200" b="1">
                <a:solidFill>
                  <a:schemeClr val="accent2"/>
                </a:solidFill>
                <a:latin typeface="Segoe UI" panose="020B0502040204020203" pitchFamily="34" charset="0"/>
                <a:cs typeface="Segoe UI" panose="020B0502040204020203" pitchFamily="34" charset="0"/>
              </a:rPr>
              <a:t>Copilot Business </a:t>
            </a:r>
            <a:r>
              <a:rPr lang="en-US" sz="1200">
                <a:latin typeface="Segoe UI" panose="020B0502040204020203" pitchFamily="34" charset="0"/>
                <a:cs typeface="Segoe UI" panose="020B0502040204020203" pitchFamily="34" charset="0"/>
              </a:rPr>
              <a:t>as essential for SMBs. Highlight benefits like flexibility, promo pricing, and immediate AI value. Leverage the </a:t>
            </a:r>
            <a:r>
              <a:rPr lang="en-US" sz="1200">
                <a:latin typeface="Segoe UI" panose="020B0502040204020203" pitchFamily="34" charset="0"/>
                <a:cs typeface="Segoe UI" panose="020B0502040204020203" pitchFamily="34" charset="0"/>
                <a:hlinkClick r:id="rId3"/>
              </a:rPr>
              <a:t>Launch Kit </a:t>
            </a:r>
            <a:r>
              <a:rPr lang="en-US" sz="1200">
                <a:latin typeface="Segoe UI" panose="020B0502040204020203" pitchFamily="34" charset="0"/>
                <a:cs typeface="Segoe UI" panose="020B0502040204020203" pitchFamily="34" charset="0"/>
              </a:rPr>
              <a:t>for ready-to-use assets that make campaign execution faster and more consistent.</a:t>
            </a:r>
          </a:p>
          <a:p>
            <a:r>
              <a:rPr lang="en-US" sz="1200">
                <a:ln w="3175">
                  <a:noFill/>
                </a:ln>
                <a:gradFill>
                  <a:gsLst>
                    <a:gs pos="0">
                      <a:srgbClr val="FFFFFF"/>
                    </a:gs>
                    <a:gs pos="0">
                      <a:srgbClr val="C03BC3"/>
                    </a:gs>
                    <a:gs pos="98000">
                      <a:srgbClr val="DD4A84"/>
                    </a:gs>
                  </a:gsLst>
                  <a:lin ang="0" scaled="1"/>
                </a:gradFill>
              </a:rPr>
              <a:t>Target customers and drive demand.</a:t>
            </a:r>
            <a:br>
              <a:rPr lang="en-US" sz="1200">
                <a:ln w="3175">
                  <a:noFill/>
                </a:ln>
                <a:gradFill>
                  <a:gsLst>
                    <a:gs pos="0">
                      <a:srgbClr val="FFFFFF"/>
                    </a:gs>
                    <a:gs pos="0">
                      <a:srgbClr val="C03BC3"/>
                    </a:gs>
                    <a:gs pos="98000">
                      <a:srgbClr val="DD4A84"/>
                    </a:gs>
                  </a:gsLst>
                  <a:lin ang="0" scaled="1"/>
                </a:gradFill>
              </a:rPr>
            </a:br>
            <a:r>
              <a:rPr lang="en-US" sz="1200">
                <a:latin typeface="Segoe UI" panose="020B0502040204020203" pitchFamily="34" charset="0"/>
                <a:cs typeface="Segoe UI" panose="020B0502040204020203" pitchFamily="34" charset="0"/>
              </a:rPr>
              <a:t>Segment customers by renewal timelines and business needs. Use personalized outreach, case studies, and ROI messaging to create urgency—mid-term upgrades mean customers don’t wait for renewal. Incorporate </a:t>
            </a:r>
            <a:r>
              <a:rPr lang="en-US" sz="1200">
                <a:solidFill>
                  <a:schemeClr val="accent1"/>
                </a:solidFill>
                <a:latin typeface="Segoe UI" panose="020B0502040204020203" pitchFamily="34" charset="0"/>
                <a:cs typeface="Segoe UI" panose="020B0502040204020203" pitchFamily="34" charset="0"/>
                <a:hlinkClick r:id="rId4">
                  <a:extLst>
                    <a:ext uri="{A12FA001-AC4F-418D-AE19-62706E023703}">
                      <ahyp:hlinkClr xmlns:ahyp="http://schemas.microsoft.com/office/drawing/2018/hyperlinkcolor" val="tx"/>
                    </a:ext>
                  </a:extLst>
                </a:hlinkClick>
              </a:rPr>
              <a:t>Microsoft 1:Many Briefings </a:t>
            </a:r>
            <a:r>
              <a:rPr lang="en-US" sz="1200">
                <a:latin typeface="Segoe UI" panose="020B0502040204020203" pitchFamily="34" charset="0"/>
                <a:cs typeface="Segoe UI" panose="020B0502040204020203" pitchFamily="34" charset="0"/>
              </a:rPr>
              <a:t>to land promotional offers at scale and educate customers on why upgrading now delivers maximum value.</a:t>
            </a:r>
          </a:p>
          <a:p>
            <a:pPr lvl="1">
              <a:lnSpc>
                <a:spcPct val="110000"/>
              </a:lnSpc>
              <a:defRPr/>
            </a:pPr>
            <a:r>
              <a:rPr lang="en-US" sz="1200">
                <a:ln w="3175">
                  <a:noFill/>
                </a:ln>
                <a:gradFill>
                  <a:gsLst>
                    <a:gs pos="0">
                      <a:srgbClr val="FFFFFF"/>
                    </a:gs>
                    <a:gs pos="0">
                      <a:srgbClr val="C03BC3"/>
                    </a:gs>
                    <a:gs pos="98000">
                      <a:srgbClr val="DD4A84"/>
                    </a:gs>
                  </a:gsLst>
                  <a:lin ang="0" scaled="1"/>
                </a:gradFill>
                <a:latin typeface="+mj-lt"/>
                <a:cs typeface="Segoe Sans Display" pitchFamily="2" charset="0"/>
              </a:rPr>
              <a:t>Close deals.</a:t>
            </a:r>
            <a:br>
              <a:rPr lang="en-US" sz="1200">
                <a:ln w="3175">
                  <a:noFill/>
                </a:ln>
                <a:gradFill>
                  <a:gsLst>
                    <a:gs pos="0">
                      <a:srgbClr val="FFFFFF"/>
                    </a:gs>
                    <a:gs pos="0">
                      <a:srgbClr val="C03BC3"/>
                    </a:gs>
                    <a:gs pos="98000">
                      <a:srgbClr val="DD4A84"/>
                    </a:gs>
                  </a:gsLst>
                  <a:lin ang="0" scaled="1"/>
                </a:gradFill>
              </a:rPr>
            </a:br>
            <a:r>
              <a:rPr lang="en-US" sz="1200">
                <a:latin typeface="Segoe UI" panose="020B0502040204020203" pitchFamily="34" charset="0"/>
                <a:cs typeface="Segoe UI" panose="020B0502040204020203" pitchFamily="34" charset="0"/>
              </a:rPr>
              <a:t>Simplify the buying process and emphasize full mid-term upgrades for unified licensing and flexibility to add seats at discounted rates. Provide clear pricing, address objections, and position yourself as a trusted advisor helping SMBs future-proof with AI.</a:t>
            </a:r>
          </a:p>
          <a:p>
            <a:endParaRPr lang="en-US" sz="1200">
              <a:latin typeface="Segoe UI" panose="020B0502040204020203" pitchFamily="34" charset="0"/>
              <a:cs typeface="Segoe UI" panose="020B0502040204020203" pitchFamily="34" charset="0"/>
            </a:endParaRPr>
          </a:p>
        </p:txBody>
      </p:sp>
      <p:sp>
        <p:nvSpPr>
          <p:cNvPr id="12" name="Title 1">
            <a:extLst>
              <a:ext uri="{FF2B5EF4-FFF2-40B4-BE49-F238E27FC236}">
                <a16:creationId xmlns:a16="http://schemas.microsoft.com/office/drawing/2014/main" id="{DFE5B1DB-AB81-FDA6-0864-88E1B8831108}"/>
              </a:ext>
            </a:extLst>
          </p:cNvPr>
          <p:cNvSpPr>
            <a:spLocks noGrp="1"/>
          </p:cNvSpPr>
          <p:nvPr>
            <p:ph type="title"/>
          </p:nvPr>
        </p:nvSpPr>
        <p:spPr>
          <a:xfrm>
            <a:off x="455992" y="512064"/>
            <a:ext cx="5301354" cy="984885"/>
          </a:xfrm>
        </p:spPr>
        <p:txBody>
          <a:bodyPr/>
          <a:lstStyle/>
          <a:p>
            <a:r>
              <a:rPr lang="en-US" sz="3200" b="1"/>
              <a:t>Microsoft 365 Copilot Business Marketing </a:t>
            </a:r>
          </a:p>
        </p:txBody>
      </p:sp>
      <p:sp>
        <p:nvSpPr>
          <p:cNvPr id="13" name="Text Placeholder 2">
            <a:extLst>
              <a:ext uri="{FF2B5EF4-FFF2-40B4-BE49-F238E27FC236}">
                <a16:creationId xmlns:a16="http://schemas.microsoft.com/office/drawing/2014/main" id="{8BB81DAE-4C3A-60C4-F8F5-EAA8944DC8D0}"/>
              </a:ext>
            </a:extLst>
          </p:cNvPr>
          <p:cNvSpPr txBox="1">
            <a:spLocks/>
          </p:cNvSpPr>
          <p:nvPr/>
        </p:nvSpPr>
        <p:spPr>
          <a:xfrm>
            <a:off x="455992" y="34264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200" kern="1200" cap="all" spc="0" baseline="0">
                <a:solidFill>
                  <a:schemeClr val="accent2"/>
                </a:solidFill>
                <a:latin typeface="+mj-lt"/>
                <a:ea typeface="+mn-ea"/>
                <a:cs typeface="Segoe Sans Display" pitchFamily="2" charset="0"/>
              </a:defRPr>
            </a:lvl1pPr>
            <a:lvl2pPr marL="22860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457200" marR="0" indent="0" algn="l" defTabSz="932742" rtl="0" eaLnBrk="1" fontAlgn="auto" latinLnBrk="0" hangingPunct="1">
              <a:lnSpc>
                <a:spcPct val="100000"/>
              </a:lnSpc>
              <a:spcBef>
                <a:spcPts val="6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3pPr>
            <a:lvl4pPr marL="661988"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4pPr>
            <a:lvl5pPr marL="855663" marR="0" indent="0" algn="l" defTabSz="932742" rtl="0" eaLnBrk="1" fontAlgn="auto" latinLnBrk="0" hangingPunct="1">
              <a:lnSpc>
                <a:spcPct val="100000"/>
              </a:lnSpc>
              <a:spcBef>
                <a:spcPts val="300"/>
              </a:spcBef>
              <a:spcAft>
                <a:spcPts val="0"/>
              </a:spcAft>
              <a:buClrTx/>
              <a:buSzPct val="90000"/>
              <a:buFont typeface="Wingdings" panose="05000000000000000000" pitchFamily="2" charset="2"/>
              <a:buNone/>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Go to market approach</a:t>
            </a:r>
          </a:p>
        </p:txBody>
      </p:sp>
      <p:sp>
        <p:nvSpPr>
          <p:cNvPr id="5" name="TextBox 4">
            <a:extLst>
              <a:ext uri="{FF2B5EF4-FFF2-40B4-BE49-F238E27FC236}">
                <a16:creationId xmlns:a16="http://schemas.microsoft.com/office/drawing/2014/main" id="{A4DA9A1E-A63A-6017-22EC-232667B4CF86}"/>
              </a:ext>
            </a:extLst>
          </p:cNvPr>
          <p:cNvSpPr txBox="1"/>
          <p:nvPr/>
        </p:nvSpPr>
        <p:spPr>
          <a:xfrm>
            <a:off x="6212358" y="1600857"/>
            <a:ext cx="5628057" cy="430887"/>
          </a:xfrm>
          <a:prstGeom prst="rect">
            <a:avLst/>
          </a:prstGeom>
          <a:noFill/>
        </p:spPr>
        <p:txBody>
          <a:bodyPr wrap="square" lIns="0" tIns="0" rIns="0" bIns="0" anchor="t">
            <a:spAutoFit/>
          </a:bodyPr>
          <a:lstStyle/>
          <a:p>
            <a:pPr marL="0" marR="0" lvl="0" indent="0" algn="ctr" defTabSz="932742" rtl="0" eaLnBrk="1" fontAlgn="auto" latinLnBrk="0" hangingPunct="1">
              <a:lnSpc>
                <a:spcPct val="100000"/>
              </a:lnSpc>
              <a:spcBef>
                <a:spcPts val="600"/>
              </a:spcBef>
              <a:spcAft>
                <a:spcPts val="1200"/>
              </a:spcAft>
              <a:buClrTx/>
              <a:buSzTx/>
              <a:buFontTx/>
              <a:buNone/>
              <a:tabLst/>
              <a:defRPr/>
            </a:pPr>
            <a:r>
              <a:rPr lang="en-US" sz="2800" b="1" spc="-50">
                <a:ln w="3175">
                  <a:noFill/>
                </a:ln>
                <a:gradFill>
                  <a:gsLst>
                    <a:gs pos="0">
                      <a:srgbClr val="FFFFFF"/>
                    </a:gs>
                    <a:gs pos="0">
                      <a:srgbClr val="C03BC3"/>
                    </a:gs>
                    <a:gs pos="98000">
                      <a:srgbClr val="DD4A84"/>
                    </a:gs>
                  </a:gsLst>
                  <a:lin ang="0" scaled="1"/>
                </a:gradFill>
                <a:latin typeface="+mj-lt"/>
                <a:cs typeface="Segoe Sans Display" pitchFamily="2" charset="0"/>
              </a:rPr>
              <a:t>Launch kit assets</a:t>
            </a:r>
          </a:p>
        </p:txBody>
      </p:sp>
      <p:grpSp>
        <p:nvGrpSpPr>
          <p:cNvPr id="18" name="Group 17">
            <a:extLst>
              <a:ext uri="{FF2B5EF4-FFF2-40B4-BE49-F238E27FC236}">
                <a16:creationId xmlns:a16="http://schemas.microsoft.com/office/drawing/2014/main" id="{900A331A-8960-09B0-960C-C6D426E438F4}"/>
              </a:ext>
              <a:ext uri="{C183D7F6-B498-43B3-948B-1728B52AA6E4}">
                <adec:decorative xmlns:adec="http://schemas.microsoft.com/office/drawing/2017/decorative" val="1"/>
              </a:ext>
            </a:extLst>
          </p:cNvPr>
          <p:cNvGrpSpPr/>
          <p:nvPr/>
        </p:nvGrpSpPr>
        <p:grpSpPr>
          <a:xfrm>
            <a:off x="9519399" y="317307"/>
            <a:ext cx="2279588" cy="389513"/>
            <a:chOff x="1458322" y="5483950"/>
            <a:chExt cx="2279588" cy="389513"/>
          </a:xfrm>
          <a:effectLst>
            <a:outerShdw blurRad="127000" dist="127000" dir="2700000" algn="tl" rotWithShape="0">
              <a:prstClr val="black">
                <a:alpha val="15000"/>
              </a:prstClr>
            </a:outerShdw>
          </a:effectLst>
        </p:grpSpPr>
        <p:sp>
          <p:nvSpPr>
            <p:cNvPr id="19" name="Rectangle: Rounded Corners 18">
              <a:hlinkClick r:id="rId5"/>
              <a:extLst>
                <a:ext uri="{FF2B5EF4-FFF2-40B4-BE49-F238E27FC236}">
                  <a16:creationId xmlns:a16="http://schemas.microsoft.com/office/drawing/2014/main" id="{BAAC61FD-95C5-1E71-D9F2-093AC8A3A4AB}"/>
                </a:ext>
              </a:extLst>
            </p:cNvPr>
            <p:cNvSpPr/>
            <p:nvPr/>
          </p:nvSpPr>
          <p:spPr bwMode="auto">
            <a:xfrm>
              <a:off x="1458322" y="5483950"/>
              <a:ext cx="2279588" cy="389513"/>
            </a:xfrm>
            <a:prstGeom prst="roundRect">
              <a:avLst>
                <a:gd name="adj" fmla="val 50000"/>
              </a:avLst>
            </a:prstGeom>
            <a:gradFill>
              <a:gsLst>
                <a:gs pos="10000">
                  <a:schemeClr val="accent2">
                    <a:lumMod val="100000"/>
                  </a:schemeClr>
                </a:gs>
                <a:gs pos="100000">
                  <a:schemeClr val="accent6"/>
                </a:gs>
              </a:gsLst>
            </a:gradFill>
            <a:ln w="952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65760" tIns="45720" rIns="18288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bg1"/>
                  </a:solidFill>
                  <a:effectLst/>
                  <a:uLnTx/>
                  <a:uFillTx/>
                  <a:latin typeface="Segoe Sans Display Semibold"/>
                  <a:ea typeface="+mn-ea"/>
                  <a:cs typeface="Segoe UI Semibold"/>
                  <a:hlinkClick r:id="rId3">
                    <a:extLst>
                      <a:ext uri="{A12FA001-AC4F-418D-AE19-62706E023703}">
                        <ahyp:hlinkClr xmlns:ahyp="http://schemas.microsoft.com/office/drawing/2018/hyperlinkcolor" val="tx"/>
                      </a:ext>
                    </a:extLst>
                  </a:hlinkClick>
                </a:rPr>
                <a:t>Download Launch Kit</a:t>
              </a:r>
              <a:endParaRPr kumimoji="0" lang="en-US" sz="1200" b="0" i="0" u="none" strike="noStrike" kern="1200" cap="none" spc="0" normalizeH="0" baseline="0" noProof="0">
                <a:ln w="3175">
                  <a:noFill/>
                </a:ln>
                <a:solidFill>
                  <a:schemeClr val="bg1"/>
                </a:solidFill>
                <a:effectLst/>
                <a:uLnTx/>
                <a:uFillTx/>
                <a:latin typeface="Segoe Sans Display Semibold"/>
                <a:ea typeface="+mn-ea"/>
                <a:cs typeface="Segoe UI Semibold"/>
              </a:endParaRPr>
            </a:p>
          </p:txBody>
        </p:sp>
        <p:grpSp>
          <p:nvGrpSpPr>
            <p:cNvPr id="20" name="Group 19">
              <a:extLst>
                <a:ext uri="{FF2B5EF4-FFF2-40B4-BE49-F238E27FC236}">
                  <a16:creationId xmlns:a16="http://schemas.microsoft.com/office/drawing/2014/main" id="{D418C4C6-C118-9408-EB9E-2A174238D0E5}"/>
                </a:ext>
                <a:ext uri="{C183D7F6-B498-43B3-948B-1728B52AA6E4}">
                  <adec:decorative xmlns:adec="http://schemas.microsoft.com/office/drawing/2017/decorative" val="1"/>
                </a:ext>
              </a:extLst>
            </p:cNvPr>
            <p:cNvGrpSpPr/>
            <p:nvPr/>
          </p:nvGrpSpPr>
          <p:grpSpPr>
            <a:xfrm>
              <a:off x="1534405" y="5557838"/>
              <a:ext cx="243402" cy="243402"/>
              <a:chOff x="5605462" y="2938462"/>
              <a:chExt cx="981075" cy="981075"/>
            </a:xfrm>
            <a:solidFill>
              <a:schemeClr val="bg1"/>
            </a:solidFill>
          </p:grpSpPr>
          <p:sp>
            <p:nvSpPr>
              <p:cNvPr id="21" name="Freeform: Shape 20">
                <a:extLst>
                  <a:ext uri="{FF2B5EF4-FFF2-40B4-BE49-F238E27FC236}">
                    <a16:creationId xmlns:a16="http://schemas.microsoft.com/office/drawing/2014/main" id="{A5CCB808-53B6-108C-D90F-1E4684A79E6C}"/>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sp>
            <p:nvSpPr>
              <p:cNvPr id="22" name="Freeform: Shape 21">
                <a:extLst>
                  <a:ext uri="{FF2B5EF4-FFF2-40B4-BE49-F238E27FC236}">
                    <a16:creationId xmlns:a16="http://schemas.microsoft.com/office/drawing/2014/main" id="{5BC41A1D-27BF-1BB5-CF5D-8644ED0ABF72}"/>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Display"/>
                  <a:ea typeface="+mn-ea"/>
                  <a:cs typeface="+mn-cs"/>
                </a:endParaRPr>
              </a:p>
            </p:txBody>
          </p:sp>
        </p:grpSp>
      </p:grpSp>
      <p:sp>
        <p:nvSpPr>
          <p:cNvPr id="24" name="Rectangle: Rounded Corners 8">
            <a:extLst>
              <a:ext uri="{FF2B5EF4-FFF2-40B4-BE49-F238E27FC236}">
                <a16:creationId xmlns:a16="http://schemas.microsoft.com/office/drawing/2014/main" id="{FEC81EFB-259C-7D6E-EF85-08E4FCD231BB}"/>
              </a:ext>
              <a:ext uri="{C183D7F6-B498-43B3-948B-1728B52AA6E4}">
                <adec:decorative xmlns:adec="http://schemas.microsoft.com/office/drawing/2017/decorative" val="1"/>
              </a:ext>
            </a:extLst>
          </p:cNvPr>
          <p:cNvSpPr/>
          <p:nvPr/>
        </p:nvSpPr>
        <p:spPr bwMode="auto">
          <a:xfrm>
            <a:off x="6284405" y="2317369"/>
            <a:ext cx="2741982" cy="48682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lvl="0" indent="-342900">
              <a:defRPr/>
            </a:pPr>
            <a:endParaRPr lang="en-US" sz="1200">
              <a:solidFill>
                <a:srgbClr val="000000"/>
              </a:solidFill>
              <a:highlight>
                <a:srgbClr val="FFFF00"/>
              </a:highlight>
              <a:cs typeface="Segoe UI"/>
            </a:endParaRPr>
          </a:p>
        </p:txBody>
      </p:sp>
      <p:sp>
        <p:nvSpPr>
          <p:cNvPr id="25" name="Rectangle: Rounded Corners 8">
            <a:extLst>
              <a:ext uri="{FF2B5EF4-FFF2-40B4-BE49-F238E27FC236}">
                <a16:creationId xmlns:a16="http://schemas.microsoft.com/office/drawing/2014/main" id="{CE3ECD09-30CC-AF28-AFC0-FD3F313C7874}"/>
              </a:ext>
              <a:ext uri="{C183D7F6-B498-43B3-948B-1728B52AA6E4}">
                <adec:decorative xmlns:adec="http://schemas.microsoft.com/office/drawing/2017/decorative" val="1"/>
              </a:ext>
            </a:extLst>
          </p:cNvPr>
          <p:cNvSpPr/>
          <p:nvPr/>
        </p:nvSpPr>
        <p:spPr bwMode="auto">
          <a:xfrm>
            <a:off x="6284405" y="2965069"/>
            <a:ext cx="2741982" cy="48682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27" name="Rectangle: Rounded Corners 8">
            <a:extLst>
              <a:ext uri="{FF2B5EF4-FFF2-40B4-BE49-F238E27FC236}">
                <a16:creationId xmlns:a16="http://schemas.microsoft.com/office/drawing/2014/main" id="{78E160D7-0DB2-3F40-A368-22428DCFE75D}"/>
              </a:ext>
              <a:ext uri="{C183D7F6-B498-43B3-948B-1728B52AA6E4}">
                <adec:decorative xmlns:adec="http://schemas.microsoft.com/office/drawing/2017/decorative" val="1"/>
              </a:ext>
            </a:extLst>
          </p:cNvPr>
          <p:cNvSpPr/>
          <p:nvPr/>
        </p:nvSpPr>
        <p:spPr bwMode="auto">
          <a:xfrm>
            <a:off x="9170480" y="2965069"/>
            <a:ext cx="2741982" cy="48682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28" name="Rectangle: Rounded Corners 8">
            <a:extLst>
              <a:ext uri="{FF2B5EF4-FFF2-40B4-BE49-F238E27FC236}">
                <a16:creationId xmlns:a16="http://schemas.microsoft.com/office/drawing/2014/main" id="{38CA656F-93C0-91F0-0414-340B898E1233}"/>
              </a:ext>
              <a:ext uri="{C183D7F6-B498-43B3-948B-1728B52AA6E4}">
                <adec:decorative xmlns:adec="http://schemas.microsoft.com/office/drawing/2017/decorative" val="1"/>
              </a:ext>
            </a:extLst>
          </p:cNvPr>
          <p:cNvSpPr/>
          <p:nvPr/>
        </p:nvSpPr>
        <p:spPr bwMode="auto">
          <a:xfrm>
            <a:off x="9170480" y="3612769"/>
            <a:ext cx="2741982" cy="48682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29" name="Rectangle: Rounded Corners 8">
            <a:extLst>
              <a:ext uri="{FF2B5EF4-FFF2-40B4-BE49-F238E27FC236}">
                <a16:creationId xmlns:a16="http://schemas.microsoft.com/office/drawing/2014/main" id="{EF8D0AE5-30CF-0FE3-B41A-2CD165C8F8CE}"/>
              </a:ext>
              <a:ext uri="{C183D7F6-B498-43B3-948B-1728B52AA6E4}">
                <adec:decorative xmlns:adec="http://schemas.microsoft.com/office/drawing/2017/decorative" val="1"/>
              </a:ext>
            </a:extLst>
          </p:cNvPr>
          <p:cNvSpPr/>
          <p:nvPr/>
        </p:nvSpPr>
        <p:spPr bwMode="auto">
          <a:xfrm>
            <a:off x="6284405" y="3612769"/>
            <a:ext cx="2741982" cy="48682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31" name="Rectangle: Rounded Corners 8">
            <a:extLst>
              <a:ext uri="{FF2B5EF4-FFF2-40B4-BE49-F238E27FC236}">
                <a16:creationId xmlns:a16="http://schemas.microsoft.com/office/drawing/2014/main" id="{24049219-15F3-69DA-6828-26F039E37FED}"/>
              </a:ext>
              <a:ext uri="{C183D7F6-B498-43B3-948B-1728B52AA6E4}">
                <adec:decorative xmlns:adec="http://schemas.microsoft.com/office/drawing/2017/decorative" val="1"/>
              </a:ext>
            </a:extLst>
          </p:cNvPr>
          <p:cNvSpPr/>
          <p:nvPr/>
        </p:nvSpPr>
        <p:spPr bwMode="auto">
          <a:xfrm>
            <a:off x="6284405" y="4260469"/>
            <a:ext cx="2741982" cy="48682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lvl="0" indent="-342900">
              <a:defRPr/>
            </a:pPr>
            <a:endParaRPr lang="en-US" sz="1200">
              <a:solidFill>
                <a:srgbClr val="000000"/>
              </a:solidFill>
              <a:highlight>
                <a:srgbClr val="FFFF00"/>
              </a:highlight>
              <a:cs typeface="Segoe UI"/>
            </a:endParaRPr>
          </a:p>
        </p:txBody>
      </p:sp>
      <p:sp>
        <p:nvSpPr>
          <p:cNvPr id="32" name="Rectangle: Rounded Corners 8">
            <a:extLst>
              <a:ext uri="{FF2B5EF4-FFF2-40B4-BE49-F238E27FC236}">
                <a16:creationId xmlns:a16="http://schemas.microsoft.com/office/drawing/2014/main" id="{48352D0D-05B7-83F1-8720-BD214E5B8646}"/>
              </a:ext>
              <a:ext uri="{C183D7F6-B498-43B3-948B-1728B52AA6E4}">
                <adec:decorative xmlns:adec="http://schemas.microsoft.com/office/drawing/2017/decorative" val="1"/>
              </a:ext>
            </a:extLst>
          </p:cNvPr>
          <p:cNvSpPr/>
          <p:nvPr/>
        </p:nvSpPr>
        <p:spPr bwMode="auto">
          <a:xfrm>
            <a:off x="9170480" y="4260469"/>
            <a:ext cx="2741982" cy="486826"/>
          </a:xfrm>
          <a:prstGeom prst="roundRect">
            <a:avLst>
              <a:gd name="adj" fmla="val 7879"/>
            </a:avLst>
          </a:prstGeom>
          <a:solidFill>
            <a:schemeClr val="bg1">
              <a:alpha val="60000"/>
            </a:schemeClr>
          </a:solidFill>
          <a:ln w="12700">
            <a:solidFill>
              <a:schemeClr val="bg1">
                <a:alpha val="79688"/>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13716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highlight>
                <a:srgbClr val="FFFF00"/>
              </a:highlight>
              <a:uLnTx/>
              <a:uFillTx/>
              <a:latin typeface="Segoe Sans Display"/>
              <a:ea typeface="+mn-ea"/>
              <a:cs typeface="Segoe UI"/>
            </a:endParaRPr>
          </a:p>
        </p:txBody>
      </p:sp>
      <p:sp>
        <p:nvSpPr>
          <p:cNvPr id="33" name="TextBox 32">
            <a:extLst>
              <a:ext uri="{FF2B5EF4-FFF2-40B4-BE49-F238E27FC236}">
                <a16:creationId xmlns:a16="http://schemas.microsoft.com/office/drawing/2014/main" id="{30A5920A-E775-D6BE-7D51-5B259A311DC1}"/>
              </a:ext>
            </a:extLst>
          </p:cNvPr>
          <p:cNvSpPr txBox="1"/>
          <p:nvPr/>
        </p:nvSpPr>
        <p:spPr>
          <a:xfrm>
            <a:off x="6888633" y="2460252"/>
            <a:ext cx="2281847" cy="184666"/>
          </a:xfrm>
          <a:prstGeom prst="rect">
            <a:avLst/>
          </a:prstGeom>
          <a:noFill/>
        </p:spPr>
        <p:txBody>
          <a:bodyPr wrap="square" lIns="0" tIns="0" rIns="0" bIns="0" rtlCol="0" anchor="ctr">
            <a:spAutoFit/>
          </a:bodyPr>
          <a:lstStyle/>
          <a:p>
            <a:r>
              <a:rPr lang="en-US" sz="1200">
                <a:solidFill>
                  <a:srgbClr val="000000"/>
                </a:solidFill>
                <a:cs typeface="Segoe UI"/>
              </a:rPr>
              <a:t>GTM playbook</a:t>
            </a:r>
          </a:p>
        </p:txBody>
      </p:sp>
      <p:sp>
        <p:nvSpPr>
          <p:cNvPr id="34" name="TextBox 33">
            <a:extLst>
              <a:ext uri="{FF2B5EF4-FFF2-40B4-BE49-F238E27FC236}">
                <a16:creationId xmlns:a16="http://schemas.microsoft.com/office/drawing/2014/main" id="{4056853F-7AE8-3A92-107A-07FFBB24EF70}"/>
              </a:ext>
            </a:extLst>
          </p:cNvPr>
          <p:cNvSpPr txBox="1"/>
          <p:nvPr/>
        </p:nvSpPr>
        <p:spPr>
          <a:xfrm>
            <a:off x="6917817" y="3116149"/>
            <a:ext cx="2281847" cy="184666"/>
          </a:xfrm>
          <a:prstGeom prst="rect">
            <a:avLst/>
          </a:prstGeom>
          <a:noFill/>
        </p:spPr>
        <p:txBody>
          <a:bodyPr wrap="square" lIns="0" tIns="0" rIns="0" bIns="0" rtlCol="0" anchor="ctr">
            <a:spAutoFit/>
          </a:bodyPr>
          <a:lstStyle/>
          <a:p>
            <a:pPr marL="342900" lvl="0" indent="-342900">
              <a:defRPr/>
            </a:pPr>
            <a:r>
              <a:rPr lang="en-US" sz="1200">
                <a:solidFill>
                  <a:srgbClr val="000000"/>
                </a:solidFill>
                <a:cs typeface="Segoe UI"/>
              </a:rPr>
              <a:t>Pitch decks </a:t>
            </a:r>
          </a:p>
        </p:txBody>
      </p:sp>
      <p:sp>
        <p:nvSpPr>
          <p:cNvPr id="35" name="TextBox 34">
            <a:extLst>
              <a:ext uri="{FF2B5EF4-FFF2-40B4-BE49-F238E27FC236}">
                <a16:creationId xmlns:a16="http://schemas.microsoft.com/office/drawing/2014/main" id="{B0CBE029-6D64-BB42-0C84-93F3A97E3A99}"/>
              </a:ext>
            </a:extLst>
          </p:cNvPr>
          <p:cNvSpPr txBox="1"/>
          <p:nvPr/>
        </p:nvSpPr>
        <p:spPr>
          <a:xfrm>
            <a:off x="6888633" y="3772046"/>
            <a:ext cx="2281847" cy="184666"/>
          </a:xfrm>
          <a:prstGeom prst="rect">
            <a:avLst/>
          </a:prstGeom>
          <a:noFill/>
        </p:spPr>
        <p:txBody>
          <a:bodyPr wrap="square" lIns="0" tIns="0" rIns="0" bIns="0" rtlCol="0" anchor="ctr">
            <a:spAutoFit/>
          </a:bodyPr>
          <a:lstStyle/>
          <a:p>
            <a:pPr marL="342900" lvl="0" indent="-342900">
              <a:defRPr/>
            </a:pPr>
            <a:r>
              <a:rPr lang="en-US" sz="1200">
                <a:solidFill>
                  <a:srgbClr val="000000"/>
                </a:solidFill>
                <a:cs typeface="Segoe UI"/>
              </a:rPr>
              <a:t>Website template</a:t>
            </a:r>
          </a:p>
        </p:txBody>
      </p:sp>
      <p:sp>
        <p:nvSpPr>
          <p:cNvPr id="36" name="TextBox 35">
            <a:extLst>
              <a:ext uri="{FF2B5EF4-FFF2-40B4-BE49-F238E27FC236}">
                <a16:creationId xmlns:a16="http://schemas.microsoft.com/office/drawing/2014/main" id="{D2B67326-01A6-E025-11B5-DFB97F067677}"/>
              </a:ext>
            </a:extLst>
          </p:cNvPr>
          <p:cNvSpPr txBox="1"/>
          <p:nvPr/>
        </p:nvSpPr>
        <p:spPr>
          <a:xfrm>
            <a:off x="6888633" y="4411549"/>
            <a:ext cx="2281847" cy="184666"/>
          </a:xfrm>
          <a:prstGeom prst="rect">
            <a:avLst/>
          </a:prstGeom>
          <a:noFill/>
        </p:spPr>
        <p:txBody>
          <a:bodyPr wrap="square" lIns="0" tIns="0" rIns="0" bIns="0" rtlCol="0" anchor="ctr">
            <a:spAutoFit/>
          </a:bodyPr>
          <a:lstStyle/>
          <a:p>
            <a:pPr marL="342900" lvl="0" indent="-342900">
              <a:defRPr/>
            </a:pPr>
            <a:r>
              <a:rPr lang="en-US" sz="1200">
                <a:solidFill>
                  <a:srgbClr val="000000"/>
                </a:solidFill>
                <a:cs typeface="Segoe UI"/>
              </a:rPr>
              <a:t>Product FAQs</a:t>
            </a:r>
          </a:p>
        </p:txBody>
      </p:sp>
      <p:sp>
        <p:nvSpPr>
          <p:cNvPr id="37" name="TextBox 36">
            <a:extLst>
              <a:ext uri="{FF2B5EF4-FFF2-40B4-BE49-F238E27FC236}">
                <a16:creationId xmlns:a16="http://schemas.microsoft.com/office/drawing/2014/main" id="{19113530-BAFA-BC3B-D710-22D0123E867C}"/>
              </a:ext>
            </a:extLst>
          </p:cNvPr>
          <p:cNvSpPr txBox="1"/>
          <p:nvPr/>
        </p:nvSpPr>
        <p:spPr>
          <a:xfrm>
            <a:off x="9630614" y="4402228"/>
            <a:ext cx="2281847" cy="184666"/>
          </a:xfrm>
          <a:prstGeom prst="rect">
            <a:avLst/>
          </a:prstGeom>
          <a:noFill/>
        </p:spPr>
        <p:txBody>
          <a:bodyPr wrap="square" lIns="0" tIns="0" rIns="0" bIns="0" rtlCol="0" anchor="ctr">
            <a:spAutoFit/>
          </a:bodyPr>
          <a:lstStyle/>
          <a:p>
            <a:pPr marL="342900" lvl="0" indent="-342900">
              <a:defRPr/>
            </a:pPr>
            <a:r>
              <a:rPr lang="en-US" sz="1200">
                <a:solidFill>
                  <a:srgbClr val="000000"/>
                </a:solidFill>
                <a:cs typeface="Segoe UI"/>
              </a:rPr>
              <a:t>To-customer email OFTs</a:t>
            </a:r>
          </a:p>
        </p:txBody>
      </p:sp>
      <p:sp>
        <p:nvSpPr>
          <p:cNvPr id="38" name="TextBox 37">
            <a:extLst>
              <a:ext uri="{FF2B5EF4-FFF2-40B4-BE49-F238E27FC236}">
                <a16:creationId xmlns:a16="http://schemas.microsoft.com/office/drawing/2014/main" id="{D45AFAA1-5B55-F3DB-49D9-003694752FBC}"/>
              </a:ext>
            </a:extLst>
          </p:cNvPr>
          <p:cNvSpPr txBox="1"/>
          <p:nvPr/>
        </p:nvSpPr>
        <p:spPr>
          <a:xfrm>
            <a:off x="9630614" y="3754528"/>
            <a:ext cx="2281847" cy="184666"/>
          </a:xfrm>
          <a:prstGeom prst="rect">
            <a:avLst/>
          </a:prstGeom>
          <a:noFill/>
        </p:spPr>
        <p:txBody>
          <a:bodyPr wrap="square" lIns="0" tIns="0" rIns="0" bIns="0" rtlCol="0" anchor="ctr">
            <a:spAutoFit/>
          </a:bodyPr>
          <a:lstStyle/>
          <a:p>
            <a:pPr marL="342900" lvl="0" indent="-342900">
              <a:defRPr/>
            </a:pPr>
            <a:r>
              <a:rPr lang="en-US" sz="1200">
                <a:solidFill>
                  <a:srgbClr val="000000"/>
                </a:solidFill>
                <a:cs typeface="Segoe UI"/>
              </a:rPr>
              <a:t>Social Ads</a:t>
            </a:r>
          </a:p>
        </p:txBody>
      </p:sp>
      <p:sp>
        <p:nvSpPr>
          <p:cNvPr id="39" name="TextBox 38">
            <a:extLst>
              <a:ext uri="{FF2B5EF4-FFF2-40B4-BE49-F238E27FC236}">
                <a16:creationId xmlns:a16="http://schemas.microsoft.com/office/drawing/2014/main" id="{90DEDD12-ADB6-BF8A-B0BF-B20747F91D36}"/>
              </a:ext>
            </a:extLst>
          </p:cNvPr>
          <p:cNvSpPr txBox="1"/>
          <p:nvPr/>
        </p:nvSpPr>
        <p:spPr>
          <a:xfrm>
            <a:off x="9630614" y="3116149"/>
            <a:ext cx="2281847" cy="184666"/>
          </a:xfrm>
          <a:prstGeom prst="rect">
            <a:avLst/>
          </a:prstGeom>
          <a:noFill/>
        </p:spPr>
        <p:txBody>
          <a:bodyPr wrap="square" lIns="0" tIns="0" rIns="0" bIns="0" rtlCol="0" anchor="ctr">
            <a:spAutoFit/>
          </a:bodyPr>
          <a:lstStyle/>
          <a:p>
            <a:pPr marL="342900" lvl="0" indent="-342900">
              <a:defRPr/>
            </a:pPr>
            <a:r>
              <a:rPr lang="en-US" sz="1200">
                <a:solidFill>
                  <a:srgbClr val="000000"/>
                </a:solidFill>
                <a:cs typeface="Segoe UI"/>
              </a:rPr>
              <a:t>Sales enablement email OFTs</a:t>
            </a:r>
          </a:p>
        </p:txBody>
      </p:sp>
      <p:sp>
        <p:nvSpPr>
          <p:cNvPr id="40" name="TextBox 39">
            <a:extLst>
              <a:ext uri="{FF2B5EF4-FFF2-40B4-BE49-F238E27FC236}">
                <a16:creationId xmlns:a16="http://schemas.microsoft.com/office/drawing/2014/main" id="{5E08BACF-BD8D-5FB5-C886-DE1D32C14AED}"/>
              </a:ext>
            </a:extLst>
          </p:cNvPr>
          <p:cNvSpPr txBox="1"/>
          <p:nvPr/>
        </p:nvSpPr>
        <p:spPr>
          <a:xfrm>
            <a:off x="9630615" y="2460252"/>
            <a:ext cx="2281847" cy="184666"/>
          </a:xfrm>
          <a:prstGeom prst="rect">
            <a:avLst/>
          </a:prstGeom>
          <a:noFill/>
        </p:spPr>
        <p:txBody>
          <a:bodyPr wrap="square" lIns="0" tIns="0" rIns="0" bIns="0" rtlCol="0" anchor="ctr">
            <a:spAutoFit/>
          </a:bodyPr>
          <a:lstStyle/>
          <a:p>
            <a:pPr marL="342900" lvl="0" indent="-342900">
              <a:defRPr/>
            </a:pPr>
            <a:r>
              <a:rPr lang="en-US" sz="1200">
                <a:solidFill>
                  <a:srgbClr val="000000"/>
                </a:solidFill>
                <a:cs typeface="Segoe UI"/>
              </a:rPr>
              <a:t>Promotional flyers and handouts</a:t>
            </a:r>
          </a:p>
        </p:txBody>
      </p:sp>
      <p:pic>
        <p:nvPicPr>
          <p:cNvPr id="42" name="Graphic 41" descr="Storytelling with solid fill">
            <a:extLst>
              <a:ext uri="{FF2B5EF4-FFF2-40B4-BE49-F238E27FC236}">
                <a16:creationId xmlns:a16="http://schemas.microsoft.com/office/drawing/2014/main" id="{005D947E-1D48-7E15-5AE5-8D5EE047FD5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98993" y="2390089"/>
            <a:ext cx="347008" cy="348053"/>
          </a:xfrm>
          <a:prstGeom prst="rect">
            <a:avLst/>
          </a:prstGeom>
          <a:effectLst/>
        </p:spPr>
      </p:pic>
      <p:pic>
        <p:nvPicPr>
          <p:cNvPr id="44" name="Graphic 43" descr="Presentation with pie chart with solid fill">
            <a:extLst>
              <a:ext uri="{FF2B5EF4-FFF2-40B4-BE49-F238E27FC236}">
                <a16:creationId xmlns:a16="http://schemas.microsoft.com/office/drawing/2014/main" id="{DB13F03E-9EE8-91D7-80D8-34B38CE200A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70642" y="3024355"/>
            <a:ext cx="375359" cy="375359"/>
          </a:xfrm>
          <a:prstGeom prst="rect">
            <a:avLst/>
          </a:prstGeom>
        </p:spPr>
      </p:pic>
      <p:pic>
        <p:nvPicPr>
          <p:cNvPr id="46" name="Graphic 45" descr="Internet with solid fill">
            <a:extLst>
              <a:ext uri="{FF2B5EF4-FFF2-40B4-BE49-F238E27FC236}">
                <a16:creationId xmlns:a16="http://schemas.microsoft.com/office/drawing/2014/main" id="{67228427-DEC3-1786-7805-2002A6C3A37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74665" y="3687703"/>
            <a:ext cx="336958" cy="336958"/>
          </a:xfrm>
          <a:prstGeom prst="rect">
            <a:avLst/>
          </a:prstGeom>
        </p:spPr>
      </p:pic>
      <p:pic>
        <p:nvPicPr>
          <p:cNvPr id="48" name="Graphic 47" descr="Questions with solid fill">
            <a:extLst>
              <a:ext uri="{FF2B5EF4-FFF2-40B4-BE49-F238E27FC236}">
                <a16:creationId xmlns:a16="http://schemas.microsoft.com/office/drawing/2014/main" id="{4DC257A6-53D5-A7C6-3B4D-ED2B6960432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387521" y="4318906"/>
            <a:ext cx="369952" cy="369952"/>
          </a:xfrm>
          <a:prstGeom prst="rect">
            <a:avLst/>
          </a:prstGeom>
        </p:spPr>
      </p:pic>
      <p:pic>
        <p:nvPicPr>
          <p:cNvPr id="50" name="Graphic 49" descr="Document with solid fill">
            <a:extLst>
              <a:ext uri="{FF2B5EF4-FFF2-40B4-BE49-F238E27FC236}">
                <a16:creationId xmlns:a16="http://schemas.microsoft.com/office/drawing/2014/main" id="{156C7207-1596-C4FB-BA54-68BA619BB48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203456" y="2355544"/>
            <a:ext cx="369228" cy="369228"/>
          </a:xfrm>
          <a:prstGeom prst="rect">
            <a:avLst/>
          </a:prstGeom>
        </p:spPr>
      </p:pic>
      <p:pic>
        <p:nvPicPr>
          <p:cNvPr id="52" name="Graphic 51" descr="Envelope with solid fill">
            <a:extLst>
              <a:ext uri="{FF2B5EF4-FFF2-40B4-BE49-F238E27FC236}">
                <a16:creationId xmlns:a16="http://schemas.microsoft.com/office/drawing/2014/main" id="{1C6D7133-67AF-CF83-654A-9EA3EC7EB805}"/>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211535" y="3023487"/>
            <a:ext cx="352889" cy="352889"/>
          </a:xfrm>
          <a:prstGeom prst="rect">
            <a:avLst/>
          </a:prstGeom>
        </p:spPr>
      </p:pic>
      <p:pic>
        <p:nvPicPr>
          <p:cNvPr id="53" name="Graphic 52" descr="Envelope with solid fill">
            <a:extLst>
              <a:ext uri="{FF2B5EF4-FFF2-40B4-BE49-F238E27FC236}">
                <a16:creationId xmlns:a16="http://schemas.microsoft.com/office/drawing/2014/main" id="{A22ECCC5-10F2-9AD3-423D-4143D278C5E3}"/>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211535" y="4335969"/>
            <a:ext cx="352889" cy="352889"/>
          </a:xfrm>
          <a:prstGeom prst="rect">
            <a:avLst/>
          </a:prstGeom>
        </p:spPr>
      </p:pic>
      <p:pic>
        <p:nvPicPr>
          <p:cNvPr id="55" name="Graphic 54" descr="Online Network with solid fill">
            <a:extLst>
              <a:ext uri="{FF2B5EF4-FFF2-40B4-BE49-F238E27FC236}">
                <a16:creationId xmlns:a16="http://schemas.microsoft.com/office/drawing/2014/main" id="{EDE7677A-6A0A-5DD2-108C-8DA5BA4A2DF7}"/>
              </a:ext>
            </a:extLst>
          </p:cNvPr>
          <p:cNvPicPr>
            <a:picLocks noChangeAspect="1"/>
          </p:cNvPicPr>
          <p:nvPr/>
        </p:nvPicPr>
        <p:blipFill>
          <a:blip r:embed="rId18">
            <a:extLst>
              <a:ext uri="{96DAC541-7B7A-43D3-8B79-37D633B846F1}">
                <asvg:svgBlip xmlns:asvg="http://schemas.microsoft.com/office/drawing/2016/SVG/main" r:embed="rId19"/>
              </a:ext>
            </a:extLst>
          </a:blip>
          <a:srcRect/>
          <a:stretch/>
        </p:blipFill>
        <p:spPr>
          <a:xfrm>
            <a:off x="9222915" y="3699315"/>
            <a:ext cx="330128" cy="330128"/>
          </a:xfrm>
          <a:prstGeom prst="rect">
            <a:avLst/>
          </a:prstGeom>
        </p:spPr>
      </p:pic>
    </p:spTree>
    <p:extLst>
      <p:ext uri="{BB962C8B-B14F-4D97-AF65-F5344CB8AC3E}">
        <p14:creationId xmlns:p14="http://schemas.microsoft.com/office/powerpoint/2010/main" val="19664748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42" presetClass="path" presetSubtype="0" decel="100000" fill="hold" grpId="1" nodeType="withEffect" nodePh="1">
                                  <p:stCondLst>
                                    <p:cond delay="0"/>
                                  </p:stCondLst>
                                  <p:endCondLst>
                                    <p:cond evt="begin" delay="0">
                                      <p:tn val="8"/>
                                    </p:cond>
                                  </p:endCondLst>
                                  <p:childTnLst>
                                    <p:animMotion origin="layout" path="M -1.45833E-6 -2.59259E-6 L -1.45833E-6 0.03542 " pathEditMode="relative" rAng="0" ptsTypes="AA">
                                      <p:cBhvr>
                                        <p:cTn id="9" dur="700" spd="-100000" fill="hold"/>
                                        <p:tgtEl>
                                          <p:spTgt spid="30"/>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EF1A2-82CE-90EF-8E0A-38C89BB8AC4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7B1CC63-7BF7-A74C-7905-3177F4024015}"/>
              </a:ext>
            </a:extLst>
          </p:cNvPr>
          <p:cNvSpPr>
            <a:spLocks noGrp="1"/>
          </p:cNvSpPr>
          <p:nvPr>
            <p:ph type="title"/>
          </p:nvPr>
        </p:nvSpPr>
        <p:spPr>
          <a:xfrm>
            <a:off x="576073" y="512064"/>
            <a:ext cx="3767327" cy="984885"/>
          </a:xfrm>
        </p:spPr>
        <p:txBody>
          <a:bodyPr/>
          <a:lstStyle/>
          <a:p>
            <a:r>
              <a:rPr lang="en-US" sz="3200">
                <a:solidFill>
                  <a:srgbClr val="091F2C"/>
                </a:solidFill>
                <a:latin typeface="Segoe Sans Display Semibold"/>
              </a:rPr>
              <a:t>Promotion one-sliders</a:t>
            </a:r>
          </a:p>
        </p:txBody>
      </p:sp>
      <p:sp>
        <p:nvSpPr>
          <p:cNvPr id="4" name="Content Placeholder 3">
            <a:extLst>
              <a:ext uri="{FF2B5EF4-FFF2-40B4-BE49-F238E27FC236}">
                <a16:creationId xmlns:a16="http://schemas.microsoft.com/office/drawing/2014/main" id="{F30A9B5E-D46E-85A0-7E4E-437F23EC1EA7}"/>
              </a:ext>
            </a:extLst>
          </p:cNvPr>
          <p:cNvSpPr>
            <a:spLocks noGrp="1"/>
          </p:cNvSpPr>
          <p:nvPr>
            <p:ph sz="quarter" idx="12"/>
          </p:nvPr>
        </p:nvSpPr>
        <p:spPr>
          <a:xfrm>
            <a:off x="584201" y="1539260"/>
            <a:ext cx="3378200" cy="646331"/>
          </a:xfrm>
        </p:spPr>
        <p:txBody>
          <a:bodyPr>
            <a:spAutoFit/>
          </a:bodyPr>
          <a:lstStyle/>
          <a:p>
            <a:pPr lvl="1"/>
            <a:r>
              <a:rPr lang="en-US" kern="0">
                <a:solidFill>
                  <a:srgbClr val="000000"/>
                </a:solidFill>
                <a:ea typeface="Source Sans Pro"/>
                <a:cs typeface="Segoe UI" charset="0"/>
              </a:rPr>
              <a:t>Easily customize these offer slides and add to your own offer pitch deck or circulate in a to-customer email. </a:t>
            </a:r>
            <a:endParaRPr lang="en-US"/>
          </a:p>
        </p:txBody>
      </p:sp>
      <p:sp>
        <p:nvSpPr>
          <p:cNvPr id="18" name="Rectangle: Top Corners Rounded 17">
            <a:extLst>
              <a:ext uri="{FF2B5EF4-FFF2-40B4-BE49-F238E27FC236}">
                <a16:creationId xmlns:a16="http://schemas.microsoft.com/office/drawing/2014/main" id="{4EF4A569-C298-0EC8-EAC5-9FEE75EB5911}"/>
              </a:ext>
              <a:ext uri="{C183D7F6-B498-43B3-948B-1728B52AA6E4}">
                <adec:decorative xmlns:adec="http://schemas.microsoft.com/office/drawing/2017/decorative" val="1"/>
              </a:ext>
            </a:extLst>
          </p:cNvPr>
          <p:cNvSpPr/>
          <p:nvPr/>
        </p:nvSpPr>
        <p:spPr bwMode="auto">
          <a:xfrm>
            <a:off x="597981" y="2469542"/>
            <a:ext cx="3232339" cy="420227"/>
          </a:xfrm>
          <a:prstGeom prst="round2SameRect">
            <a:avLst/>
          </a:prstGeom>
          <a:gradFill>
            <a:gsLst>
              <a:gs pos="96503">
                <a:schemeClr val="accent3">
                  <a:lumMod val="100000"/>
                </a:schemeClr>
              </a:gs>
              <a:gs pos="33000">
                <a:schemeClr val="accent1">
                  <a:lumMod val="60000"/>
                  <a:lumOff val="40000"/>
                </a:schemeClr>
              </a:gs>
              <a:gs pos="66000">
                <a:schemeClr val="accent2">
                  <a:lumMod val="75000"/>
                  <a:lumOff val="25000"/>
                </a:schemeClr>
              </a:gs>
              <a:gs pos="0">
                <a:schemeClr val="accent1"/>
              </a:gs>
            </a:gsLst>
            <a:lin ang="0" scaled="1"/>
          </a:gradFill>
          <a:ln>
            <a:noFill/>
            <a:headEnd type="none" w="med" len="med"/>
            <a:tailEnd type="none" w="med" len="med"/>
          </a:ln>
          <a:effectLst>
            <a:outerShdw blurRad="127000" dist="1270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aphicFrame>
        <p:nvGraphicFramePr>
          <p:cNvPr id="12" name="Table 11">
            <a:extLst>
              <a:ext uri="{FF2B5EF4-FFF2-40B4-BE49-F238E27FC236}">
                <a16:creationId xmlns:a16="http://schemas.microsoft.com/office/drawing/2014/main" id="{460A10EC-3B40-C291-8801-377BCEAE9587}"/>
              </a:ext>
            </a:extLst>
          </p:cNvPr>
          <p:cNvGraphicFramePr>
            <a:graphicFrameLocks noGrp="1"/>
          </p:cNvGraphicFramePr>
          <p:nvPr>
            <p:extLst>
              <p:ext uri="{D42A27DB-BD31-4B8C-83A1-F6EECF244321}">
                <p14:modId xmlns:p14="http://schemas.microsoft.com/office/powerpoint/2010/main" val="938627872"/>
              </p:ext>
            </p:extLst>
          </p:nvPr>
        </p:nvGraphicFramePr>
        <p:xfrm>
          <a:off x="584200" y="2522882"/>
          <a:ext cx="3246120" cy="2926080"/>
        </p:xfrm>
        <a:graphic>
          <a:graphicData uri="http://schemas.openxmlformats.org/drawingml/2006/table">
            <a:tbl>
              <a:tblPr firstRow="1" bandRow="1">
                <a:effectLst>
                  <a:outerShdw blurRad="127000" dist="127000" dir="2700000" algn="tl" rotWithShape="0">
                    <a:prstClr val="black">
                      <a:alpha val="15000"/>
                    </a:prstClr>
                  </a:outerShdw>
                </a:effectLst>
                <a:tableStyleId>{2D5ABB26-0587-4C30-8999-92F81FD0307C}</a:tableStyleId>
              </a:tblPr>
              <a:tblGrid>
                <a:gridCol w="1417320">
                  <a:extLst>
                    <a:ext uri="{9D8B030D-6E8A-4147-A177-3AD203B41FA5}">
                      <a16:colId xmlns:a16="http://schemas.microsoft.com/office/drawing/2014/main" val="3019575003"/>
                    </a:ext>
                  </a:extLst>
                </a:gridCol>
                <a:gridCol w="1828800">
                  <a:extLst>
                    <a:ext uri="{9D8B030D-6E8A-4147-A177-3AD203B41FA5}">
                      <a16:colId xmlns:a16="http://schemas.microsoft.com/office/drawing/2014/main" val="2523267720"/>
                    </a:ext>
                  </a:extLst>
                </a:gridCol>
              </a:tblGrid>
              <a:tr h="0">
                <a:tc gridSpan="2">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1" i="0" u="none" strike="noStrike" kern="1200" cap="none" spc="0" normalizeH="0" baseline="0">
                          <a:solidFill>
                            <a:schemeClr val="bg1">
                              <a:lumMod val="100000"/>
                            </a:schemeClr>
                          </a:solidFill>
                          <a:latin typeface="Segoe Sans Display Semibold" pitchFamily="2" charset="0"/>
                          <a:ea typeface="+mn-ea"/>
                          <a:cs typeface="+mn-cs"/>
                          <a:sym typeface=""/>
                        </a:rPr>
                        <a:t>Asset Details</a:t>
                      </a:r>
                    </a:p>
                  </a:txBody>
                  <a:tcPr marT="91440" marB="9144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endParaRPr lang="en-US" sz="110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567642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Size</a:t>
                      </a:r>
                    </a:p>
                  </a:txBody>
                  <a:tcPr marT="91440" marB="91440" anchor="ctr">
                    <a:lnT>
                      <a:noFill/>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a:noFill/>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71089239"/>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Notes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13412394"/>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Design Options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4 To-Partner variants</a:t>
                      </a:r>
                    </a:p>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6 To-Customer variants</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7532267"/>
                  </a:ext>
                </a:extLst>
              </a:tr>
              <a:tr h="213492">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Editable File Type</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PowerPoint</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55706065"/>
                  </a:ext>
                </a:extLst>
              </a:tr>
              <a:tr h="284656">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File Name</a:t>
                      </a: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lang="en-US" sz="1200" b="1" i="0" u="none" strike="noStrike" kern="1200" cap="none" spc="0" normalizeH="0" baseline="0">
                          <a:solidFill>
                            <a:schemeClr val="tx1">
                              <a:lumMod val="100000"/>
                            </a:schemeClr>
                          </a:solidFill>
                          <a:latin typeface="Segoe Sans Display Semibold" pitchFamily="2" charset="0"/>
                          <a:ea typeface="+mn-ea"/>
                          <a:cs typeface="+mn-cs"/>
                          <a:sym typeface=""/>
                        </a:rPr>
                        <a:t>M365 Copilot Business Promotion One </a:t>
                      </a:r>
                      <a:r>
                        <a:rPr lang="en-US" sz="1200" b="1" i="0" u="none" strike="noStrike" kern="1200" cap="none" spc="0" normalizeH="0" baseline="0" err="1">
                          <a:solidFill>
                            <a:schemeClr val="tx1">
                              <a:lumMod val="100000"/>
                            </a:schemeClr>
                          </a:solidFill>
                          <a:latin typeface="Segoe Sans Display Semibold" pitchFamily="2" charset="0"/>
                          <a:ea typeface="+mn-ea"/>
                          <a:cs typeface="+mn-cs"/>
                          <a:sym typeface=""/>
                        </a:rPr>
                        <a:t>Sliders_To-Partner_To</a:t>
                      </a:r>
                      <a:r>
                        <a:rPr lang="en-US" sz="1200" b="1" i="0" u="none" strike="noStrike" kern="1200" cap="none" spc="0" normalizeH="0" baseline="0">
                          <a:solidFill>
                            <a:schemeClr val="tx1">
                              <a:lumMod val="100000"/>
                            </a:schemeClr>
                          </a:solidFill>
                          <a:latin typeface="Segoe Sans Display Semibold" pitchFamily="2" charset="0"/>
                          <a:ea typeface="+mn-ea"/>
                          <a:cs typeface="+mn-cs"/>
                          <a:sym typeface=""/>
                        </a:rPr>
                        <a:t>- Customer</a:t>
                      </a: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11321472"/>
                  </a:ext>
                </a:extLst>
              </a:tr>
            </a:tbl>
          </a:graphicData>
        </a:graphic>
      </p:graphicFrame>
      <p:sp>
        <p:nvSpPr>
          <p:cNvPr id="5" name="Text Placeholder 3">
            <a:extLst>
              <a:ext uri="{FF2B5EF4-FFF2-40B4-BE49-F238E27FC236}">
                <a16:creationId xmlns:a16="http://schemas.microsoft.com/office/drawing/2014/main" id="{905B553F-4791-0F46-433B-D9DF4A74CA47}"/>
              </a:ext>
            </a:extLst>
          </p:cNvPr>
          <p:cNvSpPr>
            <a:spLocks noGrp="1"/>
          </p:cNvSpPr>
          <p:nvPr>
            <p:ph type="body" sz="quarter" idx="11"/>
          </p:nvPr>
        </p:nvSpPr>
        <p:spPr>
          <a:xfrm>
            <a:off x="597981" y="332951"/>
            <a:ext cx="11018838" cy="184150"/>
          </a:xfrm>
        </p:spPr>
        <p:txBody>
          <a:bodyPr/>
          <a:lstStyle/>
          <a:p>
            <a:r>
              <a:rPr lang="en-US" sz="1200" cap="all">
                <a:solidFill>
                  <a:schemeClr val="accent2"/>
                </a:solidFill>
                <a:latin typeface="+mj-lt"/>
              </a:rPr>
              <a:t>Marketing activation </a:t>
            </a:r>
          </a:p>
        </p:txBody>
      </p:sp>
      <p:pic>
        <p:nvPicPr>
          <p:cNvPr id="10" name="Picture 9">
            <a:extLst>
              <a:ext uri="{FF2B5EF4-FFF2-40B4-BE49-F238E27FC236}">
                <a16:creationId xmlns:a16="http://schemas.microsoft.com/office/drawing/2014/main" id="{6A50DC14-525C-E9DD-360A-BE89A66A37CF}"/>
              </a:ext>
            </a:extLst>
          </p:cNvPr>
          <p:cNvPicPr>
            <a:picLocks noChangeAspect="1"/>
          </p:cNvPicPr>
          <p:nvPr/>
        </p:nvPicPr>
        <p:blipFill>
          <a:blip r:embed="rId2"/>
          <a:stretch>
            <a:fillRect/>
          </a:stretch>
        </p:blipFill>
        <p:spPr>
          <a:xfrm>
            <a:off x="4506029" y="874101"/>
            <a:ext cx="1754741" cy="989036"/>
          </a:xfrm>
          <a:prstGeom prst="rect">
            <a:avLst/>
          </a:prstGeom>
          <a:ln>
            <a:solidFill>
              <a:schemeClr val="accent2"/>
            </a:solid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B18A70B9-F1FD-EC05-BC1A-F432FD9D8263}"/>
              </a:ext>
            </a:extLst>
          </p:cNvPr>
          <p:cNvPicPr>
            <a:picLocks noChangeAspect="1"/>
          </p:cNvPicPr>
          <p:nvPr/>
        </p:nvPicPr>
        <p:blipFill>
          <a:blip r:embed="rId3"/>
          <a:stretch>
            <a:fillRect/>
          </a:stretch>
        </p:blipFill>
        <p:spPr>
          <a:xfrm>
            <a:off x="6327754" y="864634"/>
            <a:ext cx="1754741" cy="984885"/>
          </a:xfrm>
          <a:prstGeom prst="rect">
            <a:avLst/>
          </a:prstGeom>
          <a:ln>
            <a:solidFill>
              <a:schemeClr val="accent2"/>
            </a:solid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543E7C8A-8FB6-9376-D110-36B0B4929545}"/>
              </a:ext>
            </a:extLst>
          </p:cNvPr>
          <p:cNvPicPr>
            <a:picLocks noChangeAspect="1"/>
          </p:cNvPicPr>
          <p:nvPr/>
        </p:nvPicPr>
        <p:blipFill>
          <a:blip r:embed="rId4"/>
          <a:stretch>
            <a:fillRect/>
          </a:stretch>
        </p:blipFill>
        <p:spPr>
          <a:xfrm>
            <a:off x="8149479" y="845361"/>
            <a:ext cx="1806589" cy="1017064"/>
          </a:xfrm>
          <a:prstGeom prst="rect">
            <a:avLst/>
          </a:prstGeom>
          <a:ln>
            <a:solidFill>
              <a:schemeClr val="accent2"/>
            </a:solidFill>
          </a:ln>
          <a:effectLst>
            <a:outerShdw blurRad="292100" dist="139700" dir="2700000" algn="tl" rotWithShape="0">
              <a:srgbClr val="333333">
                <a:alpha val="65000"/>
              </a:srgbClr>
            </a:outerShdw>
          </a:effectLst>
        </p:spPr>
      </p:pic>
      <p:pic>
        <p:nvPicPr>
          <p:cNvPr id="19" name="Picture 18">
            <a:extLst>
              <a:ext uri="{FF2B5EF4-FFF2-40B4-BE49-F238E27FC236}">
                <a16:creationId xmlns:a16="http://schemas.microsoft.com/office/drawing/2014/main" id="{3D3E7CC9-DAA3-D6C0-849A-180007981140}"/>
              </a:ext>
            </a:extLst>
          </p:cNvPr>
          <p:cNvPicPr>
            <a:picLocks noChangeAspect="1"/>
          </p:cNvPicPr>
          <p:nvPr/>
        </p:nvPicPr>
        <p:blipFill>
          <a:blip r:embed="rId5"/>
          <a:stretch>
            <a:fillRect/>
          </a:stretch>
        </p:blipFill>
        <p:spPr>
          <a:xfrm>
            <a:off x="10038188" y="839516"/>
            <a:ext cx="1806589" cy="1022909"/>
          </a:xfrm>
          <a:prstGeom prst="rect">
            <a:avLst/>
          </a:prstGeom>
          <a:ln>
            <a:solidFill>
              <a:schemeClr val="accent2"/>
            </a:solidFill>
          </a:ln>
          <a:effectLst>
            <a:outerShdw blurRad="292100" dist="139700" dir="2700000" algn="tl" rotWithShape="0">
              <a:srgbClr val="333333">
                <a:alpha val="65000"/>
              </a:srgbClr>
            </a:outerShdw>
          </a:effectLst>
        </p:spPr>
      </p:pic>
      <p:pic>
        <p:nvPicPr>
          <p:cNvPr id="23" name="Picture 22">
            <a:extLst>
              <a:ext uri="{FF2B5EF4-FFF2-40B4-BE49-F238E27FC236}">
                <a16:creationId xmlns:a16="http://schemas.microsoft.com/office/drawing/2014/main" id="{687E7E27-1F9A-CB8A-BDAD-1EBCB471F4D8}"/>
              </a:ext>
            </a:extLst>
          </p:cNvPr>
          <p:cNvPicPr>
            <a:picLocks noChangeAspect="1"/>
          </p:cNvPicPr>
          <p:nvPr/>
        </p:nvPicPr>
        <p:blipFill>
          <a:blip r:embed="rId6"/>
          <a:stretch>
            <a:fillRect/>
          </a:stretch>
        </p:blipFill>
        <p:spPr>
          <a:xfrm>
            <a:off x="4544874" y="2515822"/>
            <a:ext cx="2267368" cy="1246720"/>
          </a:xfrm>
          <a:prstGeom prst="rect">
            <a:avLst/>
          </a:prstGeom>
          <a:ln>
            <a:solidFill>
              <a:schemeClr val="accent2"/>
            </a:solidFill>
          </a:ln>
          <a:effectLst>
            <a:outerShdw blurRad="292100" dist="139700" dir="2700000" algn="tl" rotWithShape="0">
              <a:srgbClr val="333333">
                <a:alpha val="65000"/>
              </a:srgbClr>
            </a:outerShdw>
          </a:effectLst>
        </p:spPr>
      </p:pic>
      <p:pic>
        <p:nvPicPr>
          <p:cNvPr id="27" name="Picture 26">
            <a:extLst>
              <a:ext uri="{FF2B5EF4-FFF2-40B4-BE49-F238E27FC236}">
                <a16:creationId xmlns:a16="http://schemas.microsoft.com/office/drawing/2014/main" id="{E652B825-8681-AB1E-CFC3-E19E1C5083C4}"/>
              </a:ext>
            </a:extLst>
          </p:cNvPr>
          <p:cNvPicPr>
            <a:picLocks noChangeAspect="1"/>
          </p:cNvPicPr>
          <p:nvPr/>
        </p:nvPicPr>
        <p:blipFill>
          <a:blip r:embed="rId7"/>
          <a:stretch>
            <a:fillRect/>
          </a:stretch>
        </p:blipFill>
        <p:spPr>
          <a:xfrm>
            <a:off x="6931876" y="2515823"/>
            <a:ext cx="2210401" cy="1246720"/>
          </a:xfrm>
          <a:prstGeom prst="rect">
            <a:avLst/>
          </a:prstGeom>
          <a:ln>
            <a:solidFill>
              <a:schemeClr val="accent2"/>
            </a:solidFill>
          </a:ln>
          <a:effectLst>
            <a:outerShdw blurRad="292100" dist="139700" dir="2700000" algn="tl" rotWithShape="0">
              <a:srgbClr val="333333">
                <a:alpha val="65000"/>
              </a:srgbClr>
            </a:outerShdw>
          </a:effectLst>
        </p:spPr>
      </p:pic>
      <p:sp>
        <p:nvSpPr>
          <p:cNvPr id="28" name="TextBox 27">
            <a:extLst>
              <a:ext uri="{FF2B5EF4-FFF2-40B4-BE49-F238E27FC236}">
                <a16:creationId xmlns:a16="http://schemas.microsoft.com/office/drawing/2014/main" id="{CB7F1CE6-AAE5-3B55-38F9-E4D740C8222A}"/>
              </a:ext>
            </a:extLst>
          </p:cNvPr>
          <p:cNvSpPr txBox="1"/>
          <p:nvPr/>
        </p:nvSpPr>
        <p:spPr>
          <a:xfrm>
            <a:off x="4506029" y="641378"/>
            <a:ext cx="3616552" cy="169277"/>
          </a:xfrm>
          <a:prstGeom prst="rect">
            <a:avLst/>
          </a:prstGeom>
          <a:noFill/>
        </p:spPr>
        <p:txBody>
          <a:bodyPr wrap="square" lIns="0" tIns="0" rIns="0" bIns="0" rtlCol="0">
            <a:spAutoFit/>
          </a:bodyPr>
          <a:lstStyle/>
          <a:p>
            <a:pPr algn="l"/>
            <a:r>
              <a:rPr lang="en-US" sz="1100">
                <a:solidFill>
                  <a:schemeClr val="tx2"/>
                </a:solidFill>
                <a:latin typeface="+mj-lt"/>
                <a:cs typeface="Segoe UI" panose="020B0502040204020203" pitchFamily="34" charset="0"/>
              </a:rPr>
              <a:t>Partner promotion details</a:t>
            </a:r>
          </a:p>
        </p:txBody>
      </p:sp>
      <p:sp>
        <p:nvSpPr>
          <p:cNvPr id="29" name="TextBox 28">
            <a:extLst>
              <a:ext uri="{FF2B5EF4-FFF2-40B4-BE49-F238E27FC236}">
                <a16:creationId xmlns:a16="http://schemas.microsoft.com/office/drawing/2014/main" id="{A8AFC1BE-0C08-6371-ABE3-9C5190D45F62}"/>
              </a:ext>
            </a:extLst>
          </p:cNvPr>
          <p:cNvSpPr txBox="1"/>
          <p:nvPr/>
        </p:nvSpPr>
        <p:spPr>
          <a:xfrm>
            <a:off x="4544874" y="2270506"/>
            <a:ext cx="3616552" cy="169277"/>
          </a:xfrm>
          <a:prstGeom prst="rect">
            <a:avLst/>
          </a:prstGeom>
          <a:noFill/>
        </p:spPr>
        <p:txBody>
          <a:bodyPr wrap="square" lIns="0" tIns="0" rIns="0" bIns="0" rtlCol="0">
            <a:spAutoFit/>
          </a:bodyPr>
          <a:lstStyle/>
          <a:p>
            <a:r>
              <a:rPr lang="en-US" sz="1100">
                <a:solidFill>
                  <a:schemeClr val="tx2"/>
                </a:solidFill>
                <a:latin typeface="+mj-lt"/>
                <a:cs typeface="Segoe UI" panose="020B0502040204020203" pitchFamily="34" charset="0"/>
              </a:rPr>
              <a:t>To-Customer M365 Copilot Business</a:t>
            </a:r>
          </a:p>
        </p:txBody>
      </p:sp>
      <p:sp>
        <p:nvSpPr>
          <p:cNvPr id="30" name="TextBox 29">
            <a:extLst>
              <a:ext uri="{FF2B5EF4-FFF2-40B4-BE49-F238E27FC236}">
                <a16:creationId xmlns:a16="http://schemas.microsoft.com/office/drawing/2014/main" id="{AAD5D3CC-43CA-5559-C3B5-50EC80FBB0E6}"/>
              </a:ext>
            </a:extLst>
          </p:cNvPr>
          <p:cNvSpPr txBox="1"/>
          <p:nvPr/>
        </p:nvSpPr>
        <p:spPr>
          <a:xfrm>
            <a:off x="9261911" y="2101229"/>
            <a:ext cx="2335327" cy="338554"/>
          </a:xfrm>
          <a:prstGeom prst="rect">
            <a:avLst/>
          </a:prstGeom>
          <a:noFill/>
        </p:spPr>
        <p:txBody>
          <a:bodyPr wrap="square" lIns="0" tIns="0" rIns="0" bIns="0" rtlCol="0">
            <a:spAutoFit/>
          </a:bodyPr>
          <a:lstStyle/>
          <a:p>
            <a:r>
              <a:rPr lang="en-US" sz="1100">
                <a:solidFill>
                  <a:schemeClr val="tx2"/>
                </a:solidFill>
                <a:latin typeface="+mj-lt"/>
                <a:cs typeface="Segoe UI" panose="020B0502040204020203" pitchFamily="34" charset="0"/>
              </a:rPr>
              <a:t>To-Customer M365 Standard + Copilot Business</a:t>
            </a:r>
          </a:p>
        </p:txBody>
      </p:sp>
      <p:pic>
        <p:nvPicPr>
          <p:cNvPr id="32" name="Picture 31">
            <a:extLst>
              <a:ext uri="{FF2B5EF4-FFF2-40B4-BE49-F238E27FC236}">
                <a16:creationId xmlns:a16="http://schemas.microsoft.com/office/drawing/2014/main" id="{9ECC5279-04AE-4F19-BB29-70D68A665B56}"/>
              </a:ext>
            </a:extLst>
          </p:cNvPr>
          <p:cNvPicPr>
            <a:picLocks noChangeAspect="1"/>
          </p:cNvPicPr>
          <p:nvPr/>
        </p:nvPicPr>
        <p:blipFill>
          <a:blip r:embed="rId8"/>
          <a:stretch>
            <a:fillRect/>
          </a:stretch>
        </p:blipFill>
        <p:spPr>
          <a:xfrm>
            <a:off x="9261911" y="2513908"/>
            <a:ext cx="2217884" cy="1246720"/>
          </a:xfrm>
          <a:prstGeom prst="rect">
            <a:avLst/>
          </a:prstGeom>
          <a:ln>
            <a:solidFill>
              <a:schemeClr val="accent2"/>
            </a:solidFill>
          </a:ln>
          <a:effectLst>
            <a:outerShdw blurRad="292100" dist="139700" dir="2700000" algn="tl" rotWithShape="0">
              <a:srgbClr val="333333">
                <a:alpha val="65000"/>
              </a:srgbClr>
            </a:outerShdw>
          </a:effectLst>
        </p:spPr>
      </p:pic>
      <p:pic>
        <p:nvPicPr>
          <p:cNvPr id="37" name="Picture 36">
            <a:extLst>
              <a:ext uri="{FF2B5EF4-FFF2-40B4-BE49-F238E27FC236}">
                <a16:creationId xmlns:a16="http://schemas.microsoft.com/office/drawing/2014/main" id="{2DAE9CE4-52B9-20DC-BDEB-C1C2BABEBCB8}"/>
              </a:ext>
            </a:extLst>
          </p:cNvPr>
          <p:cNvPicPr>
            <a:picLocks noChangeAspect="1"/>
          </p:cNvPicPr>
          <p:nvPr/>
        </p:nvPicPr>
        <p:blipFill>
          <a:blip r:embed="rId9"/>
          <a:stretch>
            <a:fillRect/>
          </a:stretch>
        </p:blipFill>
        <p:spPr>
          <a:xfrm>
            <a:off x="4555638" y="4417148"/>
            <a:ext cx="2342138" cy="1286284"/>
          </a:xfrm>
          <a:prstGeom prst="rect">
            <a:avLst/>
          </a:prstGeom>
          <a:ln>
            <a:solidFill>
              <a:schemeClr val="accent2"/>
            </a:solidFill>
          </a:ln>
          <a:effectLst>
            <a:outerShdw blurRad="292100" dist="139700" dir="2700000" algn="tl" rotWithShape="0">
              <a:srgbClr val="333333">
                <a:alpha val="65000"/>
              </a:srgbClr>
            </a:outerShdw>
          </a:effectLst>
        </p:spPr>
      </p:pic>
      <p:pic>
        <p:nvPicPr>
          <p:cNvPr id="39" name="Picture 38">
            <a:extLst>
              <a:ext uri="{FF2B5EF4-FFF2-40B4-BE49-F238E27FC236}">
                <a16:creationId xmlns:a16="http://schemas.microsoft.com/office/drawing/2014/main" id="{1F6F0625-9A76-0880-5142-BAC5333AACF3}"/>
              </a:ext>
            </a:extLst>
          </p:cNvPr>
          <p:cNvPicPr>
            <a:picLocks noChangeAspect="1"/>
          </p:cNvPicPr>
          <p:nvPr/>
        </p:nvPicPr>
        <p:blipFill>
          <a:blip r:embed="rId10"/>
          <a:stretch>
            <a:fillRect/>
          </a:stretch>
        </p:blipFill>
        <p:spPr>
          <a:xfrm>
            <a:off x="9372535" y="4417147"/>
            <a:ext cx="2289030" cy="1286283"/>
          </a:xfrm>
          <a:prstGeom prst="rect">
            <a:avLst/>
          </a:prstGeom>
          <a:ln>
            <a:solidFill>
              <a:schemeClr val="accent2"/>
            </a:solidFill>
          </a:ln>
          <a:effectLst>
            <a:outerShdw blurRad="292100" dist="139700" dir="2700000" algn="tl" rotWithShape="0">
              <a:srgbClr val="333333">
                <a:alpha val="65000"/>
              </a:srgbClr>
            </a:outerShdw>
          </a:effectLst>
        </p:spPr>
      </p:pic>
      <p:pic>
        <p:nvPicPr>
          <p:cNvPr id="41" name="Picture 40">
            <a:extLst>
              <a:ext uri="{FF2B5EF4-FFF2-40B4-BE49-F238E27FC236}">
                <a16:creationId xmlns:a16="http://schemas.microsoft.com/office/drawing/2014/main" id="{4E4052A6-F61C-2DEC-B97C-EC872D01BA99}"/>
              </a:ext>
            </a:extLst>
          </p:cNvPr>
          <p:cNvPicPr>
            <a:picLocks noChangeAspect="1"/>
          </p:cNvPicPr>
          <p:nvPr/>
        </p:nvPicPr>
        <p:blipFill>
          <a:blip r:embed="rId11"/>
          <a:stretch>
            <a:fillRect/>
          </a:stretch>
        </p:blipFill>
        <p:spPr>
          <a:xfrm>
            <a:off x="6990357" y="4417148"/>
            <a:ext cx="2282115" cy="1286284"/>
          </a:xfrm>
          <a:prstGeom prst="rect">
            <a:avLst/>
          </a:prstGeom>
          <a:ln>
            <a:solidFill>
              <a:schemeClr val="accent2"/>
            </a:solidFill>
          </a:ln>
          <a:effectLst>
            <a:outerShdw blurRad="292100" dist="139700" dir="2700000" algn="tl" rotWithShape="0">
              <a:srgbClr val="333333">
                <a:alpha val="65000"/>
              </a:srgbClr>
            </a:outerShdw>
          </a:effectLst>
        </p:spPr>
      </p:pic>
      <p:sp>
        <p:nvSpPr>
          <p:cNvPr id="42" name="TextBox 41">
            <a:extLst>
              <a:ext uri="{FF2B5EF4-FFF2-40B4-BE49-F238E27FC236}">
                <a16:creationId xmlns:a16="http://schemas.microsoft.com/office/drawing/2014/main" id="{82D481F3-1A95-7FF0-C4F4-FF1DD5C435E7}"/>
              </a:ext>
            </a:extLst>
          </p:cNvPr>
          <p:cNvSpPr txBox="1"/>
          <p:nvPr/>
        </p:nvSpPr>
        <p:spPr>
          <a:xfrm>
            <a:off x="4595394" y="4120979"/>
            <a:ext cx="4038205" cy="169277"/>
          </a:xfrm>
          <a:prstGeom prst="rect">
            <a:avLst/>
          </a:prstGeom>
          <a:noFill/>
        </p:spPr>
        <p:txBody>
          <a:bodyPr wrap="square" lIns="0" tIns="0" rIns="0" bIns="0" rtlCol="0">
            <a:spAutoFit/>
          </a:bodyPr>
          <a:lstStyle/>
          <a:p>
            <a:r>
              <a:rPr lang="en-US" sz="1100">
                <a:solidFill>
                  <a:schemeClr val="tx2"/>
                </a:solidFill>
                <a:latin typeface="+mj-lt"/>
                <a:cs typeface="Segoe UI" panose="020B0502040204020203" pitchFamily="34" charset="0"/>
              </a:rPr>
              <a:t>To-Customer M365 Premium + Copilot Business &amp; Purview</a:t>
            </a:r>
          </a:p>
        </p:txBody>
      </p:sp>
    </p:spTree>
    <p:extLst>
      <p:ext uri="{BB962C8B-B14F-4D97-AF65-F5344CB8AC3E}">
        <p14:creationId xmlns:p14="http://schemas.microsoft.com/office/powerpoint/2010/main" val="77407656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AB27EA-8322-2A95-C9C3-39858649333D}"/>
              </a:ext>
            </a:extLst>
          </p:cNvPr>
          <p:cNvSpPr>
            <a:spLocks noGrp="1"/>
          </p:cNvSpPr>
          <p:nvPr>
            <p:ph type="title"/>
          </p:nvPr>
        </p:nvSpPr>
        <p:spPr>
          <a:xfrm>
            <a:off x="525273" y="512064"/>
            <a:ext cx="3767327" cy="984885"/>
          </a:xfrm>
        </p:spPr>
        <p:txBody>
          <a:bodyPr/>
          <a:lstStyle/>
          <a:p>
            <a:r>
              <a:rPr lang="en-US" sz="3200">
                <a:solidFill>
                  <a:srgbClr val="091F2C"/>
                </a:solidFill>
                <a:latin typeface="Segoe Sans Display Semibold"/>
              </a:rPr>
              <a:t>Email: </a:t>
            </a:r>
            <a:br>
              <a:rPr lang="en-US" sz="3200">
                <a:solidFill>
                  <a:srgbClr val="091F2C"/>
                </a:solidFill>
                <a:latin typeface="Segoe Sans Display Semibold"/>
              </a:rPr>
            </a:br>
            <a:r>
              <a:rPr lang="en-US" sz="3200">
                <a:solidFill>
                  <a:srgbClr val="091F2C"/>
                </a:solidFill>
                <a:latin typeface="Segoe Sans Display Semibold"/>
              </a:rPr>
              <a:t>To-Customer </a:t>
            </a:r>
          </a:p>
        </p:txBody>
      </p:sp>
      <p:sp>
        <p:nvSpPr>
          <p:cNvPr id="2" name="Text Placeholder 3">
            <a:extLst>
              <a:ext uri="{FF2B5EF4-FFF2-40B4-BE49-F238E27FC236}">
                <a16:creationId xmlns:a16="http://schemas.microsoft.com/office/drawing/2014/main" id="{1E074947-7843-F047-682E-5B7E60C20914}"/>
              </a:ext>
            </a:extLst>
          </p:cNvPr>
          <p:cNvSpPr>
            <a:spLocks noGrp="1"/>
          </p:cNvSpPr>
          <p:nvPr>
            <p:ph type="body" sz="quarter" idx="11"/>
          </p:nvPr>
        </p:nvSpPr>
        <p:spPr>
          <a:xfrm>
            <a:off x="546745" y="312735"/>
            <a:ext cx="11018520" cy="184666"/>
          </a:xfrm>
        </p:spPr>
        <p:txBody>
          <a:bodyPr/>
          <a:lstStyle/>
          <a:p>
            <a:r>
              <a:rPr lang="en-US"/>
              <a:t>Marketing activation</a:t>
            </a:r>
          </a:p>
        </p:txBody>
      </p:sp>
      <p:sp>
        <p:nvSpPr>
          <p:cNvPr id="4" name="Content Placeholder 3">
            <a:extLst>
              <a:ext uri="{FF2B5EF4-FFF2-40B4-BE49-F238E27FC236}">
                <a16:creationId xmlns:a16="http://schemas.microsoft.com/office/drawing/2014/main" id="{3B4A4B74-7C39-461D-9474-AC00D3669940}"/>
              </a:ext>
            </a:extLst>
          </p:cNvPr>
          <p:cNvSpPr>
            <a:spLocks noGrp="1"/>
          </p:cNvSpPr>
          <p:nvPr>
            <p:ph sz="quarter" idx="12"/>
          </p:nvPr>
        </p:nvSpPr>
        <p:spPr>
          <a:xfrm>
            <a:off x="533401" y="1539260"/>
            <a:ext cx="3378200" cy="646331"/>
          </a:xfrm>
        </p:spPr>
        <p:txBody>
          <a:bodyPr>
            <a:spAutoFit/>
          </a:bodyPr>
          <a:lstStyle/>
          <a:p>
            <a:pPr lvl="1"/>
            <a:r>
              <a:rPr lang="en-US"/>
              <a:t>Customize these email templates to announce and promote your offer to customers. </a:t>
            </a:r>
          </a:p>
        </p:txBody>
      </p:sp>
      <p:sp>
        <p:nvSpPr>
          <p:cNvPr id="18" name="Rectangle: Top Corners Rounded 17">
            <a:extLst>
              <a:ext uri="{FF2B5EF4-FFF2-40B4-BE49-F238E27FC236}">
                <a16:creationId xmlns:a16="http://schemas.microsoft.com/office/drawing/2014/main" id="{857E44B4-CA5B-AF25-72A7-B3B41C259DF2}"/>
              </a:ext>
              <a:ext uri="{C183D7F6-B498-43B3-948B-1728B52AA6E4}">
                <adec:decorative xmlns:adec="http://schemas.microsoft.com/office/drawing/2017/decorative" val="1"/>
              </a:ext>
            </a:extLst>
          </p:cNvPr>
          <p:cNvSpPr/>
          <p:nvPr/>
        </p:nvSpPr>
        <p:spPr bwMode="auto">
          <a:xfrm>
            <a:off x="490332" y="2499322"/>
            <a:ext cx="3472069" cy="420227"/>
          </a:xfrm>
          <a:prstGeom prst="round2SameRect">
            <a:avLst/>
          </a:prstGeom>
          <a:gradFill>
            <a:gsLst>
              <a:gs pos="96503">
                <a:schemeClr val="accent3">
                  <a:lumMod val="100000"/>
                </a:schemeClr>
              </a:gs>
              <a:gs pos="33000">
                <a:schemeClr val="accent1">
                  <a:lumMod val="60000"/>
                  <a:lumOff val="40000"/>
                </a:schemeClr>
              </a:gs>
              <a:gs pos="66000">
                <a:schemeClr val="accent2">
                  <a:lumMod val="75000"/>
                  <a:lumOff val="25000"/>
                </a:schemeClr>
              </a:gs>
              <a:gs pos="0">
                <a:schemeClr val="accent1"/>
              </a:gs>
            </a:gsLst>
            <a:lin ang="0" scaled="1"/>
          </a:gradFill>
          <a:ln>
            <a:noFill/>
            <a:headEnd type="none" w="med" len="med"/>
            <a:tailEnd type="none" w="med" len="med"/>
          </a:ln>
          <a:effectLst>
            <a:outerShdw blurRad="127000" dist="1270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aphicFrame>
        <p:nvGraphicFramePr>
          <p:cNvPr id="12" name="Table 11">
            <a:extLst>
              <a:ext uri="{FF2B5EF4-FFF2-40B4-BE49-F238E27FC236}">
                <a16:creationId xmlns:a16="http://schemas.microsoft.com/office/drawing/2014/main" id="{C4A4D147-4834-EF89-3C2B-62DA4C48CC1B}"/>
              </a:ext>
            </a:extLst>
          </p:cNvPr>
          <p:cNvGraphicFramePr>
            <a:graphicFrameLocks noGrp="1"/>
          </p:cNvGraphicFramePr>
          <p:nvPr>
            <p:extLst>
              <p:ext uri="{D42A27DB-BD31-4B8C-83A1-F6EECF244321}">
                <p14:modId xmlns:p14="http://schemas.microsoft.com/office/powerpoint/2010/main" val="3743072536"/>
              </p:ext>
            </p:extLst>
          </p:nvPr>
        </p:nvGraphicFramePr>
        <p:xfrm>
          <a:off x="490332" y="2567936"/>
          <a:ext cx="3472069" cy="2560320"/>
        </p:xfrm>
        <a:graphic>
          <a:graphicData uri="http://schemas.openxmlformats.org/drawingml/2006/table">
            <a:tbl>
              <a:tblPr firstRow="1" bandRow="1">
                <a:effectLst>
                  <a:outerShdw blurRad="127000" dist="127000" dir="2700000" algn="tl" rotWithShape="0">
                    <a:prstClr val="black">
                      <a:alpha val="15000"/>
                    </a:prstClr>
                  </a:outerShdw>
                </a:effectLst>
                <a:tableStyleId>{2D5ABB26-0587-4C30-8999-92F81FD0307C}</a:tableStyleId>
              </a:tblPr>
              <a:tblGrid>
                <a:gridCol w="1515974">
                  <a:extLst>
                    <a:ext uri="{9D8B030D-6E8A-4147-A177-3AD203B41FA5}">
                      <a16:colId xmlns:a16="http://schemas.microsoft.com/office/drawing/2014/main" val="3019575003"/>
                    </a:ext>
                  </a:extLst>
                </a:gridCol>
                <a:gridCol w="1956095">
                  <a:extLst>
                    <a:ext uri="{9D8B030D-6E8A-4147-A177-3AD203B41FA5}">
                      <a16:colId xmlns:a16="http://schemas.microsoft.com/office/drawing/2014/main" val="2523267720"/>
                    </a:ext>
                  </a:extLst>
                </a:gridCol>
              </a:tblGrid>
              <a:tr h="0">
                <a:tc gridSpan="2">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1" i="0" u="none" strike="noStrike" kern="1200" cap="none" spc="0" normalizeH="0" baseline="0">
                          <a:solidFill>
                            <a:schemeClr val="bg1">
                              <a:lumMod val="100000"/>
                            </a:schemeClr>
                          </a:solidFill>
                          <a:latin typeface="Segoe Sans Display Semibold" pitchFamily="2" charset="0"/>
                          <a:ea typeface="+mn-ea"/>
                          <a:cs typeface="+mn-cs"/>
                          <a:sym typeface=""/>
                        </a:rPr>
                        <a:t>Asset Details</a:t>
                      </a:r>
                    </a:p>
                  </a:txBody>
                  <a:tcPr marT="91440" marB="9144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endParaRPr lang="en-US" sz="110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567642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Size</a:t>
                      </a:r>
                    </a:p>
                  </a:txBody>
                  <a:tcPr marT="91440" marB="91440" anchor="ctr">
                    <a:lnT>
                      <a:noFill/>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a:noFill/>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71089239"/>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Notes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13412394"/>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Design Options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2 variants</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7532267"/>
                  </a:ext>
                </a:extLst>
              </a:tr>
              <a:tr h="213492">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Editable File Type</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OFT </a:t>
                      </a:r>
                    </a:p>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(Outlook File Template)</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55706065"/>
                  </a:ext>
                </a:extLst>
              </a:tr>
              <a:tr h="284656">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File Name</a:t>
                      </a: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lang="en-US" sz="1200" b="1" i="0" u="none" strike="noStrike" kern="1200" cap="none" spc="0" normalizeH="0" baseline="0">
                          <a:solidFill>
                            <a:schemeClr val="tx1">
                              <a:lumMod val="100000"/>
                            </a:schemeClr>
                          </a:solidFill>
                          <a:latin typeface="Segoe Sans Display Semibold" pitchFamily="2" charset="0"/>
                          <a:ea typeface="+mn-ea"/>
                          <a:cs typeface="+mn-cs"/>
                          <a:sym typeface=""/>
                        </a:rPr>
                        <a:t>To </a:t>
                      </a:r>
                      <a:r>
                        <a:rPr lang="en-US" sz="1200" b="1" i="0" u="none" strike="noStrike" kern="1200" cap="none" spc="0" normalizeH="0" baseline="0" err="1">
                          <a:solidFill>
                            <a:schemeClr val="tx1">
                              <a:lumMod val="100000"/>
                            </a:schemeClr>
                          </a:solidFill>
                          <a:latin typeface="Segoe Sans Display Semibold" pitchFamily="2" charset="0"/>
                          <a:ea typeface="+mn-ea"/>
                          <a:cs typeface="+mn-cs"/>
                          <a:sym typeface=""/>
                        </a:rPr>
                        <a:t>Customer_Premium</a:t>
                      </a:r>
                      <a:endParaRPr lang="en-US" sz="1200" b="1" i="0" u="none" strike="noStrike" kern="1200" cap="none" spc="0" normalizeH="0" baseline="0">
                        <a:solidFill>
                          <a:schemeClr val="tx1">
                            <a:lumMod val="100000"/>
                          </a:schemeClr>
                        </a:solidFill>
                        <a:latin typeface="Segoe Sans Display Semibold" pitchFamily="2" charset="0"/>
                        <a:ea typeface="+mn-ea"/>
                        <a:cs typeface="+mn-cs"/>
                        <a:sym typeface=""/>
                      </a:endParaRPr>
                    </a:p>
                    <a:p>
                      <a:pPr marL="0" marR="0" lvl="0" indent="0" algn="l" defTabSz="932742" rtl="0" eaLnBrk="1" fontAlgn="auto" hangingPunct="1">
                        <a:lnSpc>
                          <a:spcPct val="100000"/>
                        </a:lnSpc>
                        <a:spcBef>
                          <a:spcPts val="0"/>
                        </a:spcBef>
                        <a:spcAft>
                          <a:spcPts val="0"/>
                        </a:spcAft>
                        <a:buFontTx/>
                        <a:buNone/>
                      </a:pPr>
                      <a:r>
                        <a:rPr lang="en-US" sz="1200" b="1" i="0" u="none" strike="noStrike" kern="1200" cap="none" spc="0" normalizeH="0" baseline="0">
                          <a:solidFill>
                            <a:schemeClr val="tx1">
                              <a:lumMod val="100000"/>
                            </a:schemeClr>
                          </a:solidFill>
                          <a:latin typeface="Segoe Sans Display Semibold" pitchFamily="2" charset="0"/>
                          <a:ea typeface="+mn-ea"/>
                          <a:cs typeface="+mn-cs"/>
                          <a:sym typeface=""/>
                        </a:rPr>
                        <a:t>To </a:t>
                      </a:r>
                      <a:r>
                        <a:rPr lang="en-US" sz="1200" b="1" i="0" u="none" strike="noStrike" kern="1200" cap="none" spc="0" normalizeH="0" baseline="0" err="1">
                          <a:solidFill>
                            <a:schemeClr val="tx1">
                              <a:lumMod val="100000"/>
                            </a:schemeClr>
                          </a:solidFill>
                          <a:latin typeface="Segoe Sans Display Semibold" pitchFamily="2" charset="0"/>
                          <a:ea typeface="+mn-ea"/>
                          <a:cs typeface="+mn-cs"/>
                          <a:sym typeface=""/>
                        </a:rPr>
                        <a:t>Customer_Standard</a:t>
                      </a:r>
                      <a:endParaRPr lang="en-US" sz="1200" b="1" i="0" u="none" strike="noStrike" kern="1200" cap="none" spc="0" normalizeH="0" baseline="0">
                        <a:solidFill>
                          <a:schemeClr val="tx1">
                            <a:lumMod val="100000"/>
                          </a:schemeClr>
                        </a:solidFill>
                        <a:latin typeface="Segoe Sans Display Semibold" pitchFamily="2" charset="0"/>
                        <a:ea typeface="+mn-ea"/>
                        <a:cs typeface="+mn-cs"/>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11321472"/>
                  </a:ext>
                </a:extLst>
              </a:tr>
            </a:tbl>
          </a:graphicData>
        </a:graphic>
      </p:graphicFrame>
      <p:sp>
        <p:nvSpPr>
          <p:cNvPr id="14" name="TextBox 13">
            <a:extLst>
              <a:ext uri="{FF2B5EF4-FFF2-40B4-BE49-F238E27FC236}">
                <a16:creationId xmlns:a16="http://schemas.microsoft.com/office/drawing/2014/main" id="{C5A15273-8115-EADF-A814-B29D0D016D68}"/>
              </a:ext>
            </a:extLst>
          </p:cNvPr>
          <p:cNvSpPr txBox="1"/>
          <p:nvPr/>
        </p:nvSpPr>
        <p:spPr>
          <a:xfrm>
            <a:off x="9742595" y="3130173"/>
            <a:ext cx="2206171" cy="2850332"/>
          </a:xfrm>
          <a:prstGeom prst="rect">
            <a:avLst/>
          </a:prstGeom>
          <a:noFill/>
        </p:spPr>
        <p:txBody>
          <a:bodyPr wrap="square" lIns="228600" tIns="182880" rIns="228600" bIns="182880" rtlCol="0">
            <a:spAutoFit/>
          </a:bodyPr>
          <a:lstStyle/>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100" b="0" i="0" u="none" strike="noStrike" kern="0" cap="none" spc="0" normalizeH="0" baseline="0" noProof="0">
                <a:ln>
                  <a:noFill/>
                </a:ln>
                <a:solidFill>
                  <a:srgbClr val="C03BC4"/>
                </a:solidFill>
                <a:effectLst/>
                <a:uLnTx/>
                <a:uFillTx/>
                <a:latin typeface="Segoe Sans Display Semibold"/>
                <a:ea typeface="Source Sans Pro"/>
                <a:cs typeface="Segoe UI" charset="0"/>
              </a:rPr>
              <a:t>Reminder:</a:t>
            </a:r>
            <a:r>
              <a:rPr kumimoji="0" lang="en-US" sz="1100" b="0" i="0" u="none" strike="noStrike" kern="0" cap="none" spc="0" normalizeH="0" baseline="0" noProof="0">
                <a:ln>
                  <a:noFill/>
                </a:ln>
                <a:solidFill>
                  <a:srgbClr val="000000"/>
                </a:solidFill>
                <a:effectLst/>
                <a:uLnTx/>
                <a:uFillTx/>
                <a:latin typeface="Segoe Sans Display"/>
                <a:ea typeface="Source Sans Pro"/>
                <a:cs typeface="Segoe UI" charset="0"/>
              </a:rPr>
              <a:t> Once you have the OFT open for editing, update the highlighted text with the appropriate information. Remove the yellow highlight.</a:t>
            </a:r>
          </a:p>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100" b="0" i="0" u="none" strike="noStrike" kern="0" cap="none" spc="0" normalizeH="0" baseline="0" noProof="0">
                <a:ln>
                  <a:noFill/>
                </a:ln>
                <a:solidFill>
                  <a:srgbClr val="000000"/>
                </a:solidFill>
                <a:effectLst/>
                <a:uLnTx/>
                <a:uFillTx/>
                <a:latin typeface="Segoe Sans Display Semibold"/>
                <a:ea typeface="Source Sans Pro"/>
                <a:cs typeface="Segoe UI" charset="0"/>
              </a:rPr>
              <a:t>Note</a:t>
            </a:r>
            <a:r>
              <a:rPr kumimoji="0" lang="en-US" sz="1100" b="0" i="0" u="none" strike="noStrike" kern="0" cap="none" spc="0" normalizeH="0" baseline="0" noProof="0">
                <a:ln>
                  <a:noFill/>
                </a:ln>
                <a:solidFill>
                  <a:srgbClr val="000000"/>
                </a:solidFill>
                <a:effectLst/>
                <a:uLnTx/>
                <a:uFillTx/>
                <a:latin typeface="Segoe Sans Display"/>
                <a:ea typeface="Source Sans Pro"/>
                <a:cs typeface="Segoe UI" charset="0"/>
              </a:rPr>
              <a:t> – If you are using the new Outlook, you need to update the font to Segoe Sans Display or Segoe UI for all copy. Make sure all the originally bolded text is still bolded after the update.</a:t>
            </a:r>
          </a:p>
        </p:txBody>
      </p:sp>
      <p:pic>
        <p:nvPicPr>
          <p:cNvPr id="1031" name="Picture 7">
            <a:extLst>
              <a:ext uri="{FF2B5EF4-FFF2-40B4-BE49-F238E27FC236}">
                <a16:creationId xmlns:a16="http://schemas.microsoft.com/office/drawing/2014/main" id="{711F2E7A-91FC-DC9A-1659-B3F18639AB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6291" y="1541305"/>
            <a:ext cx="1976099" cy="2850333"/>
          </a:xfrm>
          <a:prstGeom prst="rect">
            <a:avLst/>
          </a:prstGeom>
          <a:ln>
            <a:solidFill>
              <a:schemeClr val="accent2"/>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18A80B3-909F-5A38-0C0E-08B90BB4BCDA}"/>
              </a:ext>
            </a:extLst>
          </p:cNvPr>
          <p:cNvSpPr txBox="1"/>
          <p:nvPr/>
        </p:nvSpPr>
        <p:spPr>
          <a:xfrm>
            <a:off x="4874369" y="1218385"/>
            <a:ext cx="2305878" cy="169277"/>
          </a:xfrm>
          <a:prstGeom prst="rect">
            <a:avLst/>
          </a:prstGeom>
          <a:noFill/>
        </p:spPr>
        <p:txBody>
          <a:bodyPr wrap="square" lIns="0" tIns="0" rIns="0" bIns="0" rtlCol="0">
            <a:spAutoFit/>
          </a:bodyPr>
          <a:lstStyle/>
          <a:p>
            <a:pPr algn="l"/>
            <a:r>
              <a:rPr lang="en-US" sz="1100">
                <a:solidFill>
                  <a:schemeClr val="tx2"/>
                </a:solidFill>
                <a:latin typeface="+mj-lt"/>
                <a:cs typeface="Segoe UI" panose="020B0502040204020203" pitchFamily="34" charset="0"/>
              </a:rPr>
              <a:t>To-Customer Premium </a:t>
            </a:r>
          </a:p>
        </p:txBody>
      </p:sp>
      <p:sp>
        <p:nvSpPr>
          <p:cNvPr id="9" name="TextBox 8">
            <a:extLst>
              <a:ext uri="{FF2B5EF4-FFF2-40B4-BE49-F238E27FC236}">
                <a16:creationId xmlns:a16="http://schemas.microsoft.com/office/drawing/2014/main" id="{239B9054-0387-F1DE-089D-F03E751DAB8A}"/>
              </a:ext>
            </a:extLst>
          </p:cNvPr>
          <p:cNvSpPr txBox="1"/>
          <p:nvPr/>
        </p:nvSpPr>
        <p:spPr>
          <a:xfrm>
            <a:off x="7506291" y="1218385"/>
            <a:ext cx="2305878" cy="169277"/>
          </a:xfrm>
          <a:prstGeom prst="rect">
            <a:avLst/>
          </a:prstGeom>
          <a:noFill/>
        </p:spPr>
        <p:txBody>
          <a:bodyPr wrap="square" lIns="0" tIns="0" rIns="0" bIns="0" rtlCol="0">
            <a:spAutoFit/>
          </a:bodyPr>
          <a:lstStyle/>
          <a:p>
            <a:pPr algn="l"/>
            <a:r>
              <a:rPr lang="en-US" sz="1100">
                <a:solidFill>
                  <a:schemeClr val="tx2"/>
                </a:solidFill>
                <a:latin typeface="+mj-lt"/>
                <a:cs typeface="Segoe UI" panose="020B0502040204020203" pitchFamily="34" charset="0"/>
              </a:rPr>
              <a:t>To-Customer Standard</a:t>
            </a:r>
          </a:p>
        </p:txBody>
      </p:sp>
      <p:pic>
        <p:nvPicPr>
          <p:cNvPr id="1033" name="Picture 9">
            <a:extLst>
              <a:ext uri="{FF2B5EF4-FFF2-40B4-BE49-F238E27FC236}">
                <a16:creationId xmlns:a16="http://schemas.microsoft.com/office/drawing/2014/main" id="{7FE687B6-6F4C-F666-BDF2-EAD8530BCCE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a:fillRect/>
          </a:stretch>
        </p:blipFill>
        <p:spPr bwMode="auto">
          <a:xfrm>
            <a:off x="4874369" y="1539260"/>
            <a:ext cx="2211438" cy="2852378"/>
          </a:xfrm>
          <a:prstGeom prst="rect">
            <a:avLst/>
          </a:prstGeom>
          <a:ln>
            <a:solidFill>
              <a:schemeClr val="accent2"/>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804859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3DBB3-D706-6DFD-8793-3AE54D3AD19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6FBEF90-CEC6-A3C9-3101-4EF4FF9B64A3}"/>
              </a:ext>
            </a:extLst>
          </p:cNvPr>
          <p:cNvSpPr>
            <a:spLocks noGrp="1"/>
          </p:cNvSpPr>
          <p:nvPr>
            <p:ph type="title"/>
          </p:nvPr>
        </p:nvSpPr>
        <p:spPr>
          <a:xfrm>
            <a:off x="576073" y="512064"/>
            <a:ext cx="3767327" cy="984885"/>
          </a:xfrm>
        </p:spPr>
        <p:txBody>
          <a:bodyPr/>
          <a:lstStyle/>
          <a:p>
            <a:r>
              <a:rPr lang="en-US" sz="3200">
                <a:solidFill>
                  <a:srgbClr val="091F2C"/>
                </a:solidFill>
                <a:latin typeface="Segoe Sans Display Semibold"/>
              </a:rPr>
              <a:t>Email: </a:t>
            </a:r>
            <a:br>
              <a:rPr lang="en-US" sz="3200">
                <a:solidFill>
                  <a:srgbClr val="091F2C"/>
                </a:solidFill>
                <a:latin typeface="Segoe Sans Display Semibold"/>
              </a:rPr>
            </a:br>
            <a:r>
              <a:rPr lang="en-US" sz="3200">
                <a:solidFill>
                  <a:srgbClr val="091F2C"/>
                </a:solidFill>
                <a:latin typeface="Segoe Sans Display Semibold"/>
              </a:rPr>
              <a:t>Partner enablement </a:t>
            </a:r>
          </a:p>
        </p:txBody>
      </p:sp>
      <p:sp>
        <p:nvSpPr>
          <p:cNvPr id="2" name="Text Placeholder 3">
            <a:extLst>
              <a:ext uri="{FF2B5EF4-FFF2-40B4-BE49-F238E27FC236}">
                <a16:creationId xmlns:a16="http://schemas.microsoft.com/office/drawing/2014/main" id="{CEE6D137-9AB2-BBAF-3518-F0387961FAF5}"/>
              </a:ext>
            </a:extLst>
          </p:cNvPr>
          <p:cNvSpPr>
            <a:spLocks noGrp="1"/>
          </p:cNvSpPr>
          <p:nvPr>
            <p:ph type="body" sz="quarter" idx="11"/>
          </p:nvPr>
        </p:nvSpPr>
        <p:spPr>
          <a:xfrm>
            <a:off x="546745" y="312735"/>
            <a:ext cx="11018520" cy="184666"/>
          </a:xfrm>
        </p:spPr>
        <p:txBody>
          <a:bodyPr/>
          <a:lstStyle/>
          <a:p>
            <a:r>
              <a:rPr lang="en-US"/>
              <a:t>Marketing activation</a:t>
            </a:r>
          </a:p>
        </p:txBody>
      </p:sp>
      <p:sp>
        <p:nvSpPr>
          <p:cNvPr id="4" name="Content Placeholder 3">
            <a:extLst>
              <a:ext uri="{FF2B5EF4-FFF2-40B4-BE49-F238E27FC236}">
                <a16:creationId xmlns:a16="http://schemas.microsoft.com/office/drawing/2014/main" id="{0B52FA47-69F5-3120-3E2C-66E271244E9C}"/>
              </a:ext>
            </a:extLst>
          </p:cNvPr>
          <p:cNvSpPr>
            <a:spLocks noGrp="1"/>
          </p:cNvSpPr>
          <p:nvPr>
            <p:ph sz="quarter" idx="12"/>
          </p:nvPr>
        </p:nvSpPr>
        <p:spPr>
          <a:xfrm>
            <a:off x="584201" y="1539260"/>
            <a:ext cx="3378200" cy="646331"/>
          </a:xfrm>
        </p:spPr>
        <p:txBody>
          <a:bodyPr>
            <a:spAutoFit/>
          </a:bodyPr>
          <a:lstStyle/>
          <a:p>
            <a:pPr lvl="1"/>
            <a:r>
              <a:rPr lang="en-US"/>
              <a:t>Customize these email templates to announce the product news and offers to your sales teams. </a:t>
            </a:r>
          </a:p>
        </p:txBody>
      </p:sp>
      <p:sp>
        <p:nvSpPr>
          <p:cNvPr id="18" name="Rectangle: Top Corners Rounded 17">
            <a:extLst>
              <a:ext uri="{FF2B5EF4-FFF2-40B4-BE49-F238E27FC236}">
                <a16:creationId xmlns:a16="http://schemas.microsoft.com/office/drawing/2014/main" id="{AA1E6A95-8BD3-04D2-42A0-B89D10B57947}"/>
              </a:ext>
              <a:ext uri="{C183D7F6-B498-43B3-948B-1728B52AA6E4}">
                <adec:decorative xmlns:adec="http://schemas.microsoft.com/office/drawing/2017/decorative" val="1"/>
              </a:ext>
            </a:extLst>
          </p:cNvPr>
          <p:cNvSpPr/>
          <p:nvPr/>
        </p:nvSpPr>
        <p:spPr bwMode="auto">
          <a:xfrm>
            <a:off x="589854" y="2539565"/>
            <a:ext cx="3232339" cy="420227"/>
          </a:xfrm>
          <a:prstGeom prst="round2SameRect">
            <a:avLst/>
          </a:prstGeom>
          <a:gradFill>
            <a:gsLst>
              <a:gs pos="96503">
                <a:schemeClr val="accent3">
                  <a:lumMod val="100000"/>
                </a:schemeClr>
              </a:gs>
              <a:gs pos="33000">
                <a:schemeClr val="accent1">
                  <a:lumMod val="60000"/>
                  <a:lumOff val="40000"/>
                </a:schemeClr>
              </a:gs>
              <a:gs pos="66000">
                <a:schemeClr val="accent2">
                  <a:lumMod val="75000"/>
                  <a:lumOff val="25000"/>
                </a:schemeClr>
              </a:gs>
              <a:gs pos="0">
                <a:schemeClr val="accent1"/>
              </a:gs>
            </a:gsLst>
            <a:lin ang="0" scaled="1"/>
          </a:gradFill>
          <a:ln>
            <a:noFill/>
            <a:headEnd type="none" w="med" len="med"/>
            <a:tailEnd type="none" w="med" len="med"/>
          </a:ln>
          <a:effectLst>
            <a:outerShdw blurRad="127000" dist="1270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aphicFrame>
        <p:nvGraphicFramePr>
          <p:cNvPr id="12" name="Table 11">
            <a:extLst>
              <a:ext uri="{FF2B5EF4-FFF2-40B4-BE49-F238E27FC236}">
                <a16:creationId xmlns:a16="http://schemas.microsoft.com/office/drawing/2014/main" id="{F56908EA-B082-34E5-1349-A361EDEF65B0}"/>
              </a:ext>
            </a:extLst>
          </p:cNvPr>
          <p:cNvGraphicFramePr>
            <a:graphicFrameLocks noGrp="1"/>
          </p:cNvGraphicFramePr>
          <p:nvPr>
            <p:extLst>
              <p:ext uri="{D42A27DB-BD31-4B8C-83A1-F6EECF244321}">
                <p14:modId xmlns:p14="http://schemas.microsoft.com/office/powerpoint/2010/main" val="2436351575"/>
              </p:ext>
            </p:extLst>
          </p:nvPr>
        </p:nvGraphicFramePr>
        <p:xfrm>
          <a:off x="576073" y="2544329"/>
          <a:ext cx="3246120" cy="2377440"/>
        </p:xfrm>
        <a:graphic>
          <a:graphicData uri="http://schemas.openxmlformats.org/drawingml/2006/table">
            <a:tbl>
              <a:tblPr firstRow="1" bandRow="1">
                <a:effectLst>
                  <a:outerShdw blurRad="127000" dist="127000" dir="2700000" algn="tl" rotWithShape="0">
                    <a:prstClr val="black">
                      <a:alpha val="15000"/>
                    </a:prstClr>
                  </a:outerShdw>
                </a:effectLst>
                <a:tableStyleId>{2D5ABB26-0587-4C30-8999-92F81FD0307C}</a:tableStyleId>
              </a:tblPr>
              <a:tblGrid>
                <a:gridCol w="1417320">
                  <a:extLst>
                    <a:ext uri="{9D8B030D-6E8A-4147-A177-3AD203B41FA5}">
                      <a16:colId xmlns:a16="http://schemas.microsoft.com/office/drawing/2014/main" val="3019575003"/>
                    </a:ext>
                  </a:extLst>
                </a:gridCol>
                <a:gridCol w="1828800">
                  <a:extLst>
                    <a:ext uri="{9D8B030D-6E8A-4147-A177-3AD203B41FA5}">
                      <a16:colId xmlns:a16="http://schemas.microsoft.com/office/drawing/2014/main" val="2523267720"/>
                    </a:ext>
                  </a:extLst>
                </a:gridCol>
              </a:tblGrid>
              <a:tr h="0">
                <a:tc gridSpan="2">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1" i="0" u="none" strike="noStrike" kern="1200" cap="none" spc="0" normalizeH="0" baseline="0">
                          <a:solidFill>
                            <a:schemeClr val="bg1">
                              <a:lumMod val="100000"/>
                            </a:schemeClr>
                          </a:solidFill>
                          <a:latin typeface="Segoe Sans Display Semibold" pitchFamily="2" charset="0"/>
                          <a:ea typeface="+mn-ea"/>
                          <a:cs typeface="+mn-cs"/>
                          <a:sym typeface=""/>
                        </a:rPr>
                        <a:t>Asset Details</a:t>
                      </a:r>
                    </a:p>
                  </a:txBody>
                  <a:tcPr marT="91440" marB="9144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a:noFill/>
                    </a:lnB>
                    <a:lnTlToBr w="12700" cmpd="sng">
                      <a:noFill/>
                      <a:prstDash val="solid"/>
                    </a:lnTlToBr>
                    <a:lnBlToTr w="12700" cmpd="sng">
                      <a:noFill/>
                      <a:prstDash val="solid"/>
                    </a:lnBlToTr>
                    <a:noFill/>
                  </a:tcPr>
                </a:tc>
                <a:tc hMerge="1">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endParaRPr lang="en-US" sz="110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567642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Size</a:t>
                      </a:r>
                    </a:p>
                  </a:txBody>
                  <a:tcPr marT="91440" marB="91440" anchor="ctr">
                    <a:lnT>
                      <a:noFill/>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a:noFill/>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71089239"/>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Notes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13412394"/>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Design Options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1 variant</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7532267"/>
                  </a:ext>
                </a:extLst>
              </a:tr>
              <a:tr h="213492">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Editable File Type</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OFT </a:t>
                      </a:r>
                    </a:p>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(Outlook File Template)</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55706065"/>
                  </a:ext>
                </a:extLst>
              </a:tr>
              <a:tr h="284656">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File Name</a:t>
                      </a: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1" i="0" u="none" strike="noStrike" kern="1200" cap="none" spc="0" normalizeH="0" baseline="0">
                          <a:solidFill>
                            <a:schemeClr val="tx1">
                              <a:lumMod val="100000"/>
                            </a:schemeClr>
                          </a:solidFill>
                          <a:latin typeface="Segoe Sans Display Semibold" pitchFamily="2" charset="0"/>
                          <a:ea typeface="+mn-ea"/>
                          <a:cs typeface="+mn-cs"/>
                          <a:sym typeface=""/>
                        </a:rPr>
                        <a:t>To </a:t>
                      </a:r>
                      <a:r>
                        <a:rPr lang="en-US" sz="1200" b="1" i="0" u="none" strike="noStrike" kern="1200" cap="none" spc="0" normalizeH="0" baseline="0" err="1">
                          <a:solidFill>
                            <a:schemeClr val="tx1">
                              <a:lumMod val="100000"/>
                            </a:schemeClr>
                          </a:solidFill>
                          <a:latin typeface="Segoe Sans Display Semibold" pitchFamily="2" charset="0"/>
                          <a:ea typeface="+mn-ea"/>
                          <a:cs typeface="+mn-cs"/>
                          <a:sym typeface=""/>
                        </a:rPr>
                        <a:t>Partner_Reseller</a:t>
                      </a:r>
                      <a:endParaRPr lang="en-US" sz="1200" b="1" i="0" u="none" strike="noStrike" kern="1200" cap="none" spc="0" normalizeH="0" baseline="0">
                        <a:solidFill>
                          <a:schemeClr val="tx1">
                            <a:lumMod val="100000"/>
                          </a:schemeClr>
                        </a:solidFill>
                        <a:latin typeface="Segoe Sans Display Semibold" pitchFamily="2" charset="0"/>
                        <a:ea typeface="+mn-ea"/>
                        <a:cs typeface="+mn-cs"/>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bg1"/>
                    </a:solidFill>
                  </a:tcPr>
                </a:tc>
                <a:extLst>
                  <a:ext uri="{0D108BD9-81ED-4DB2-BD59-A6C34878D82A}">
                    <a16:rowId xmlns:a16="http://schemas.microsoft.com/office/drawing/2014/main" val="11321472"/>
                  </a:ext>
                </a:extLst>
              </a:tr>
            </a:tbl>
          </a:graphicData>
        </a:graphic>
      </p:graphicFrame>
      <p:sp>
        <p:nvSpPr>
          <p:cNvPr id="14" name="TextBox 13">
            <a:extLst>
              <a:ext uri="{FF2B5EF4-FFF2-40B4-BE49-F238E27FC236}">
                <a16:creationId xmlns:a16="http://schemas.microsoft.com/office/drawing/2014/main" id="{D1EB7258-9042-FB20-6A5D-0AAD9F95BFF2}"/>
              </a:ext>
            </a:extLst>
          </p:cNvPr>
          <p:cNvSpPr txBox="1"/>
          <p:nvPr/>
        </p:nvSpPr>
        <p:spPr>
          <a:xfrm>
            <a:off x="8284028" y="2346948"/>
            <a:ext cx="2206171" cy="2850332"/>
          </a:xfrm>
          <a:prstGeom prst="rect">
            <a:avLst/>
          </a:prstGeom>
          <a:noFill/>
        </p:spPr>
        <p:txBody>
          <a:bodyPr wrap="square" lIns="228600" tIns="182880" rIns="228600" bIns="182880" rtlCol="0">
            <a:spAutoFit/>
          </a:bodyPr>
          <a:lstStyle/>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100" b="0" i="0" u="none" strike="noStrike" kern="0" cap="none" spc="0" normalizeH="0" baseline="0" noProof="0">
                <a:ln>
                  <a:noFill/>
                </a:ln>
                <a:solidFill>
                  <a:srgbClr val="C03BC4"/>
                </a:solidFill>
                <a:effectLst/>
                <a:uLnTx/>
                <a:uFillTx/>
                <a:latin typeface="Segoe Sans Display Semibold"/>
                <a:ea typeface="Source Sans Pro"/>
                <a:cs typeface="Segoe UI" charset="0"/>
              </a:rPr>
              <a:t>Reminder:</a:t>
            </a:r>
            <a:r>
              <a:rPr kumimoji="0" lang="en-US" sz="1100" b="0" i="0" u="none" strike="noStrike" kern="0" cap="none" spc="0" normalizeH="0" baseline="0" noProof="0">
                <a:ln>
                  <a:noFill/>
                </a:ln>
                <a:solidFill>
                  <a:srgbClr val="000000"/>
                </a:solidFill>
                <a:effectLst/>
                <a:uLnTx/>
                <a:uFillTx/>
                <a:latin typeface="Segoe Sans Display"/>
                <a:ea typeface="Source Sans Pro"/>
                <a:cs typeface="Segoe UI" charset="0"/>
              </a:rPr>
              <a:t> Once you have the OFT open for editing, update the highlighted text with the appropriate information. Remove the yellow highlight.</a:t>
            </a:r>
          </a:p>
          <a:p>
            <a:pPr marL="0" marR="0" lvl="0" indent="0" algn="l" defTabSz="914400" rtl="0" eaLnBrk="1" fontAlgn="auto" latinLnBrk="0" hangingPunct="1">
              <a:lnSpc>
                <a:spcPct val="110000"/>
              </a:lnSpc>
              <a:spcBef>
                <a:spcPts val="0"/>
              </a:spcBef>
              <a:spcAft>
                <a:spcPts val="600"/>
              </a:spcAft>
              <a:buClrTx/>
              <a:buSzTx/>
              <a:buFontTx/>
              <a:buNone/>
              <a:tabLst/>
              <a:defRPr/>
            </a:pPr>
            <a:r>
              <a:rPr kumimoji="0" lang="en-US" sz="1100" b="0" i="0" u="none" strike="noStrike" kern="0" cap="none" spc="0" normalizeH="0" baseline="0" noProof="0">
                <a:ln>
                  <a:noFill/>
                </a:ln>
                <a:solidFill>
                  <a:srgbClr val="000000"/>
                </a:solidFill>
                <a:effectLst/>
                <a:uLnTx/>
                <a:uFillTx/>
                <a:latin typeface="Segoe Sans Display Semibold"/>
                <a:ea typeface="Source Sans Pro"/>
                <a:cs typeface="Segoe UI" charset="0"/>
              </a:rPr>
              <a:t>Note</a:t>
            </a:r>
            <a:r>
              <a:rPr kumimoji="0" lang="en-US" sz="1100" b="0" i="0" u="none" strike="noStrike" kern="0" cap="none" spc="0" normalizeH="0" baseline="0" noProof="0">
                <a:ln>
                  <a:noFill/>
                </a:ln>
                <a:solidFill>
                  <a:srgbClr val="000000"/>
                </a:solidFill>
                <a:effectLst/>
                <a:uLnTx/>
                <a:uFillTx/>
                <a:latin typeface="Segoe Sans Display"/>
                <a:ea typeface="Source Sans Pro"/>
                <a:cs typeface="Segoe UI" charset="0"/>
              </a:rPr>
              <a:t> – If you are using the new Outlook, you need to update the font to Segoe Sans Display or Segoe UI for all copy. Make sure all the originally bolded text is still bolded after the update.</a:t>
            </a:r>
          </a:p>
        </p:txBody>
      </p:sp>
      <p:pic>
        <p:nvPicPr>
          <p:cNvPr id="6" name="Picture 5">
            <a:extLst>
              <a:ext uri="{FF2B5EF4-FFF2-40B4-BE49-F238E27FC236}">
                <a16:creationId xmlns:a16="http://schemas.microsoft.com/office/drawing/2014/main" id="{1CDBAA2A-B297-E329-3E68-87D87EFDB6A4}"/>
              </a:ext>
            </a:extLst>
          </p:cNvPr>
          <p:cNvPicPr>
            <a:picLocks noChangeAspect="1"/>
          </p:cNvPicPr>
          <p:nvPr/>
        </p:nvPicPr>
        <p:blipFill>
          <a:blip r:embed="rId2"/>
          <a:stretch>
            <a:fillRect/>
          </a:stretch>
        </p:blipFill>
        <p:spPr>
          <a:xfrm>
            <a:off x="5854376" y="405068"/>
            <a:ext cx="2206171" cy="5800329"/>
          </a:xfrm>
          <a:prstGeom prst="rect">
            <a:avLst/>
          </a:prstGeom>
          <a:ln>
            <a:solidFill>
              <a:schemeClr val="accent2"/>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115699420"/>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C7E4A-027F-51C1-3FB2-9AE5C6FA227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9C4D348-6828-6832-D978-72B7E539ABC9}"/>
              </a:ext>
            </a:extLst>
          </p:cNvPr>
          <p:cNvSpPr>
            <a:spLocks noGrp="1"/>
          </p:cNvSpPr>
          <p:nvPr>
            <p:ph type="title"/>
          </p:nvPr>
        </p:nvSpPr>
        <p:spPr/>
        <p:txBody>
          <a:bodyPr vert="horz" wrap="square" lIns="0" tIns="0" rIns="0" bIns="0" rtlCol="0" anchor="t">
            <a:spAutoFit/>
          </a:bodyPr>
          <a:lstStyle/>
          <a:p>
            <a:r>
              <a:rPr lang="en-US" sz="3200">
                <a:solidFill>
                  <a:srgbClr val="091F2C"/>
                </a:solidFill>
                <a:latin typeface="Segoe Sans Display Semibold"/>
              </a:rPr>
              <a:t>Offer one-pager: announcement</a:t>
            </a:r>
          </a:p>
        </p:txBody>
      </p:sp>
      <p:sp>
        <p:nvSpPr>
          <p:cNvPr id="5" name="Text Placeholder 3">
            <a:extLst>
              <a:ext uri="{FF2B5EF4-FFF2-40B4-BE49-F238E27FC236}">
                <a16:creationId xmlns:a16="http://schemas.microsoft.com/office/drawing/2014/main" id="{DA4DE349-2045-94E9-B36E-612EE93EF43A}"/>
              </a:ext>
            </a:extLst>
          </p:cNvPr>
          <p:cNvSpPr>
            <a:spLocks noGrp="1"/>
          </p:cNvSpPr>
          <p:nvPr>
            <p:ph type="body" sz="quarter" idx="11"/>
          </p:nvPr>
        </p:nvSpPr>
        <p:spPr>
          <a:xfrm>
            <a:off x="597982" y="276999"/>
            <a:ext cx="11018520" cy="184666"/>
          </a:xfrm>
        </p:spPr>
        <p:txBody>
          <a:bodyPr/>
          <a:lstStyle/>
          <a:p>
            <a:r>
              <a:rPr lang="en-US"/>
              <a:t>Marketing activation</a:t>
            </a:r>
          </a:p>
        </p:txBody>
      </p:sp>
      <p:sp>
        <p:nvSpPr>
          <p:cNvPr id="4" name="Content Placeholder 3">
            <a:extLst>
              <a:ext uri="{FF2B5EF4-FFF2-40B4-BE49-F238E27FC236}">
                <a16:creationId xmlns:a16="http://schemas.microsoft.com/office/drawing/2014/main" id="{F8682088-47C2-01AC-A62A-75FE4BFA7EAE}"/>
              </a:ext>
            </a:extLst>
          </p:cNvPr>
          <p:cNvSpPr>
            <a:spLocks noGrp="1"/>
          </p:cNvSpPr>
          <p:nvPr>
            <p:ph sz="quarter" idx="12"/>
          </p:nvPr>
        </p:nvSpPr>
        <p:spPr/>
        <p:txBody>
          <a:bodyPr vert="horz" lIns="0" tIns="0" rIns="0" bIns="0" rtlCol="0" anchor="t">
            <a:spAutoFit/>
          </a:bodyPr>
          <a:lstStyle/>
          <a:p>
            <a:pPr lvl="1"/>
            <a:r>
              <a:rPr lang="en-US"/>
              <a:t>Customize this one-pager template to provide promo details to your customers, along with showcasing the value of Copilot</a:t>
            </a:r>
          </a:p>
        </p:txBody>
      </p:sp>
      <p:sp>
        <p:nvSpPr>
          <p:cNvPr id="2" name="Rectangle: Top Corners Rounded 1">
            <a:extLst>
              <a:ext uri="{FF2B5EF4-FFF2-40B4-BE49-F238E27FC236}">
                <a16:creationId xmlns:a16="http://schemas.microsoft.com/office/drawing/2014/main" id="{E583FE54-D4B6-00BC-FC01-1E0E24237569}"/>
              </a:ext>
              <a:ext uri="{C183D7F6-B498-43B3-948B-1728B52AA6E4}">
                <adec:decorative xmlns:adec="http://schemas.microsoft.com/office/drawing/2017/decorative" val="1"/>
              </a:ext>
            </a:extLst>
          </p:cNvPr>
          <p:cNvSpPr/>
          <p:nvPr/>
        </p:nvSpPr>
        <p:spPr bwMode="auto">
          <a:xfrm>
            <a:off x="547182" y="2724646"/>
            <a:ext cx="3232339" cy="420227"/>
          </a:xfrm>
          <a:prstGeom prst="round2SameRect">
            <a:avLst/>
          </a:prstGeom>
          <a:gradFill>
            <a:gsLst>
              <a:gs pos="96503">
                <a:schemeClr val="accent3">
                  <a:lumMod val="100000"/>
                </a:schemeClr>
              </a:gs>
              <a:gs pos="33000">
                <a:schemeClr val="accent1">
                  <a:lumMod val="60000"/>
                  <a:lumOff val="40000"/>
                </a:schemeClr>
              </a:gs>
              <a:gs pos="66000">
                <a:schemeClr val="accent2">
                  <a:lumMod val="75000"/>
                  <a:lumOff val="25000"/>
                </a:schemeClr>
              </a:gs>
              <a:gs pos="0">
                <a:schemeClr val="accent1"/>
              </a:gs>
            </a:gsLst>
            <a:lin ang="0" scaled="1"/>
          </a:gradFill>
          <a:ln>
            <a:noFill/>
            <a:headEnd type="none" w="med" len="med"/>
            <a:tailEnd type="none" w="med" len="med"/>
          </a:ln>
          <a:effectLst>
            <a:outerShdw blurRad="127000" dist="1270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aphicFrame>
        <p:nvGraphicFramePr>
          <p:cNvPr id="12" name="Table 11">
            <a:extLst>
              <a:ext uri="{FF2B5EF4-FFF2-40B4-BE49-F238E27FC236}">
                <a16:creationId xmlns:a16="http://schemas.microsoft.com/office/drawing/2014/main" id="{E00A8377-C622-836C-47B3-E4D352C0D0E8}"/>
              </a:ext>
            </a:extLst>
          </p:cNvPr>
          <p:cNvGraphicFramePr>
            <a:graphicFrameLocks noGrp="1"/>
          </p:cNvGraphicFramePr>
          <p:nvPr>
            <p:extLst>
              <p:ext uri="{D42A27DB-BD31-4B8C-83A1-F6EECF244321}">
                <p14:modId xmlns:p14="http://schemas.microsoft.com/office/powerpoint/2010/main" val="2706547492"/>
              </p:ext>
            </p:extLst>
          </p:nvPr>
        </p:nvGraphicFramePr>
        <p:xfrm>
          <a:off x="533401" y="2777986"/>
          <a:ext cx="3246120" cy="3474720"/>
        </p:xfrm>
        <a:graphic>
          <a:graphicData uri="http://schemas.openxmlformats.org/drawingml/2006/table">
            <a:tbl>
              <a:tblPr firstRow="1" bandRow="1">
                <a:effectLst>
                  <a:outerShdw blurRad="127000" dist="127000" dir="2700000" rotWithShape="0">
                    <a:srgbClr val="000000">
                      <a:alpha val="15000"/>
                    </a:srgbClr>
                  </a:outerShdw>
                </a:effectLst>
                <a:tableStyleId>{2D5ABB26-0587-4C30-8999-92F81FD0307C}</a:tableStyleId>
              </a:tblPr>
              <a:tblGrid>
                <a:gridCol w="1417320">
                  <a:extLst>
                    <a:ext uri="{9D8B030D-6E8A-4147-A177-3AD203B41FA5}">
                      <a16:colId xmlns:a16="http://schemas.microsoft.com/office/drawing/2014/main" val="3019575003"/>
                    </a:ext>
                  </a:extLst>
                </a:gridCol>
                <a:gridCol w="1828800">
                  <a:extLst>
                    <a:ext uri="{9D8B030D-6E8A-4147-A177-3AD203B41FA5}">
                      <a16:colId xmlns:a16="http://schemas.microsoft.com/office/drawing/2014/main" val="2523267720"/>
                    </a:ext>
                  </a:extLst>
                </a:gridCol>
              </a:tblGrid>
              <a:tr h="0">
                <a:tc gridSpan="2">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1" i="0" u="none" strike="noStrike" kern="1200" cap="none" spc="0" normalizeH="0" baseline="0">
                          <a:solidFill>
                            <a:schemeClr val="bg1">
                              <a:lumMod val="100000"/>
                            </a:schemeClr>
                          </a:solidFill>
                          <a:latin typeface="Segoe Sans Display Semibold" pitchFamily="2" charset="0"/>
                          <a:ea typeface="+mn-ea"/>
                          <a:cs typeface="+mn-cs"/>
                          <a:sym typeface=""/>
                        </a:rPr>
                        <a:t>Asset Details</a:t>
                      </a:r>
                    </a:p>
                  </a:txBody>
                  <a:tcPr marT="91440" marB="91440" anchor="ctr"/>
                </a:tc>
                <a:tc hMerge="1">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endParaRPr lang="en-US" sz="110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567642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Size</a:t>
                      </a:r>
                    </a:p>
                  </a:txBody>
                  <a:tcPr marT="91440" marB="91440" anchor="ctr">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8.5x11 page</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1671089239"/>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Notes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2013412394"/>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Design Options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2 options</a:t>
                      </a:r>
                      <a:endParaRPr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148753226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Editable File Type</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PowerPoint</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3555706065"/>
                  </a:ext>
                </a:extLst>
              </a:tr>
              <a:tr h="328414">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File Name</a:t>
                      </a: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accent3">
                        <a:lumMod val="40000"/>
                        <a:lumOff val="60000"/>
                      </a:schemeClr>
                    </a:solidFill>
                  </a:tcPr>
                </a:tc>
                <a:tc>
                  <a:txBody>
                    <a:bodyPr/>
                    <a:lstStyle/>
                    <a:p>
                      <a:pPr marL="0" marR="0" lvl="0" indent="0" algn="l" defTabSz="932742"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To Customer Flyer_M365 Bus Premium Security Bundle</a:t>
                      </a:r>
                    </a:p>
                    <a:p>
                      <a:pPr marL="0" marR="0" lvl="0" indent="0" algn="l" defTabSz="932742" rtl="0" eaLnBrk="1" fontAlgn="auto" hangingPunct="1">
                        <a:lnSpc>
                          <a:spcPct val="100000"/>
                        </a:lnSpc>
                        <a:spcBef>
                          <a:spcPts val="0"/>
                        </a:spcBef>
                        <a:spcAft>
                          <a:spcPts val="0"/>
                        </a:spcAft>
                        <a:buFontTx/>
                        <a:buNone/>
                      </a:pPr>
                      <a:endParaRPr lang="en-US" sz="1200" b="0" i="0" u="none" strike="noStrike" kern="1200" cap="none" spc="0" normalizeH="0" baseline="0">
                        <a:solidFill>
                          <a:schemeClr val="tx1">
                            <a:lumMod val="100000"/>
                          </a:schemeClr>
                        </a:solidFill>
                        <a:latin typeface="Segoe Sans Display Semibold" pitchFamily="2" charset="0"/>
                        <a:ea typeface="+mn-ea"/>
                        <a:cs typeface="+mn-cs"/>
                        <a:sym typeface=""/>
                      </a:endParaRPr>
                    </a:p>
                    <a:p>
                      <a:pPr marL="0" marR="0" lvl="0" indent="0" algn="l" defTabSz="932742"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To Customer Flyer_M365 Business Standard</a:t>
                      </a:r>
                      <a:endParaRPr lang="en-US" sz="1200" b="0" i="0" u="none" strike="noStrike" kern="1200" cap="none" spc="0" normalizeH="0" baseline="0">
                        <a:solidFill>
                          <a:schemeClr val="tx1">
                            <a:lumMod val="100000"/>
                          </a:schemeClr>
                        </a:solidFill>
                        <a:highlight>
                          <a:srgbClr val="FFFF00"/>
                        </a:highlight>
                        <a:latin typeface="Segoe Sans Display Semibold" pitchFamily="2" charset="0"/>
                        <a:ea typeface="+mn-ea"/>
                        <a:cs typeface="+mn-cs"/>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bg1">
                        <a:lumMod val="100000"/>
                      </a:schemeClr>
                    </a:solidFill>
                  </a:tcPr>
                </a:tc>
                <a:extLst>
                  <a:ext uri="{0D108BD9-81ED-4DB2-BD59-A6C34878D82A}">
                    <a16:rowId xmlns:a16="http://schemas.microsoft.com/office/drawing/2014/main" val="11321472"/>
                  </a:ext>
                </a:extLst>
              </a:tr>
            </a:tbl>
          </a:graphicData>
        </a:graphic>
      </p:graphicFrame>
      <p:pic>
        <p:nvPicPr>
          <p:cNvPr id="10" name="Picture 9">
            <a:extLst>
              <a:ext uri="{FF2B5EF4-FFF2-40B4-BE49-F238E27FC236}">
                <a16:creationId xmlns:a16="http://schemas.microsoft.com/office/drawing/2014/main" id="{B633ECBF-1312-E38D-76B2-41B4AE44C6CE}"/>
              </a:ext>
            </a:extLst>
          </p:cNvPr>
          <p:cNvPicPr>
            <a:picLocks noChangeAspect="1"/>
          </p:cNvPicPr>
          <p:nvPr/>
        </p:nvPicPr>
        <p:blipFill>
          <a:blip r:embed="rId2"/>
          <a:stretch>
            <a:fillRect/>
          </a:stretch>
        </p:blipFill>
        <p:spPr>
          <a:xfrm>
            <a:off x="5202514" y="1452502"/>
            <a:ext cx="2533669" cy="3286149"/>
          </a:xfrm>
          <a:prstGeom prst="rect">
            <a:avLst/>
          </a:prstGeom>
          <a:ln>
            <a:solidFill>
              <a:schemeClr val="accent2"/>
            </a:solidFill>
          </a:ln>
          <a:effectLst>
            <a:outerShdw blurRad="292100" dist="139700" dir="2700000" algn="tl" rotWithShape="0">
              <a:srgbClr val="333333">
                <a:alpha val="65000"/>
              </a:srgbClr>
            </a:outerShdw>
          </a:effectLst>
        </p:spPr>
      </p:pic>
      <p:sp>
        <p:nvSpPr>
          <p:cNvPr id="11" name="TextBox 10">
            <a:extLst>
              <a:ext uri="{FF2B5EF4-FFF2-40B4-BE49-F238E27FC236}">
                <a16:creationId xmlns:a16="http://schemas.microsoft.com/office/drawing/2014/main" id="{2E4960B0-9BEF-4D6F-F8C0-D6D4253091EE}"/>
              </a:ext>
            </a:extLst>
          </p:cNvPr>
          <p:cNvSpPr txBox="1"/>
          <p:nvPr/>
        </p:nvSpPr>
        <p:spPr>
          <a:xfrm>
            <a:off x="5202514" y="966218"/>
            <a:ext cx="2910104" cy="338554"/>
          </a:xfrm>
          <a:prstGeom prst="rect">
            <a:avLst/>
          </a:prstGeom>
          <a:noFill/>
        </p:spPr>
        <p:txBody>
          <a:bodyPr wrap="square" lIns="0" tIns="0" rIns="0" bIns="0" rtlCol="0">
            <a:spAutoFit/>
          </a:bodyPr>
          <a:lstStyle/>
          <a:p>
            <a:r>
              <a:rPr lang="en-US" sz="1100">
                <a:solidFill>
                  <a:schemeClr val="tx2"/>
                </a:solidFill>
                <a:latin typeface="+mj-lt"/>
                <a:cs typeface="Segoe UI" panose="020B0502040204020203" pitchFamily="34" charset="0"/>
              </a:rPr>
              <a:t>To-Customer M365 Business Premium Security Bundle</a:t>
            </a:r>
          </a:p>
        </p:txBody>
      </p:sp>
      <p:sp>
        <p:nvSpPr>
          <p:cNvPr id="13" name="TextBox 12">
            <a:extLst>
              <a:ext uri="{FF2B5EF4-FFF2-40B4-BE49-F238E27FC236}">
                <a16:creationId xmlns:a16="http://schemas.microsoft.com/office/drawing/2014/main" id="{2FB0E08A-7540-EE1D-E3DC-8E754A4A4505}"/>
              </a:ext>
            </a:extLst>
          </p:cNvPr>
          <p:cNvSpPr txBox="1"/>
          <p:nvPr/>
        </p:nvSpPr>
        <p:spPr>
          <a:xfrm>
            <a:off x="8189203" y="942951"/>
            <a:ext cx="2643040" cy="169277"/>
          </a:xfrm>
          <a:prstGeom prst="rect">
            <a:avLst/>
          </a:prstGeom>
          <a:noFill/>
        </p:spPr>
        <p:txBody>
          <a:bodyPr wrap="square" lIns="0" tIns="0" rIns="0" bIns="0" rtlCol="0">
            <a:spAutoFit/>
          </a:bodyPr>
          <a:lstStyle/>
          <a:p>
            <a:r>
              <a:rPr lang="en-US" sz="1100">
                <a:solidFill>
                  <a:schemeClr val="tx2"/>
                </a:solidFill>
                <a:latin typeface="+mj-lt"/>
                <a:cs typeface="Segoe UI" panose="020B0502040204020203" pitchFamily="34" charset="0"/>
              </a:rPr>
              <a:t>To-Customer M365 Business Standard</a:t>
            </a:r>
          </a:p>
        </p:txBody>
      </p:sp>
      <p:pic>
        <p:nvPicPr>
          <p:cNvPr id="15" name="Picture 14">
            <a:extLst>
              <a:ext uri="{FF2B5EF4-FFF2-40B4-BE49-F238E27FC236}">
                <a16:creationId xmlns:a16="http://schemas.microsoft.com/office/drawing/2014/main" id="{5C444714-7184-0BA5-04D1-1E8D4212A25A}"/>
              </a:ext>
            </a:extLst>
          </p:cNvPr>
          <p:cNvPicPr>
            <a:picLocks noChangeAspect="1"/>
          </p:cNvPicPr>
          <p:nvPr/>
        </p:nvPicPr>
        <p:blipFill>
          <a:blip r:embed="rId3"/>
          <a:stretch>
            <a:fillRect/>
          </a:stretch>
        </p:blipFill>
        <p:spPr>
          <a:xfrm>
            <a:off x="8229601" y="1423927"/>
            <a:ext cx="2562244" cy="3314724"/>
          </a:xfrm>
          <a:prstGeom prst="rect">
            <a:avLst/>
          </a:prstGeom>
          <a:ln>
            <a:solidFill>
              <a:schemeClr val="accent2"/>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8665004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9AB33-3220-DC9D-5B5A-4C7894F86D9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82F871C-D7FC-0E14-9CD2-19E71CA95943}"/>
              </a:ext>
            </a:extLst>
          </p:cNvPr>
          <p:cNvSpPr>
            <a:spLocks noGrp="1"/>
          </p:cNvSpPr>
          <p:nvPr>
            <p:ph type="title"/>
          </p:nvPr>
        </p:nvSpPr>
        <p:spPr>
          <a:xfrm>
            <a:off x="482506" y="672444"/>
            <a:ext cx="3383468" cy="492443"/>
          </a:xfrm>
        </p:spPr>
        <p:txBody>
          <a:bodyPr/>
          <a:lstStyle/>
          <a:p>
            <a:r>
              <a:rPr lang="en-US" sz="3200">
                <a:solidFill>
                  <a:srgbClr val="091F2C"/>
                </a:solidFill>
                <a:latin typeface="Segoe Sans Display Semibold"/>
              </a:rPr>
              <a:t>Website template</a:t>
            </a:r>
          </a:p>
        </p:txBody>
      </p:sp>
      <p:sp>
        <p:nvSpPr>
          <p:cNvPr id="5" name="Text Placeholder 3">
            <a:extLst>
              <a:ext uri="{FF2B5EF4-FFF2-40B4-BE49-F238E27FC236}">
                <a16:creationId xmlns:a16="http://schemas.microsoft.com/office/drawing/2014/main" id="{40B5BC24-71B9-8FF2-0107-6F00454F64FB}"/>
              </a:ext>
            </a:extLst>
          </p:cNvPr>
          <p:cNvSpPr>
            <a:spLocks noGrp="1"/>
          </p:cNvSpPr>
          <p:nvPr>
            <p:ph type="body" sz="quarter" idx="11"/>
          </p:nvPr>
        </p:nvSpPr>
        <p:spPr>
          <a:xfrm>
            <a:off x="482506" y="405516"/>
            <a:ext cx="11018520" cy="184666"/>
          </a:xfrm>
        </p:spPr>
        <p:txBody>
          <a:bodyPr/>
          <a:lstStyle/>
          <a:p>
            <a:r>
              <a:rPr lang="en-US"/>
              <a:t>Marketing activation</a:t>
            </a:r>
          </a:p>
        </p:txBody>
      </p:sp>
      <p:sp>
        <p:nvSpPr>
          <p:cNvPr id="4" name="Content Placeholder 3">
            <a:extLst>
              <a:ext uri="{FF2B5EF4-FFF2-40B4-BE49-F238E27FC236}">
                <a16:creationId xmlns:a16="http://schemas.microsoft.com/office/drawing/2014/main" id="{9A34A631-88D2-26A1-9335-6DFE7CC57783}"/>
              </a:ext>
            </a:extLst>
          </p:cNvPr>
          <p:cNvSpPr>
            <a:spLocks noGrp="1"/>
          </p:cNvSpPr>
          <p:nvPr>
            <p:ph sz="quarter" idx="12"/>
          </p:nvPr>
        </p:nvSpPr>
        <p:spPr>
          <a:xfrm>
            <a:off x="487774" y="1247149"/>
            <a:ext cx="3378200" cy="1138773"/>
          </a:xfrm>
        </p:spPr>
        <p:txBody>
          <a:bodyPr>
            <a:spAutoFit/>
          </a:bodyPr>
          <a:lstStyle/>
          <a:p>
            <a:pPr lvl="1"/>
            <a:r>
              <a:rPr lang="en-US"/>
              <a:t>Leverage for your corporate webpages. </a:t>
            </a:r>
            <a:r>
              <a:rPr lang="en-US" kern="0">
                <a:solidFill>
                  <a:srgbClr val="000000"/>
                </a:solidFill>
                <a:ea typeface="Source Sans Pro"/>
                <a:cs typeface="Segoe UI" charset="0"/>
              </a:rPr>
              <a:t>Spread the word on your offer. </a:t>
            </a:r>
          </a:p>
          <a:p>
            <a:pPr lvl="1"/>
            <a:endParaRPr lang="en-US"/>
          </a:p>
        </p:txBody>
      </p:sp>
      <p:sp>
        <p:nvSpPr>
          <p:cNvPr id="2" name="Rectangle: Top Corners Rounded 1">
            <a:extLst>
              <a:ext uri="{FF2B5EF4-FFF2-40B4-BE49-F238E27FC236}">
                <a16:creationId xmlns:a16="http://schemas.microsoft.com/office/drawing/2014/main" id="{7832305C-9748-285A-4106-5AC4F31CC454}"/>
              </a:ext>
              <a:ext uri="{C183D7F6-B498-43B3-948B-1728B52AA6E4}">
                <adec:decorative xmlns:adec="http://schemas.microsoft.com/office/drawing/2017/decorative" val="1"/>
              </a:ext>
            </a:extLst>
          </p:cNvPr>
          <p:cNvSpPr/>
          <p:nvPr/>
        </p:nvSpPr>
        <p:spPr bwMode="auto">
          <a:xfrm>
            <a:off x="447040" y="2190100"/>
            <a:ext cx="3576321" cy="420227"/>
          </a:xfrm>
          <a:prstGeom prst="round2SameRect">
            <a:avLst/>
          </a:prstGeom>
          <a:gradFill>
            <a:gsLst>
              <a:gs pos="96503">
                <a:schemeClr val="accent3">
                  <a:lumMod val="100000"/>
                </a:schemeClr>
              </a:gs>
              <a:gs pos="33000">
                <a:schemeClr val="accent1">
                  <a:lumMod val="60000"/>
                  <a:lumOff val="40000"/>
                </a:schemeClr>
              </a:gs>
              <a:gs pos="66000">
                <a:schemeClr val="accent2">
                  <a:lumMod val="75000"/>
                  <a:lumOff val="25000"/>
                </a:schemeClr>
              </a:gs>
              <a:gs pos="0">
                <a:schemeClr val="accent1"/>
              </a:gs>
            </a:gsLst>
            <a:lin ang="0" scaled="1"/>
          </a:gradFill>
          <a:ln>
            <a:noFill/>
            <a:headEnd type="none" w="med" len="med"/>
            <a:tailEnd type="none" w="med" len="med"/>
          </a:ln>
          <a:effectLst>
            <a:outerShdw blurRad="127000" dist="1270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aphicFrame>
        <p:nvGraphicFramePr>
          <p:cNvPr id="12" name="Table 11">
            <a:extLst>
              <a:ext uri="{FF2B5EF4-FFF2-40B4-BE49-F238E27FC236}">
                <a16:creationId xmlns:a16="http://schemas.microsoft.com/office/drawing/2014/main" id="{EE693E90-3126-7F6C-FDAA-1695D12616B5}"/>
              </a:ext>
            </a:extLst>
          </p:cNvPr>
          <p:cNvGraphicFramePr>
            <a:graphicFrameLocks noGrp="1"/>
          </p:cNvGraphicFramePr>
          <p:nvPr>
            <p:extLst>
              <p:ext uri="{D42A27DB-BD31-4B8C-83A1-F6EECF244321}">
                <p14:modId xmlns:p14="http://schemas.microsoft.com/office/powerpoint/2010/main" val="2716653865"/>
              </p:ext>
            </p:extLst>
          </p:nvPr>
        </p:nvGraphicFramePr>
        <p:xfrm>
          <a:off x="447040" y="2228001"/>
          <a:ext cx="3576321" cy="1828800"/>
        </p:xfrm>
        <a:graphic>
          <a:graphicData uri="http://schemas.openxmlformats.org/drawingml/2006/table">
            <a:tbl>
              <a:tblPr firstRow="1" bandRow="1">
                <a:effectLst>
                  <a:outerShdw blurRad="127000" dist="127000" dir="2700000" rotWithShape="0">
                    <a:srgbClr val="000000">
                      <a:alpha val="15000"/>
                    </a:srgbClr>
                  </a:outerShdw>
                </a:effectLst>
                <a:tableStyleId>{2D5ABB26-0587-4C30-8999-92F81FD0307C}</a:tableStyleId>
              </a:tblPr>
              <a:tblGrid>
                <a:gridCol w="1561493">
                  <a:extLst>
                    <a:ext uri="{9D8B030D-6E8A-4147-A177-3AD203B41FA5}">
                      <a16:colId xmlns:a16="http://schemas.microsoft.com/office/drawing/2014/main" val="3019575003"/>
                    </a:ext>
                  </a:extLst>
                </a:gridCol>
                <a:gridCol w="2014828">
                  <a:extLst>
                    <a:ext uri="{9D8B030D-6E8A-4147-A177-3AD203B41FA5}">
                      <a16:colId xmlns:a16="http://schemas.microsoft.com/office/drawing/2014/main" val="2523267720"/>
                    </a:ext>
                  </a:extLst>
                </a:gridCol>
              </a:tblGrid>
              <a:tr h="0">
                <a:tc gridSpan="2">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1" i="0" u="none" strike="noStrike" kern="1200" cap="none" spc="0" normalizeH="0" baseline="0">
                          <a:solidFill>
                            <a:schemeClr val="bg1">
                              <a:lumMod val="100000"/>
                            </a:schemeClr>
                          </a:solidFill>
                          <a:latin typeface="Segoe Sans Display Semibold" pitchFamily="2" charset="0"/>
                          <a:ea typeface="+mn-ea"/>
                          <a:cs typeface="+mn-cs"/>
                          <a:sym typeface=""/>
                        </a:rPr>
                        <a:t>Asset Details</a:t>
                      </a:r>
                    </a:p>
                  </a:txBody>
                  <a:tcPr marT="91440" marB="91440" anchor="ctr"/>
                </a:tc>
                <a:tc hMerge="1">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endParaRPr lang="en-US" sz="110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567642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Notes</a:t>
                      </a:r>
                    </a:p>
                  </a:txBody>
                  <a:tcPr marT="91440" marB="91440" anchor="ctr">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2013412394"/>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Design options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rPr>
                        <a:t>Customizable</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148753226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Editable file type</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rPr>
                        <a:t>Html</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3555706065"/>
                  </a:ext>
                </a:extLst>
              </a:tr>
              <a:tr h="210869">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File name</a:t>
                      </a: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accent3">
                        <a:lumMod val="40000"/>
                        <a:lumOff val="60000"/>
                      </a:schemeClr>
                    </a:solidFill>
                  </a:tcPr>
                </a:tc>
                <a:tc>
                  <a:txBody>
                    <a:bodyPr/>
                    <a:lstStyle/>
                    <a:p>
                      <a:pPr marL="0" marR="0" lvl="0" indent="0" algn="l" defTabSz="932742" rtl="0" eaLnBrk="1" fontAlgn="auto" hangingPunct="1">
                        <a:lnSpc>
                          <a:spcPct val="100000"/>
                        </a:lnSpc>
                        <a:spcBef>
                          <a:spcPts val="0"/>
                        </a:spcBef>
                        <a:spcAft>
                          <a:spcPts val="0"/>
                        </a:spcAft>
                        <a:buFontTx/>
                        <a:buNone/>
                      </a:pPr>
                      <a:r>
                        <a:rPr lang="en-US" sz="1200" b="0" i="0" u="none" strike="noStrike" kern="1200" cap="none" spc="0" normalizeH="0" baseline="0" err="1">
                          <a:solidFill>
                            <a:schemeClr val="tx1">
                              <a:lumMod val="100000"/>
                            </a:schemeClr>
                          </a:solidFill>
                          <a:latin typeface="Segoe Sans Display Semibold" pitchFamily="2" charset="0"/>
                          <a:ea typeface="+mn-ea"/>
                          <a:cs typeface="+mn-cs"/>
                          <a:sym typeface=""/>
                        </a:rPr>
                        <a:t>CopilotBusiness_Website</a:t>
                      </a:r>
                      <a:endParaRPr lang="en-US" sz="1200" b="0" i="0" u="none" strike="noStrike" kern="1200" cap="none" spc="0" normalizeH="0" baseline="0">
                        <a:solidFill>
                          <a:schemeClr val="tx1">
                            <a:lumMod val="100000"/>
                          </a:schemeClr>
                        </a:solidFill>
                        <a:latin typeface="Segoe Sans Display Semibold" pitchFamily="2" charset="0"/>
                        <a:ea typeface="+mn-ea"/>
                        <a:cs typeface="+mn-cs"/>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bg1">
                        <a:lumMod val="100000"/>
                      </a:schemeClr>
                    </a:solidFill>
                  </a:tcPr>
                </a:tc>
                <a:extLst>
                  <a:ext uri="{0D108BD9-81ED-4DB2-BD59-A6C34878D82A}">
                    <a16:rowId xmlns:a16="http://schemas.microsoft.com/office/drawing/2014/main" val="11321472"/>
                  </a:ext>
                </a:extLst>
              </a:tr>
            </a:tbl>
          </a:graphicData>
        </a:graphic>
      </p:graphicFrame>
      <p:pic>
        <p:nvPicPr>
          <p:cNvPr id="9" name="Picture 8">
            <a:extLst>
              <a:ext uri="{FF2B5EF4-FFF2-40B4-BE49-F238E27FC236}">
                <a16:creationId xmlns:a16="http://schemas.microsoft.com/office/drawing/2014/main" id="{67EAF0D3-5449-B10A-E42B-39217A6A5BAC}"/>
              </a:ext>
            </a:extLst>
          </p:cNvPr>
          <p:cNvPicPr>
            <a:picLocks noChangeAspect="1"/>
          </p:cNvPicPr>
          <p:nvPr/>
        </p:nvPicPr>
        <p:blipFill>
          <a:blip r:embed="rId2"/>
          <a:stretch>
            <a:fillRect/>
          </a:stretch>
        </p:blipFill>
        <p:spPr>
          <a:xfrm>
            <a:off x="6096000" y="312735"/>
            <a:ext cx="2995414" cy="5802040"/>
          </a:xfrm>
          <a:prstGeom prst="rect">
            <a:avLst/>
          </a:prstGeom>
          <a:ln>
            <a:solidFill>
              <a:schemeClr val="accent2"/>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2329310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47349-D08C-3364-6D9E-B5B03ABC628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C404C97-E096-5668-187B-37BAF305B760}"/>
              </a:ext>
            </a:extLst>
          </p:cNvPr>
          <p:cNvSpPr>
            <a:spLocks noGrp="1"/>
          </p:cNvSpPr>
          <p:nvPr>
            <p:ph type="title"/>
          </p:nvPr>
        </p:nvSpPr>
        <p:spPr>
          <a:xfrm>
            <a:off x="576073" y="512064"/>
            <a:ext cx="3383468" cy="492443"/>
          </a:xfrm>
        </p:spPr>
        <p:txBody>
          <a:bodyPr/>
          <a:lstStyle/>
          <a:p>
            <a:r>
              <a:rPr lang="en-US" sz="3200">
                <a:solidFill>
                  <a:srgbClr val="091F2C"/>
                </a:solidFill>
                <a:latin typeface="Segoe Sans Display Semibold"/>
              </a:rPr>
              <a:t>Digital</a:t>
            </a:r>
            <a:r>
              <a:rPr lang="en-US"/>
              <a:t> </a:t>
            </a:r>
            <a:r>
              <a:rPr lang="en-US" sz="3200">
                <a:solidFill>
                  <a:srgbClr val="091F2C"/>
                </a:solidFill>
                <a:latin typeface="Segoe Sans Display Semibold"/>
              </a:rPr>
              <a:t>banner</a:t>
            </a:r>
          </a:p>
        </p:txBody>
      </p:sp>
      <p:sp>
        <p:nvSpPr>
          <p:cNvPr id="5" name="Text Placeholder 3">
            <a:extLst>
              <a:ext uri="{FF2B5EF4-FFF2-40B4-BE49-F238E27FC236}">
                <a16:creationId xmlns:a16="http://schemas.microsoft.com/office/drawing/2014/main" id="{A26A91CA-189E-0DAF-B38F-D8270ED674DF}"/>
              </a:ext>
            </a:extLst>
          </p:cNvPr>
          <p:cNvSpPr>
            <a:spLocks noGrp="1"/>
          </p:cNvSpPr>
          <p:nvPr>
            <p:ph type="body" sz="quarter" idx="11"/>
          </p:nvPr>
        </p:nvSpPr>
        <p:spPr>
          <a:xfrm>
            <a:off x="597982" y="311665"/>
            <a:ext cx="11018520" cy="184666"/>
          </a:xfrm>
        </p:spPr>
        <p:txBody>
          <a:bodyPr/>
          <a:lstStyle/>
          <a:p>
            <a:r>
              <a:rPr lang="en-US"/>
              <a:t>Marketing activation</a:t>
            </a:r>
          </a:p>
        </p:txBody>
      </p:sp>
      <p:sp>
        <p:nvSpPr>
          <p:cNvPr id="4" name="Content Placeholder 3">
            <a:extLst>
              <a:ext uri="{FF2B5EF4-FFF2-40B4-BE49-F238E27FC236}">
                <a16:creationId xmlns:a16="http://schemas.microsoft.com/office/drawing/2014/main" id="{6B8059BF-E81A-CF85-38CD-F7C210993C0F}"/>
              </a:ext>
            </a:extLst>
          </p:cNvPr>
          <p:cNvSpPr>
            <a:spLocks noGrp="1"/>
          </p:cNvSpPr>
          <p:nvPr>
            <p:ph sz="quarter" idx="12"/>
          </p:nvPr>
        </p:nvSpPr>
        <p:spPr>
          <a:xfrm>
            <a:off x="584201" y="1163340"/>
            <a:ext cx="3378200" cy="1015663"/>
          </a:xfrm>
        </p:spPr>
        <p:txBody>
          <a:bodyPr>
            <a:spAutoFit/>
          </a:bodyPr>
          <a:lstStyle/>
          <a:p>
            <a:pPr lvl="1"/>
            <a:r>
              <a:rPr lang="en-US"/>
              <a:t>Place banners in newsletters, social posts, or corporate media and webpages. </a:t>
            </a:r>
            <a:r>
              <a:rPr lang="en-US" kern="0">
                <a:solidFill>
                  <a:srgbClr val="000000"/>
                </a:solidFill>
                <a:ea typeface="Source Sans Pro"/>
                <a:cs typeface="Segoe UI" charset="0"/>
              </a:rPr>
              <a:t>Spread the word on your offer. </a:t>
            </a:r>
          </a:p>
          <a:p>
            <a:pPr lvl="1"/>
            <a:endParaRPr lang="en-US"/>
          </a:p>
        </p:txBody>
      </p:sp>
      <p:sp>
        <p:nvSpPr>
          <p:cNvPr id="2" name="Rectangle: Top Corners Rounded 1">
            <a:extLst>
              <a:ext uri="{FF2B5EF4-FFF2-40B4-BE49-F238E27FC236}">
                <a16:creationId xmlns:a16="http://schemas.microsoft.com/office/drawing/2014/main" id="{62207B52-CE64-7E4A-83B0-7CEAFECADAE5}"/>
              </a:ext>
              <a:ext uri="{C183D7F6-B498-43B3-948B-1728B52AA6E4}">
                <adec:decorative xmlns:adec="http://schemas.microsoft.com/office/drawing/2017/decorative" val="1"/>
              </a:ext>
            </a:extLst>
          </p:cNvPr>
          <p:cNvSpPr/>
          <p:nvPr/>
        </p:nvSpPr>
        <p:spPr bwMode="auto">
          <a:xfrm>
            <a:off x="597982" y="2436757"/>
            <a:ext cx="3232339" cy="420227"/>
          </a:xfrm>
          <a:prstGeom prst="round2SameRect">
            <a:avLst/>
          </a:prstGeom>
          <a:gradFill>
            <a:gsLst>
              <a:gs pos="96503">
                <a:schemeClr val="accent3">
                  <a:lumMod val="100000"/>
                </a:schemeClr>
              </a:gs>
              <a:gs pos="33000">
                <a:schemeClr val="accent1">
                  <a:lumMod val="60000"/>
                  <a:lumOff val="40000"/>
                </a:schemeClr>
              </a:gs>
              <a:gs pos="66000">
                <a:schemeClr val="accent2">
                  <a:lumMod val="75000"/>
                  <a:lumOff val="25000"/>
                </a:schemeClr>
              </a:gs>
              <a:gs pos="0">
                <a:schemeClr val="accent1"/>
              </a:gs>
            </a:gsLst>
            <a:lin ang="0" scaled="1"/>
          </a:gradFill>
          <a:ln>
            <a:noFill/>
            <a:headEnd type="none" w="med" len="med"/>
            <a:tailEnd type="none" w="med" len="med"/>
          </a:ln>
          <a:effectLst>
            <a:outerShdw blurRad="127000" dist="127000" dir="2700000" algn="tl" rotWithShape="0">
              <a:prstClr val="black">
                <a:alpha val="15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aphicFrame>
        <p:nvGraphicFramePr>
          <p:cNvPr id="12" name="Table 11">
            <a:extLst>
              <a:ext uri="{FF2B5EF4-FFF2-40B4-BE49-F238E27FC236}">
                <a16:creationId xmlns:a16="http://schemas.microsoft.com/office/drawing/2014/main" id="{3D175D7B-6FFC-7DBF-B585-7471E9F301F7}"/>
              </a:ext>
            </a:extLst>
          </p:cNvPr>
          <p:cNvGraphicFramePr>
            <a:graphicFrameLocks noGrp="1"/>
          </p:cNvGraphicFramePr>
          <p:nvPr>
            <p:extLst>
              <p:ext uri="{D42A27DB-BD31-4B8C-83A1-F6EECF244321}">
                <p14:modId xmlns:p14="http://schemas.microsoft.com/office/powerpoint/2010/main" val="1747717862"/>
              </p:ext>
            </p:extLst>
          </p:nvPr>
        </p:nvGraphicFramePr>
        <p:xfrm>
          <a:off x="584201" y="2490097"/>
          <a:ext cx="3246120" cy="2194560"/>
        </p:xfrm>
        <a:graphic>
          <a:graphicData uri="http://schemas.openxmlformats.org/drawingml/2006/table">
            <a:tbl>
              <a:tblPr firstRow="1" bandRow="1">
                <a:effectLst>
                  <a:outerShdw blurRad="127000" dist="127000" dir="2700000" rotWithShape="0">
                    <a:srgbClr val="000000">
                      <a:alpha val="15000"/>
                    </a:srgbClr>
                  </a:outerShdw>
                </a:effectLst>
                <a:tableStyleId>{2D5ABB26-0587-4C30-8999-92F81FD0307C}</a:tableStyleId>
              </a:tblPr>
              <a:tblGrid>
                <a:gridCol w="1417320">
                  <a:extLst>
                    <a:ext uri="{9D8B030D-6E8A-4147-A177-3AD203B41FA5}">
                      <a16:colId xmlns:a16="http://schemas.microsoft.com/office/drawing/2014/main" val="3019575003"/>
                    </a:ext>
                  </a:extLst>
                </a:gridCol>
                <a:gridCol w="1828800">
                  <a:extLst>
                    <a:ext uri="{9D8B030D-6E8A-4147-A177-3AD203B41FA5}">
                      <a16:colId xmlns:a16="http://schemas.microsoft.com/office/drawing/2014/main" val="2523267720"/>
                    </a:ext>
                  </a:extLst>
                </a:gridCol>
              </a:tblGrid>
              <a:tr h="0">
                <a:tc gridSpan="2">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1" i="0" u="none" strike="noStrike" kern="1200" cap="none" spc="0" normalizeH="0" baseline="0">
                          <a:solidFill>
                            <a:schemeClr val="bg1">
                              <a:lumMod val="100000"/>
                            </a:schemeClr>
                          </a:solidFill>
                          <a:latin typeface="Segoe Sans Display Semibold" pitchFamily="2" charset="0"/>
                          <a:ea typeface="+mn-ea"/>
                          <a:cs typeface="+mn-cs"/>
                          <a:sym typeface=""/>
                        </a:rPr>
                        <a:t>Asset Details</a:t>
                      </a:r>
                    </a:p>
                  </a:txBody>
                  <a:tcPr marT="91440" marB="91440" anchor="ctr"/>
                </a:tc>
                <a:tc hMerge="1">
                  <a:txBody>
                    <a:bodyPr/>
                    <a:lstStyle>
                      <a:lvl1pPr marL="0" algn="l" defTabSz="914400" rtl="0" eaLnBrk="1" latinLnBrk="0" hangingPunct="1">
                        <a:defRPr sz="1800" b="1" kern="1200">
                          <a:solidFill>
                            <a:schemeClr val="lt1"/>
                          </a:solidFill>
                          <a:latin typeface="Segoe Sans Display"/>
                        </a:defRPr>
                      </a:lvl1pPr>
                      <a:lvl2pPr marL="457200" algn="l" defTabSz="914400" rtl="0" eaLnBrk="1" latinLnBrk="0" hangingPunct="1">
                        <a:defRPr sz="1800" b="1" kern="1200">
                          <a:solidFill>
                            <a:schemeClr val="lt1"/>
                          </a:solidFill>
                          <a:latin typeface="Segoe Sans Display"/>
                        </a:defRPr>
                      </a:lvl2pPr>
                      <a:lvl3pPr marL="914400" algn="l" defTabSz="914400" rtl="0" eaLnBrk="1" latinLnBrk="0" hangingPunct="1">
                        <a:defRPr sz="1800" b="1" kern="1200">
                          <a:solidFill>
                            <a:schemeClr val="lt1"/>
                          </a:solidFill>
                          <a:latin typeface="Segoe Sans Display"/>
                        </a:defRPr>
                      </a:lvl3pPr>
                      <a:lvl4pPr marL="1371600" algn="l" defTabSz="914400" rtl="0" eaLnBrk="1" latinLnBrk="0" hangingPunct="1">
                        <a:defRPr sz="1800" b="1" kern="1200">
                          <a:solidFill>
                            <a:schemeClr val="lt1"/>
                          </a:solidFill>
                          <a:latin typeface="Segoe Sans Display"/>
                        </a:defRPr>
                      </a:lvl4pPr>
                      <a:lvl5pPr marL="1828800" algn="l" defTabSz="914400" rtl="0" eaLnBrk="1" latinLnBrk="0" hangingPunct="1">
                        <a:defRPr sz="1800" b="1" kern="1200">
                          <a:solidFill>
                            <a:schemeClr val="lt1"/>
                          </a:solidFill>
                          <a:latin typeface="Segoe Sans Display"/>
                        </a:defRPr>
                      </a:lvl5pPr>
                      <a:lvl6pPr marL="2286000" algn="l" defTabSz="914400" rtl="0" eaLnBrk="1" latinLnBrk="0" hangingPunct="1">
                        <a:defRPr sz="1800" b="1" kern="1200">
                          <a:solidFill>
                            <a:schemeClr val="lt1"/>
                          </a:solidFill>
                          <a:latin typeface="Segoe Sans Display"/>
                        </a:defRPr>
                      </a:lvl6pPr>
                      <a:lvl7pPr marL="2743200" algn="l" defTabSz="914400" rtl="0" eaLnBrk="1" latinLnBrk="0" hangingPunct="1">
                        <a:defRPr sz="1800" b="1" kern="1200">
                          <a:solidFill>
                            <a:schemeClr val="lt1"/>
                          </a:solidFill>
                          <a:latin typeface="Segoe Sans Display"/>
                        </a:defRPr>
                      </a:lvl7pPr>
                      <a:lvl8pPr marL="3200400" algn="l" defTabSz="914400" rtl="0" eaLnBrk="1" latinLnBrk="0" hangingPunct="1">
                        <a:defRPr sz="1800" b="1" kern="1200">
                          <a:solidFill>
                            <a:schemeClr val="lt1"/>
                          </a:solidFill>
                          <a:latin typeface="Segoe Sans Display"/>
                        </a:defRPr>
                      </a:lvl8pPr>
                      <a:lvl9pPr marL="3657600" algn="l" defTabSz="914400" rtl="0" eaLnBrk="1" latinLnBrk="0" hangingPunct="1">
                        <a:defRPr sz="1800" b="1" kern="1200">
                          <a:solidFill>
                            <a:schemeClr val="lt1"/>
                          </a:solidFill>
                          <a:latin typeface="Segoe Sans Display"/>
                        </a:defRPr>
                      </a:lvl9pPr>
                    </a:lstStyle>
                    <a:p>
                      <a:endParaRPr lang="en-US" sz="1100">
                        <a:solidFill>
                          <a:schemeClr val="tx1"/>
                        </a:solidFill>
                        <a:latin typeface="+mj-lt"/>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2567642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Notes</a:t>
                      </a:r>
                    </a:p>
                  </a:txBody>
                  <a:tcPr marT="91440" marB="91440" anchor="ctr">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n/a</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2013412394"/>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Design options</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4 ad options, horizontal and vertical</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1487532267"/>
                  </a:ext>
                </a:extLst>
              </a:tr>
              <a:tr h="0">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Editable file type</a:t>
                      </a: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accent3">
                        <a:lumMod val="40000"/>
                        <a:lumOff val="60000"/>
                      </a:schemeClr>
                    </a:solidFill>
                  </a:tcPr>
                </a:tc>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32742" rtl="0" eaLnBrk="1" fontAlgn="auto" hangingPunct="1">
                        <a:lnSpc>
                          <a:spcPct val="100000"/>
                        </a:lnSpc>
                        <a:spcBef>
                          <a:spcPts val="0"/>
                        </a:spcBef>
                        <a:spcAft>
                          <a:spcPts val="0"/>
                        </a:spcAft>
                        <a:buFontTx/>
                        <a:buNone/>
                      </a:pPr>
                      <a:r>
                        <a:rPr kumimoji="0" lang="en-US" sz="1200" b="0" i="0" u="none" strike="noStrike" kern="1200" cap="none" spc="0" normalizeH="0" baseline="0" noProof="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PowerPoint</a:t>
                      </a:r>
                      <a:endParaRPr lang="en-US" sz="1200" b="0" i="0" u="none" strike="noStrike" kern="1200" cap="none" spc="0" normalizeH="0" baseline="0">
                        <a:solidFill>
                          <a:schemeClr val="tx1">
                            <a:lumMod val="100000"/>
                          </a:schemeClr>
                        </a:solidFill>
                        <a:latin typeface="Segoe Sans Display" pitchFamily="2" charset="0"/>
                        <a:ea typeface="+mn-ea"/>
                        <a:cs typeface="Segoe UI" panose="020B0502040204020203" pitchFamily="34" charset="0"/>
                        <a:sym typeface=""/>
                      </a:endParaRPr>
                    </a:p>
                  </a:txBody>
                  <a:tcPr marT="91440" marB="91440" anchor="ctr">
                    <a:lnT w="9525" cap="flat" cmpd="sng" algn="ctr">
                      <a:solidFill>
                        <a:schemeClr val="accent3">
                          <a:lumMod val="60000"/>
                          <a:lumOff val="40000"/>
                        </a:schemeClr>
                      </a:solidFill>
                      <a:prstDash val="solid"/>
                      <a:round/>
                      <a:headEnd type="none" w="med" len="med"/>
                      <a:tailEnd type="none" w="med" len="med"/>
                    </a:lnT>
                    <a:lnB w="9525" cap="flat" cmpd="sng" algn="ctr">
                      <a:solidFill>
                        <a:schemeClr val="accent3">
                          <a:lumMod val="60000"/>
                          <a:lumOff val="40000"/>
                        </a:schemeClr>
                      </a:solidFill>
                      <a:prstDash val="solid"/>
                      <a:round/>
                      <a:headEnd type="none" w="med" len="med"/>
                      <a:tailEnd type="none" w="med" len="med"/>
                    </a:lnB>
                    <a:solidFill>
                      <a:schemeClr val="bg1">
                        <a:lumMod val="100000"/>
                      </a:schemeClr>
                    </a:solidFill>
                  </a:tcPr>
                </a:tc>
                <a:extLst>
                  <a:ext uri="{0D108BD9-81ED-4DB2-BD59-A6C34878D82A}">
                    <a16:rowId xmlns:a16="http://schemas.microsoft.com/office/drawing/2014/main" val="3555706065"/>
                  </a:ext>
                </a:extLst>
              </a:tr>
              <a:tr h="210869">
                <a:tc>
                  <a:txBody>
                    <a:bodyPr/>
                    <a:lstStyle>
                      <a:lvl1pPr marL="0" algn="l" defTabSz="914400" rtl="0" eaLnBrk="1" latinLnBrk="0" hangingPunct="1">
                        <a:defRPr sz="1800" kern="1200">
                          <a:solidFill>
                            <a:schemeClr val="dk1"/>
                          </a:solidFill>
                          <a:latin typeface="Segoe Sans Display"/>
                        </a:defRPr>
                      </a:lvl1pPr>
                      <a:lvl2pPr marL="457200" algn="l" defTabSz="914400" rtl="0" eaLnBrk="1" latinLnBrk="0" hangingPunct="1">
                        <a:defRPr sz="1800" kern="1200">
                          <a:solidFill>
                            <a:schemeClr val="dk1"/>
                          </a:solidFill>
                          <a:latin typeface="Segoe Sans Display"/>
                        </a:defRPr>
                      </a:lvl2pPr>
                      <a:lvl3pPr marL="914400" algn="l" defTabSz="914400" rtl="0" eaLnBrk="1" latinLnBrk="0" hangingPunct="1">
                        <a:defRPr sz="1800" kern="1200">
                          <a:solidFill>
                            <a:schemeClr val="dk1"/>
                          </a:solidFill>
                          <a:latin typeface="Segoe Sans Display"/>
                        </a:defRPr>
                      </a:lvl3pPr>
                      <a:lvl4pPr marL="1371600" algn="l" defTabSz="914400" rtl="0" eaLnBrk="1" latinLnBrk="0" hangingPunct="1">
                        <a:defRPr sz="1800" kern="1200">
                          <a:solidFill>
                            <a:schemeClr val="dk1"/>
                          </a:solidFill>
                          <a:latin typeface="Segoe Sans Display"/>
                        </a:defRPr>
                      </a:lvl4pPr>
                      <a:lvl5pPr marL="1828800" algn="l" defTabSz="914400" rtl="0" eaLnBrk="1" latinLnBrk="0" hangingPunct="1">
                        <a:defRPr sz="1800" kern="1200">
                          <a:solidFill>
                            <a:schemeClr val="dk1"/>
                          </a:solidFill>
                          <a:latin typeface="Segoe Sans Display"/>
                        </a:defRPr>
                      </a:lvl5pPr>
                      <a:lvl6pPr marL="2286000" algn="l" defTabSz="914400" rtl="0" eaLnBrk="1" latinLnBrk="0" hangingPunct="1">
                        <a:defRPr sz="1800" kern="1200">
                          <a:solidFill>
                            <a:schemeClr val="dk1"/>
                          </a:solidFill>
                          <a:latin typeface="Segoe Sans Display"/>
                        </a:defRPr>
                      </a:lvl6pPr>
                      <a:lvl7pPr marL="2743200" algn="l" defTabSz="914400" rtl="0" eaLnBrk="1" latinLnBrk="0" hangingPunct="1">
                        <a:defRPr sz="1800" kern="1200">
                          <a:solidFill>
                            <a:schemeClr val="dk1"/>
                          </a:solidFill>
                          <a:latin typeface="Segoe Sans Display"/>
                        </a:defRPr>
                      </a:lvl7pPr>
                      <a:lvl8pPr marL="3200400" algn="l" defTabSz="914400" rtl="0" eaLnBrk="1" latinLnBrk="0" hangingPunct="1">
                        <a:defRPr sz="1800" kern="1200">
                          <a:solidFill>
                            <a:schemeClr val="dk1"/>
                          </a:solidFill>
                          <a:latin typeface="Segoe Sans Display"/>
                        </a:defRPr>
                      </a:lvl8pPr>
                      <a:lvl9pPr marL="3657600" algn="l" defTabSz="914400" rtl="0" eaLnBrk="1" latinLnBrk="0" hangingPunct="1">
                        <a:defRPr sz="1800" kern="1200">
                          <a:solidFill>
                            <a:schemeClr val="dk1"/>
                          </a:solidFill>
                          <a:latin typeface="Segoe Sans Display"/>
                        </a:defRPr>
                      </a:lvl9pPr>
                    </a:lstStyle>
                    <a:p>
                      <a:pPr marL="0" marR="0" lvl="0" indent="0" algn="l" defTabSz="914400" rtl="0" eaLnBrk="1" fontAlgn="auto" hangingPunct="1">
                        <a:lnSpc>
                          <a:spcPct val="100000"/>
                        </a:lnSpc>
                        <a:spcBef>
                          <a:spcPts val="0"/>
                        </a:spcBef>
                        <a:spcAft>
                          <a:spcPts val="0"/>
                        </a:spcAft>
                        <a:buFontTx/>
                        <a:buNone/>
                      </a:pPr>
                      <a:r>
                        <a:rPr lang="en-US" sz="1200" b="0" i="0" u="none" strike="noStrike" kern="1200" cap="none" spc="0" normalizeH="0" baseline="0">
                          <a:solidFill>
                            <a:schemeClr val="tx1">
                              <a:lumMod val="100000"/>
                            </a:schemeClr>
                          </a:solidFill>
                          <a:latin typeface="Segoe Sans Display Semibold" pitchFamily="2" charset="0"/>
                          <a:ea typeface="+mn-ea"/>
                          <a:cs typeface="+mn-cs"/>
                          <a:sym typeface=""/>
                        </a:rPr>
                        <a:t>File name</a:t>
                      </a: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accent3">
                        <a:lumMod val="40000"/>
                        <a:lumOff val="60000"/>
                      </a:schemeClr>
                    </a:solidFill>
                  </a:tcPr>
                </a:tc>
                <a:tc>
                  <a:txBody>
                    <a:bodyPr/>
                    <a:lstStyle/>
                    <a:p>
                      <a:pPr marL="0" marR="0" lvl="0" indent="0" algn="l" defTabSz="932742" rtl="0" eaLnBrk="1" fontAlgn="auto" latinLnBrk="0" hangingPunct="1">
                        <a:lnSpc>
                          <a:spcPct val="100000"/>
                        </a:lnSpc>
                        <a:spcBef>
                          <a:spcPts val="0"/>
                        </a:spcBef>
                        <a:spcAft>
                          <a:spcPts val="0"/>
                        </a:spcAft>
                        <a:buFontTx/>
                        <a:buNone/>
                      </a:pPr>
                      <a:r>
                        <a:rPr kumimoji="0" lang="en-US" sz="1200" b="0" i="0" u="none" strike="noStrike" kern="1200" cap="none" spc="0" normalizeH="0" baseline="0">
                          <a:ln w="3175">
                            <a:noFill/>
                          </a:ln>
                          <a:solidFill>
                            <a:schemeClr val="tx1">
                              <a:lumMod val="100000"/>
                            </a:schemeClr>
                          </a:solidFill>
                          <a:effectLst/>
                          <a:uLnTx/>
                          <a:uFillTx/>
                          <a:latin typeface="Segoe Sans Display" pitchFamily="2" charset="0"/>
                          <a:ea typeface="+mn-ea"/>
                          <a:cs typeface="Segoe UI" panose="020B0502040204020203" pitchFamily="34" charset="0"/>
                          <a:sym typeface=""/>
                        </a:rPr>
                        <a:t>M365 Copilot Business_ Social Ad</a:t>
                      </a:r>
                    </a:p>
                  </a:txBody>
                  <a:tcPr marT="91440" marB="91440" anchor="ctr">
                    <a:lnT w="9525" cap="flat" cmpd="sng" algn="ctr">
                      <a:solidFill>
                        <a:schemeClr val="accent3">
                          <a:lumMod val="60000"/>
                          <a:lumOff val="40000"/>
                        </a:schemeClr>
                      </a:solidFill>
                      <a:prstDash val="solid"/>
                      <a:round/>
                      <a:headEnd type="none" w="med" len="med"/>
                      <a:tailEnd type="none" w="med" len="med"/>
                    </a:lnT>
                    <a:solidFill>
                      <a:schemeClr val="bg1">
                        <a:lumMod val="100000"/>
                      </a:schemeClr>
                    </a:solidFill>
                  </a:tcPr>
                </a:tc>
                <a:extLst>
                  <a:ext uri="{0D108BD9-81ED-4DB2-BD59-A6C34878D82A}">
                    <a16:rowId xmlns:a16="http://schemas.microsoft.com/office/drawing/2014/main" val="11321472"/>
                  </a:ext>
                </a:extLst>
              </a:tr>
            </a:tbl>
          </a:graphicData>
        </a:graphic>
      </p:graphicFrame>
      <p:pic>
        <p:nvPicPr>
          <p:cNvPr id="39" name="Picture 38">
            <a:extLst>
              <a:ext uri="{FF2B5EF4-FFF2-40B4-BE49-F238E27FC236}">
                <a16:creationId xmlns:a16="http://schemas.microsoft.com/office/drawing/2014/main" id="{37FF9B66-3FAA-1371-124C-20052FCAC933}"/>
              </a:ext>
            </a:extLst>
          </p:cNvPr>
          <p:cNvPicPr>
            <a:picLocks noChangeAspect="1"/>
          </p:cNvPicPr>
          <p:nvPr/>
        </p:nvPicPr>
        <p:blipFill>
          <a:blip r:embed="rId2"/>
          <a:stretch>
            <a:fillRect/>
          </a:stretch>
        </p:blipFill>
        <p:spPr>
          <a:xfrm>
            <a:off x="8252057" y="927678"/>
            <a:ext cx="1930505" cy="2401908"/>
          </a:xfrm>
          <a:prstGeom prst="rect">
            <a:avLst/>
          </a:prstGeom>
          <a:ln>
            <a:solidFill>
              <a:schemeClr val="accent2"/>
            </a:solidFill>
          </a:ln>
          <a:effectLst>
            <a:outerShdw blurRad="292100" dist="139700" dir="2700000" algn="tl" rotWithShape="0">
              <a:srgbClr val="333333">
                <a:alpha val="65000"/>
              </a:srgbClr>
            </a:outerShdw>
          </a:effectLst>
        </p:spPr>
      </p:pic>
      <p:pic>
        <p:nvPicPr>
          <p:cNvPr id="41" name="Picture 40">
            <a:extLst>
              <a:ext uri="{FF2B5EF4-FFF2-40B4-BE49-F238E27FC236}">
                <a16:creationId xmlns:a16="http://schemas.microsoft.com/office/drawing/2014/main" id="{45546C98-2401-6132-257A-5555945FFAC7}"/>
              </a:ext>
            </a:extLst>
          </p:cNvPr>
          <p:cNvPicPr>
            <a:picLocks noChangeAspect="1"/>
          </p:cNvPicPr>
          <p:nvPr/>
        </p:nvPicPr>
        <p:blipFill>
          <a:blip r:embed="rId3"/>
          <a:stretch>
            <a:fillRect/>
          </a:stretch>
        </p:blipFill>
        <p:spPr>
          <a:xfrm>
            <a:off x="6210385" y="927678"/>
            <a:ext cx="1909592" cy="2401908"/>
          </a:xfrm>
          <a:prstGeom prst="rect">
            <a:avLst/>
          </a:prstGeom>
          <a:ln>
            <a:solidFill>
              <a:schemeClr val="accent2"/>
            </a:solidFill>
          </a:ln>
          <a:effectLst>
            <a:outerShdw blurRad="292100" dist="139700" dir="2700000" algn="tl" rotWithShape="0">
              <a:srgbClr val="333333">
                <a:alpha val="65000"/>
              </a:srgbClr>
            </a:outerShdw>
          </a:effectLst>
        </p:spPr>
      </p:pic>
      <p:pic>
        <p:nvPicPr>
          <p:cNvPr id="59" name="Picture 58">
            <a:extLst>
              <a:ext uri="{FF2B5EF4-FFF2-40B4-BE49-F238E27FC236}">
                <a16:creationId xmlns:a16="http://schemas.microsoft.com/office/drawing/2014/main" id="{7F475E9D-7C84-54A1-2AA2-44F88A021C46}"/>
              </a:ext>
            </a:extLst>
          </p:cNvPr>
          <p:cNvPicPr>
            <a:picLocks noChangeAspect="1"/>
          </p:cNvPicPr>
          <p:nvPr/>
        </p:nvPicPr>
        <p:blipFill>
          <a:blip r:embed="rId4"/>
          <a:stretch>
            <a:fillRect/>
          </a:stretch>
        </p:blipFill>
        <p:spPr>
          <a:xfrm>
            <a:off x="5024335" y="3528415"/>
            <a:ext cx="3095642" cy="1718390"/>
          </a:xfrm>
          <a:prstGeom prst="rect">
            <a:avLst/>
          </a:prstGeom>
          <a:ln>
            <a:solidFill>
              <a:schemeClr val="accent2"/>
            </a:solidFill>
          </a:ln>
          <a:effectLst>
            <a:outerShdw blurRad="292100" dist="139700" dir="2700000" algn="tl" rotWithShape="0">
              <a:srgbClr val="333333">
                <a:alpha val="65000"/>
              </a:srgbClr>
            </a:outerShdw>
          </a:effectLst>
        </p:spPr>
      </p:pic>
      <p:pic>
        <p:nvPicPr>
          <p:cNvPr id="69" name="Picture 68">
            <a:extLst>
              <a:ext uri="{FF2B5EF4-FFF2-40B4-BE49-F238E27FC236}">
                <a16:creationId xmlns:a16="http://schemas.microsoft.com/office/drawing/2014/main" id="{6ADFBE17-501F-DFFE-1E20-282628AA6337}"/>
              </a:ext>
            </a:extLst>
          </p:cNvPr>
          <p:cNvPicPr>
            <a:picLocks noChangeAspect="1"/>
          </p:cNvPicPr>
          <p:nvPr/>
        </p:nvPicPr>
        <p:blipFill>
          <a:blip r:embed="rId5"/>
          <a:stretch>
            <a:fillRect/>
          </a:stretch>
        </p:blipFill>
        <p:spPr>
          <a:xfrm>
            <a:off x="8252057" y="3528415"/>
            <a:ext cx="3095644" cy="1718390"/>
          </a:xfrm>
          <a:prstGeom prst="rect">
            <a:avLst/>
          </a:prstGeom>
          <a:ln>
            <a:solidFill>
              <a:schemeClr val="accent2"/>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9262740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ED6E2-54EE-5182-DE73-29CB283C83AD}"/>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230A51B7-D0C5-D2D4-771A-58A3CEE9BAB1}"/>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11" name="Rectangle: Single Corner Rounded 10">
              <a:extLst>
                <a:ext uri="{FF2B5EF4-FFF2-40B4-BE49-F238E27FC236}">
                  <a16:creationId xmlns:a16="http://schemas.microsoft.com/office/drawing/2014/main" id="{4E75A181-914F-C158-A567-931365EDF1D7}"/>
                </a:ext>
                <a:ext uri="{C183D7F6-B498-43B3-948B-1728B52AA6E4}">
                  <adec:decorative xmlns:adec="http://schemas.microsoft.com/office/drawing/2017/decorative" val="1"/>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542B79A3-D857-E6A3-7665-75D354D4175C}"/>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Isosceles Triangle 12">
              <a:hlinkClick r:id="" action="ppaction://hlinkshowjump?jump=previousslide"/>
              <a:extLst>
                <a:ext uri="{FF2B5EF4-FFF2-40B4-BE49-F238E27FC236}">
                  <a16:creationId xmlns:a16="http://schemas.microsoft.com/office/drawing/2014/main" id="{B59023B2-0CB0-351C-332C-FE7DACEF4096}"/>
                </a:ext>
                <a:ext uri="{C183D7F6-B498-43B3-948B-1728B52AA6E4}">
                  <adec:decorative xmlns:adec="http://schemas.microsoft.com/office/drawing/2017/decorative" val="1"/>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B3782114-3A33-D020-80B8-EBF63B898FA2}"/>
                </a:ext>
                <a:ext uri="{C183D7F6-B498-43B3-948B-1728B52AA6E4}">
                  <adec:decorative xmlns:adec="http://schemas.microsoft.com/office/drawing/2017/decorative" val="1"/>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8" name="Graphic 17">
              <a:hlinkClick r:id="rId3" action="ppaction://hlinksldjump"/>
              <a:extLst>
                <a:ext uri="{FF2B5EF4-FFF2-40B4-BE49-F238E27FC236}">
                  <a16:creationId xmlns:a16="http://schemas.microsoft.com/office/drawing/2014/main" id="{F07F1493-4F35-FBA3-EB13-71D3B23B7E17}"/>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nvGrpSpPr>
          <p:cNvPr id="27" name="Group 26">
            <a:extLst>
              <a:ext uri="{FF2B5EF4-FFF2-40B4-BE49-F238E27FC236}">
                <a16:creationId xmlns:a16="http://schemas.microsoft.com/office/drawing/2014/main" id="{8B719AD6-C0A7-4122-187B-707189065E82}"/>
              </a:ext>
            </a:extLst>
          </p:cNvPr>
          <p:cNvGrpSpPr/>
          <p:nvPr/>
        </p:nvGrpSpPr>
        <p:grpSpPr>
          <a:xfrm>
            <a:off x="0" y="0"/>
            <a:ext cx="12191998" cy="1121626"/>
            <a:chOff x="6349" y="-1"/>
            <a:chExt cx="12191998" cy="1121626"/>
          </a:xfrm>
        </p:grpSpPr>
        <p:pic>
          <p:nvPicPr>
            <p:cNvPr id="28" name="Picture 27">
              <a:extLst>
                <a:ext uri="{FF2B5EF4-FFF2-40B4-BE49-F238E27FC236}">
                  <a16:creationId xmlns:a16="http://schemas.microsoft.com/office/drawing/2014/main" id="{7C6804BD-3B54-30FE-965C-81378CDE810D}"/>
                </a:ext>
                <a:ext uri="{C183D7F6-B498-43B3-948B-1728B52AA6E4}">
                  <adec:decorative xmlns:adec="http://schemas.microsoft.com/office/drawing/2017/decorative" val="1"/>
                </a:ext>
              </a:extLst>
            </p:cNvPr>
            <p:cNvPicPr>
              <a:picLocks/>
            </p:cNvPicPr>
            <p:nvPr/>
          </p:nvPicPr>
          <p:blipFill rotWithShape="1">
            <a:blip r:embed="rId6">
              <a:extLst>
                <a:ext uri="{28A0092B-C50C-407E-A947-70E740481C1C}">
                  <a14:useLocalDpi xmlns:a14="http://schemas.microsoft.com/office/drawing/2010/main" val="0"/>
                </a:ext>
              </a:extLst>
            </a:blip>
            <a:srcRect/>
            <a:stretch>
              <a:fillRect/>
            </a:stretch>
          </p:blipFill>
          <p:spPr>
            <a:xfrm>
              <a:off x="6349" y="-1"/>
              <a:ext cx="12191998" cy="1121624"/>
            </a:xfrm>
            <a:custGeom>
              <a:avLst/>
              <a:gdLst>
                <a:gd name="connsiteX0" fmla="*/ 0 w 12191998"/>
                <a:gd name="connsiteY0" fmla="*/ 0 h 1358900"/>
                <a:gd name="connsiteX1" fmla="*/ 12191998 w 12191998"/>
                <a:gd name="connsiteY1" fmla="*/ 0 h 1358900"/>
                <a:gd name="connsiteX2" fmla="*/ 12191998 w 12191998"/>
                <a:gd name="connsiteY2" fmla="*/ 1358900 h 1358900"/>
                <a:gd name="connsiteX3" fmla="*/ 0 w 12191998"/>
                <a:gd name="connsiteY3" fmla="*/ 1358900 h 1358900"/>
              </a:gdLst>
              <a:ahLst/>
              <a:cxnLst>
                <a:cxn ang="0">
                  <a:pos x="connsiteX0" y="connsiteY0"/>
                </a:cxn>
                <a:cxn ang="0">
                  <a:pos x="connsiteX1" y="connsiteY1"/>
                </a:cxn>
                <a:cxn ang="0">
                  <a:pos x="connsiteX2" y="connsiteY2"/>
                </a:cxn>
                <a:cxn ang="0">
                  <a:pos x="connsiteX3" y="connsiteY3"/>
                </a:cxn>
              </a:cxnLst>
              <a:rect l="l" t="t" r="r" b="b"/>
              <a:pathLst>
                <a:path w="12191998" h="1358900">
                  <a:moveTo>
                    <a:pt x="0" y="0"/>
                  </a:moveTo>
                  <a:lnTo>
                    <a:pt x="12191998" y="0"/>
                  </a:lnTo>
                  <a:lnTo>
                    <a:pt x="12191998" y="1358900"/>
                  </a:lnTo>
                  <a:lnTo>
                    <a:pt x="0" y="1358900"/>
                  </a:lnTo>
                  <a:close/>
                </a:path>
              </a:pathLst>
            </a:custGeom>
          </p:spPr>
        </p:pic>
        <p:sp>
          <p:nvSpPr>
            <p:cNvPr id="29" name="Freeform: Shape 28">
              <a:extLst>
                <a:ext uri="{FF2B5EF4-FFF2-40B4-BE49-F238E27FC236}">
                  <a16:creationId xmlns:a16="http://schemas.microsoft.com/office/drawing/2014/main" id="{37B4FFF7-463B-7764-D497-E2B6D9B81A33}"/>
                </a:ext>
                <a:ext uri="{C183D7F6-B498-43B3-948B-1728B52AA6E4}">
                  <adec:decorative xmlns:adec="http://schemas.microsoft.com/office/drawing/2017/decorative" val="1"/>
                </a:ext>
              </a:extLst>
            </p:cNvPr>
            <p:cNvSpPr>
              <a:spLocks/>
            </p:cNvSpPr>
            <p:nvPr/>
          </p:nvSpPr>
          <p:spPr>
            <a:xfrm>
              <a:off x="6349" y="-1"/>
              <a:ext cx="12191998" cy="1121624"/>
            </a:xfrm>
            <a:custGeom>
              <a:avLst/>
              <a:gdLst>
                <a:gd name="connsiteX0" fmla="*/ 0 w 12191998"/>
                <a:gd name="connsiteY0" fmla="*/ 0 h 1358900"/>
                <a:gd name="connsiteX1" fmla="*/ 12191998 w 12191998"/>
                <a:gd name="connsiteY1" fmla="*/ 0 h 1358900"/>
                <a:gd name="connsiteX2" fmla="*/ 12191998 w 12191998"/>
                <a:gd name="connsiteY2" fmla="*/ 1358900 h 1358900"/>
                <a:gd name="connsiteX3" fmla="*/ 0 w 12191998"/>
                <a:gd name="connsiteY3" fmla="*/ 1358900 h 1358900"/>
              </a:gdLst>
              <a:ahLst/>
              <a:cxnLst>
                <a:cxn ang="0">
                  <a:pos x="connsiteX0" y="connsiteY0"/>
                </a:cxn>
                <a:cxn ang="0">
                  <a:pos x="connsiteX1" y="connsiteY1"/>
                </a:cxn>
                <a:cxn ang="0">
                  <a:pos x="connsiteX2" y="connsiteY2"/>
                </a:cxn>
                <a:cxn ang="0">
                  <a:pos x="connsiteX3" y="connsiteY3"/>
                </a:cxn>
              </a:cxnLst>
              <a:rect l="l" t="t" r="r" b="b"/>
              <a:pathLst>
                <a:path w="12191998" h="1358900">
                  <a:moveTo>
                    <a:pt x="0" y="0"/>
                  </a:moveTo>
                  <a:lnTo>
                    <a:pt x="12191998" y="0"/>
                  </a:lnTo>
                  <a:lnTo>
                    <a:pt x="12191998" y="1358900"/>
                  </a:lnTo>
                  <a:lnTo>
                    <a:pt x="0" y="1358900"/>
                  </a:lnTo>
                  <a:close/>
                </a:path>
              </a:pathLst>
            </a:custGeom>
            <a:solidFill>
              <a:schemeClr val="bg1">
                <a:alpha val="7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30" name="Graphic 34_1">
              <a:extLst>
                <a:ext uri="{FF2B5EF4-FFF2-40B4-BE49-F238E27FC236}">
                  <a16:creationId xmlns:a16="http://schemas.microsoft.com/office/drawing/2014/main" id="{55FF25EC-C008-A80C-C690-DDC2D6259803}"/>
                </a:ext>
                <a:ext uri="{C183D7F6-B498-43B3-948B-1728B52AA6E4}">
                  <adec:decorative xmlns:adec="http://schemas.microsoft.com/office/drawing/2017/decorative" val="1"/>
                </a:ext>
              </a:extLst>
            </p:cNvPr>
            <p:cNvSpPr>
              <a:spLocks/>
            </p:cNvSpPr>
            <p:nvPr/>
          </p:nvSpPr>
          <p:spPr>
            <a:xfrm>
              <a:off x="6349" y="1121625"/>
              <a:ext cx="12191998" cy="0"/>
            </a:xfrm>
            <a:custGeom>
              <a:avLst/>
              <a:gdLst>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0 w 12191998"/>
                <a:gd name="connsiteY4" fmla="*/ 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91440 w 12191998"/>
                <a:gd name="connsiteY4" fmla="*/ 9144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0" fmla="*/ 12191998 w 12191998"/>
                <a:gd name="connsiteY0" fmla="*/ 0 h 863854"/>
                <a:gd name="connsiteX1" fmla="*/ 12191998 w 12191998"/>
                <a:gd name="connsiteY1" fmla="*/ 863854 h 863854"/>
                <a:gd name="connsiteX2" fmla="*/ 0 w 12191998"/>
                <a:gd name="connsiteY2" fmla="*/ 863854 h 863854"/>
                <a:gd name="connsiteX0" fmla="*/ 12191998 w 12191998"/>
                <a:gd name="connsiteY0" fmla="*/ 0 h 0"/>
                <a:gd name="connsiteX1" fmla="*/ 0 w 12191998"/>
                <a:gd name="connsiteY1" fmla="*/ 0 h 0"/>
              </a:gdLst>
              <a:ahLst/>
              <a:cxnLst>
                <a:cxn ang="0">
                  <a:pos x="connsiteX0" y="connsiteY0"/>
                </a:cxn>
                <a:cxn ang="0">
                  <a:pos x="connsiteX1" y="connsiteY1"/>
                </a:cxn>
              </a:cxnLst>
              <a:rect l="l" t="t" r="r" b="b"/>
              <a:pathLst>
                <a:path w="12191998">
                  <a:moveTo>
                    <a:pt x="12191998" y="0"/>
                  </a:moveTo>
                  <a:lnTo>
                    <a:pt x="0" y="0"/>
                  </a:lnTo>
                </a:path>
              </a:pathLst>
            </a:custGeom>
            <a:noFill/>
            <a:ln w="50800">
              <a:gradFill flip="none" rotWithShape="1">
                <a:gsLst>
                  <a:gs pos="0">
                    <a:srgbClr val="FFA38B">
                      <a:lumMod val="98000"/>
                    </a:srgbClr>
                  </a:gs>
                  <a:gs pos="35000">
                    <a:srgbClr val="D361FF"/>
                  </a:gs>
                  <a:gs pos="70000">
                    <a:srgbClr val="2CB1FE"/>
                  </a:gs>
                  <a:gs pos="100000">
                    <a:schemeClr val="accent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grpSp>
      <p:sp>
        <p:nvSpPr>
          <p:cNvPr id="2" name="Rectangle: Rounded Corners 1">
            <a:extLst>
              <a:ext uri="{FF2B5EF4-FFF2-40B4-BE49-F238E27FC236}">
                <a16:creationId xmlns:a16="http://schemas.microsoft.com/office/drawing/2014/main" id="{BBA48D3C-25AB-F0B3-153F-719B140FA4E5}"/>
              </a:ext>
              <a:ext uri="{C183D7F6-B498-43B3-948B-1728B52AA6E4}">
                <adec:decorative xmlns:adec="http://schemas.microsoft.com/office/drawing/2017/decorative" val="1"/>
              </a:ext>
            </a:extLst>
          </p:cNvPr>
          <p:cNvSpPr>
            <a:spLocks/>
          </p:cNvSpPr>
          <p:nvPr/>
        </p:nvSpPr>
        <p:spPr>
          <a:xfrm>
            <a:off x="588963" y="1124229"/>
            <a:ext cx="11031537" cy="5089907"/>
          </a:xfrm>
          <a:prstGeom prst="roundRect">
            <a:avLst>
              <a:gd name="adj" fmla="val 1584"/>
            </a:avLst>
          </a:prstGeom>
          <a:solidFill>
            <a:schemeClr val="bg1"/>
          </a:solidFill>
          <a:ln w="6350">
            <a:noFill/>
            <a:headEnd type="none" w="med" len="med"/>
            <a:tailEnd type="none" w="med" len="med"/>
          </a:ln>
          <a:effectLst>
            <a:outerShdw blurRad="50800" dist="381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742" rtl="0" eaLnBrk="1" fontAlgn="base" latinLnBrk="0" hangingPunct="1">
              <a:lnSpc>
                <a:spcPct val="100000"/>
              </a:lnSpc>
              <a:spcBef>
                <a:spcPts val="0"/>
              </a:spcBef>
              <a:spcAft>
                <a:spcPts val="300"/>
              </a:spcAft>
              <a:buClrTx/>
              <a:buSzPct val="90000"/>
              <a:buFontTx/>
              <a:buNone/>
              <a:tabLst>
                <a:tab pos="183703" algn="l"/>
              </a:tabLst>
              <a:defRPr/>
            </a:pPr>
            <a:endParaRPr kumimoji="0" lang="en-US" sz="2000" b="0" i="0" u="none" strike="noStrike" kern="0" cap="none" spc="0" normalizeH="0" baseline="0" noProof="0">
              <a:ln>
                <a:noFill/>
              </a:ln>
              <a:solidFill>
                <a:srgbClr val="000000"/>
              </a:solidFill>
              <a:effectLst/>
              <a:uLnTx/>
              <a:uFillTx/>
              <a:latin typeface="Segoe UI"/>
              <a:ea typeface="+mn-ea"/>
              <a:cs typeface="+mn-cs"/>
            </a:endParaRPr>
          </a:p>
        </p:txBody>
      </p:sp>
      <p:graphicFrame>
        <p:nvGraphicFramePr>
          <p:cNvPr id="3" name="Table 2">
            <a:extLst>
              <a:ext uri="{FF2B5EF4-FFF2-40B4-BE49-F238E27FC236}">
                <a16:creationId xmlns:a16="http://schemas.microsoft.com/office/drawing/2014/main" id="{EA9F5AF0-0B38-184B-D202-BD73CA0742A5}"/>
              </a:ext>
            </a:extLst>
          </p:cNvPr>
          <p:cNvGraphicFramePr>
            <a:graphicFrameLocks noGrp="1"/>
          </p:cNvGraphicFramePr>
          <p:nvPr>
            <p:extLst>
              <p:ext uri="{D42A27DB-BD31-4B8C-83A1-F6EECF244321}">
                <p14:modId xmlns:p14="http://schemas.microsoft.com/office/powerpoint/2010/main" val="1718800683"/>
              </p:ext>
            </p:extLst>
          </p:nvPr>
        </p:nvGraphicFramePr>
        <p:xfrm>
          <a:off x="723730" y="1142545"/>
          <a:ext cx="10723585" cy="4996284"/>
        </p:xfrm>
        <a:graphic>
          <a:graphicData uri="http://schemas.openxmlformats.org/drawingml/2006/table">
            <a:tbl>
              <a:tblPr firstRow="1" bandRow="1">
                <a:effectLst/>
                <a:tableStyleId>{2D5ABB26-0587-4C30-8999-92F81FD0307C}</a:tableStyleId>
              </a:tblPr>
              <a:tblGrid>
                <a:gridCol w="992082">
                  <a:extLst>
                    <a:ext uri="{9D8B030D-6E8A-4147-A177-3AD203B41FA5}">
                      <a16:colId xmlns:a16="http://schemas.microsoft.com/office/drawing/2014/main" val="2605947470"/>
                    </a:ext>
                  </a:extLst>
                </a:gridCol>
                <a:gridCol w="5710555">
                  <a:extLst>
                    <a:ext uri="{9D8B030D-6E8A-4147-A177-3AD203B41FA5}">
                      <a16:colId xmlns:a16="http://schemas.microsoft.com/office/drawing/2014/main" val="2492690448"/>
                    </a:ext>
                  </a:extLst>
                </a:gridCol>
                <a:gridCol w="1340316">
                  <a:extLst>
                    <a:ext uri="{9D8B030D-6E8A-4147-A177-3AD203B41FA5}">
                      <a16:colId xmlns:a16="http://schemas.microsoft.com/office/drawing/2014/main" val="3637143904"/>
                    </a:ext>
                  </a:extLst>
                </a:gridCol>
                <a:gridCol w="1340316">
                  <a:extLst>
                    <a:ext uri="{9D8B030D-6E8A-4147-A177-3AD203B41FA5}">
                      <a16:colId xmlns:a16="http://schemas.microsoft.com/office/drawing/2014/main" val="2602295358"/>
                    </a:ext>
                  </a:extLst>
                </a:gridCol>
                <a:gridCol w="1340316">
                  <a:extLst>
                    <a:ext uri="{9D8B030D-6E8A-4147-A177-3AD203B41FA5}">
                      <a16:colId xmlns:a16="http://schemas.microsoft.com/office/drawing/2014/main" val="698336132"/>
                    </a:ext>
                  </a:extLst>
                </a:gridCol>
              </a:tblGrid>
              <a:tr h="156679">
                <a:tc rowSpan="2">
                  <a:txBody>
                    <a:bodyPr/>
                    <a:lstStyle/>
                    <a:p>
                      <a:pPr marL="0" algn="l" defTabSz="932742" rtl="0" eaLnBrk="1" latinLnBrk="0" hangingPunct="1"/>
                      <a:r>
                        <a:rPr lang="en-US" sz="1000" b="0" kern="1200">
                          <a:solidFill>
                            <a:schemeClr val="accent1"/>
                          </a:solidFill>
                          <a:latin typeface="+mj-lt"/>
                          <a:ea typeface="+mn-ea"/>
                          <a:cs typeface="Segoe Sans Display Semibold"/>
                        </a:rPr>
                        <a:t>Licensing</a:t>
                      </a:r>
                      <a:endParaRPr lang="en-IN" sz="1000" b="0" kern="1200">
                        <a:solidFill>
                          <a:schemeClr val="accent1"/>
                        </a:solidFill>
                        <a:latin typeface="+mj-lt"/>
                        <a:ea typeface="+mn-ea"/>
                        <a:cs typeface="Segoe Sans Display Semibold"/>
                      </a:endParaRPr>
                    </a:p>
                  </a:txBody>
                  <a:tcPr marT="27432" marB="27432" anchor="ctr">
                    <a:lnL w="6350">
                      <a:noFill/>
                    </a:lnL>
                    <a:lnR w="6350" cap="flat" cmpd="sng" algn="ctr">
                      <a:solidFill>
                        <a:schemeClr val="accent4">
                          <a:lumMod val="60000"/>
                          <a:lumOff val="40000"/>
                        </a:schemeClr>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800" b="0" kern="1200">
                          <a:solidFill>
                            <a:schemeClr val="tx1"/>
                          </a:solidFill>
                          <a:latin typeface="+mn-lt"/>
                          <a:ea typeface="+mn-ea"/>
                          <a:cs typeface="+mn-cs"/>
                        </a:rPr>
                        <a:t>Seats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mn-lt"/>
                          <a:ea typeface="+mn-ea"/>
                          <a:cs typeface="+mn-cs"/>
                        </a:rPr>
                        <a:t>All users</a:t>
                      </a: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mn-lt"/>
                          <a:ea typeface="+mn-ea"/>
                          <a:cs typeface="+mn-cs"/>
                        </a:rPr>
                        <a:t>Up to 300 users</a:t>
                      </a: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19050" cap="flat" cmpd="sng" algn="ctr">
                      <a:solidFill>
                        <a:schemeClr val="accent1"/>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IN" sz="800">
                          <a:latin typeface="+mn-lt"/>
                        </a:rPr>
                        <a:t>All users</a:t>
                      </a: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19050" cap="flat" cmpd="sng" algn="ctr">
                      <a:solidFill>
                        <a:schemeClr val="accent1"/>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73332849"/>
                  </a:ext>
                </a:extLst>
              </a:tr>
              <a:tr h="156679">
                <a:tc vMerge="1">
                  <a:txBody>
                    <a:bodyPr/>
                    <a:lstStyle/>
                    <a:p>
                      <a:pPr marL="0" algn="l" defTabSz="932742" rtl="0" eaLnBrk="1" latinLnBrk="0" hangingPunct="1"/>
                      <a:endParaRPr lang="en-IN" sz="1000" b="0" kern="1200">
                        <a:solidFill>
                          <a:schemeClr val="accent1"/>
                        </a:solidFill>
                        <a:latin typeface="+mj-lt"/>
                        <a:ea typeface="+mn-ea"/>
                        <a:cs typeface="Segoe Sans Display Semibold" pitchFamily="2" charset="0"/>
                      </a:endParaRPr>
                    </a:p>
                  </a:txBody>
                  <a:tcPr marT="27432" marB="27432" anchor="ctr">
                    <a:lnL w="6350">
                      <a:noFill/>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800" b="0" kern="1200">
                          <a:solidFill>
                            <a:schemeClr val="tx1"/>
                          </a:solidFill>
                          <a:latin typeface="+mn-lt"/>
                          <a:ea typeface="+mn-ea"/>
                          <a:cs typeface="+mn-cs"/>
                        </a:rPr>
                        <a:t>Pre-requisite</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sz="900">
                          <a:latin typeface="+mn-lt"/>
                        </a:rPr>
                        <a:t>O/E/B/F SKUs</a:t>
                      </a: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900" b="0" kern="1200" noProof="0">
                          <a:solidFill>
                            <a:schemeClr val="tx1"/>
                          </a:solidFill>
                          <a:latin typeface="+mn-lt"/>
                          <a:ea typeface="+mn-ea"/>
                          <a:cs typeface="+mn-cs"/>
                        </a:rPr>
                        <a:t>B-SKUs</a:t>
                      </a: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en-IN" sz="800">
                          <a:latin typeface="+mn-lt"/>
                        </a:rPr>
                        <a:t>O/E/B/F SKUs</a:t>
                      </a: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21071162"/>
                  </a:ext>
                </a:extLst>
              </a:tr>
              <a:tr h="156679">
                <a:tc rowSpan="6">
                  <a:txBody>
                    <a:bodyPr/>
                    <a:lstStyle/>
                    <a:p>
                      <a:r>
                        <a:rPr lang="en-US" sz="1000" b="0">
                          <a:solidFill>
                            <a:schemeClr val="accent1"/>
                          </a:solidFill>
                          <a:latin typeface="+mj-lt"/>
                          <a:cs typeface="Segoe Sans Display Semibold"/>
                        </a:rPr>
                        <a:t>Chat</a:t>
                      </a:r>
                      <a:endParaRPr lang="en-IN" sz="1000">
                        <a:solidFill>
                          <a:schemeClr val="accent1"/>
                        </a:solidFill>
                        <a:latin typeface="+mj-lt"/>
                        <a:cs typeface="Segoe Sans Display Semibold"/>
                      </a:endParaRPr>
                    </a:p>
                  </a:txBody>
                  <a:tcPr marT="27432" marB="27432" anchor="ctr">
                    <a:lnL w="6350">
                      <a:noFill/>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Copilot Chat – Web grounded (powered by GPT 4o)</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1100" b="0" i="0" u="none" strike="noStrike" kern="1200" cap="none" spc="0" normalizeH="0" baseline="0" noProof="0">
                          <a:ln>
                            <a:noFill/>
                          </a:ln>
                          <a:solidFill>
                            <a:srgbClr val="0078D4"/>
                          </a:solidFill>
                          <a:effectLst/>
                          <a:uLnTx/>
                          <a:uFillTx/>
                          <a:latin typeface="+mn-lt"/>
                          <a:ea typeface="+mn-ea"/>
                          <a:cs typeface="+mn-cs"/>
                        </a:rPr>
                        <a:t> </a:t>
                      </a:r>
                      <a:r>
                        <a:rPr kumimoji="0" lang="en-US" sz="1100" b="0" i="0" u="none" strike="noStrike" kern="1200" cap="none" spc="0" normalizeH="0" baseline="0" noProof="0">
                          <a:ln>
                            <a:noFill/>
                          </a:ln>
                          <a:solidFill>
                            <a:srgbClr val="0078D4"/>
                          </a:solidFill>
                          <a:effectLst/>
                          <a:uLnTx/>
                          <a:uFillTx/>
                          <a:latin typeface="+mn-lt"/>
                          <a:ea typeface="+mn-ea"/>
                          <a:cs typeface="+mn-cs"/>
                        </a:rPr>
                        <a:t>●</a:t>
                      </a:r>
                      <a:r>
                        <a:rPr kumimoji="0" lang="en-US" sz="1100" b="0" i="0" u="none" strike="noStrike" kern="1200" cap="none" spc="0" normalizeH="0" baseline="0" noProof="0">
                          <a:ln>
                            <a:noFill/>
                          </a:ln>
                          <a:solidFill>
                            <a:srgbClr val="000000"/>
                          </a:solidFill>
                          <a:effectLst/>
                          <a:uLnTx/>
                          <a:uFillTx/>
                          <a:latin typeface="+mn-lt"/>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55733674"/>
                  </a:ext>
                </a:extLst>
              </a:tr>
              <a:tr h="213970">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Copilot Chat – Work grounded (shared tenant Graph data, 3rd party data via graph connectors, personal data)</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endParaRPr lang="en-US" sz="1100" b="0" i="0" u="none" strike="noStrike" noProof="0">
                        <a:solidFill>
                          <a:schemeClr val="tx1"/>
                        </a:solidFill>
                        <a:latin typeface="Segoe UI"/>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719114"/>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Copilot Pages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lnSpc>
                          <a:spcPct val="100000"/>
                        </a:lnSpc>
                        <a:spcBef>
                          <a:spcPts val="0"/>
                        </a:spcBef>
                        <a:spcAft>
                          <a:spcPts val="0"/>
                        </a:spcAft>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IN" sz="1100" b="0" i="0" u="none" strike="noStrike" noProof="0">
                        <a:solidFill>
                          <a:srgbClr val="000000"/>
                        </a:solidFill>
                        <a:latin typeface="Segoe UI"/>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177843780"/>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800" b="0">
                          <a:solidFill>
                            <a:schemeClr val="tx1"/>
                          </a:solidFill>
                          <a:latin typeface="+mn-lt"/>
                        </a:rPr>
                        <a:t>File upload</a:t>
                      </a:r>
                      <a:r>
                        <a:rPr lang="en-US" sz="800" b="0" baseline="30000">
                          <a:solidFill>
                            <a:schemeClr val="tx1"/>
                          </a:solidFill>
                          <a:latin typeface="+mn-lt"/>
                        </a:rPr>
                        <a:t>1</a:t>
                      </a:r>
                      <a:endParaRPr lang="en-US" sz="800" b="0">
                        <a:solidFill>
                          <a:schemeClr val="tx1"/>
                        </a:solidFill>
                        <a:latin typeface="+mn-lt"/>
                      </a:endParaRP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lnSpc>
                          <a:spcPct val="100000"/>
                        </a:lnSpc>
                        <a:spcBef>
                          <a:spcPts val="0"/>
                        </a:spcBef>
                        <a:spcAft>
                          <a:spcPts val="0"/>
                        </a:spcAft>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IN" sz="1100" b="0" i="0" u="none" strike="noStrike" noProof="0">
                        <a:solidFill>
                          <a:srgbClr val="000000"/>
                        </a:solidFill>
                        <a:latin typeface="Segoe UI"/>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35488931"/>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Code Interpreter</a:t>
                      </a:r>
                      <a:r>
                        <a:rPr lang="en-US" sz="800" b="0" baseline="30000">
                          <a:solidFill>
                            <a:schemeClr val="tx1"/>
                          </a:solidFill>
                          <a:latin typeface="+mn-lt"/>
                        </a:rPr>
                        <a:t>1</a:t>
                      </a:r>
                      <a:endParaRPr lang="en-US" sz="800" b="0">
                        <a:solidFill>
                          <a:schemeClr val="tx1"/>
                        </a:solidFill>
                        <a:latin typeface="+mn-lt"/>
                      </a:endParaRP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lnSpc>
                          <a:spcPct val="100000"/>
                        </a:lnSpc>
                        <a:spcBef>
                          <a:spcPts val="0"/>
                        </a:spcBef>
                        <a:spcAft>
                          <a:spcPts val="0"/>
                        </a:spcAft>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IN" sz="1100" b="0" i="0" u="none" strike="noStrike" noProof="0">
                        <a:solidFill>
                          <a:srgbClr val="000000"/>
                        </a:solidFill>
                        <a:latin typeface="Segoe UI"/>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70592984"/>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de-DE" sz="800" b="0">
                          <a:solidFill>
                            <a:schemeClr val="tx1"/>
                          </a:solidFill>
                          <a:latin typeface="+mn-lt"/>
                        </a:rPr>
                        <a:t>Image generation</a:t>
                      </a:r>
                      <a:r>
                        <a:rPr lang="en-US" sz="800" b="0" baseline="30000">
                          <a:solidFill>
                            <a:schemeClr val="tx1"/>
                          </a:solidFill>
                          <a:latin typeface="+mn-lt"/>
                        </a:rPr>
                        <a:t>1</a:t>
                      </a:r>
                      <a:endParaRPr lang="de-DE" sz="800" b="0">
                        <a:solidFill>
                          <a:schemeClr val="tx1"/>
                        </a:solidFill>
                        <a:latin typeface="+mn-lt"/>
                      </a:endParaRP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lnSpc>
                          <a:spcPct val="100000"/>
                        </a:lnSpc>
                        <a:spcBef>
                          <a:spcPts val="0"/>
                        </a:spcBef>
                        <a:spcAft>
                          <a:spcPts val="0"/>
                        </a:spcAft>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IN" sz="1100" b="0" i="0" u="none" strike="noStrike" noProof="0">
                        <a:solidFill>
                          <a:srgbClr val="000000"/>
                        </a:solidFill>
                        <a:latin typeface="Segoe UI"/>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51707379"/>
                  </a:ext>
                </a:extLst>
              </a:tr>
              <a:tr h="156679">
                <a:tc rowSpan="5">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b="0">
                          <a:solidFill>
                            <a:schemeClr val="accent1"/>
                          </a:solidFill>
                          <a:latin typeface="+mj-lt"/>
                          <a:cs typeface="Segoe Sans Display Semibold"/>
                        </a:rPr>
                        <a:t>Agents</a:t>
                      </a:r>
                      <a:r>
                        <a:rPr lang="en-US" sz="1000" b="0" baseline="30000">
                          <a:solidFill>
                            <a:schemeClr val="accent1"/>
                          </a:solidFill>
                          <a:latin typeface="+mj-lt"/>
                          <a:cs typeface="Segoe Sans Display Semibold"/>
                        </a:rPr>
                        <a:t>2</a:t>
                      </a:r>
                    </a:p>
                  </a:txBody>
                  <a:tcPr marT="27432" marB="27432" anchor="ctr">
                    <a:lnL w="6350">
                      <a:noFill/>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Create agents powered by Copilot Studio</a:t>
                      </a:r>
                      <a:r>
                        <a:rPr lang="en-US" sz="800" b="0" baseline="30000">
                          <a:solidFill>
                            <a:schemeClr val="tx1"/>
                          </a:solidFill>
                          <a:latin typeface="+mn-lt"/>
                        </a:rPr>
                        <a:t>3</a:t>
                      </a:r>
                      <a:r>
                        <a:rPr lang="en-US" sz="800" b="0">
                          <a:solidFill>
                            <a:schemeClr val="tx1"/>
                          </a:solidFill>
                          <a:latin typeface="+mn-lt"/>
                        </a:rPr>
                        <a:t>, including SharePoint agents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US"/>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15328650"/>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Discover and pin agents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lnSpc>
                          <a:spcPct val="100000"/>
                        </a:lnSpc>
                        <a:spcBef>
                          <a:spcPts val="0"/>
                        </a:spcBef>
                        <a:spcAft>
                          <a:spcPts val="0"/>
                        </a:spcAft>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IN" sz="1100" b="0" i="0" u="none" strike="noStrike" noProof="0">
                        <a:solidFill>
                          <a:srgbClr val="000000"/>
                        </a:solidFill>
                        <a:latin typeface="Segoe UI"/>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18697049"/>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Use agents grounded on web data</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US"/>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9654121"/>
                  </a:ext>
                </a:extLst>
              </a:tr>
              <a:tr h="213970">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800" b="0">
                          <a:solidFill>
                            <a:schemeClr val="tx1"/>
                          </a:solidFill>
                          <a:latin typeface="+mn-lt"/>
                        </a:rPr>
                        <a:t>Use agents grounded in work data (work data in your tenant’s Microsoft Graph and 3</a:t>
                      </a:r>
                      <a:r>
                        <a:rPr lang="en-US" sz="800" b="0" baseline="30000">
                          <a:solidFill>
                            <a:schemeClr val="tx1"/>
                          </a:solidFill>
                          <a:latin typeface="+mn-lt"/>
                        </a:rPr>
                        <a:t>rd</a:t>
                      </a:r>
                      <a:r>
                        <a:rPr lang="en-US" sz="800" b="0">
                          <a:solidFill>
                            <a:schemeClr val="tx1"/>
                          </a:solidFill>
                          <a:latin typeface="+mn-lt"/>
                        </a:rPr>
                        <a:t> party data via graph connectors)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r>
                        <a:rPr lang="en-IN" sz="1100" b="0" i="0" u="none" strike="noStrike" noProof="0">
                          <a:solidFill>
                            <a:srgbClr val="C03BC4"/>
                          </a:solidFill>
                          <a:latin typeface="Segoe UI"/>
                        </a:rPr>
                        <a:t>▲</a:t>
                      </a:r>
                      <a:endParaRPr lang="en-US"/>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15218019"/>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800" b="0">
                          <a:solidFill>
                            <a:schemeClr val="tx1"/>
                          </a:solidFill>
                          <a:latin typeface="+mn-lt"/>
                        </a:rPr>
                        <a:t>Use agents that act independently and autonomous actions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lnSpc>
                          <a:spcPct val="100000"/>
                        </a:lnSpc>
                        <a:spcBef>
                          <a:spcPts val="0"/>
                        </a:spcBef>
                        <a:spcAft>
                          <a:spcPts val="0"/>
                        </a:spcAft>
                        <a:buNone/>
                      </a:pPr>
                      <a:r>
                        <a:rPr lang="en-US" sz="1100" b="0" i="0" u="none" strike="noStrike" noProof="0">
                          <a:solidFill>
                            <a:srgbClr val="C03BC4"/>
                          </a:solidFill>
                          <a:latin typeface="Segoe UI"/>
                        </a:rPr>
                        <a:t>▲</a:t>
                      </a:r>
                      <a:endParaRPr lang="en-IN" sz="1100" b="0" i="0" u="none" strike="noStrike" noProof="0">
                        <a:solidFill>
                          <a:srgbClr val="000000"/>
                        </a:solidFill>
                        <a:latin typeface="Segoe UI"/>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C03BC4"/>
                          </a:solidFill>
                          <a:effectLst/>
                          <a:uLnTx/>
                          <a:uFillTx/>
                          <a:latin typeface="Segoe UI"/>
                          <a:ea typeface="+mn-ea"/>
                          <a:cs typeface="+mn-cs"/>
                        </a:rPr>
                        <a:t>▲</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C03BC4"/>
                          </a:solidFill>
                          <a:effectLst/>
                          <a:uLnTx/>
                          <a:uFillTx/>
                          <a:latin typeface="Segoe UI"/>
                          <a:ea typeface="+mn-ea"/>
                          <a:cs typeface="+mn-cs"/>
                        </a:rPr>
                        <a:t>▲</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1226971"/>
                  </a:ext>
                </a:extLst>
              </a:tr>
              <a:tr h="156679">
                <a:tc rowSpan="8">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b="0">
                          <a:solidFill>
                            <a:schemeClr val="accent1"/>
                          </a:solidFill>
                          <a:latin typeface="+mj-lt"/>
                          <a:cs typeface="Segoe Sans Display Semibold"/>
                        </a:rPr>
                        <a:t>Personal </a:t>
                      </a:r>
                      <a:br>
                        <a:rPr lang="en-US" sz="1000" b="0">
                          <a:solidFill>
                            <a:srgbClr val="0078D4"/>
                          </a:solidFill>
                          <a:latin typeface="+mj-lt"/>
                          <a:cs typeface="Segoe Sans Display Semibold"/>
                        </a:rPr>
                      </a:br>
                      <a:r>
                        <a:rPr lang="en-US" sz="1000" b="0">
                          <a:solidFill>
                            <a:schemeClr val="accent1"/>
                          </a:solidFill>
                          <a:latin typeface="+mj-lt"/>
                          <a:cs typeface="Segoe Sans Display Semibold"/>
                        </a:rPr>
                        <a:t>assistant</a:t>
                      </a:r>
                    </a:p>
                  </a:txBody>
                  <a:tcPr marT="27432" marB="27432" anchor="ctr">
                    <a:lnL w="6350">
                      <a:noFill/>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rtl="0" eaLnBrk="1" latinLnBrk="0" hangingPunct="1"/>
                      <a:r>
                        <a:rPr lang="en-US" sz="800" b="0" kern="1200">
                          <a:solidFill>
                            <a:schemeClr val="tx1"/>
                          </a:solidFill>
                          <a:latin typeface="+mn-lt"/>
                        </a:rPr>
                        <a:t>Copilot reasons over personal work data (i.e. Outlook, OneDrive, meeting transcripts)</a:t>
                      </a:r>
                      <a:endParaRPr lang="en-US" sz="800" b="0" kern="1200">
                        <a:solidFill>
                          <a:schemeClr val="tx1"/>
                        </a:solidFill>
                        <a:latin typeface="+mn-lt"/>
                        <a:ea typeface="+mn-ea"/>
                        <a:cs typeface="+mn-cs"/>
                      </a:endParaRP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endParaRPr lang="en-US" sz="1100" b="0" i="0" u="none" strike="noStrike" noProof="0">
                        <a:solidFill>
                          <a:srgbClr val="0078D4"/>
                        </a:solidFill>
                        <a:latin typeface="Segoe UI"/>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6641826"/>
                  </a:ext>
                </a:extLst>
              </a:tr>
              <a:tr h="213970">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l" rtl="0" eaLnBrk="1" fontAlgn="ctr" latinLnBrk="0" hangingPunct="1"/>
                      <a:r>
                        <a:rPr lang="en-US" sz="800" b="0" u="none" strike="noStrike" kern="1200">
                          <a:solidFill>
                            <a:schemeClr val="tx1"/>
                          </a:solidFill>
                          <a:effectLst/>
                          <a:latin typeface="+mn-lt"/>
                        </a:rPr>
                        <a:t>Copilot in Teams (Copilot in Meetings and Meeting Recap, insights from screen-shared content coming soon)</a:t>
                      </a:r>
                      <a:endParaRPr lang="en-US" sz="800" b="0" i="0" u="none" strike="noStrike">
                        <a:solidFill>
                          <a:schemeClr val="tx1"/>
                        </a:solidFill>
                        <a:effectLst/>
                        <a:latin typeface="+mn-lt"/>
                      </a:endParaRP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endParaRPr lang="en-US" sz="1100"/>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25800388"/>
                  </a:ext>
                </a:extLst>
              </a:tr>
              <a:tr h="213970">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r>
                        <a:rPr lang="en-US" sz="800" b="0">
                          <a:solidFill>
                            <a:schemeClr val="tx1"/>
                          </a:solidFill>
                          <a:latin typeface="+mn-lt"/>
                        </a:rPr>
                        <a:t>Copilot in Outlook (Prioritize my inbox, schedule focus time and 1:1 meetings, draft agendas, summarize message threads)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endParaRPr lang="en-US" sz="1100"/>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60577496"/>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r>
                        <a:rPr lang="en-US" sz="800" b="0">
                          <a:solidFill>
                            <a:schemeClr val="tx1"/>
                          </a:solidFill>
                          <a:latin typeface="+mn-lt"/>
                        </a:rPr>
                        <a:t>Copilot in Word (Suggestions for structure, flow, and tone, draft and summarize documents)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endParaRPr lang="en-US" sz="1100"/>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60816924"/>
                  </a:ext>
                </a:extLst>
              </a:tr>
              <a:tr h="213970">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r>
                        <a:rPr lang="en-US" sz="800" b="0">
                          <a:solidFill>
                            <a:schemeClr val="tx1"/>
                          </a:solidFill>
                          <a:latin typeface="+mn-lt"/>
                        </a:rPr>
                        <a:t>Copilot in Excel (Python, getting started experience, create formulas and visualizations using natural language)</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endParaRPr lang="en-US" sz="1100"/>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04568778"/>
                  </a:ext>
                </a:extLst>
              </a:tr>
              <a:tr h="213970">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r>
                        <a:rPr lang="en-US" sz="800" b="0">
                          <a:solidFill>
                            <a:schemeClr val="tx1"/>
                          </a:solidFill>
                          <a:latin typeface="+mn-lt"/>
                        </a:rPr>
                        <a:t>Copilot in PowerPoint (Narrative Builder, presentation translation, generate company branded slides or images)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endParaRPr lang="en-US" sz="1100"/>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7910183"/>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r>
                        <a:rPr lang="en-US" sz="800" b="0">
                          <a:solidFill>
                            <a:schemeClr val="tx1"/>
                          </a:solidFill>
                          <a:latin typeface="+mn-lt"/>
                        </a:rPr>
                        <a:t>Copilot Actions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8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a:solidFill>
                            <a:schemeClr val="tx1"/>
                          </a:solidFill>
                          <a:latin typeface="+mn-lt"/>
                        </a:rPr>
                        <a:t>In preview</a:t>
                      </a:r>
                      <a:endParaRPr lang="en-IN" sz="8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a:solidFill>
                            <a:schemeClr val="tx1"/>
                          </a:solidFill>
                          <a:latin typeface="+mn-lt"/>
                        </a:rPr>
                        <a:t>In preview</a:t>
                      </a:r>
                      <a:endParaRPr lang="en-IN" sz="8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82950910"/>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800" b="0" u="none" strike="noStrike" kern="1200">
                          <a:solidFill>
                            <a:schemeClr val="tx1"/>
                          </a:solidFill>
                          <a:effectLst/>
                          <a:latin typeface="+mn-lt"/>
                        </a:rPr>
                        <a:t>Pre-built M365 agents (Interpreter, Facilitator, Project Manager, Employee Self-Service)</a:t>
                      </a:r>
                      <a:endParaRPr lang="en-US" sz="800" b="0" i="0" u="none" strike="noStrike">
                        <a:solidFill>
                          <a:schemeClr val="tx1"/>
                        </a:solidFill>
                        <a:effectLst/>
                        <a:latin typeface="+mn-lt"/>
                      </a:endParaRP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endParaRPr lang="en-IN" sz="8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800">
                          <a:solidFill>
                            <a:schemeClr val="tx1"/>
                          </a:solidFill>
                          <a:latin typeface="+mn-lt"/>
                        </a:rPr>
                        <a:t>In preview</a:t>
                      </a:r>
                      <a:endParaRPr lang="en-IN" sz="8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lang="en-US" sz="800">
                          <a:solidFill>
                            <a:schemeClr val="tx1"/>
                          </a:solidFill>
                          <a:latin typeface="+mn-lt"/>
                        </a:rPr>
                        <a:t>In preview</a:t>
                      </a:r>
                      <a:endParaRPr lang="en-IN" sz="8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02442054"/>
                  </a:ext>
                </a:extLst>
              </a:tr>
              <a:tr h="156679">
                <a:tc rowSpan="6">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sz="1000" b="0">
                          <a:solidFill>
                            <a:schemeClr val="accent1"/>
                          </a:solidFill>
                          <a:latin typeface="+mj-lt"/>
                          <a:cs typeface="Segoe Sans Display Semibold"/>
                        </a:rPr>
                        <a:t>Copilot Control </a:t>
                      </a:r>
                      <a:br>
                        <a:rPr lang="en-US" sz="1000" b="0">
                          <a:solidFill>
                            <a:srgbClr val="0078D4"/>
                          </a:solidFill>
                          <a:latin typeface="+mj-lt"/>
                          <a:cs typeface="Segoe Sans Display Semibold"/>
                        </a:rPr>
                      </a:br>
                      <a:r>
                        <a:rPr lang="en-US" sz="1000" b="0">
                          <a:solidFill>
                            <a:schemeClr val="accent1"/>
                          </a:solidFill>
                          <a:latin typeface="+mj-lt"/>
                          <a:cs typeface="Segoe Sans Display Semibold"/>
                        </a:rPr>
                        <a:t>System</a:t>
                      </a:r>
                    </a:p>
                  </a:txBody>
                  <a:tcPr marT="27432" marB="27432" anchor="ctr">
                    <a:lnL w="6350">
                      <a:noFill/>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a:noFill/>
                    </a:lnB>
                    <a:lnTlToBr w="12700" cmpd="sng">
                      <a:noFill/>
                      <a:prstDash val="solid"/>
                    </a:lnTlToBr>
                    <a:lnBlToTr w="12700" cmpd="sng">
                      <a:noFill/>
                      <a:prstDash val="solid"/>
                    </a:lnBlToTr>
                  </a:tcPr>
                </a:tc>
                <a:tc>
                  <a:txBody>
                    <a:bodyPr/>
                    <a:lstStyle/>
                    <a:p>
                      <a:r>
                        <a:rPr lang="en-US" sz="800" b="0">
                          <a:solidFill>
                            <a:schemeClr val="tx1"/>
                          </a:solidFill>
                          <a:latin typeface="+mn-lt"/>
                        </a:rPr>
                        <a:t>Enterprise Data Protection (EDP)</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US"/>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65458211"/>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IT management controls</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US"/>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88321625"/>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Agent management</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vl="0" algn="ctr">
                        <a:buNone/>
                      </a:pPr>
                      <a:r>
                        <a:rPr lang="en-US" sz="1100" b="0" i="0" u="none" strike="noStrike" noProof="0">
                          <a:solidFill>
                            <a:srgbClr val="0078D4"/>
                          </a:solidFill>
                          <a:latin typeface="Segoe UI"/>
                        </a:rPr>
                        <a:t> ●</a:t>
                      </a:r>
                      <a:r>
                        <a:rPr lang="en-US" sz="1100" b="0" i="0" u="none" strike="noStrike" noProof="0">
                          <a:solidFill>
                            <a:srgbClr val="000000"/>
                          </a:solidFill>
                          <a:latin typeface="Segoe UI"/>
                        </a:rPr>
                        <a:t> </a:t>
                      </a:r>
                      <a:endParaRPr lang="en-US"/>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3966261"/>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SharePoint Advanced Management</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73475648"/>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cap="flat" cmpd="sng" algn="ctr">
                      <a:solidFill>
                        <a:schemeClr val="bg1">
                          <a:lumMod val="9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b="0">
                          <a:solidFill>
                            <a:schemeClr val="tx1"/>
                          </a:solidFill>
                          <a:latin typeface="+mn-lt"/>
                        </a:rPr>
                        <a:t>Copilot Analytics to measure usage and adoption</a:t>
                      </a:r>
                      <a:r>
                        <a:rPr lang="en-US" sz="800" b="0" baseline="30000">
                          <a:solidFill>
                            <a:schemeClr val="tx1"/>
                          </a:solidFill>
                          <a:latin typeface="+mn-lt"/>
                        </a:rPr>
                        <a:t>4</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71544350"/>
                  </a:ext>
                </a:extLst>
              </a:tr>
              <a:tr h="156679">
                <a:tc vMerge="1">
                  <a:txBody>
                    <a:bodyPr/>
                    <a:lstStyle/>
                    <a:p>
                      <a:endParaRPr lang="en-IN" sz="800"/>
                    </a:p>
                  </a:txBody>
                  <a:tcPr marL="0" marR="0" marT="0" marB="0" anchor="ctr">
                    <a:lnL w="6350">
                      <a:noFill/>
                    </a:lnL>
                    <a:lnR w="6350" cap="flat" cmpd="sng" algn="ctr">
                      <a:solidFill>
                        <a:schemeClr val="bg1">
                          <a:lumMod val="90000"/>
                        </a:schemeClr>
                      </a:solidFill>
                      <a:prstDash val="solid"/>
                      <a:round/>
                      <a:headEnd type="none" w="med" len="med"/>
                      <a:tailEnd type="none" w="med" len="med"/>
                    </a:lnR>
                    <a:lnT w="6350" cap="flat" cmpd="sng" algn="ctr">
                      <a:solidFill>
                        <a:schemeClr val="bg1">
                          <a:lumMod val="90000"/>
                        </a:schemeClr>
                      </a:solidFill>
                      <a:prstDash val="solid"/>
                      <a:round/>
                      <a:headEnd type="none" w="med" len="med"/>
                      <a:tailEnd type="none" w="med" len="med"/>
                    </a:lnT>
                    <a:lnB w="6350">
                      <a:noFill/>
                    </a:lnB>
                    <a:lnTlToBr w="12700" cmpd="sng">
                      <a:noFill/>
                      <a:prstDash val="solid"/>
                    </a:lnTlToBr>
                    <a:lnBlToTr w="12700" cmpd="sng">
                      <a:noFill/>
                      <a:prstDash val="solid"/>
                    </a:lnBlToTr>
                  </a:tcPr>
                </a:tc>
                <a:tc>
                  <a:txBody>
                    <a:bodyPr/>
                    <a:lstStyle/>
                    <a:p>
                      <a:r>
                        <a:rPr lang="en-US" sz="800" b="0">
                          <a:solidFill>
                            <a:schemeClr val="tx1"/>
                          </a:solidFill>
                          <a:latin typeface="+mn-lt"/>
                        </a:rPr>
                        <a:t>Pre-built reports and advanced analytics to measure ROI</a:t>
                      </a:r>
                    </a:p>
                  </a:txBody>
                  <a:tcPr marT="27432" marB="27432"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a:noFill/>
                    </a:lnB>
                    <a:lnTlToBr w="12700" cmpd="sng">
                      <a:noFill/>
                      <a:prstDash val="solid"/>
                    </a:lnTlToBr>
                    <a:lnBlToTr w="12700" cmpd="sng">
                      <a:noFill/>
                      <a:prstDash val="solid"/>
                    </a:lnBlToTr>
                  </a:tcPr>
                </a:tc>
                <a:tc>
                  <a:txBody>
                    <a:bodyPr/>
                    <a:lstStyle/>
                    <a:p>
                      <a:pPr algn="ct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a:noFill/>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solidFill>
                          <a:schemeClr val="tx1"/>
                        </a:solidFill>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a:noFill/>
                    </a:lnB>
                    <a:lnTlToBr w="12700" cmpd="sng">
                      <a:noFill/>
                      <a:prstDash val="solid"/>
                    </a:lnTlToBr>
                    <a:lnBlToTr w="12700" cmpd="sng">
                      <a:noFill/>
                      <a:prstDash val="solid"/>
                    </a:lnBlToTr>
                  </a:tcPr>
                </a:tc>
                <a:tc>
                  <a:txBody>
                    <a:bodyPr/>
                    <a:lstStyle/>
                    <a:p>
                      <a:pPr algn="ctr"/>
                      <a:r>
                        <a:rPr kumimoji="0" lang="en-US" sz="1100" b="0" i="0" u="none" strike="noStrike" kern="1200" cap="none" spc="0" normalizeH="0" baseline="0" noProof="0">
                          <a:ln>
                            <a:noFill/>
                          </a:ln>
                          <a:solidFill>
                            <a:srgbClr val="0078D4"/>
                          </a:solidFill>
                          <a:effectLst/>
                          <a:uLnTx/>
                          <a:uFillTx/>
                          <a:latin typeface="Segoe UI"/>
                          <a:ea typeface="+mn-ea"/>
                          <a:cs typeface="+mn-cs"/>
                        </a:rPr>
                        <a:t>●</a:t>
                      </a:r>
                      <a:r>
                        <a:rPr kumimoji="0" lang="en-US" sz="1100" b="0" i="0" u="none" strike="noStrike" kern="1200" cap="none" spc="0" normalizeH="0" baseline="0" noProof="0">
                          <a:ln>
                            <a:noFill/>
                          </a:ln>
                          <a:solidFill>
                            <a:srgbClr val="000000"/>
                          </a:solidFill>
                          <a:effectLst/>
                          <a:uLnTx/>
                          <a:uFillTx/>
                          <a:latin typeface="Segoe UI"/>
                          <a:ea typeface="+mn-ea"/>
                          <a:cs typeface="+mn-cs"/>
                        </a:rPr>
                        <a:t> </a:t>
                      </a:r>
                      <a:endParaRPr lang="en-IN" sz="1100">
                        <a:latin typeface="+mn-lt"/>
                      </a:endParaRPr>
                    </a:p>
                  </a:txBody>
                  <a:tcPr marT="0" marB="0" anchor="ctr">
                    <a:lnL w="6350" cap="flat" cmpd="sng" algn="ctr">
                      <a:solidFill>
                        <a:schemeClr val="accent4">
                          <a:lumMod val="60000"/>
                          <a:lumOff val="40000"/>
                        </a:schemeClr>
                      </a:solidFill>
                      <a:prstDash val="solid"/>
                      <a:round/>
                      <a:headEnd type="none" w="med" len="med"/>
                      <a:tailEnd type="none" w="med" len="med"/>
                    </a:lnL>
                    <a:lnR w="6350">
                      <a:noFill/>
                    </a:lnR>
                    <a:lnT w="6350" cap="flat" cmpd="sng" algn="ctr">
                      <a:solidFill>
                        <a:schemeClr val="accent4">
                          <a:lumMod val="60000"/>
                          <a:lumOff val="40000"/>
                        </a:schemeClr>
                      </a:solidFill>
                      <a:prstDash val="solid"/>
                      <a:round/>
                      <a:headEnd type="none" w="med" len="med"/>
                      <a:tailEnd type="none" w="med" len="med"/>
                    </a:lnT>
                    <a:lnB w="6350">
                      <a:noFill/>
                    </a:lnB>
                    <a:lnTlToBr w="12700" cmpd="sng">
                      <a:noFill/>
                      <a:prstDash val="solid"/>
                    </a:lnTlToBr>
                    <a:lnBlToTr w="12700" cmpd="sng">
                      <a:noFill/>
                      <a:prstDash val="solid"/>
                    </a:lnBlToTr>
                  </a:tcPr>
                </a:tc>
                <a:extLst>
                  <a:ext uri="{0D108BD9-81ED-4DB2-BD59-A6C34878D82A}">
                    <a16:rowId xmlns:a16="http://schemas.microsoft.com/office/drawing/2014/main" val="1457835118"/>
                  </a:ext>
                </a:extLst>
              </a:tr>
            </a:tbl>
          </a:graphicData>
        </a:graphic>
      </p:graphicFrame>
      <p:sp>
        <p:nvSpPr>
          <p:cNvPr id="4" name="TextBox 3">
            <a:extLst>
              <a:ext uri="{FF2B5EF4-FFF2-40B4-BE49-F238E27FC236}">
                <a16:creationId xmlns:a16="http://schemas.microsoft.com/office/drawing/2014/main" id="{9C32B79D-2436-E24F-353D-6BB934FF2955}"/>
              </a:ext>
            </a:extLst>
          </p:cNvPr>
          <p:cNvSpPr txBox="1"/>
          <p:nvPr/>
        </p:nvSpPr>
        <p:spPr>
          <a:xfrm>
            <a:off x="6052802" y="931025"/>
            <a:ext cx="1373520" cy="153888"/>
          </a:xfrm>
          <a:prstGeom prst="rect">
            <a:avLst/>
          </a:prstGeom>
          <a:noFill/>
        </p:spPr>
        <p:txBody>
          <a:bodyPr wrap="square" lIns="0" tIns="0" rIns="0" bIns="0"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C03BC4"/>
                </a:solidFill>
                <a:effectLst/>
                <a:uLnTx/>
                <a:uFillTx/>
                <a:latin typeface="Segoe Sans Display"/>
                <a:ea typeface="+mn-ea"/>
                <a:cs typeface="+mn-cs"/>
              </a:rPr>
              <a:t>▲</a:t>
            </a:r>
            <a:r>
              <a:rPr kumimoji="0" lang="en-US" sz="1000" b="0" i="0" u="none" strike="noStrike" kern="1200" cap="none" spc="0" normalizeH="0" baseline="0" noProof="0">
                <a:ln>
                  <a:noFill/>
                </a:ln>
                <a:solidFill>
                  <a:srgbClr val="000000"/>
                </a:solidFill>
                <a:effectLst/>
                <a:uLnTx/>
                <a:uFillTx/>
                <a:latin typeface="Segoe Sans Display"/>
                <a:ea typeface="+mn-ea"/>
                <a:cs typeface="+mn-cs"/>
              </a:rPr>
              <a:t> =Included- Metered</a:t>
            </a:r>
            <a:endParaRPr kumimoji="0" lang="en-IN" sz="1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5" name="Rectangle: Top Corners Rounded 4">
            <a:extLst>
              <a:ext uri="{FF2B5EF4-FFF2-40B4-BE49-F238E27FC236}">
                <a16:creationId xmlns:a16="http://schemas.microsoft.com/office/drawing/2014/main" id="{C92EFED1-2D06-69F6-E22F-E5E1B5B468A2}"/>
              </a:ext>
            </a:extLst>
          </p:cNvPr>
          <p:cNvSpPr/>
          <p:nvPr/>
        </p:nvSpPr>
        <p:spPr bwMode="auto">
          <a:xfrm>
            <a:off x="7454900" y="634053"/>
            <a:ext cx="4154487" cy="490174"/>
          </a:xfrm>
          <a:prstGeom prst="round2SameRect">
            <a:avLst>
              <a:gd name="adj1" fmla="val 24749"/>
              <a:gd name="adj2" fmla="val 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6" name="TextBox 5">
            <a:extLst>
              <a:ext uri="{FF2B5EF4-FFF2-40B4-BE49-F238E27FC236}">
                <a16:creationId xmlns:a16="http://schemas.microsoft.com/office/drawing/2014/main" id="{726B3F56-0EDB-3197-31E3-B3F433BC180B}"/>
              </a:ext>
            </a:extLst>
          </p:cNvPr>
          <p:cNvSpPr txBox="1"/>
          <p:nvPr/>
        </p:nvSpPr>
        <p:spPr>
          <a:xfrm>
            <a:off x="5266989" y="931025"/>
            <a:ext cx="715026" cy="153888"/>
          </a:xfrm>
          <a:prstGeom prst="rect">
            <a:avLst/>
          </a:prstGeom>
          <a:noFill/>
        </p:spPr>
        <p:txBody>
          <a:bodyPr wrap="square" lIns="0" tIns="0" rIns="0" bIns="0" rtlCol="0" anchor="ctr">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78D4"/>
                </a:solidFill>
                <a:effectLst/>
                <a:uLnTx/>
                <a:uFillTx/>
                <a:latin typeface="Segoe Sans Display"/>
                <a:ea typeface="+mn-ea"/>
                <a:cs typeface="+mn-cs"/>
              </a:rPr>
              <a:t>●</a:t>
            </a:r>
            <a:r>
              <a:rPr kumimoji="0" lang="en-US" sz="1000" b="0" i="0" u="none" strike="noStrike" kern="1200" cap="none" spc="0" normalizeH="0" baseline="0" noProof="0">
                <a:ln>
                  <a:noFill/>
                </a:ln>
                <a:solidFill>
                  <a:srgbClr val="000000"/>
                </a:solidFill>
                <a:effectLst/>
                <a:uLnTx/>
                <a:uFillTx/>
                <a:latin typeface="Segoe Sans Display"/>
                <a:ea typeface="+mn-ea"/>
                <a:cs typeface="+mn-cs"/>
              </a:rPr>
              <a:t> =Included</a:t>
            </a:r>
            <a:endParaRPr kumimoji="0" lang="en-IN" sz="1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7" name="TextBox 6">
            <a:extLst>
              <a:ext uri="{FF2B5EF4-FFF2-40B4-BE49-F238E27FC236}">
                <a16:creationId xmlns:a16="http://schemas.microsoft.com/office/drawing/2014/main" id="{F545A06F-17FC-3AC8-E5BB-E9F097AC3DDB}"/>
              </a:ext>
            </a:extLst>
          </p:cNvPr>
          <p:cNvSpPr txBox="1"/>
          <p:nvPr/>
        </p:nvSpPr>
        <p:spPr>
          <a:xfrm>
            <a:off x="7524749" y="729316"/>
            <a:ext cx="1228725" cy="276999"/>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a:ea typeface="+mn-ea"/>
                <a:cs typeface="Segoe Sans Display Semibold" pitchFamily="2" charset="0"/>
              </a:rPr>
              <a:t>Microsoft 365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a:ea typeface="+mn-ea"/>
                <a:cs typeface="Segoe Sans Display Semibold" pitchFamily="2" charset="0"/>
              </a:rPr>
              <a:t>Copilot Chat</a:t>
            </a:r>
          </a:p>
        </p:txBody>
      </p:sp>
      <p:sp>
        <p:nvSpPr>
          <p:cNvPr id="8" name="TextBox 7">
            <a:extLst>
              <a:ext uri="{FF2B5EF4-FFF2-40B4-BE49-F238E27FC236}">
                <a16:creationId xmlns:a16="http://schemas.microsoft.com/office/drawing/2014/main" id="{3240B787-2243-D4EF-93DC-DB71FB2556DB}"/>
              </a:ext>
            </a:extLst>
          </p:cNvPr>
          <p:cNvSpPr txBox="1"/>
          <p:nvPr/>
        </p:nvSpPr>
        <p:spPr>
          <a:xfrm>
            <a:off x="8877852" y="668191"/>
            <a:ext cx="1308580" cy="415498"/>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a:ea typeface="+mn-ea"/>
                <a:cs typeface="Segoe Sans Display Semibold" pitchFamily="2" charset="0"/>
              </a:rPr>
              <a:t>Microsoft 365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a:ea typeface="+mn-ea"/>
                <a:cs typeface="Segoe Sans Display Semibold" pitchFamily="2" charset="0"/>
              </a:rPr>
              <a:t>Copilot Business </a:t>
            </a:r>
            <a:r>
              <a:rPr kumimoji="0" lang="en-US" sz="900" b="0" i="0" u="none" strike="noStrike" kern="1200" cap="none" spc="0" normalizeH="0" baseline="50000" noProof="0">
                <a:ln>
                  <a:noFill/>
                </a:ln>
                <a:solidFill>
                  <a:srgbClr val="FFFFFF"/>
                </a:solidFill>
                <a:effectLst/>
                <a:uLnTx/>
                <a:uFillTx/>
                <a:latin typeface="Segoe Sans Display Semibold"/>
                <a:ea typeface="+mn-ea"/>
                <a:cs typeface="Segoe Sans Display Semibold" pitchFamily="2" charset="0"/>
              </a:rPr>
              <a:t>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a:ea typeface="+mn-ea"/>
                <a:cs typeface="Segoe Sans Display Semibold" pitchFamily="2" charset="0"/>
              </a:rPr>
              <a:t>$21/ user/ month</a:t>
            </a:r>
          </a:p>
        </p:txBody>
      </p:sp>
      <p:sp>
        <p:nvSpPr>
          <p:cNvPr id="9" name="TextBox 8">
            <a:extLst>
              <a:ext uri="{FF2B5EF4-FFF2-40B4-BE49-F238E27FC236}">
                <a16:creationId xmlns:a16="http://schemas.microsoft.com/office/drawing/2014/main" id="{C4087FE5-3418-84EF-3621-AB5001B33744}"/>
              </a:ext>
            </a:extLst>
          </p:cNvPr>
          <p:cNvSpPr txBox="1"/>
          <p:nvPr/>
        </p:nvSpPr>
        <p:spPr>
          <a:xfrm>
            <a:off x="10320337" y="652371"/>
            <a:ext cx="1228725" cy="4154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a:ea typeface="+mn-ea"/>
                <a:cs typeface="Segoe Sans Display Semibold" pitchFamily="2" charset="0"/>
              </a:rPr>
              <a:t>Microsoft 365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a:ea typeface="+mn-ea"/>
                <a:cs typeface="Segoe Sans Display Semibold" pitchFamily="2" charset="0"/>
              </a:rPr>
              <a:t>Copilot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Sans Display Semibold"/>
                <a:ea typeface="+mn-ea"/>
                <a:cs typeface="Segoe Sans Display Semibold" pitchFamily="2" charset="0"/>
              </a:rPr>
              <a:t>$30/user/month</a:t>
            </a:r>
          </a:p>
        </p:txBody>
      </p:sp>
      <p:sp>
        <p:nvSpPr>
          <p:cNvPr id="10" name="Graphic 34_1">
            <a:extLst>
              <a:ext uri="{FF2B5EF4-FFF2-40B4-BE49-F238E27FC236}">
                <a16:creationId xmlns:a16="http://schemas.microsoft.com/office/drawing/2014/main" id="{FAFB679A-8D31-D54B-FEB9-949D213D9F42}"/>
              </a:ext>
              <a:ext uri="{C183D7F6-B498-43B3-948B-1728B52AA6E4}">
                <adec:decorative xmlns:adec="http://schemas.microsoft.com/office/drawing/2017/decorative" val="1"/>
              </a:ext>
            </a:extLst>
          </p:cNvPr>
          <p:cNvSpPr>
            <a:spLocks/>
          </p:cNvSpPr>
          <p:nvPr/>
        </p:nvSpPr>
        <p:spPr>
          <a:xfrm>
            <a:off x="588963" y="1124228"/>
            <a:ext cx="11020424" cy="45719"/>
          </a:xfrm>
          <a:custGeom>
            <a:avLst/>
            <a:gdLst>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0 w 12191998"/>
              <a:gd name="connsiteY4" fmla="*/ 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91440 w 12191998"/>
              <a:gd name="connsiteY4" fmla="*/ 9144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0" fmla="*/ 12191998 w 12191998"/>
              <a:gd name="connsiteY0" fmla="*/ 0 h 863854"/>
              <a:gd name="connsiteX1" fmla="*/ 12191998 w 12191998"/>
              <a:gd name="connsiteY1" fmla="*/ 863854 h 863854"/>
              <a:gd name="connsiteX2" fmla="*/ 0 w 12191998"/>
              <a:gd name="connsiteY2" fmla="*/ 863854 h 863854"/>
              <a:gd name="connsiteX0" fmla="*/ 12191998 w 12191998"/>
              <a:gd name="connsiteY0" fmla="*/ 0 h 0"/>
              <a:gd name="connsiteX1" fmla="*/ 0 w 12191998"/>
              <a:gd name="connsiteY1" fmla="*/ 0 h 0"/>
            </a:gdLst>
            <a:ahLst/>
            <a:cxnLst>
              <a:cxn ang="0">
                <a:pos x="connsiteX0" y="connsiteY0"/>
              </a:cxn>
              <a:cxn ang="0">
                <a:pos x="connsiteX1" y="connsiteY1"/>
              </a:cxn>
            </a:cxnLst>
            <a:rect l="l" t="t" r="r" b="b"/>
            <a:pathLst>
              <a:path w="12191998">
                <a:moveTo>
                  <a:pt x="12191998" y="0"/>
                </a:moveTo>
                <a:lnTo>
                  <a:pt x="0" y="0"/>
                </a:lnTo>
              </a:path>
            </a:pathLst>
          </a:custGeom>
          <a:noFill/>
          <a:ln w="50800">
            <a:gradFill flip="none" rotWithShape="1">
              <a:gsLst>
                <a:gs pos="0">
                  <a:srgbClr val="FFA38B">
                    <a:lumMod val="98000"/>
                  </a:srgbClr>
                </a:gs>
                <a:gs pos="35000">
                  <a:srgbClr val="D361FF"/>
                </a:gs>
                <a:gs pos="70000">
                  <a:srgbClr val="2CB1FE"/>
                </a:gs>
                <a:gs pos="100000">
                  <a:schemeClr val="accent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14" name="TextBox 13">
            <a:extLst>
              <a:ext uri="{FF2B5EF4-FFF2-40B4-BE49-F238E27FC236}">
                <a16:creationId xmlns:a16="http://schemas.microsoft.com/office/drawing/2014/main" id="{5A20842B-2922-F9DC-2BCB-DB8768FC52F7}"/>
              </a:ext>
              <a:ext uri="{C183D7F6-B498-43B3-948B-1728B52AA6E4}">
                <adec:decorative xmlns:adec="http://schemas.microsoft.com/office/drawing/2017/decorative" val="0"/>
              </a:ext>
            </a:extLst>
          </p:cNvPr>
          <p:cNvSpPr txBox="1"/>
          <p:nvPr/>
        </p:nvSpPr>
        <p:spPr>
          <a:xfrm>
            <a:off x="811502" y="6355622"/>
            <a:ext cx="9836909" cy="184666"/>
          </a:xfrm>
          <a:prstGeom prst="rect">
            <a:avLst/>
          </a:prstGeom>
          <a:noFill/>
        </p:spPr>
        <p:txBody>
          <a:bodyPr wrap="square" lIns="0" tIns="0" rIns="0" bIns="0" anchor="b">
            <a:spAutoFit/>
          </a:bodyPr>
          <a:lstStyle/>
          <a:p>
            <a:pPr marL="0" marR="0" lvl="0" indent="0" algn="l" defTabSz="914400" rtl="0" eaLnBrk="1" fontAlgn="auto" latinLnBrk="0" hangingPunct="1">
              <a:lnSpc>
                <a:spcPct val="100000"/>
              </a:lnSpc>
              <a:spcBef>
                <a:spcPts val="100"/>
              </a:spcBef>
              <a:spcAft>
                <a:spcPts val="0"/>
              </a:spcAft>
              <a:buClrTx/>
              <a:buSzTx/>
              <a:buFontTx/>
              <a:buNone/>
              <a:tabLst/>
              <a:defRPr/>
            </a:pPr>
            <a:r>
              <a:rPr kumimoji="0" lang="en-US" sz="600" b="0" i="0" u="none" strike="noStrike" kern="1200" cap="none" spc="0" normalizeH="0" baseline="0" noProof="0">
                <a:ln>
                  <a:noFill/>
                </a:ln>
                <a:solidFill>
                  <a:srgbClr val="000000"/>
                </a:solidFill>
                <a:effectLst/>
                <a:uLnTx/>
                <a:uFillTx/>
                <a:latin typeface="Segoe UI"/>
                <a:ea typeface="+mn-ea"/>
                <a:cs typeface="+mn-cs"/>
              </a:rPr>
              <a:t>1. Limits apply. 2. Applies to employee-facing agents only. 3. Learn more about the full capabilities of Copilot Studio </a:t>
            </a:r>
            <a:r>
              <a:rPr kumimoji="0" lang="en-US" sz="600" b="0" i="0" u="none" strike="noStrike" kern="1200" cap="none" spc="0" normalizeH="0" baseline="0" noProof="0">
                <a:ln>
                  <a:noFill/>
                </a:ln>
                <a:solidFill>
                  <a:srgbClr val="0078D4"/>
                </a:solidFill>
                <a:effectLst/>
                <a:uLnTx/>
                <a:uFillTx/>
                <a:latin typeface="Segoe UI"/>
                <a:ea typeface="+mn-ea"/>
                <a:cs typeface="+mn-cs"/>
                <a:hlinkClick r:id="rId7">
                  <a:extLst>
                    <a:ext uri="{A12FA001-AC4F-418D-AE19-62706E023703}">
                      <ahyp:hlinkClr xmlns:ahyp="http://schemas.microsoft.com/office/drawing/2018/hyperlinkcolor" val="tx"/>
                    </a:ext>
                  </a:extLst>
                </a:hlinkClick>
              </a:rPr>
              <a:t>here.</a:t>
            </a:r>
            <a:r>
              <a:rPr kumimoji="0" lang="en-US" sz="600" b="0" i="0" u="none" strike="noStrike" kern="1200" cap="none" spc="0" normalizeH="0" baseline="0" noProof="0">
                <a:ln>
                  <a:noFill/>
                </a:ln>
                <a:solidFill>
                  <a:srgbClr val="000000"/>
                </a:solidFill>
                <a:effectLst/>
                <a:uLnTx/>
                <a:uFillTx/>
                <a:latin typeface="Segoe UI"/>
                <a:ea typeface="+mn-ea"/>
                <a:cs typeface="+mn-cs"/>
              </a:rPr>
              <a:t> 4. Basic reporting in Microsoft Admin Center available for Copilot Chat. 5. </a:t>
            </a:r>
            <a:r>
              <a:rPr kumimoji="0" lang="en-US" sz="600" b="0" i="1" u="none" strike="noStrike" kern="1200" cap="none" spc="0" normalizeH="0" baseline="0" noProof="0">
                <a:ln>
                  <a:noFill/>
                </a:ln>
                <a:solidFill>
                  <a:srgbClr val="000000"/>
                </a:solidFill>
                <a:effectLst/>
                <a:uLnTx/>
                <a:uFillTx/>
                <a:latin typeface="Segoe UI"/>
                <a:ea typeface="+mn-ea"/>
                <a:cs typeface="+mn-cs"/>
              </a:rPr>
              <a:t>Microsoft 365 Copilot for Business includes a </a:t>
            </a:r>
            <a:r>
              <a:rPr kumimoji="0" lang="en-US" sz="500" b="0" i="1" u="none" strike="noStrike" kern="1200" cap="none" spc="0" normalizeH="0" baseline="0" noProof="0">
                <a:ln>
                  <a:noFill/>
                </a:ln>
                <a:solidFill>
                  <a:srgbClr val="000000"/>
                </a:solidFill>
                <a:effectLst/>
                <a:uLnTx/>
                <a:uFillTx/>
                <a:latin typeface="Segoe UI"/>
                <a:ea typeface="+mn-ea"/>
                <a:cs typeface="+mn-cs"/>
              </a:rPr>
              <a:t>fixed</a:t>
            </a:r>
            <a:r>
              <a:rPr kumimoji="0" lang="en-US" sz="600" b="0" i="1" u="none" strike="noStrike" kern="1200" cap="none" spc="0" normalizeH="0" baseline="0" noProof="0">
                <a:ln>
                  <a:noFill/>
                </a:ln>
                <a:solidFill>
                  <a:srgbClr val="000000"/>
                </a:solidFill>
                <a:effectLst/>
                <a:uLnTx/>
                <a:uFillTx/>
                <a:latin typeface="Segoe UI"/>
                <a:ea typeface="+mn-ea"/>
                <a:cs typeface="+mn-cs"/>
              </a:rPr>
              <a:t> set of capabilities. Microsoft 365 Copilot for Enterprise may expand to include additional features over time.</a:t>
            </a:r>
          </a:p>
        </p:txBody>
      </p:sp>
      <p:sp>
        <p:nvSpPr>
          <p:cNvPr id="21" name="Title 2">
            <a:extLst>
              <a:ext uri="{FF2B5EF4-FFF2-40B4-BE49-F238E27FC236}">
                <a16:creationId xmlns:a16="http://schemas.microsoft.com/office/drawing/2014/main" id="{61ED27AE-2C19-6EB6-16E5-4CC683B0CC24}"/>
              </a:ext>
            </a:extLst>
          </p:cNvPr>
          <p:cNvSpPr txBox="1">
            <a:spLocks/>
          </p:cNvSpPr>
          <p:nvPr/>
        </p:nvSpPr>
        <p:spPr>
          <a:xfrm>
            <a:off x="575430" y="391113"/>
            <a:ext cx="7565979" cy="430887"/>
          </a:xfrm>
          <a:prstGeom prst="rect">
            <a:avLst/>
          </a:prstGeom>
        </p:spPr>
        <p:txBody>
          <a:bodyPr vert="horz" wrap="square" lIns="0" tIns="0" rIns="0" bIns="0" rtlCol="0" anchor="t">
            <a:spAutoFit/>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r>
              <a:rPr lang="en-US">
                <a:solidFill>
                  <a:schemeClr val="tx1"/>
                </a:solidFill>
                <a:latin typeface="+mj-lt"/>
                <a:ea typeface="+mj-ea"/>
                <a:cs typeface="+mj-cs"/>
              </a:rPr>
              <a:t>Microsoft 365 Copilot feature comparison </a:t>
            </a:r>
          </a:p>
        </p:txBody>
      </p:sp>
      <p:sp>
        <p:nvSpPr>
          <p:cNvPr id="17" name="Text Placeholder 3">
            <a:extLst>
              <a:ext uri="{FF2B5EF4-FFF2-40B4-BE49-F238E27FC236}">
                <a16:creationId xmlns:a16="http://schemas.microsoft.com/office/drawing/2014/main" id="{EC1CB41E-9733-521E-2AE9-65DFA9363647}"/>
              </a:ext>
            </a:extLst>
          </p:cNvPr>
          <p:cNvSpPr txBox="1">
            <a:spLocks/>
          </p:cNvSpPr>
          <p:nvPr/>
        </p:nvSpPr>
        <p:spPr>
          <a:xfrm>
            <a:off x="595471" y="167096"/>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a:solidFill>
                  <a:schemeClr val="accent2"/>
                </a:solidFill>
                <a:latin typeface="Segoe UI Semibold" panose="020B0702040204020203" pitchFamily="34" charset="0"/>
                <a:cs typeface="Segoe UI Semibold" panose="020B0702040204020203" pitchFamily="34" charset="0"/>
              </a:rPr>
              <a:t>REFERENCE MATERIAL</a:t>
            </a:r>
          </a:p>
        </p:txBody>
      </p:sp>
    </p:spTree>
    <p:extLst>
      <p:ext uri="{BB962C8B-B14F-4D97-AF65-F5344CB8AC3E}">
        <p14:creationId xmlns:p14="http://schemas.microsoft.com/office/powerpoint/2010/main" val="18614158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45B48-11DF-0BA8-9507-C91A9901DA66}"/>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0700C690-0743-EF94-B548-88FBE2CF4A84}"/>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11" name="Rectangle: Single Corner Rounded 10">
              <a:extLst>
                <a:ext uri="{FF2B5EF4-FFF2-40B4-BE49-F238E27FC236}">
                  <a16:creationId xmlns:a16="http://schemas.microsoft.com/office/drawing/2014/main" id="{4425469C-AA6F-28C2-D255-5566ECFB03DB}"/>
                </a:ext>
                <a:ext uri="{C183D7F6-B498-43B3-948B-1728B52AA6E4}">
                  <adec:decorative xmlns:adec="http://schemas.microsoft.com/office/drawing/2017/decorative" val="1"/>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B7828082-0275-28E9-AEA1-A8D7B700E0E4}"/>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Isosceles Triangle 12">
              <a:hlinkClick r:id="" action="ppaction://hlinkshowjump?jump=previousslide"/>
              <a:extLst>
                <a:ext uri="{FF2B5EF4-FFF2-40B4-BE49-F238E27FC236}">
                  <a16:creationId xmlns:a16="http://schemas.microsoft.com/office/drawing/2014/main" id="{87AF2BDD-E5C3-F44F-981F-F13495B8C7A8}"/>
                </a:ext>
                <a:ext uri="{C183D7F6-B498-43B3-948B-1728B52AA6E4}">
                  <adec:decorative xmlns:adec="http://schemas.microsoft.com/office/drawing/2017/decorative" val="1"/>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996EC35F-782F-1246-4A5A-30C5C43E3AE6}"/>
                </a:ext>
                <a:ext uri="{C183D7F6-B498-43B3-948B-1728B52AA6E4}">
                  <adec:decorative xmlns:adec="http://schemas.microsoft.com/office/drawing/2017/decorative" val="1"/>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8" name="Graphic 17">
              <a:hlinkClick r:id="rId3" action="ppaction://hlinksldjump"/>
              <a:extLst>
                <a:ext uri="{FF2B5EF4-FFF2-40B4-BE49-F238E27FC236}">
                  <a16:creationId xmlns:a16="http://schemas.microsoft.com/office/drawing/2014/main" id="{8035E0DD-F2EA-2D27-3185-FD15CEBD5AD8}"/>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sp>
        <p:nvSpPr>
          <p:cNvPr id="31" name="Title 3">
            <a:extLst>
              <a:ext uri="{FF2B5EF4-FFF2-40B4-BE49-F238E27FC236}">
                <a16:creationId xmlns:a16="http://schemas.microsoft.com/office/drawing/2014/main" id="{39D120E5-A089-490F-7660-007D3096C3BE}"/>
              </a:ext>
            </a:extLst>
          </p:cNvPr>
          <p:cNvSpPr>
            <a:spLocks noGrp="1"/>
          </p:cNvSpPr>
          <p:nvPr>
            <p:ph type="title" idx="4294967295"/>
          </p:nvPr>
        </p:nvSpPr>
        <p:spPr>
          <a:xfrm>
            <a:off x="657557" y="583605"/>
            <a:ext cx="11018838" cy="492125"/>
          </a:xfrm>
        </p:spPr>
        <p:txBody>
          <a:bodyPr vert="horz">
            <a:spAutoFit/>
          </a:bodyPr>
          <a:lstStyle/>
          <a:p>
            <a:r>
              <a:rPr lang="en-US" sz="3200">
                <a:solidFill>
                  <a:schemeClr val="tx1"/>
                </a:solidFill>
                <a:latin typeface="+mj-lt"/>
                <a:ea typeface="+mj-ea"/>
                <a:cs typeface="+mj-cs"/>
              </a:rPr>
              <a:t>Microsoft 365 Copilot Business offer line up</a:t>
            </a:r>
          </a:p>
        </p:txBody>
      </p:sp>
      <p:sp>
        <p:nvSpPr>
          <p:cNvPr id="60" name="Text Placeholder 3">
            <a:extLst>
              <a:ext uri="{FF2B5EF4-FFF2-40B4-BE49-F238E27FC236}">
                <a16:creationId xmlns:a16="http://schemas.microsoft.com/office/drawing/2014/main" id="{57EFA328-6A52-D3F9-A776-8FD15A2933AD}"/>
              </a:ext>
            </a:extLst>
          </p:cNvPr>
          <p:cNvSpPr>
            <a:spLocks noGrp="1"/>
          </p:cNvSpPr>
          <p:nvPr>
            <p:ph type="body" sz="quarter" idx="4294967295"/>
          </p:nvPr>
        </p:nvSpPr>
        <p:spPr>
          <a:xfrm>
            <a:off x="642179" y="306853"/>
            <a:ext cx="11018837" cy="184150"/>
          </a:xfrm>
        </p:spPr>
        <p:txBody>
          <a:bodyPr/>
          <a:lstStyle/>
          <a:p>
            <a:r>
              <a:rPr lang="en-US" sz="1200" cap="all">
                <a:solidFill>
                  <a:schemeClr val="accent2"/>
                </a:solidFill>
                <a:latin typeface="Segoe UI Semibold" panose="020B0702040204020203" pitchFamily="34" charset="0"/>
                <a:cs typeface="Segoe UI Semibold" panose="020B0702040204020203" pitchFamily="34" charset="0"/>
              </a:rPr>
              <a:t>REFERENCE MATERIAL</a:t>
            </a:r>
          </a:p>
        </p:txBody>
      </p:sp>
      <p:sp>
        <p:nvSpPr>
          <p:cNvPr id="14" name="Rectangle: Rounded Corners 50">
            <a:extLst>
              <a:ext uri="{FF2B5EF4-FFF2-40B4-BE49-F238E27FC236}">
                <a16:creationId xmlns:a16="http://schemas.microsoft.com/office/drawing/2014/main" id="{82316789-62EB-1843-0F3C-EDA86BD278CD}"/>
              </a:ext>
              <a:ext uri="{C183D7F6-B498-43B3-948B-1728B52AA6E4}">
                <adec:decorative xmlns:adec="http://schemas.microsoft.com/office/drawing/2017/decorative" val="1"/>
              </a:ext>
            </a:extLst>
          </p:cNvPr>
          <p:cNvSpPr>
            <a:spLocks/>
          </p:cNvSpPr>
          <p:nvPr/>
        </p:nvSpPr>
        <p:spPr bwMode="auto">
          <a:xfrm>
            <a:off x="545885" y="1381154"/>
            <a:ext cx="2194560" cy="3848340"/>
          </a:xfrm>
          <a:prstGeom prst="roundRect">
            <a:avLst>
              <a:gd name="adj" fmla="val 4207"/>
            </a:avLst>
          </a:prstGeom>
          <a:solidFill>
            <a:schemeClr val="bg1"/>
          </a:solid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br>
              <a:rPr lang="en-US">
                <a:solidFill>
                  <a:prstClr val="black"/>
                </a:solidFill>
                <a:latin typeface="Segoe Sans Display"/>
                <a:cs typeface="Segoe UI" pitchFamily="34" charset="0"/>
              </a:rPr>
            </a:br>
            <a:br>
              <a:rPr lang="en-US">
                <a:solidFill>
                  <a:prstClr val="black"/>
                </a:solidFill>
                <a:latin typeface="Segoe Sans Display"/>
                <a:cs typeface="Segoe UI" pitchFamily="34" charset="0"/>
              </a:rPr>
            </a:br>
            <a:endParaRPr lang="en-US">
              <a:solidFill>
                <a:prstClr val="black"/>
              </a:solidFill>
              <a:latin typeface="Segoe Sans Display"/>
              <a:cs typeface="Segoe UI" pitchFamily="34" charset="0"/>
            </a:endParaRPr>
          </a:p>
        </p:txBody>
      </p:sp>
      <p:sp>
        <p:nvSpPr>
          <p:cNvPr id="21" name="Title 25">
            <a:extLst>
              <a:ext uri="{FF2B5EF4-FFF2-40B4-BE49-F238E27FC236}">
                <a16:creationId xmlns:a16="http://schemas.microsoft.com/office/drawing/2014/main" id="{0B272CC6-CAD2-45C7-2FE8-B3B677298146}"/>
              </a:ext>
            </a:extLst>
          </p:cNvPr>
          <p:cNvSpPr txBox="1">
            <a:spLocks/>
          </p:cNvSpPr>
          <p:nvPr/>
        </p:nvSpPr>
        <p:spPr>
          <a:xfrm>
            <a:off x="738623" y="1832535"/>
            <a:ext cx="1837430" cy="461665"/>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Microsoft 365 </a:t>
            </a:r>
          </a:p>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Copilot Business</a:t>
            </a:r>
          </a:p>
        </p:txBody>
      </p:sp>
      <p:sp>
        <p:nvSpPr>
          <p:cNvPr id="22" name="TextBox 21">
            <a:extLst>
              <a:ext uri="{FF2B5EF4-FFF2-40B4-BE49-F238E27FC236}">
                <a16:creationId xmlns:a16="http://schemas.microsoft.com/office/drawing/2014/main" id="{0C9141FE-43EA-CBB2-FE47-0361ADB89C8A}"/>
              </a:ext>
            </a:extLst>
          </p:cNvPr>
          <p:cNvSpPr txBox="1"/>
          <p:nvPr/>
        </p:nvSpPr>
        <p:spPr>
          <a:xfrm>
            <a:off x="738622" y="1520654"/>
            <a:ext cx="814875" cy="172382"/>
          </a:xfrm>
          <a:prstGeom prst="roundRect">
            <a:avLst>
              <a:gd name="adj" fmla="val 50000"/>
            </a:avLst>
          </a:prstGeom>
          <a:solidFill>
            <a:schemeClr val="accent2">
              <a:lumMod val="20000"/>
              <a:lumOff val="80000"/>
              <a:alpha val="50000"/>
            </a:schemeClr>
          </a:solidFill>
        </p:spPr>
        <p:txBody>
          <a:bodyPr vert="horz" wrap="square" lIns="45720" tIns="45720" rIns="45720" bIns="45720" rtlCol="0" anchor="ctr" anchorCtr="0">
            <a:noAutofit/>
          </a:bodyPr>
          <a:lstStyle>
            <a:defPPr>
              <a:defRPr lang="en-US"/>
            </a:defPPr>
            <a:lvl1pPr marR="0" lvl="0" indent="0" fontAlgn="auto">
              <a:lnSpc>
                <a:spcPct val="100000"/>
              </a:lnSpc>
              <a:spcBef>
                <a:spcPts val="0"/>
              </a:spcBef>
              <a:spcAft>
                <a:spcPts val="0"/>
              </a:spcAft>
              <a:buClrTx/>
              <a:buSzTx/>
              <a:buFont typeface="Arial" panose="020B0604020202020204" pitchFamily="34" charset="0"/>
              <a:buNone/>
              <a:tabLst/>
              <a:defRPr kumimoji="0" sz="1200" b="1" i="0" u="none" strike="noStrike" cap="none" spc="0" normalizeH="0" baseline="0">
                <a:ln>
                  <a:noFill/>
                </a:ln>
                <a:gradFill>
                  <a:gsLst>
                    <a:gs pos="2000">
                      <a:srgbClr val="0078D4"/>
                    </a:gs>
                    <a:gs pos="97000">
                      <a:srgbClr val="C73ECC"/>
                    </a:gs>
                  </a:gsLst>
                  <a:lin ang="0" scaled="1"/>
                </a:gradFill>
                <a:effectLst/>
                <a:uLnTx/>
                <a:uFillTx/>
                <a:latin typeface="Segoe Sans Display"/>
                <a:cs typeface="Segoe Sans Display"/>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C03BC4"/>
                </a:solidFill>
                <a:effectLst/>
                <a:uLnTx/>
                <a:uFillTx/>
                <a:latin typeface="Segoe Sans Display Semibold"/>
                <a:ea typeface="+mn-ea"/>
                <a:cs typeface="Segoe Sans Display"/>
              </a:rPr>
              <a:t>Add-on</a:t>
            </a:r>
          </a:p>
        </p:txBody>
      </p:sp>
      <p:pic>
        <p:nvPicPr>
          <p:cNvPr id="37" name="Picture 36" descr="Microsoft 365 Copilot product icon">
            <a:extLst>
              <a:ext uri="{FF2B5EF4-FFF2-40B4-BE49-F238E27FC236}">
                <a16:creationId xmlns:a16="http://schemas.microsoft.com/office/drawing/2014/main" id="{AA969B7D-52BD-8521-0656-D102D4F75B7F}"/>
              </a:ext>
            </a:extLst>
          </p:cNvPr>
          <p:cNvPicPr>
            <a:picLocks noChangeAspect="1"/>
          </p:cNvPicPr>
          <p:nvPr/>
        </p:nvPicPr>
        <p:blipFill>
          <a:blip r:embed="rId6"/>
          <a:stretch>
            <a:fillRect/>
          </a:stretch>
        </p:blipFill>
        <p:spPr>
          <a:xfrm>
            <a:off x="8384389" y="2599439"/>
            <a:ext cx="910962" cy="918090"/>
          </a:xfrm>
          <a:prstGeom prst="rect">
            <a:avLst/>
          </a:prstGeom>
        </p:spPr>
      </p:pic>
      <p:pic>
        <p:nvPicPr>
          <p:cNvPr id="38" name="Picture 37">
            <a:extLst>
              <a:ext uri="{FF2B5EF4-FFF2-40B4-BE49-F238E27FC236}">
                <a16:creationId xmlns:a16="http://schemas.microsoft.com/office/drawing/2014/main" id="{98BFFCE2-0886-8604-3396-EEB0CCFB26C6}"/>
              </a:ext>
              <a:ext uri="{C183D7F6-B498-43B3-948B-1728B52AA6E4}">
                <adec:decorative xmlns:adec="http://schemas.microsoft.com/office/drawing/2017/decorative" val="1"/>
              </a:ext>
            </a:extLst>
          </p:cNvPr>
          <p:cNvPicPr>
            <a:picLocks/>
          </p:cNvPicPr>
          <p:nvPr/>
        </p:nvPicPr>
        <p:blipFill>
          <a:blip r:embed="rId7"/>
          <a:srcRect l="2434" t="98557" r="65625"/>
          <a:stretch>
            <a:fillRect/>
          </a:stretch>
        </p:blipFill>
        <p:spPr>
          <a:xfrm flipH="1">
            <a:off x="814145" y="5237769"/>
            <a:ext cx="1686385" cy="61474"/>
          </a:xfrm>
          <a:custGeom>
            <a:avLst/>
            <a:gdLst>
              <a:gd name="connsiteX0" fmla="*/ 3070226 w 3070226"/>
              <a:gd name="connsiteY0" fmla="*/ 0 h 61474"/>
              <a:gd name="connsiteX1" fmla="*/ 2061029 w 3070226"/>
              <a:gd name="connsiteY1" fmla="*/ 0 h 61474"/>
              <a:gd name="connsiteX2" fmla="*/ 1009198 w 3070226"/>
              <a:gd name="connsiteY2" fmla="*/ 0 h 61474"/>
              <a:gd name="connsiteX3" fmla="*/ 1009197 w 3070226"/>
              <a:gd name="connsiteY3" fmla="*/ 0 h 61474"/>
              <a:gd name="connsiteX4" fmla="*/ 826317 w 3070226"/>
              <a:gd name="connsiteY4" fmla="*/ 0 h 61474"/>
              <a:gd name="connsiteX5" fmla="*/ 0 w 3070226"/>
              <a:gd name="connsiteY5" fmla="*/ 0 h 61474"/>
              <a:gd name="connsiteX6" fmla="*/ 18570 w 3070226"/>
              <a:gd name="connsiteY6" fmla="*/ 16014 h 61474"/>
              <a:gd name="connsiteX7" fmla="*/ 160954 w 3070226"/>
              <a:gd name="connsiteY7" fmla="*/ 61474 h 61474"/>
              <a:gd name="connsiteX8" fmla="*/ 826317 w 3070226"/>
              <a:gd name="connsiteY8" fmla="*/ 61474 h 61474"/>
              <a:gd name="connsiteX9" fmla="*/ 1009197 w 3070226"/>
              <a:gd name="connsiteY9" fmla="*/ 61474 h 61474"/>
              <a:gd name="connsiteX10" fmla="*/ 1009198 w 3070226"/>
              <a:gd name="connsiteY10" fmla="*/ 61474 h 61474"/>
              <a:gd name="connsiteX11" fmla="*/ 2061029 w 3070226"/>
              <a:gd name="connsiteY11" fmla="*/ 61474 h 61474"/>
              <a:gd name="connsiteX12" fmla="*/ 2909272 w 3070226"/>
              <a:gd name="connsiteY12" fmla="*/ 61474 h 61474"/>
              <a:gd name="connsiteX13" fmla="*/ 3051657 w 3070226"/>
              <a:gd name="connsiteY13" fmla="*/ 16014 h 6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70226" h="61474">
                <a:moveTo>
                  <a:pt x="3070226" y="0"/>
                </a:moveTo>
                <a:lnTo>
                  <a:pt x="2061029" y="0"/>
                </a:lnTo>
                <a:lnTo>
                  <a:pt x="1009198" y="0"/>
                </a:lnTo>
                <a:lnTo>
                  <a:pt x="1009197" y="0"/>
                </a:lnTo>
                <a:lnTo>
                  <a:pt x="826317" y="0"/>
                </a:lnTo>
                <a:lnTo>
                  <a:pt x="0" y="0"/>
                </a:lnTo>
                <a:lnTo>
                  <a:pt x="18570" y="16014"/>
                </a:lnTo>
                <a:cubicBezTo>
                  <a:pt x="59214" y="44715"/>
                  <a:pt x="108211" y="61474"/>
                  <a:pt x="160954" y="61474"/>
                </a:cubicBezTo>
                <a:lnTo>
                  <a:pt x="826317" y="61474"/>
                </a:lnTo>
                <a:lnTo>
                  <a:pt x="1009197" y="61474"/>
                </a:lnTo>
                <a:lnTo>
                  <a:pt x="1009198" y="61474"/>
                </a:lnTo>
                <a:lnTo>
                  <a:pt x="2061029" y="61474"/>
                </a:lnTo>
                <a:lnTo>
                  <a:pt x="2909272" y="61474"/>
                </a:lnTo>
                <a:cubicBezTo>
                  <a:pt x="2962015" y="61474"/>
                  <a:pt x="3011012" y="44715"/>
                  <a:pt x="3051657" y="16014"/>
                </a:cubicBezTo>
                <a:close/>
              </a:path>
            </a:pathLst>
          </a:custGeom>
        </p:spPr>
      </p:pic>
      <p:sp>
        <p:nvSpPr>
          <p:cNvPr id="2" name="Rectangle: Rounded Corners 50">
            <a:extLst>
              <a:ext uri="{FF2B5EF4-FFF2-40B4-BE49-F238E27FC236}">
                <a16:creationId xmlns:a16="http://schemas.microsoft.com/office/drawing/2014/main" id="{A03B8603-33A6-DBEA-9E9E-84605E91210D}"/>
              </a:ext>
              <a:ext uri="{C183D7F6-B498-43B3-948B-1728B52AA6E4}">
                <adec:decorative xmlns:adec="http://schemas.microsoft.com/office/drawing/2017/decorative" val="1"/>
              </a:ext>
            </a:extLst>
          </p:cNvPr>
          <p:cNvSpPr>
            <a:spLocks/>
          </p:cNvSpPr>
          <p:nvPr/>
        </p:nvSpPr>
        <p:spPr bwMode="auto">
          <a:xfrm>
            <a:off x="2790091" y="1381154"/>
            <a:ext cx="2194560" cy="3848340"/>
          </a:xfrm>
          <a:prstGeom prst="roundRect">
            <a:avLst>
              <a:gd name="adj" fmla="val 4207"/>
            </a:avLst>
          </a:prstGeom>
          <a:solidFill>
            <a:schemeClr val="bg1"/>
          </a:solidFill>
          <a:ln w="6350">
            <a:solidFill>
              <a:schemeClr val="bg1"/>
            </a:solidFill>
            <a:headEnd type="none" w="med" len="med"/>
            <a:tailEnd type="none" w="med" len="med"/>
          </a:ln>
          <a:effectLst>
            <a:outerShdw blurRad="215900" algn="ctr" rotWithShape="0">
              <a:prstClr val="black">
                <a:alpha val="13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br>
              <a:rPr kumimoji="0" lang="en-US" sz="2000" b="0" i="0" u="none" strike="noStrike" kern="1200" cap="none" spc="0" normalizeH="0" baseline="0" noProof="0">
                <a:ln>
                  <a:noFill/>
                </a:ln>
                <a:solidFill>
                  <a:srgbClr val="000000"/>
                </a:solidFill>
                <a:effectLst/>
                <a:uLnTx/>
                <a:uFillTx/>
                <a:latin typeface="Segoe Sans Display"/>
                <a:ea typeface="+mn-ea"/>
                <a:cs typeface="+mn-cs"/>
              </a:rPr>
            </a:br>
            <a:br>
              <a:rPr kumimoji="0" lang="en-US" sz="2000" b="0" i="0" u="none" strike="noStrike" kern="1200" cap="none" spc="0" normalizeH="0" baseline="0" noProof="0">
                <a:ln>
                  <a:noFill/>
                </a:ln>
                <a:solidFill>
                  <a:srgbClr val="000000"/>
                </a:solidFill>
                <a:effectLst/>
                <a:uLnTx/>
                <a:uFillTx/>
                <a:latin typeface="Segoe Sans Display"/>
                <a:ea typeface="+mn-ea"/>
                <a:cs typeface="+mn-cs"/>
              </a:rPr>
            </a:br>
            <a:endParaRPr kumimoji="0" lang="en-US" sz="2000" b="0" i="0" u="none" strike="noStrike" kern="1200" cap="none" spc="0" normalizeH="0" baseline="0" noProof="0">
              <a:ln>
                <a:noFill/>
              </a:ln>
              <a:solidFill>
                <a:srgbClr val="000000"/>
              </a:solidFill>
              <a:effectLst/>
              <a:uLnTx/>
              <a:uFillTx/>
              <a:latin typeface="Segoe Sans Display"/>
              <a:ea typeface="+mn-ea"/>
              <a:cs typeface="+mn-cs"/>
            </a:endParaRPr>
          </a:p>
        </p:txBody>
      </p:sp>
      <p:sp>
        <p:nvSpPr>
          <p:cNvPr id="3" name="Rectangle: Rounded Corners 50">
            <a:extLst>
              <a:ext uri="{FF2B5EF4-FFF2-40B4-BE49-F238E27FC236}">
                <a16:creationId xmlns:a16="http://schemas.microsoft.com/office/drawing/2014/main" id="{6B62641B-5390-11AE-884B-9894281450AD}"/>
              </a:ext>
              <a:ext uri="{C183D7F6-B498-43B3-948B-1728B52AA6E4}">
                <adec:decorative xmlns:adec="http://schemas.microsoft.com/office/drawing/2017/decorative" val="1"/>
              </a:ext>
            </a:extLst>
          </p:cNvPr>
          <p:cNvSpPr>
            <a:spLocks/>
          </p:cNvSpPr>
          <p:nvPr/>
        </p:nvSpPr>
        <p:spPr bwMode="auto">
          <a:xfrm>
            <a:off x="5034297" y="1381154"/>
            <a:ext cx="2194560" cy="3848340"/>
          </a:xfrm>
          <a:prstGeom prst="roundRect">
            <a:avLst>
              <a:gd name="adj" fmla="val 4207"/>
            </a:avLst>
          </a:prstGeom>
          <a:solidFill>
            <a:schemeClr val="bg1"/>
          </a:solid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br>
              <a:rPr lang="en-US">
                <a:solidFill>
                  <a:prstClr val="black"/>
                </a:solidFill>
                <a:latin typeface="Segoe Sans Display"/>
                <a:cs typeface="Segoe UI" pitchFamily="34" charset="0"/>
              </a:rPr>
            </a:br>
            <a:br>
              <a:rPr lang="en-US">
                <a:solidFill>
                  <a:prstClr val="black"/>
                </a:solidFill>
                <a:latin typeface="Segoe Sans Display"/>
                <a:cs typeface="Segoe UI" pitchFamily="34" charset="0"/>
              </a:rPr>
            </a:br>
            <a:endParaRPr lang="en-US">
              <a:solidFill>
                <a:prstClr val="black"/>
              </a:solidFill>
              <a:latin typeface="Segoe Sans Display"/>
              <a:cs typeface="Segoe UI" pitchFamily="34" charset="0"/>
            </a:endParaRPr>
          </a:p>
        </p:txBody>
      </p:sp>
      <p:sp>
        <p:nvSpPr>
          <p:cNvPr id="4" name="Rectangle: Rounded Corners 50">
            <a:extLst>
              <a:ext uri="{FF2B5EF4-FFF2-40B4-BE49-F238E27FC236}">
                <a16:creationId xmlns:a16="http://schemas.microsoft.com/office/drawing/2014/main" id="{6B470E56-EB8D-B2D5-DB6F-A7ED654C3D5B}"/>
              </a:ext>
              <a:ext uri="{C183D7F6-B498-43B3-948B-1728B52AA6E4}">
                <adec:decorative xmlns:adec="http://schemas.microsoft.com/office/drawing/2017/decorative" val="1"/>
              </a:ext>
            </a:extLst>
          </p:cNvPr>
          <p:cNvSpPr>
            <a:spLocks/>
          </p:cNvSpPr>
          <p:nvPr/>
        </p:nvSpPr>
        <p:spPr bwMode="auto">
          <a:xfrm>
            <a:off x="7278503" y="1381154"/>
            <a:ext cx="2194560" cy="3848340"/>
          </a:xfrm>
          <a:prstGeom prst="roundRect">
            <a:avLst>
              <a:gd name="adj" fmla="val 4207"/>
            </a:avLst>
          </a:prstGeom>
          <a:solidFill>
            <a:schemeClr val="bg1"/>
          </a:solid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br>
              <a:rPr lang="en-US">
                <a:solidFill>
                  <a:prstClr val="black"/>
                </a:solidFill>
                <a:latin typeface="Segoe Sans Display"/>
                <a:cs typeface="Segoe UI" pitchFamily="34" charset="0"/>
              </a:rPr>
            </a:br>
            <a:br>
              <a:rPr lang="en-US">
                <a:solidFill>
                  <a:prstClr val="black"/>
                </a:solidFill>
                <a:latin typeface="Segoe Sans Display"/>
                <a:cs typeface="Segoe UI" pitchFamily="34" charset="0"/>
              </a:rPr>
            </a:br>
            <a:endParaRPr lang="en-US">
              <a:solidFill>
                <a:prstClr val="black"/>
              </a:solidFill>
              <a:latin typeface="Segoe Sans Display"/>
              <a:cs typeface="Segoe UI" pitchFamily="34" charset="0"/>
            </a:endParaRPr>
          </a:p>
        </p:txBody>
      </p:sp>
      <p:sp>
        <p:nvSpPr>
          <p:cNvPr id="6" name="Rectangle: Rounded Corners 50">
            <a:extLst>
              <a:ext uri="{FF2B5EF4-FFF2-40B4-BE49-F238E27FC236}">
                <a16:creationId xmlns:a16="http://schemas.microsoft.com/office/drawing/2014/main" id="{B0DDE14B-4BB2-013C-36E6-0DA2E3A63136}"/>
              </a:ext>
              <a:ext uri="{C183D7F6-B498-43B3-948B-1728B52AA6E4}">
                <adec:decorative xmlns:adec="http://schemas.microsoft.com/office/drawing/2017/decorative" val="1"/>
              </a:ext>
            </a:extLst>
          </p:cNvPr>
          <p:cNvSpPr>
            <a:spLocks/>
          </p:cNvSpPr>
          <p:nvPr/>
        </p:nvSpPr>
        <p:spPr bwMode="auto">
          <a:xfrm>
            <a:off x="9522708" y="1381154"/>
            <a:ext cx="2194560" cy="3848340"/>
          </a:xfrm>
          <a:prstGeom prst="roundRect">
            <a:avLst>
              <a:gd name="adj" fmla="val 4207"/>
            </a:avLst>
          </a:prstGeom>
          <a:solidFill>
            <a:schemeClr val="bg1"/>
          </a:solidFill>
          <a:ln w="15875">
            <a:gradFill>
              <a:gsLst>
                <a:gs pos="100000">
                  <a:schemeClr val="accent6"/>
                </a:gs>
                <a:gs pos="6000">
                  <a:srgbClr val="BE41CC"/>
                </a:gs>
              </a:gsLst>
              <a:lin ang="2700000" scaled="0"/>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32472" fontAlgn="base">
              <a:spcBef>
                <a:spcPct val="0"/>
              </a:spcBef>
              <a:spcAft>
                <a:spcPct val="0"/>
              </a:spcAft>
            </a:pPr>
            <a:br>
              <a:rPr lang="en-US">
                <a:solidFill>
                  <a:prstClr val="black"/>
                </a:solidFill>
                <a:latin typeface="Segoe Sans Display"/>
                <a:cs typeface="Segoe UI" pitchFamily="34" charset="0"/>
              </a:rPr>
            </a:br>
            <a:br>
              <a:rPr lang="en-US">
                <a:solidFill>
                  <a:prstClr val="black"/>
                </a:solidFill>
                <a:latin typeface="Segoe Sans Display"/>
                <a:cs typeface="Segoe UI" pitchFamily="34" charset="0"/>
              </a:rPr>
            </a:br>
            <a:endParaRPr lang="en-US">
              <a:solidFill>
                <a:prstClr val="black"/>
              </a:solidFill>
              <a:latin typeface="Segoe Sans Display"/>
              <a:cs typeface="Segoe UI" pitchFamily="34" charset="0"/>
            </a:endParaRPr>
          </a:p>
        </p:txBody>
      </p:sp>
      <p:sp>
        <p:nvSpPr>
          <p:cNvPr id="20" name="Rectangle: Rounded Corners 50">
            <a:extLst>
              <a:ext uri="{FF2B5EF4-FFF2-40B4-BE49-F238E27FC236}">
                <a16:creationId xmlns:a16="http://schemas.microsoft.com/office/drawing/2014/main" id="{6685D5AA-988C-DB47-D428-4F3685DD8C20}"/>
              </a:ext>
              <a:ext uri="{C183D7F6-B498-43B3-948B-1728B52AA6E4}">
                <adec:decorative xmlns:adec="http://schemas.microsoft.com/office/drawing/2017/decorative" val="1"/>
              </a:ext>
            </a:extLst>
          </p:cNvPr>
          <p:cNvSpPr>
            <a:spLocks/>
          </p:cNvSpPr>
          <p:nvPr/>
        </p:nvSpPr>
        <p:spPr bwMode="auto">
          <a:xfrm>
            <a:off x="9784042" y="1000152"/>
            <a:ext cx="1752502" cy="282424"/>
          </a:xfrm>
          <a:prstGeom prst="roundRect">
            <a:avLst>
              <a:gd name="adj" fmla="val 17932"/>
            </a:avLst>
          </a:prstGeom>
          <a:gradFill>
            <a:gsLst>
              <a:gs pos="0">
                <a:schemeClr val="accent2"/>
              </a:gs>
              <a:gs pos="100000">
                <a:schemeClr val="accent6"/>
              </a:gs>
            </a:gsLst>
            <a:lin ang="0" scaled="1"/>
          </a:gra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Segoe Sans Display Semibold"/>
                <a:ea typeface="+mn-ea"/>
                <a:cs typeface="+mn-cs"/>
              </a:rPr>
              <a:t>Hero Offer</a:t>
            </a:r>
          </a:p>
        </p:txBody>
      </p:sp>
      <p:sp>
        <p:nvSpPr>
          <p:cNvPr id="9" name="TextBox 8">
            <a:extLst>
              <a:ext uri="{FF2B5EF4-FFF2-40B4-BE49-F238E27FC236}">
                <a16:creationId xmlns:a16="http://schemas.microsoft.com/office/drawing/2014/main" id="{37E6E0C5-4BDC-54F8-6463-481757DE2E9C}"/>
              </a:ext>
            </a:extLst>
          </p:cNvPr>
          <p:cNvSpPr txBox="1"/>
          <p:nvPr/>
        </p:nvSpPr>
        <p:spPr>
          <a:xfrm>
            <a:off x="5193013" y="1521656"/>
            <a:ext cx="814875" cy="172382"/>
          </a:xfrm>
          <a:prstGeom prst="roundRect">
            <a:avLst>
              <a:gd name="adj" fmla="val 50000"/>
            </a:avLst>
          </a:prstGeom>
          <a:solidFill>
            <a:schemeClr val="accent2">
              <a:lumMod val="20000"/>
              <a:lumOff val="80000"/>
              <a:alpha val="50000"/>
            </a:schemeClr>
          </a:solidFill>
        </p:spPr>
        <p:txBody>
          <a:bodyPr vert="horz" wrap="square" lIns="45720" tIns="45720" rIns="45720" bIns="45720" rtlCol="0" anchor="ctr" anchorCtr="0">
            <a:noAutofit/>
          </a:bodyPr>
          <a:lstStyle>
            <a:defPPr>
              <a:defRPr lang="en-US"/>
            </a:defPPr>
            <a:lvl1pPr marR="0" lvl="0" indent="0" fontAlgn="auto">
              <a:lnSpc>
                <a:spcPct val="100000"/>
              </a:lnSpc>
              <a:spcBef>
                <a:spcPts val="0"/>
              </a:spcBef>
              <a:spcAft>
                <a:spcPts val="0"/>
              </a:spcAft>
              <a:buClrTx/>
              <a:buSzTx/>
              <a:buFont typeface="Arial" panose="020B0604020202020204" pitchFamily="34" charset="0"/>
              <a:buNone/>
              <a:tabLst/>
              <a:defRPr kumimoji="0" sz="1200" b="1" i="0" u="none" strike="noStrike" cap="none" spc="0" normalizeH="0" baseline="0">
                <a:ln>
                  <a:noFill/>
                </a:ln>
                <a:gradFill>
                  <a:gsLst>
                    <a:gs pos="2000">
                      <a:srgbClr val="0078D4"/>
                    </a:gs>
                    <a:gs pos="97000">
                      <a:srgbClr val="C73ECC"/>
                    </a:gs>
                  </a:gsLst>
                  <a:lin ang="0" scaled="1"/>
                </a:gradFill>
                <a:effectLst/>
                <a:uLnTx/>
                <a:uFillTx/>
                <a:latin typeface="Segoe Sans Display"/>
                <a:cs typeface="Segoe Sans Display"/>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C03BC4"/>
                </a:solidFill>
                <a:effectLst/>
                <a:uLnTx/>
                <a:uFillTx/>
                <a:latin typeface="Segoe Sans Display Semibold"/>
                <a:ea typeface="+mn-ea"/>
                <a:cs typeface="Segoe Sans Display"/>
              </a:rPr>
              <a:t>Bundle</a:t>
            </a:r>
          </a:p>
        </p:txBody>
      </p:sp>
      <p:sp>
        <p:nvSpPr>
          <p:cNvPr id="10" name="TextBox 9">
            <a:extLst>
              <a:ext uri="{FF2B5EF4-FFF2-40B4-BE49-F238E27FC236}">
                <a16:creationId xmlns:a16="http://schemas.microsoft.com/office/drawing/2014/main" id="{418C2880-ECDA-9165-F9C3-BE19FED8FC95}"/>
              </a:ext>
            </a:extLst>
          </p:cNvPr>
          <p:cNvSpPr txBox="1"/>
          <p:nvPr/>
        </p:nvSpPr>
        <p:spPr>
          <a:xfrm>
            <a:off x="7424015" y="1520654"/>
            <a:ext cx="814875" cy="172382"/>
          </a:xfrm>
          <a:prstGeom prst="roundRect">
            <a:avLst>
              <a:gd name="adj" fmla="val 50000"/>
            </a:avLst>
          </a:prstGeom>
          <a:solidFill>
            <a:schemeClr val="accent2">
              <a:lumMod val="20000"/>
              <a:lumOff val="80000"/>
              <a:alpha val="50000"/>
            </a:schemeClr>
          </a:solidFill>
        </p:spPr>
        <p:txBody>
          <a:bodyPr vert="horz" wrap="square" lIns="45720" tIns="45720" rIns="45720" bIns="45720" rtlCol="0" anchor="ctr" anchorCtr="0">
            <a:noAutofit/>
          </a:bodyPr>
          <a:lstStyle>
            <a:defPPr>
              <a:defRPr lang="en-US"/>
            </a:defPPr>
            <a:lvl1pPr marR="0" lvl="0" indent="0" fontAlgn="auto">
              <a:lnSpc>
                <a:spcPct val="100000"/>
              </a:lnSpc>
              <a:spcBef>
                <a:spcPts val="0"/>
              </a:spcBef>
              <a:spcAft>
                <a:spcPts val="0"/>
              </a:spcAft>
              <a:buClrTx/>
              <a:buSzTx/>
              <a:buFont typeface="Arial" panose="020B0604020202020204" pitchFamily="34" charset="0"/>
              <a:buNone/>
              <a:tabLst/>
              <a:defRPr kumimoji="0" sz="1200" b="1" i="0" u="none" strike="noStrike" cap="none" spc="0" normalizeH="0" baseline="0">
                <a:ln>
                  <a:noFill/>
                </a:ln>
                <a:gradFill>
                  <a:gsLst>
                    <a:gs pos="2000">
                      <a:srgbClr val="0078D4"/>
                    </a:gs>
                    <a:gs pos="97000">
                      <a:srgbClr val="C73ECC"/>
                    </a:gs>
                  </a:gsLst>
                  <a:lin ang="0" scaled="1"/>
                </a:gradFill>
                <a:effectLst/>
                <a:uLnTx/>
                <a:uFillTx/>
                <a:latin typeface="Segoe Sans Display"/>
                <a:cs typeface="Segoe Sans Display"/>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C03BC4"/>
                </a:solidFill>
                <a:effectLst/>
                <a:uLnTx/>
                <a:uFillTx/>
                <a:latin typeface="Segoe Sans Display Semibold"/>
                <a:ea typeface="+mn-ea"/>
                <a:cs typeface="Segoe Sans Display"/>
              </a:rPr>
              <a:t>Bundle</a:t>
            </a:r>
          </a:p>
        </p:txBody>
      </p:sp>
      <p:sp>
        <p:nvSpPr>
          <p:cNvPr id="24" name="TextBox 23">
            <a:extLst>
              <a:ext uri="{FF2B5EF4-FFF2-40B4-BE49-F238E27FC236}">
                <a16:creationId xmlns:a16="http://schemas.microsoft.com/office/drawing/2014/main" id="{F1569E88-ECD5-F9A7-6FA9-41FB02F4C350}"/>
              </a:ext>
            </a:extLst>
          </p:cNvPr>
          <p:cNvSpPr txBox="1"/>
          <p:nvPr/>
        </p:nvSpPr>
        <p:spPr>
          <a:xfrm>
            <a:off x="9668569" y="1516084"/>
            <a:ext cx="1225573" cy="145917"/>
          </a:xfrm>
          <a:prstGeom prst="roundRect">
            <a:avLst>
              <a:gd name="adj" fmla="val 50000"/>
            </a:avLst>
          </a:prstGeom>
          <a:solidFill>
            <a:schemeClr val="accent2">
              <a:lumMod val="20000"/>
              <a:lumOff val="80000"/>
              <a:alpha val="50000"/>
            </a:schemeClr>
          </a:solidFill>
        </p:spPr>
        <p:txBody>
          <a:bodyPr vert="horz" wrap="square" lIns="45720" tIns="45720" rIns="45720" bIns="45720" rtlCol="0" anchor="ctr" anchorCtr="0">
            <a:noAutofit/>
          </a:bodyPr>
          <a:lstStyle>
            <a:defPPr>
              <a:defRPr lang="en-US"/>
            </a:defPPr>
            <a:lvl1pPr marR="0" lvl="0" indent="0" fontAlgn="auto">
              <a:lnSpc>
                <a:spcPct val="100000"/>
              </a:lnSpc>
              <a:spcBef>
                <a:spcPts val="0"/>
              </a:spcBef>
              <a:spcAft>
                <a:spcPts val="0"/>
              </a:spcAft>
              <a:buClrTx/>
              <a:buSzTx/>
              <a:buFont typeface="Arial" panose="020B0604020202020204" pitchFamily="34" charset="0"/>
              <a:buNone/>
              <a:tabLst/>
              <a:defRPr kumimoji="0" sz="1200" b="1" i="0" u="none" strike="noStrike" cap="none" spc="0" normalizeH="0" baseline="0">
                <a:ln>
                  <a:noFill/>
                </a:ln>
                <a:gradFill>
                  <a:gsLst>
                    <a:gs pos="2000">
                      <a:srgbClr val="0078D4"/>
                    </a:gs>
                    <a:gs pos="97000">
                      <a:srgbClr val="C73ECC"/>
                    </a:gs>
                  </a:gsLst>
                  <a:lin ang="0" scaled="1"/>
                </a:gradFill>
                <a:effectLst/>
                <a:uLnTx/>
                <a:uFillTx/>
                <a:latin typeface="Segoe Sans Display"/>
                <a:cs typeface="Segoe Sans Display"/>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C03BC4"/>
                </a:solidFill>
                <a:effectLst/>
                <a:uLnTx/>
                <a:uFillTx/>
                <a:latin typeface="Segoe Sans Display Semibold"/>
                <a:ea typeface="+mn-ea"/>
                <a:cs typeface="Segoe Sans Display"/>
              </a:rPr>
              <a:t>Bundle + Add-on</a:t>
            </a:r>
          </a:p>
        </p:txBody>
      </p:sp>
      <p:sp>
        <p:nvSpPr>
          <p:cNvPr id="25" name="Title 25">
            <a:extLst>
              <a:ext uri="{FF2B5EF4-FFF2-40B4-BE49-F238E27FC236}">
                <a16:creationId xmlns:a16="http://schemas.microsoft.com/office/drawing/2014/main" id="{2648197C-2EEB-9466-8ECB-2FF0FAAD5661}"/>
              </a:ext>
            </a:extLst>
          </p:cNvPr>
          <p:cNvSpPr txBox="1">
            <a:spLocks/>
          </p:cNvSpPr>
          <p:nvPr/>
        </p:nvSpPr>
        <p:spPr>
          <a:xfrm>
            <a:off x="2933183" y="1787044"/>
            <a:ext cx="1828800" cy="461665"/>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M365  Business Basic</a:t>
            </a:r>
          </a:p>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 Copilot Business</a:t>
            </a:r>
          </a:p>
        </p:txBody>
      </p:sp>
      <p:sp>
        <p:nvSpPr>
          <p:cNvPr id="27" name="Title 25">
            <a:extLst>
              <a:ext uri="{FF2B5EF4-FFF2-40B4-BE49-F238E27FC236}">
                <a16:creationId xmlns:a16="http://schemas.microsoft.com/office/drawing/2014/main" id="{0454041A-0E2D-D207-E82C-AA0E46D17052}"/>
              </a:ext>
            </a:extLst>
          </p:cNvPr>
          <p:cNvSpPr txBox="1">
            <a:spLocks/>
          </p:cNvSpPr>
          <p:nvPr/>
        </p:nvSpPr>
        <p:spPr>
          <a:xfrm>
            <a:off x="5193013" y="1780760"/>
            <a:ext cx="1917170" cy="461665"/>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M365  Business Standard</a:t>
            </a:r>
          </a:p>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 Copilot Business</a:t>
            </a:r>
          </a:p>
        </p:txBody>
      </p:sp>
      <p:sp>
        <p:nvSpPr>
          <p:cNvPr id="28" name="Title 25">
            <a:extLst>
              <a:ext uri="{FF2B5EF4-FFF2-40B4-BE49-F238E27FC236}">
                <a16:creationId xmlns:a16="http://schemas.microsoft.com/office/drawing/2014/main" id="{CFFF5F4A-3C57-37B4-EB05-95BD6D1FBDB0}"/>
              </a:ext>
            </a:extLst>
          </p:cNvPr>
          <p:cNvSpPr txBox="1">
            <a:spLocks/>
          </p:cNvSpPr>
          <p:nvPr/>
        </p:nvSpPr>
        <p:spPr>
          <a:xfrm>
            <a:off x="7424015" y="1779758"/>
            <a:ext cx="1917170" cy="461665"/>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M365  Business Premium</a:t>
            </a:r>
          </a:p>
          <a:p>
            <a:pPr marL="0" marR="0" lvl="0" indent="0" algn="l" defTabSz="932742" rtl="0" eaLnBrk="1" fontAlgn="auto" latinLnBrk="0" hangingPunct="1">
              <a:lnSpc>
                <a:spcPct val="100000"/>
              </a:lnSpc>
              <a:spcBef>
                <a:spcPct val="0"/>
              </a:spcBef>
              <a:spcAft>
                <a:spcPts val="0"/>
              </a:spcAft>
              <a:buClrTx/>
              <a:buSzTx/>
              <a:buFontTx/>
              <a:buNone/>
              <a:tabLst/>
              <a:defRPr/>
            </a:pPr>
            <a:r>
              <a:rPr lang="en-US" sz="1200" spc="-50">
                <a:gradFill>
                  <a:gsLst>
                    <a:gs pos="0">
                      <a:srgbClr val="FFFFFF"/>
                    </a:gs>
                    <a:gs pos="0">
                      <a:srgbClr val="C03BC3"/>
                    </a:gs>
                    <a:gs pos="98000">
                      <a:srgbClr val="DD4A84"/>
                    </a:gs>
                  </a:gsLst>
                  <a:lin ang="0" scaled="1"/>
                </a:gradFill>
                <a:latin typeface="+mj-lt"/>
                <a:ea typeface="+mn-ea"/>
                <a:cs typeface="Segoe Sans Display" pitchFamily="2" charset="0"/>
              </a:rPr>
              <a:t>+ Copilot Business</a:t>
            </a:r>
          </a:p>
        </p:txBody>
      </p:sp>
      <p:sp>
        <p:nvSpPr>
          <p:cNvPr id="29" name="Title 25">
            <a:extLst>
              <a:ext uri="{FF2B5EF4-FFF2-40B4-BE49-F238E27FC236}">
                <a16:creationId xmlns:a16="http://schemas.microsoft.com/office/drawing/2014/main" id="{53E57834-4592-35C3-2AAD-258ECBC44A2E}"/>
              </a:ext>
            </a:extLst>
          </p:cNvPr>
          <p:cNvSpPr txBox="1">
            <a:spLocks/>
          </p:cNvSpPr>
          <p:nvPr/>
        </p:nvSpPr>
        <p:spPr>
          <a:xfrm>
            <a:off x="9655017" y="1787398"/>
            <a:ext cx="2055865" cy="769441"/>
          </a:xfrm>
          <a:prstGeom prst="rect">
            <a:avLst/>
          </a:prstGeom>
          <a:noFill/>
          <a:ln>
            <a:noFill/>
            <a:prstDash/>
          </a:ln>
          <a:effectLst/>
        </p:spPr>
        <p:txBody>
          <a:bodyPr rot="0" spcFirstLastPara="0" vertOverflow="overflow" horzOverflow="overflow" vert="horz" wrap="square" lIns="0" tIns="45720" rIns="91440" bIns="45720" numCol="1" spcCol="0" rtlCol="0" fromWordArt="0" anchor="b" anchorCtr="0" forceAA="0" compatLnSpc="1">
            <a:prstTxWarp prst="textNoShape">
              <a:avLst/>
            </a:prstTxWarp>
            <a:spAutoFit/>
          </a:bodyPr>
          <a:lstStyle>
            <a:lvl1pPr algn="l" defTabSz="914400" rtl="0" eaLnBrk="1" latinLnBrk="0" hangingPunct="1">
              <a:lnSpc>
                <a:spcPct val="90000"/>
              </a:lnSpc>
              <a:spcBef>
                <a:spcPct val="0"/>
              </a:spcBef>
              <a:buNone/>
              <a:defRPr lang="en-US" sz="3000" b="1" i="0" kern="1200" cap="none" spc="-20" baseline="0">
                <a:ln w="3175">
                  <a:noFill/>
                </a:ln>
                <a:solidFill>
                  <a:srgbClr val="000000"/>
                </a:solidFill>
                <a:effectLst/>
                <a:latin typeface="Segoe Sans Display Semibold" pitchFamily="2" charset="0"/>
                <a:ea typeface="+mj-ea"/>
                <a:cs typeface="Segoe Sans Display Semibold" pitchFamily="2"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sz="1100" spc="-50">
                <a:gradFill>
                  <a:gsLst>
                    <a:gs pos="0">
                      <a:srgbClr val="FFFFFF"/>
                    </a:gs>
                    <a:gs pos="0">
                      <a:srgbClr val="C03BC3"/>
                    </a:gs>
                    <a:gs pos="98000">
                      <a:srgbClr val="DD4A84"/>
                    </a:gs>
                  </a:gsLst>
                  <a:lin ang="0" scaled="1"/>
                </a:gradFill>
                <a:latin typeface="+mj-lt"/>
                <a:ea typeface="+mn-ea"/>
                <a:cs typeface="Segoe Sans Display" pitchFamily="2" charset="0"/>
              </a:rPr>
              <a:t>M365  Business Premium</a:t>
            </a:r>
          </a:p>
          <a:p>
            <a:pPr marL="0" marR="0" lvl="0" indent="0" algn="l" defTabSz="932742" rtl="0" eaLnBrk="1" fontAlgn="auto" latinLnBrk="0" hangingPunct="1">
              <a:lnSpc>
                <a:spcPct val="100000"/>
              </a:lnSpc>
              <a:spcBef>
                <a:spcPct val="0"/>
              </a:spcBef>
              <a:spcAft>
                <a:spcPts val="0"/>
              </a:spcAft>
              <a:buClrTx/>
              <a:buSzTx/>
              <a:buFontTx/>
              <a:buNone/>
              <a:tabLst/>
              <a:defRPr/>
            </a:pPr>
            <a:r>
              <a:rPr lang="en-US" sz="1100" spc="-50">
                <a:gradFill>
                  <a:gsLst>
                    <a:gs pos="0">
                      <a:srgbClr val="FFFFFF"/>
                    </a:gs>
                    <a:gs pos="0">
                      <a:srgbClr val="C03BC3"/>
                    </a:gs>
                    <a:gs pos="98000">
                      <a:srgbClr val="DD4A84"/>
                    </a:gs>
                  </a:gsLst>
                  <a:lin ang="0" scaled="1"/>
                </a:gradFill>
                <a:latin typeface="+mj-lt"/>
                <a:ea typeface="+mn-ea"/>
                <a:cs typeface="Segoe Sans Display" pitchFamily="2" charset="0"/>
              </a:rPr>
              <a:t>+ Copilot Business or Microsoft 365 Copilot Business &amp; Purview Suite Business Premium*</a:t>
            </a:r>
          </a:p>
        </p:txBody>
      </p:sp>
      <p:sp>
        <p:nvSpPr>
          <p:cNvPr id="41" name="TextBox 40">
            <a:extLst>
              <a:ext uri="{FF2B5EF4-FFF2-40B4-BE49-F238E27FC236}">
                <a16:creationId xmlns:a16="http://schemas.microsoft.com/office/drawing/2014/main" id="{C43652DB-9B7E-EA50-3A94-1029CC2EDBCA}"/>
              </a:ext>
            </a:extLst>
          </p:cNvPr>
          <p:cNvSpPr txBox="1"/>
          <p:nvPr/>
        </p:nvSpPr>
        <p:spPr>
          <a:xfrm>
            <a:off x="9655017" y="2558545"/>
            <a:ext cx="1828800" cy="400110"/>
          </a:xfrm>
          <a:prstGeom prst="rect">
            <a:avLst/>
          </a:prstGeom>
          <a:noFill/>
        </p:spPr>
        <p:txBody>
          <a:bodyPr wrap="square">
            <a:spAutoFit/>
          </a:bodyPr>
          <a:lstStyle/>
          <a:p>
            <a:r>
              <a:rPr lang="en-US" sz="1000">
                <a:latin typeface="Segoe UI" panose="020B0502040204020203" pitchFamily="34" charset="0"/>
                <a:cs typeface="Segoe UI" panose="020B0502040204020203" pitchFamily="34" charset="0"/>
              </a:rPr>
              <a:t>The most secure AI tools for your business</a:t>
            </a:r>
          </a:p>
        </p:txBody>
      </p:sp>
      <p:sp>
        <p:nvSpPr>
          <p:cNvPr id="43" name="TextBox 42">
            <a:extLst>
              <a:ext uri="{FF2B5EF4-FFF2-40B4-BE49-F238E27FC236}">
                <a16:creationId xmlns:a16="http://schemas.microsoft.com/office/drawing/2014/main" id="{12CD6EA5-9152-6728-DA95-95B7ABF3E120}"/>
              </a:ext>
            </a:extLst>
          </p:cNvPr>
          <p:cNvSpPr txBox="1"/>
          <p:nvPr/>
        </p:nvSpPr>
        <p:spPr>
          <a:xfrm>
            <a:off x="2887151" y="2298091"/>
            <a:ext cx="1828800" cy="553998"/>
          </a:xfrm>
          <a:prstGeom prst="rect">
            <a:avLst/>
          </a:prstGeom>
          <a:noFill/>
        </p:spPr>
        <p:txBody>
          <a:bodyPr wrap="square">
            <a:spAutoFit/>
          </a:bodyPr>
          <a:lstStyle/>
          <a:p>
            <a:pPr marR="0" lvl="0" algn="l" defTabSz="914367" rtl="0" eaLnBrk="1" fontAlgn="auto" latinLnBrk="0" hangingPunct="1">
              <a:lnSpc>
                <a:spcPct val="100000"/>
              </a:lnSpc>
              <a:spcBef>
                <a:spcPts val="600"/>
              </a:spcBef>
              <a:spcAft>
                <a:spcPts val="0"/>
              </a:spcAft>
              <a:buClrTx/>
              <a:buSzTx/>
              <a:tabLst/>
              <a:defRPr/>
            </a:pPr>
            <a:r>
              <a:rPr kumimoji="0" lang="en-US" sz="1000" b="0" i="0" u="none" strike="noStrike" kern="1200" cap="none" spc="0" normalizeH="0" baseline="0" noProof="0">
                <a:ln>
                  <a:noFill/>
                </a:ln>
                <a:solidFill>
                  <a:srgbClr val="091F2C"/>
                </a:solidFill>
                <a:effectLst/>
                <a:uLnTx/>
                <a:uFillTx/>
                <a:latin typeface="Segoe Sans Display"/>
                <a:ea typeface="+mn-ea"/>
                <a:cs typeface="+mn-cs"/>
              </a:rPr>
              <a:t>Essential web-based productivity tools and AI in one simple bundle</a:t>
            </a:r>
          </a:p>
        </p:txBody>
      </p:sp>
      <p:sp>
        <p:nvSpPr>
          <p:cNvPr id="44" name="TextBox 43">
            <a:extLst>
              <a:ext uri="{FF2B5EF4-FFF2-40B4-BE49-F238E27FC236}">
                <a16:creationId xmlns:a16="http://schemas.microsoft.com/office/drawing/2014/main" id="{E134480D-81F1-83B2-8635-39ACD9A5DBE5}"/>
              </a:ext>
            </a:extLst>
          </p:cNvPr>
          <p:cNvSpPr txBox="1"/>
          <p:nvPr/>
        </p:nvSpPr>
        <p:spPr>
          <a:xfrm>
            <a:off x="5193013" y="2298091"/>
            <a:ext cx="1828800" cy="553998"/>
          </a:xfrm>
          <a:prstGeom prst="rect">
            <a:avLst/>
          </a:prstGeom>
          <a:noFill/>
        </p:spPr>
        <p:txBody>
          <a:bodyPr wrap="square" lIns="0" rIns="0">
            <a:spAutoFit/>
          </a:bodyPr>
          <a:lstStyle/>
          <a:p>
            <a:pPr lvl="0" defTabSz="914367">
              <a:spcBef>
                <a:spcPts val="600"/>
              </a:spcBef>
              <a:defRPr/>
            </a:pPr>
            <a:r>
              <a:rPr lang="en-US" sz="1000">
                <a:solidFill>
                  <a:srgbClr val="091F2C"/>
                </a:solidFill>
                <a:ea typeface="+mn-lt"/>
                <a:cs typeface="Segoe Sans Display"/>
              </a:rPr>
              <a:t>All Microsoft 365 desktop apps and cloud services, now with</a:t>
            </a:r>
            <a:r>
              <a:rPr lang="en-US" sz="1000">
                <a:solidFill>
                  <a:srgbClr val="091F2C"/>
                </a:solidFill>
              </a:rPr>
              <a:t> built-in AI.</a:t>
            </a:r>
          </a:p>
        </p:txBody>
      </p:sp>
      <p:sp>
        <p:nvSpPr>
          <p:cNvPr id="46" name="TextBox 45">
            <a:extLst>
              <a:ext uri="{FF2B5EF4-FFF2-40B4-BE49-F238E27FC236}">
                <a16:creationId xmlns:a16="http://schemas.microsoft.com/office/drawing/2014/main" id="{DA3E58C2-8640-8051-87F8-E2B93AB82E87}"/>
              </a:ext>
            </a:extLst>
          </p:cNvPr>
          <p:cNvSpPr txBox="1"/>
          <p:nvPr/>
        </p:nvSpPr>
        <p:spPr>
          <a:xfrm>
            <a:off x="7424015" y="2257983"/>
            <a:ext cx="1828800" cy="553998"/>
          </a:xfrm>
          <a:prstGeom prst="rect">
            <a:avLst/>
          </a:prstGeom>
          <a:noFill/>
        </p:spPr>
        <p:txBody>
          <a:bodyPr wrap="square" lIns="0">
            <a:spAutoFit/>
          </a:bodyPr>
          <a:lstStyle/>
          <a:p>
            <a:pPr lvl="0" defTabSz="914367">
              <a:spcBef>
                <a:spcPts val="600"/>
              </a:spcBef>
              <a:defRPr/>
            </a:pPr>
            <a:r>
              <a:rPr lang="en-US" sz="1000">
                <a:solidFill>
                  <a:srgbClr val="091F2C"/>
                </a:solidFill>
                <a:ea typeface="+mn-lt"/>
                <a:cs typeface="Segoe Sans Display"/>
              </a:rPr>
              <a:t>AI-powered productivity and advanced security in one comprehensive solution.</a:t>
            </a:r>
          </a:p>
        </p:txBody>
      </p:sp>
      <p:sp>
        <p:nvSpPr>
          <p:cNvPr id="62" name="TextBox 61">
            <a:extLst>
              <a:ext uri="{FF2B5EF4-FFF2-40B4-BE49-F238E27FC236}">
                <a16:creationId xmlns:a16="http://schemas.microsoft.com/office/drawing/2014/main" id="{6BDC5634-704B-40CF-0F10-B57681728E39}"/>
              </a:ext>
            </a:extLst>
          </p:cNvPr>
          <p:cNvSpPr txBox="1"/>
          <p:nvPr/>
        </p:nvSpPr>
        <p:spPr>
          <a:xfrm>
            <a:off x="657557" y="2344257"/>
            <a:ext cx="1816206" cy="1246495"/>
          </a:xfrm>
          <a:prstGeom prst="rect">
            <a:avLst/>
          </a:prstGeom>
          <a:noFill/>
        </p:spPr>
        <p:txBody>
          <a:bodyPr wrap="square">
            <a:spAutoFit/>
          </a:bodyPr>
          <a:lstStyle/>
          <a:p>
            <a:pPr algn="l">
              <a:spcAft>
                <a:spcPts val="1800"/>
              </a:spcAft>
              <a:buNone/>
            </a:pPr>
            <a:r>
              <a:rPr lang="en-US" sz="1000">
                <a:solidFill>
                  <a:srgbClr val="091F2C"/>
                </a:solidFill>
                <a:latin typeface="Segoe Sans Display"/>
              </a:rPr>
              <a:t>Supercharge employee productivity and streamline business processes with an AI built for work.</a:t>
            </a:r>
          </a:p>
          <a:p>
            <a:pPr>
              <a:buNone/>
            </a:pPr>
            <a:br>
              <a:rPr lang="en-US" sz="1000" b="0" i="0">
                <a:solidFill>
                  <a:srgbClr val="0E1726"/>
                </a:solidFill>
                <a:effectLst/>
                <a:latin typeface="Segoe UI Variable Text" pitchFamily="2" charset="0"/>
              </a:rPr>
            </a:br>
            <a:endParaRPr lang="en-US" sz="1000"/>
          </a:p>
        </p:txBody>
      </p:sp>
      <p:sp>
        <p:nvSpPr>
          <p:cNvPr id="63" name="TextBox 62">
            <a:extLst>
              <a:ext uri="{FF2B5EF4-FFF2-40B4-BE49-F238E27FC236}">
                <a16:creationId xmlns:a16="http://schemas.microsoft.com/office/drawing/2014/main" id="{23476398-217A-B20B-4105-96F0BD3F737E}"/>
              </a:ext>
            </a:extLst>
          </p:cNvPr>
          <p:cNvSpPr txBox="1"/>
          <p:nvPr/>
        </p:nvSpPr>
        <p:spPr>
          <a:xfrm>
            <a:off x="5193013" y="3027164"/>
            <a:ext cx="2107949" cy="159543"/>
          </a:xfrm>
          <a:prstGeom prst="rect">
            <a:avLst/>
          </a:prstGeom>
          <a:noFill/>
        </p:spPr>
        <p:txBody>
          <a:bodyPr wrap="square" lIns="0" tIns="0" rIns="0" bIns="0" rtlCol="0" anchor="ctr">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a:t>
            </a:r>
            <a:r>
              <a:rPr kumimoji="0" lang="en-US" sz="1000" b="0" i="0" u="none" strike="noStrike" kern="1200" cap="none" spc="0" normalizeH="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 </a:t>
            </a: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Cloud services</a:t>
            </a:r>
          </a:p>
        </p:txBody>
      </p:sp>
      <p:sp>
        <p:nvSpPr>
          <p:cNvPr id="64" name="Rectangle 63">
            <a:extLst>
              <a:ext uri="{FF2B5EF4-FFF2-40B4-BE49-F238E27FC236}">
                <a16:creationId xmlns:a16="http://schemas.microsoft.com/office/drawing/2014/main" id="{DAB18773-C830-D8AE-1314-5A94D40D1A60}"/>
              </a:ext>
              <a:ext uri="{C183D7F6-B498-43B3-948B-1728B52AA6E4}">
                <adec:decorative xmlns:adec="http://schemas.microsoft.com/office/drawing/2017/decorative" val="0"/>
              </a:ext>
            </a:extLst>
          </p:cNvPr>
          <p:cNvSpPr/>
          <p:nvPr/>
        </p:nvSpPr>
        <p:spPr>
          <a:xfrm>
            <a:off x="5193013" y="3662931"/>
            <a:ext cx="1984518" cy="153888"/>
          </a:xfrm>
          <a:prstGeom prst="rect">
            <a:avLst/>
          </a:prstGeom>
        </p:spPr>
        <p:txBody>
          <a:bodyPr wrap="none" lIns="0" tIns="0" rIns="0" bIns="0">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 Desktop</a:t>
            </a:r>
            <a:r>
              <a:rPr lang="en-US" sz="1000">
                <a:gradFill>
                  <a:gsLst>
                    <a:gs pos="45000">
                      <a:srgbClr val="000000"/>
                    </a:gs>
                    <a:gs pos="100000">
                      <a:srgbClr val="000000"/>
                    </a:gs>
                  </a:gsLst>
                  <a:lin ang="2700000" scaled="1"/>
                </a:gradFill>
                <a:latin typeface="Segoe Sans Display Semibold" pitchFamily="2" charset="0"/>
                <a:cs typeface="Segoe Sans Display Semibold" pitchFamily="2" charset="0"/>
              </a:rPr>
              <a:t> and</a:t>
            </a: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 web apps</a:t>
            </a:r>
          </a:p>
        </p:txBody>
      </p:sp>
      <p:sp>
        <p:nvSpPr>
          <p:cNvPr id="65" name="Rectangle 64">
            <a:extLst>
              <a:ext uri="{FF2B5EF4-FFF2-40B4-BE49-F238E27FC236}">
                <a16:creationId xmlns:a16="http://schemas.microsoft.com/office/drawing/2014/main" id="{D01DCEA9-81EC-3D92-E1B2-9DDA1955EA2E}"/>
              </a:ext>
            </a:extLst>
          </p:cNvPr>
          <p:cNvSpPr/>
          <p:nvPr/>
        </p:nvSpPr>
        <p:spPr>
          <a:xfrm>
            <a:off x="5193013" y="4343615"/>
            <a:ext cx="2107949" cy="561692"/>
          </a:xfrm>
          <a:prstGeom prst="rect">
            <a:avLst/>
          </a:prstGeom>
        </p:spPr>
        <p:txBody>
          <a:bodyPr wrap="square" lIns="0" tIns="0" rIns="0" bIns="0">
            <a:spAutoFit/>
          </a:bodyPr>
          <a:lstStyle/>
          <a:p>
            <a:pPr marL="0" marR="0" lvl="0" indent="0" algn="l" defTabSz="914049"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Foundational security</a:t>
            </a: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Identity &amp; access control</a:t>
            </a: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Exchange Online Protection </a:t>
            </a: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Mobile device management</a:t>
            </a:r>
          </a:p>
        </p:txBody>
      </p:sp>
      <p:grpSp>
        <p:nvGrpSpPr>
          <p:cNvPr id="66" name="Group 65">
            <a:extLst>
              <a:ext uri="{FF2B5EF4-FFF2-40B4-BE49-F238E27FC236}">
                <a16:creationId xmlns:a16="http://schemas.microsoft.com/office/drawing/2014/main" id="{5EC4BB55-D71A-1F9C-93A7-2A69E74A37E1}"/>
              </a:ext>
              <a:ext uri="{C183D7F6-B498-43B3-948B-1728B52AA6E4}">
                <adec:decorative xmlns:adec="http://schemas.microsoft.com/office/drawing/2017/decorative" val="1"/>
              </a:ext>
            </a:extLst>
          </p:cNvPr>
          <p:cNvGrpSpPr/>
          <p:nvPr/>
        </p:nvGrpSpPr>
        <p:grpSpPr>
          <a:xfrm>
            <a:off x="5172008" y="3896121"/>
            <a:ext cx="1963105" cy="315827"/>
            <a:chOff x="8345503" y="4035857"/>
            <a:chExt cx="3029639" cy="487414"/>
          </a:xfrm>
        </p:grpSpPr>
        <p:pic>
          <p:nvPicPr>
            <p:cNvPr id="67" name="Picture 2">
              <a:extLst>
                <a:ext uri="{FF2B5EF4-FFF2-40B4-BE49-F238E27FC236}">
                  <a16:creationId xmlns:a16="http://schemas.microsoft.com/office/drawing/2014/main" id="{9C551FA1-E31F-F13A-D29B-FAE9057C1790}"/>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35370" y="4035857"/>
              <a:ext cx="274320" cy="278075"/>
            </a:xfrm>
            <a:prstGeom prst="rect">
              <a:avLst/>
            </a:prstGeom>
            <a:noFill/>
            <a:extLst>
              <a:ext uri="{909E8E84-426E-40DD-AFC4-6F175D3DCCD1}">
                <a14:hiddenFill xmlns:a14="http://schemas.microsoft.com/office/drawing/2010/main">
                  <a:solidFill>
                    <a:srgbClr val="FFFFFF"/>
                  </a:solidFill>
                </a14:hiddenFill>
              </a:ext>
            </a:extLst>
          </p:spPr>
        </p:pic>
        <p:sp>
          <p:nvSpPr>
            <p:cNvPr id="68" name="Rectangle 67">
              <a:extLst>
                <a:ext uri="{FF2B5EF4-FFF2-40B4-BE49-F238E27FC236}">
                  <a16:creationId xmlns:a16="http://schemas.microsoft.com/office/drawing/2014/main" id="{9BF51BBE-7A3D-56DD-649E-AC2B426586F2}"/>
                </a:ext>
              </a:extLst>
            </p:cNvPr>
            <p:cNvSpPr/>
            <p:nvPr/>
          </p:nvSpPr>
          <p:spPr>
            <a:xfrm>
              <a:off x="10389650" y="4384772"/>
              <a:ext cx="365760" cy="92333"/>
            </a:xfrm>
            <a:prstGeom prst="rect">
              <a:avLst/>
            </a:prstGeom>
          </p:spPr>
          <p:txBody>
            <a:bodyPr wrap="square" lIns="0" tIns="0" rIns="0" bIns="0">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Loop</a:t>
              </a:r>
            </a:p>
          </p:txBody>
        </p:sp>
        <p:pic>
          <p:nvPicPr>
            <p:cNvPr id="69" name="Picture 4" descr="Microsoft Clipchamp Logo PNG Vector (SVG) Free Download">
              <a:extLst>
                <a:ext uri="{FF2B5EF4-FFF2-40B4-BE49-F238E27FC236}">
                  <a16:creationId xmlns:a16="http://schemas.microsoft.com/office/drawing/2014/main" id="{FC0AC03A-14E4-2CFD-E69D-445FD4A839D9}"/>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83616" y="4050597"/>
              <a:ext cx="234412" cy="248594"/>
            </a:xfrm>
            <a:prstGeom prst="rect">
              <a:avLst/>
            </a:prstGeom>
            <a:noFill/>
            <a:extLst>
              <a:ext uri="{909E8E84-426E-40DD-AFC4-6F175D3DCCD1}">
                <a14:hiddenFill xmlns:a14="http://schemas.microsoft.com/office/drawing/2010/main">
                  <a:solidFill>
                    <a:srgbClr val="FFFFFF"/>
                  </a:solidFill>
                </a14:hiddenFill>
              </a:ext>
            </a:extLst>
          </p:spPr>
        </p:pic>
        <p:sp>
          <p:nvSpPr>
            <p:cNvPr id="70" name="Rectangle 69">
              <a:extLst>
                <a:ext uri="{FF2B5EF4-FFF2-40B4-BE49-F238E27FC236}">
                  <a16:creationId xmlns:a16="http://schemas.microsoft.com/office/drawing/2014/main" id="{954C2C8C-7FFC-FDBA-5F75-3452E2F0979A}"/>
                </a:ext>
              </a:extLst>
            </p:cNvPr>
            <p:cNvSpPr/>
            <p:nvPr/>
          </p:nvSpPr>
          <p:spPr>
            <a:xfrm>
              <a:off x="10826502" y="4384772"/>
              <a:ext cx="548640" cy="92333"/>
            </a:xfrm>
            <a:prstGeom prst="rect">
              <a:avLst/>
            </a:prstGeom>
          </p:spPr>
          <p:txBody>
            <a:bodyPr wrap="square" lIns="0" tIns="0" rIns="0" bIns="0"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Clipchamp</a:t>
              </a:r>
            </a:p>
          </p:txBody>
        </p:sp>
        <p:pic>
          <p:nvPicPr>
            <p:cNvPr id="71" name="Picture 70" descr="Copilot in Word">
              <a:extLst>
                <a:ext uri="{FF2B5EF4-FFF2-40B4-BE49-F238E27FC236}">
                  <a16:creationId xmlns:a16="http://schemas.microsoft.com/office/drawing/2014/main" id="{73BC08A3-6BD6-525D-7622-21FA0B5BF825}"/>
                </a:ext>
              </a:extLst>
            </p:cNvPr>
            <p:cNvPicPr>
              <a:picLocks noChangeAspect="1"/>
            </p:cNvPicPr>
            <p:nvPr/>
          </p:nvPicPr>
          <p:blipFill>
            <a:blip r:embed="rId11"/>
            <a:srcRect/>
            <a:stretch/>
          </p:blipFill>
          <p:spPr>
            <a:xfrm>
              <a:off x="8938040" y="4059232"/>
              <a:ext cx="246888" cy="231324"/>
            </a:xfrm>
            <a:prstGeom prst="rect">
              <a:avLst/>
            </a:prstGeom>
          </p:spPr>
        </p:pic>
        <p:pic>
          <p:nvPicPr>
            <p:cNvPr id="72" name="Picture 71" descr="Copilot in Excel">
              <a:extLst>
                <a:ext uri="{FF2B5EF4-FFF2-40B4-BE49-F238E27FC236}">
                  <a16:creationId xmlns:a16="http://schemas.microsoft.com/office/drawing/2014/main" id="{0488F9BA-7B9D-B0D6-BC36-9C30E5909067}"/>
                </a:ext>
              </a:extLst>
            </p:cNvPr>
            <p:cNvPicPr>
              <a:picLocks noChangeAspect="1"/>
            </p:cNvPicPr>
            <p:nvPr/>
          </p:nvPicPr>
          <p:blipFill>
            <a:blip r:embed="rId12"/>
            <a:srcRect/>
            <a:stretch/>
          </p:blipFill>
          <p:spPr>
            <a:xfrm>
              <a:off x="9373335" y="4059232"/>
              <a:ext cx="246888" cy="231324"/>
            </a:xfrm>
            <a:prstGeom prst="rect">
              <a:avLst/>
            </a:prstGeom>
          </p:spPr>
        </p:pic>
        <p:pic>
          <p:nvPicPr>
            <p:cNvPr id="73" name="Picture 72" descr="Copilot in PowerPoint">
              <a:extLst>
                <a:ext uri="{FF2B5EF4-FFF2-40B4-BE49-F238E27FC236}">
                  <a16:creationId xmlns:a16="http://schemas.microsoft.com/office/drawing/2014/main" id="{AD8285E8-6808-A1A5-FFE1-418E5A4FC843}"/>
                </a:ext>
              </a:extLst>
            </p:cNvPr>
            <p:cNvPicPr>
              <a:picLocks noChangeAspect="1"/>
            </p:cNvPicPr>
            <p:nvPr/>
          </p:nvPicPr>
          <p:blipFill>
            <a:blip r:embed="rId13"/>
            <a:srcRect/>
            <a:stretch/>
          </p:blipFill>
          <p:spPr>
            <a:xfrm>
              <a:off x="9908817" y="4059232"/>
              <a:ext cx="246888" cy="231324"/>
            </a:xfrm>
            <a:prstGeom prst="rect">
              <a:avLst/>
            </a:prstGeom>
          </p:spPr>
        </p:pic>
        <p:pic>
          <p:nvPicPr>
            <p:cNvPr id="74" name="Picture 73" descr="Copilot in Outlook">
              <a:extLst>
                <a:ext uri="{FF2B5EF4-FFF2-40B4-BE49-F238E27FC236}">
                  <a16:creationId xmlns:a16="http://schemas.microsoft.com/office/drawing/2014/main" id="{300453E7-1FA3-19FB-F391-B274C2DEB4C8}"/>
                </a:ext>
              </a:extLst>
            </p:cNvPr>
            <p:cNvPicPr>
              <a:picLocks noChangeAspect="1"/>
            </p:cNvPicPr>
            <p:nvPr/>
          </p:nvPicPr>
          <p:blipFill>
            <a:blip r:embed="rId14"/>
            <a:srcRect/>
            <a:stretch/>
          </p:blipFill>
          <p:spPr>
            <a:xfrm>
              <a:off x="8451449" y="4059232"/>
              <a:ext cx="246888" cy="231324"/>
            </a:xfrm>
            <a:prstGeom prst="rect">
              <a:avLst/>
            </a:prstGeom>
          </p:spPr>
        </p:pic>
        <p:sp>
          <p:nvSpPr>
            <p:cNvPr id="75" name="Rectangle 74">
              <a:extLst>
                <a:ext uri="{FF2B5EF4-FFF2-40B4-BE49-F238E27FC236}">
                  <a16:creationId xmlns:a16="http://schemas.microsoft.com/office/drawing/2014/main" id="{256DF47B-32D4-4F20-801A-C7B1479E087E}"/>
                </a:ext>
              </a:extLst>
            </p:cNvPr>
            <p:cNvSpPr/>
            <p:nvPr/>
          </p:nvSpPr>
          <p:spPr>
            <a:xfrm>
              <a:off x="9745965" y="4338605"/>
              <a:ext cx="572593"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PowerPoint</a:t>
              </a:r>
            </a:p>
          </p:txBody>
        </p:sp>
        <p:sp>
          <p:nvSpPr>
            <p:cNvPr id="76" name="Rectangle 75">
              <a:extLst>
                <a:ext uri="{FF2B5EF4-FFF2-40B4-BE49-F238E27FC236}">
                  <a16:creationId xmlns:a16="http://schemas.microsoft.com/office/drawing/2014/main" id="{9768FB56-A75E-936C-6F7E-C828A864B27E}"/>
                </a:ext>
              </a:extLst>
            </p:cNvPr>
            <p:cNvSpPr/>
            <p:nvPr/>
          </p:nvSpPr>
          <p:spPr>
            <a:xfrm>
              <a:off x="9318685" y="4338605"/>
              <a:ext cx="356188"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Excel</a:t>
              </a:r>
            </a:p>
          </p:txBody>
        </p:sp>
        <p:sp>
          <p:nvSpPr>
            <p:cNvPr id="77" name="Rectangle 76">
              <a:extLst>
                <a:ext uri="{FF2B5EF4-FFF2-40B4-BE49-F238E27FC236}">
                  <a16:creationId xmlns:a16="http://schemas.microsoft.com/office/drawing/2014/main" id="{B4C6B1BC-A236-565C-64F3-5E59723D9525}"/>
                </a:ext>
              </a:extLst>
            </p:cNvPr>
            <p:cNvSpPr/>
            <p:nvPr/>
          </p:nvSpPr>
          <p:spPr>
            <a:xfrm>
              <a:off x="8875375" y="4338605"/>
              <a:ext cx="372218"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Word</a:t>
              </a:r>
            </a:p>
          </p:txBody>
        </p:sp>
        <p:sp>
          <p:nvSpPr>
            <p:cNvPr id="78" name="Rectangle 77">
              <a:extLst>
                <a:ext uri="{FF2B5EF4-FFF2-40B4-BE49-F238E27FC236}">
                  <a16:creationId xmlns:a16="http://schemas.microsoft.com/office/drawing/2014/main" id="{3A918634-C829-022E-9762-E7970F823022}"/>
                </a:ext>
              </a:extLst>
            </p:cNvPr>
            <p:cNvSpPr/>
            <p:nvPr/>
          </p:nvSpPr>
          <p:spPr>
            <a:xfrm>
              <a:off x="8345503" y="4338605"/>
              <a:ext cx="458780"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Outlook</a:t>
              </a:r>
            </a:p>
          </p:txBody>
        </p:sp>
      </p:grpSp>
      <p:sp>
        <p:nvSpPr>
          <p:cNvPr id="80" name="TextBox 79">
            <a:extLst>
              <a:ext uri="{FF2B5EF4-FFF2-40B4-BE49-F238E27FC236}">
                <a16:creationId xmlns:a16="http://schemas.microsoft.com/office/drawing/2014/main" id="{706F5857-F6A7-A420-74E2-35865E49017C}"/>
              </a:ext>
            </a:extLst>
          </p:cNvPr>
          <p:cNvSpPr txBox="1"/>
          <p:nvPr/>
        </p:nvSpPr>
        <p:spPr>
          <a:xfrm>
            <a:off x="6728116" y="3502377"/>
            <a:ext cx="202545"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Bookings</a:t>
            </a:r>
          </a:p>
        </p:txBody>
      </p:sp>
      <p:pic>
        <p:nvPicPr>
          <p:cNvPr id="81" name="Picture 80" descr="A blue squares with white letters&#10;&#10;Description automatically generated">
            <a:extLst>
              <a:ext uri="{FF2B5EF4-FFF2-40B4-BE49-F238E27FC236}">
                <a16:creationId xmlns:a16="http://schemas.microsoft.com/office/drawing/2014/main" id="{E42804E8-9313-7048-0908-F169022FDCD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742672" y="3268319"/>
            <a:ext cx="173434" cy="159975"/>
          </a:xfrm>
          <a:prstGeom prst="rect">
            <a:avLst/>
          </a:prstGeom>
        </p:spPr>
      </p:pic>
      <p:pic>
        <p:nvPicPr>
          <p:cNvPr id="82" name="Picture 81" descr="Copilot in Teams">
            <a:extLst>
              <a:ext uri="{FF2B5EF4-FFF2-40B4-BE49-F238E27FC236}">
                <a16:creationId xmlns:a16="http://schemas.microsoft.com/office/drawing/2014/main" id="{186E8ADC-FAA1-90B4-BFB2-9EA4F7734E70}"/>
              </a:ext>
            </a:extLst>
          </p:cNvPr>
          <p:cNvPicPr>
            <a:picLocks noChangeAspect="1"/>
          </p:cNvPicPr>
          <p:nvPr/>
        </p:nvPicPr>
        <p:blipFill>
          <a:blip r:embed="rId16"/>
          <a:srcRect/>
          <a:stretch/>
        </p:blipFill>
        <p:spPr>
          <a:xfrm>
            <a:off x="5228791" y="3268319"/>
            <a:ext cx="170739" cy="159975"/>
          </a:xfrm>
          <a:prstGeom prst="rect">
            <a:avLst/>
          </a:prstGeom>
        </p:spPr>
      </p:pic>
      <p:sp>
        <p:nvSpPr>
          <p:cNvPr id="83" name="TextBox 82">
            <a:extLst>
              <a:ext uri="{FF2B5EF4-FFF2-40B4-BE49-F238E27FC236}">
                <a16:creationId xmlns:a16="http://schemas.microsoft.com/office/drawing/2014/main" id="{AFCBB378-B8CA-05F1-BB26-509405F81B61}"/>
              </a:ext>
            </a:extLst>
          </p:cNvPr>
          <p:cNvSpPr txBox="1"/>
          <p:nvPr/>
        </p:nvSpPr>
        <p:spPr>
          <a:xfrm>
            <a:off x="5243010" y="3502377"/>
            <a:ext cx="142301"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Teams</a:t>
            </a:r>
          </a:p>
        </p:txBody>
      </p:sp>
      <p:pic>
        <p:nvPicPr>
          <p:cNvPr id="84" name="Picture 83" descr="A blue and white logo&#10;&#10;Description automatically generated">
            <a:extLst>
              <a:ext uri="{FF2B5EF4-FFF2-40B4-BE49-F238E27FC236}">
                <a16:creationId xmlns:a16="http://schemas.microsoft.com/office/drawing/2014/main" id="{D562628F-F646-DB8F-D72F-5897C0B89788}"/>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457916" y="3173684"/>
            <a:ext cx="348906" cy="348906"/>
          </a:xfrm>
          <a:prstGeom prst="rect">
            <a:avLst/>
          </a:prstGeom>
        </p:spPr>
      </p:pic>
      <p:sp>
        <p:nvSpPr>
          <p:cNvPr id="85" name="TextBox 84">
            <a:extLst>
              <a:ext uri="{FF2B5EF4-FFF2-40B4-BE49-F238E27FC236}">
                <a16:creationId xmlns:a16="http://schemas.microsoft.com/office/drawing/2014/main" id="{6EBEF778-6DE5-C081-346A-3194F8B2EBFA}"/>
              </a:ext>
            </a:extLst>
          </p:cNvPr>
          <p:cNvSpPr txBox="1"/>
          <p:nvPr/>
        </p:nvSpPr>
        <p:spPr>
          <a:xfrm>
            <a:off x="5527461" y="3502377"/>
            <a:ext cx="209816"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Exchange</a:t>
            </a:r>
          </a:p>
        </p:txBody>
      </p:sp>
      <p:pic>
        <p:nvPicPr>
          <p:cNvPr id="86" name="Picture 85" descr="A blue cloud on a black background&#10;&#10;Description automatically generated">
            <a:extLst>
              <a:ext uri="{FF2B5EF4-FFF2-40B4-BE49-F238E27FC236}">
                <a16:creationId xmlns:a16="http://schemas.microsoft.com/office/drawing/2014/main" id="{774696BF-BF71-ED27-A9BB-392211500844}"/>
              </a:ext>
            </a:extLst>
          </p:cNvPr>
          <p:cNvPicPr>
            <a:picLocks noChangeAspect="1"/>
          </p:cNvPicPr>
          <p:nvPr/>
        </p:nvPicPr>
        <p:blipFill rotWithShape="1">
          <a:blip r:embed="rId18">
            <a:extLst>
              <a:ext uri="{28A0092B-C50C-407E-A947-70E740481C1C}">
                <a14:useLocalDpi xmlns:a14="http://schemas.microsoft.com/office/drawing/2010/main" val="0"/>
              </a:ext>
            </a:extLst>
          </a:blip>
          <a:srcRect/>
          <a:stretch/>
        </p:blipFill>
        <p:spPr>
          <a:xfrm>
            <a:off x="5873139" y="3266468"/>
            <a:ext cx="223003" cy="163337"/>
          </a:xfrm>
          <a:prstGeom prst="rect">
            <a:avLst/>
          </a:prstGeom>
        </p:spPr>
      </p:pic>
      <p:pic>
        <p:nvPicPr>
          <p:cNvPr id="87" name="Picture 86" descr="A logo with a black background&#10;&#10;Description automatically generated">
            <a:extLst>
              <a:ext uri="{FF2B5EF4-FFF2-40B4-BE49-F238E27FC236}">
                <a16:creationId xmlns:a16="http://schemas.microsoft.com/office/drawing/2014/main" id="{F51CD3B9-6942-F761-EF1F-C917FB95FA45}"/>
              </a:ext>
            </a:extLst>
          </p:cNvPr>
          <p:cNvPicPr>
            <a:picLocks noChangeAspect="1"/>
          </p:cNvPicPr>
          <p:nvPr/>
        </p:nvPicPr>
        <p:blipFill rotWithShape="1">
          <a:blip r:embed="rId19">
            <a:extLst>
              <a:ext uri="{28A0092B-C50C-407E-A947-70E740481C1C}">
                <a14:useLocalDpi xmlns:a14="http://schemas.microsoft.com/office/drawing/2010/main" val="0"/>
              </a:ext>
            </a:extLst>
          </a:blip>
          <a:srcRect/>
          <a:stretch/>
        </p:blipFill>
        <p:spPr>
          <a:xfrm>
            <a:off x="6295263" y="3260024"/>
            <a:ext cx="195934" cy="193475"/>
          </a:xfrm>
          <a:prstGeom prst="rect">
            <a:avLst/>
          </a:prstGeom>
        </p:spPr>
      </p:pic>
      <p:sp>
        <p:nvSpPr>
          <p:cNvPr id="88" name="TextBox 87">
            <a:extLst>
              <a:ext uri="{FF2B5EF4-FFF2-40B4-BE49-F238E27FC236}">
                <a16:creationId xmlns:a16="http://schemas.microsoft.com/office/drawing/2014/main" id="{719CFBEF-A705-08B1-E583-916AF93B0C42}"/>
              </a:ext>
            </a:extLst>
          </p:cNvPr>
          <p:cNvSpPr txBox="1"/>
          <p:nvPr/>
        </p:nvSpPr>
        <p:spPr>
          <a:xfrm>
            <a:off x="5882329" y="3502377"/>
            <a:ext cx="204623"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OneDrive</a:t>
            </a:r>
          </a:p>
        </p:txBody>
      </p:sp>
      <p:sp>
        <p:nvSpPr>
          <p:cNvPr id="89" name="TextBox 88">
            <a:extLst>
              <a:ext uri="{FF2B5EF4-FFF2-40B4-BE49-F238E27FC236}">
                <a16:creationId xmlns:a16="http://schemas.microsoft.com/office/drawing/2014/main" id="{494ADDD0-9D99-A5E7-2023-7C4C9082B3E9}"/>
              </a:ext>
            </a:extLst>
          </p:cNvPr>
          <p:cNvSpPr txBox="1"/>
          <p:nvPr/>
        </p:nvSpPr>
        <p:spPr>
          <a:xfrm>
            <a:off x="6274299" y="3502377"/>
            <a:ext cx="237861"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SharePoint</a:t>
            </a:r>
          </a:p>
        </p:txBody>
      </p:sp>
      <p:sp>
        <p:nvSpPr>
          <p:cNvPr id="92" name="TextBox 91">
            <a:extLst>
              <a:ext uri="{FF2B5EF4-FFF2-40B4-BE49-F238E27FC236}">
                <a16:creationId xmlns:a16="http://schemas.microsoft.com/office/drawing/2014/main" id="{991E71DF-865F-B4D1-CE45-2100D4FA0936}"/>
              </a:ext>
            </a:extLst>
          </p:cNvPr>
          <p:cNvSpPr txBox="1"/>
          <p:nvPr/>
        </p:nvSpPr>
        <p:spPr>
          <a:xfrm>
            <a:off x="7424015" y="3027164"/>
            <a:ext cx="2107949" cy="159543"/>
          </a:xfrm>
          <a:prstGeom prst="rect">
            <a:avLst/>
          </a:prstGeom>
          <a:noFill/>
        </p:spPr>
        <p:txBody>
          <a:bodyPr wrap="square" lIns="0" tIns="0" rIns="0" bIns="0" rtlCol="0" anchor="ctr">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a:t>
            </a:r>
            <a:r>
              <a:rPr kumimoji="0" lang="en-US" sz="1000" b="0" i="0" u="none" strike="noStrike" kern="1200" cap="none" spc="0" normalizeH="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 </a:t>
            </a: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Cloud services</a:t>
            </a:r>
          </a:p>
        </p:txBody>
      </p:sp>
      <p:sp>
        <p:nvSpPr>
          <p:cNvPr id="93" name="Rectangle 92">
            <a:extLst>
              <a:ext uri="{FF2B5EF4-FFF2-40B4-BE49-F238E27FC236}">
                <a16:creationId xmlns:a16="http://schemas.microsoft.com/office/drawing/2014/main" id="{46D47A7F-8D72-21E3-147A-7D5F70BF1F9C}"/>
              </a:ext>
              <a:ext uri="{C183D7F6-B498-43B3-948B-1728B52AA6E4}">
                <adec:decorative xmlns:adec="http://schemas.microsoft.com/office/drawing/2017/decorative" val="0"/>
              </a:ext>
            </a:extLst>
          </p:cNvPr>
          <p:cNvSpPr/>
          <p:nvPr/>
        </p:nvSpPr>
        <p:spPr>
          <a:xfrm>
            <a:off x="7424015" y="3662931"/>
            <a:ext cx="1984518" cy="153888"/>
          </a:xfrm>
          <a:prstGeom prst="rect">
            <a:avLst/>
          </a:prstGeom>
        </p:spPr>
        <p:txBody>
          <a:bodyPr wrap="none" lIns="0" tIns="0" rIns="0" bIns="0">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 Desktop</a:t>
            </a:r>
            <a:r>
              <a:rPr lang="en-US" sz="1000">
                <a:gradFill>
                  <a:gsLst>
                    <a:gs pos="45000">
                      <a:srgbClr val="000000"/>
                    </a:gs>
                    <a:gs pos="100000">
                      <a:srgbClr val="000000"/>
                    </a:gs>
                  </a:gsLst>
                  <a:lin ang="2700000" scaled="1"/>
                </a:gradFill>
                <a:latin typeface="Segoe Sans Display Semibold" pitchFamily="2" charset="0"/>
                <a:cs typeface="Segoe Sans Display Semibold" pitchFamily="2" charset="0"/>
              </a:rPr>
              <a:t> and</a:t>
            </a: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 web apps</a:t>
            </a:r>
          </a:p>
        </p:txBody>
      </p:sp>
      <p:sp>
        <p:nvSpPr>
          <p:cNvPr id="94" name="Rectangle 93">
            <a:extLst>
              <a:ext uri="{FF2B5EF4-FFF2-40B4-BE49-F238E27FC236}">
                <a16:creationId xmlns:a16="http://schemas.microsoft.com/office/drawing/2014/main" id="{61605D05-BED3-2313-F123-E2FE65375C75}"/>
              </a:ext>
            </a:extLst>
          </p:cNvPr>
          <p:cNvSpPr/>
          <p:nvPr/>
        </p:nvSpPr>
        <p:spPr>
          <a:xfrm>
            <a:off x="7424015" y="4343615"/>
            <a:ext cx="2107949" cy="153888"/>
          </a:xfrm>
          <a:prstGeom prst="rect">
            <a:avLst/>
          </a:prstGeom>
        </p:spPr>
        <p:txBody>
          <a:bodyPr wrap="square" lIns="0" tIns="0" rIns="0" bIns="0">
            <a:spAutoFit/>
          </a:bodyPr>
          <a:lstStyle/>
          <a:p>
            <a:pPr marL="0" marR="0" lvl="0" indent="0" algn="l" defTabSz="914049"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Comprehensive security</a:t>
            </a:r>
          </a:p>
        </p:txBody>
      </p:sp>
      <p:grpSp>
        <p:nvGrpSpPr>
          <p:cNvPr id="95" name="Group 94">
            <a:extLst>
              <a:ext uri="{FF2B5EF4-FFF2-40B4-BE49-F238E27FC236}">
                <a16:creationId xmlns:a16="http://schemas.microsoft.com/office/drawing/2014/main" id="{C1EB61E1-BEB9-B948-43B6-62958CBDDC75}"/>
              </a:ext>
              <a:ext uri="{C183D7F6-B498-43B3-948B-1728B52AA6E4}">
                <adec:decorative xmlns:adec="http://schemas.microsoft.com/office/drawing/2017/decorative" val="1"/>
              </a:ext>
            </a:extLst>
          </p:cNvPr>
          <p:cNvGrpSpPr/>
          <p:nvPr/>
        </p:nvGrpSpPr>
        <p:grpSpPr>
          <a:xfrm>
            <a:off x="7416565" y="3896121"/>
            <a:ext cx="1963105" cy="315827"/>
            <a:chOff x="8345503" y="4035857"/>
            <a:chExt cx="3029639" cy="487414"/>
          </a:xfrm>
        </p:grpSpPr>
        <p:pic>
          <p:nvPicPr>
            <p:cNvPr id="96" name="Picture 2">
              <a:extLst>
                <a:ext uri="{FF2B5EF4-FFF2-40B4-BE49-F238E27FC236}">
                  <a16:creationId xmlns:a16="http://schemas.microsoft.com/office/drawing/2014/main" id="{8F21591B-0756-E629-D8E1-35E50DF2345C}"/>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35370" y="4035857"/>
              <a:ext cx="274320" cy="278075"/>
            </a:xfrm>
            <a:prstGeom prst="rect">
              <a:avLst/>
            </a:prstGeom>
            <a:noFill/>
            <a:extLst>
              <a:ext uri="{909E8E84-426E-40DD-AFC4-6F175D3DCCD1}">
                <a14:hiddenFill xmlns:a14="http://schemas.microsoft.com/office/drawing/2010/main">
                  <a:solidFill>
                    <a:srgbClr val="FFFFFF"/>
                  </a:solidFill>
                </a14:hiddenFill>
              </a:ext>
            </a:extLst>
          </p:spPr>
        </p:pic>
        <p:sp>
          <p:nvSpPr>
            <p:cNvPr id="97" name="Rectangle 96">
              <a:extLst>
                <a:ext uri="{FF2B5EF4-FFF2-40B4-BE49-F238E27FC236}">
                  <a16:creationId xmlns:a16="http://schemas.microsoft.com/office/drawing/2014/main" id="{40E5C083-B152-366A-910A-46CE06CADE02}"/>
                </a:ext>
              </a:extLst>
            </p:cNvPr>
            <p:cNvSpPr/>
            <p:nvPr/>
          </p:nvSpPr>
          <p:spPr>
            <a:xfrm>
              <a:off x="10389650" y="4384772"/>
              <a:ext cx="365760" cy="92333"/>
            </a:xfrm>
            <a:prstGeom prst="rect">
              <a:avLst/>
            </a:prstGeom>
          </p:spPr>
          <p:txBody>
            <a:bodyPr wrap="square" lIns="0" tIns="0" rIns="0" bIns="0">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Loop</a:t>
              </a:r>
            </a:p>
          </p:txBody>
        </p:sp>
        <p:pic>
          <p:nvPicPr>
            <p:cNvPr id="98" name="Picture 4" descr="Microsoft Clipchamp Logo PNG Vector (SVG) Free Download">
              <a:extLst>
                <a:ext uri="{FF2B5EF4-FFF2-40B4-BE49-F238E27FC236}">
                  <a16:creationId xmlns:a16="http://schemas.microsoft.com/office/drawing/2014/main" id="{B25B55A1-3443-EC7D-59B1-7353DE712CD6}"/>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83616" y="4050597"/>
              <a:ext cx="234412" cy="248594"/>
            </a:xfrm>
            <a:prstGeom prst="rect">
              <a:avLst/>
            </a:prstGeom>
            <a:noFill/>
            <a:extLst>
              <a:ext uri="{909E8E84-426E-40DD-AFC4-6F175D3DCCD1}">
                <a14:hiddenFill xmlns:a14="http://schemas.microsoft.com/office/drawing/2010/main">
                  <a:solidFill>
                    <a:srgbClr val="FFFFFF"/>
                  </a:solidFill>
                </a14:hiddenFill>
              </a:ext>
            </a:extLst>
          </p:spPr>
        </p:pic>
        <p:sp>
          <p:nvSpPr>
            <p:cNvPr id="99" name="Rectangle 98">
              <a:extLst>
                <a:ext uri="{FF2B5EF4-FFF2-40B4-BE49-F238E27FC236}">
                  <a16:creationId xmlns:a16="http://schemas.microsoft.com/office/drawing/2014/main" id="{DFF4DBB7-21EC-EB4E-B700-78768A5A75A9}"/>
                </a:ext>
              </a:extLst>
            </p:cNvPr>
            <p:cNvSpPr/>
            <p:nvPr/>
          </p:nvSpPr>
          <p:spPr>
            <a:xfrm>
              <a:off x="10826502" y="4384772"/>
              <a:ext cx="548640" cy="92333"/>
            </a:xfrm>
            <a:prstGeom prst="rect">
              <a:avLst/>
            </a:prstGeom>
          </p:spPr>
          <p:txBody>
            <a:bodyPr wrap="square" lIns="0" tIns="0" rIns="0" bIns="0"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Clipchamp</a:t>
              </a:r>
            </a:p>
          </p:txBody>
        </p:sp>
        <p:pic>
          <p:nvPicPr>
            <p:cNvPr id="100" name="Picture 99" descr="Copilot in Word">
              <a:extLst>
                <a:ext uri="{FF2B5EF4-FFF2-40B4-BE49-F238E27FC236}">
                  <a16:creationId xmlns:a16="http://schemas.microsoft.com/office/drawing/2014/main" id="{47281FC2-02C0-3714-81D5-48F65093A51B}"/>
                </a:ext>
              </a:extLst>
            </p:cNvPr>
            <p:cNvPicPr>
              <a:picLocks noChangeAspect="1"/>
            </p:cNvPicPr>
            <p:nvPr/>
          </p:nvPicPr>
          <p:blipFill>
            <a:blip r:embed="rId11"/>
            <a:srcRect/>
            <a:stretch/>
          </p:blipFill>
          <p:spPr>
            <a:xfrm>
              <a:off x="8938040" y="4059232"/>
              <a:ext cx="246888" cy="231324"/>
            </a:xfrm>
            <a:prstGeom prst="rect">
              <a:avLst/>
            </a:prstGeom>
          </p:spPr>
        </p:pic>
        <p:pic>
          <p:nvPicPr>
            <p:cNvPr id="101" name="Picture 100" descr="Copilot in Excel">
              <a:extLst>
                <a:ext uri="{FF2B5EF4-FFF2-40B4-BE49-F238E27FC236}">
                  <a16:creationId xmlns:a16="http://schemas.microsoft.com/office/drawing/2014/main" id="{848F5B88-B21E-7E5F-CBAB-40D60732B252}"/>
                </a:ext>
              </a:extLst>
            </p:cNvPr>
            <p:cNvPicPr>
              <a:picLocks noChangeAspect="1"/>
            </p:cNvPicPr>
            <p:nvPr/>
          </p:nvPicPr>
          <p:blipFill>
            <a:blip r:embed="rId12"/>
            <a:srcRect/>
            <a:stretch/>
          </p:blipFill>
          <p:spPr>
            <a:xfrm>
              <a:off x="9373335" y="4059232"/>
              <a:ext cx="246888" cy="231324"/>
            </a:xfrm>
            <a:prstGeom prst="rect">
              <a:avLst/>
            </a:prstGeom>
          </p:spPr>
        </p:pic>
        <p:pic>
          <p:nvPicPr>
            <p:cNvPr id="102" name="Picture 101" descr="Copilot in PowerPoint">
              <a:extLst>
                <a:ext uri="{FF2B5EF4-FFF2-40B4-BE49-F238E27FC236}">
                  <a16:creationId xmlns:a16="http://schemas.microsoft.com/office/drawing/2014/main" id="{CAA5AE9F-8318-C9F1-ECFC-2253686E45F9}"/>
                </a:ext>
              </a:extLst>
            </p:cNvPr>
            <p:cNvPicPr>
              <a:picLocks noChangeAspect="1"/>
            </p:cNvPicPr>
            <p:nvPr/>
          </p:nvPicPr>
          <p:blipFill>
            <a:blip r:embed="rId13"/>
            <a:srcRect/>
            <a:stretch/>
          </p:blipFill>
          <p:spPr>
            <a:xfrm>
              <a:off x="9908817" y="4059232"/>
              <a:ext cx="246888" cy="231324"/>
            </a:xfrm>
            <a:prstGeom prst="rect">
              <a:avLst/>
            </a:prstGeom>
          </p:spPr>
        </p:pic>
        <p:pic>
          <p:nvPicPr>
            <p:cNvPr id="103" name="Picture 102" descr="Copilot in Outlook">
              <a:extLst>
                <a:ext uri="{FF2B5EF4-FFF2-40B4-BE49-F238E27FC236}">
                  <a16:creationId xmlns:a16="http://schemas.microsoft.com/office/drawing/2014/main" id="{E75C15C1-1B29-3258-82BC-D5F1AD9EBA15}"/>
                </a:ext>
              </a:extLst>
            </p:cNvPr>
            <p:cNvPicPr>
              <a:picLocks noChangeAspect="1"/>
            </p:cNvPicPr>
            <p:nvPr/>
          </p:nvPicPr>
          <p:blipFill>
            <a:blip r:embed="rId14"/>
            <a:srcRect/>
            <a:stretch/>
          </p:blipFill>
          <p:spPr>
            <a:xfrm>
              <a:off x="8451449" y="4059232"/>
              <a:ext cx="246888" cy="231324"/>
            </a:xfrm>
            <a:prstGeom prst="rect">
              <a:avLst/>
            </a:prstGeom>
          </p:spPr>
        </p:pic>
        <p:sp>
          <p:nvSpPr>
            <p:cNvPr id="104" name="Rectangle 103">
              <a:extLst>
                <a:ext uri="{FF2B5EF4-FFF2-40B4-BE49-F238E27FC236}">
                  <a16:creationId xmlns:a16="http://schemas.microsoft.com/office/drawing/2014/main" id="{D68EEEE0-9EE0-393B-6EB3-5A834FB7F7CA}"/>
                </a:ext>
              </a:extLst>
            </p:cNvPr>
            <p:cNvSpPr/>
            <p:nvPr/>
          </p:nvSpPr>
          <p:spPr>
            <a:xfrm>
              <a:off x="9745965" y="4338605"/>
              <a:ext cx="572593"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PowerPoint</a:t>
              </a:r>
            </a:p>
          </p:txBody>
        </p:sp>
        <p:sp>
          <p:nvSpPr>
            <p:cNvPr id="105" name="Rectangle 104">
              <a:extLst>
                <a:ext uri="{FF2B5EF4-FFF2-40B4-BE49-F238E27FC236}">
                  <a16:creationId xmlns:a16="http://schemas.microsoft.com/office/drawing/2014/main" id="{D8D5C761-2002-77F9-844C-B90272818B04}"/>
                </a:ext>
              </a:extLst>
            </p:cNvPr>
            <p:cNvSpPr/>
            <p:nvPr/>
          </p:nvSpPr>
          <p:spPr>
            <a:xfrm>
              <a:off x="9318685" y="4338605"/>
              <a:ext cx="356188"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Excel</a:t>
              </a:r>
            </a:p>
          </p:txBody>
        </p:sp>
        <p:sp>
          <p:nvSpPr>
            <p:cNvPr id="106" name="Rectangle 105">
              <a:extLst>
                <a:ext uri="{FF2B5EF4-FFF2-40B4-BE49-F238E27FC236}">
                  <a16:creationId xmlns:a16="http://schemas.microsoft.com/office/drawing/2014/main" id="{71398475-07AC-074E-E3F4-AAF9CC021DEF}"/>
                </a:ext>
              </a:extLst>
            </p:cNvPr>
            <p:cNvSpPr/>
            <p:nvPr/>
          </p:nvSpPr>
          <p:spPr>
            <a:xfrm>
              <a:off x="8875375" y="4338605"/>
              <a:ext cx="372218"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Word</a:t>
              </a:r>
            </a:p>
          </p:txBody>
        </p:sp>
        <p:sp>
          <p:nvSpPr>
            <p:cNvPr id="107" name="Rectangle 106">
              <a:extLst>
                <a:ext uri="{FF2B5EF4-FFF2-40B4-BE49-F238E27FC236}">
                  <a16:creationId xmlns:a16="http://schemas.microsoft.com/office/drawing/2014/main" id="{966D1C35-56D2-71B1-28FA-94C7B37D96A3}"/>
                </a:ext>
              </a:extLst>
            </p:cNvPr>
            <p:cNvSpPr/>
            <p:nvPr/>
          </p:nvSpPr>
          <p:spPr>
            <a:xfrm>
              <a:off x="8345503" y="4338605"/>
              <a:ext cx="458780"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Outlook</a:t>
              </a:r>
            </a:p>
          </p:txBody>
        </p:sp>
      </p:grpSp>
      <p:sp>
        <p:nvSpPr>
          <p:cNvPr id="108" name="TextBox 107">
            <a:extLst>
              <a:ext uri="{FF2B5EF4-FFF2-40B4-BE49-F238E27FC236}">
                <a16:creationId xmlns:a16="http://schemas.microsoft.com/office/drawing/2014/main" id="{CF07E494-8D79-7D58-E4FC-13B3D3DE2894}"/>
              </a:ext>
            </a:extLst>
          </p:cNvPr>
          <p:cNvSpPr txBox="1"/>
          <p:nvPr/>
        </p:nvSpPr>
        <p:spPr>
          <a:xfrm>
            <a:off x="8972673" y="3502377"/>
            <a:ext cx="202545"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Bookings</a:t>
            </a:r>
          </a:p>
        </p:txBody>
      </p:sp>
      <p:pic>
        <p:nvPicPr>
          <p:cNvPr id="109" name="Picture 108" descr="A blue squares with white letters&#10;&#10;Description automatically generated">
            <a:extLst>
              <a:ext uri="{FF2B5EF4-FFF2-40B4-BE49-F238E27FC236}">
                <a16:creationId xmlns:a16="http://schemas.microsoft.com/office/drawing/2014/main" id="{DB1DEF63-7C8E-EE85-2E77-118BAB7AF856}"/>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987229" y="3268319"/>
            <a:ext cx="173434" cy="159975"/>
          </a:xfrm>
          <a:prstGeom prst="rect">
            <a:avLst/>
          </a:prstGeom>
        </p:spPr>
      </p:pic>
      <p:pic>
        <p:nvPicPr>
          <p:cNvPr id="110" name="Picture 109" descr="Copilot in Teams">
            <a:extLst>
              <a:ext uri="{FF2B5EF4-FFF2-40B4-BE49-F238E27FC236}">
                <a16:creationId xmlns:a16="http://schemas.microsoft.com/office/drawing/2014/main" id="{E5BC3735-22F0-8311-81BD-0BCBE8039256}"/>
              </a:ext>
            </a:extLst>
          </p:cNvPr>
          <p:cNvPicPr>
            <a:picLocks noChangeAspect="1"/>
          </p:cNvPicPr>
          <p:nvPr/>
        </p:nvPicPr>
        <p:blipFill>
          <a:blip r:embed="rId16"/>
          <a:srcRect/>
          <a:stretch/>
        </p:blipFill>
        <p:spPr>
          <a:xfrm>
            <a:off x="7473348" y="3268319"/>
            <a:ext cx="170739" cy="159975"/>
          </a:xfrm>
          <a:prstGeom prst="rect">
            <a:avLst/>
          </a:prstGeom>
        </p:spPr>
      </p:pic>
      <p:sp>
        <p:nvSpPr>
          <p:cNvPr id="111" name="TextBox 110">
            <a:extLst>
              <a:ext uri="{FF2B5EF4-FFF2-40B4-BE49-F238E27FC236}">
                <a16:creationId xmlns:a16="http://schemas.microsoft.com/office/drawing/2014/main" id="{7E2220DA-589B-8987-ED85-D4CAE0DEDB57}"/>
              </a:ext>
            </a:extLst>
          </p:cNvPr>
          <p:cNvSpPr txBox="1"/>
          <p:nvPr/>
        </p:nvSpPr>
        <p:spPr>
          <a:xfrm>
            <a:off x="7487567" y="3502377"/>
            <a:ext cx="142301"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Teams</a:t>
            </a:r>
          </a:p>
        </p:txBody>
      </p:sp>
      <p:pic>
        <p:nvPicPr>
          <p:cNvPr id="112" name="Picture 111" descr="A blue and white logo&#10;&#10;Description automatically generated">
            <a:extLst>
              <a:ext uri="{FF2B5EF4-FFF2-40B4-BE49-F238E27FC236}">
                <a16:creationId xmlns:a16="http://schemas.microsoft.com/office/drawing/2014/main" id="{FEEA4015-4076-86FF-AA32-4A6DDC2E31FA}"/>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7702473" y="3173684"/>
            <a:ext cx="348906" cy="348906"/>
          </a:xfrm>
          <a:prstGeom prst="rect">
            <a:avLst/>
          </a:prstGeom>
        </p:spPr>
      </p:pic>
      <p:sp>
        <p:nvSpPr>
          <p:cNvPr id="113" name="TextBox 112">
            <a:extLst>
              <a:ext uri="{FF2B5EF4-FFF2-40B4-BE49-F238E27FC236}">
                <a16:creationId xmlns:a16="http://schemas.microsoft.com/office/drawing/2014/main" id="{BAA8CD41-3FE7-BBC3-2C43-57BA9B5E38C4}"/>
              </a:ext>
            </a:extLst>
          </p:cNvPr>
          <p:cNvSpPr txBox="1"/>
          <p:nvPr/>
        </p:nvSpPr>
        <p:spPr>
          <a:xfrm>
            <a:off x="7772018" y="3502377"/>
            <a:ext cx="209816"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Exchange</a:t>
            </a:r>
          </a:p>
        </p:txBody>
      </p:sp>
      <p:pic>
        <p:nvPicPr>
          <p:cNvPr id="114" name="Picture 113" descr="A blue cloud on a black background&#10;&#10;Description automatically generated">
            <a:extLst>
              <a:ext uri="{FF2B5EF4-FFF2-40B4-BE49-F238E27FC236}">
                <a16:creationId xmlns:a16="http://schemas.microsoft.com/office/drawing/2014/main" id="{8A0C9F7E-F598-1527-68D5-33B68F0317AE}"/>
              </a:ext>
            </a:extLst>
          </p:cNvPr>
          <p:cNvPicPr>
            <a:picLocks noChangeAspect="1"/>
          </p:cNvPicPr>
          <p:nvPr/>
        </p:nvPicPr>
        <p:blipFill rotWithShape="1">
          <a:blip r:embed="rId18">
            <a:extLst>
              <a:ext uri="{28A0092B-C50C-407E-A947-70E740481C1C}">
                <a14:useLocalDpi xmlns:a14="http://schemas.microsoft.com/office/drawing/2010/main" val="0"/>
              </a:ext>
            </a:extLst>
          </a:blip>
          <a:srcRect/>
          <a:stretch/>
        </p:blipFill>
        <p:spPr>
          <a:xfrm>
            <a:off x="8117696" y="3266468"/>
            <a:ext cx="223003" cy="163337"/>
          </a:xfrm>
          <a:prstGeom prst="rect">
            <a:avLst/>
          </a:prstGeom>
        </p:spPr>
      </p:pic>
      <p:pic>
        <p:nvPicPr>
          <p:cNvPr id="115" name="Picture 114" descr="A logo with a black background&#10;&#10;Description automatically generated">
            <a:extLst>
              <a:ext uri="{FF2B5EF4-FFF2-40B4-BE49-F238E27FC236}">
                <a16:creationId xmlns:a16="http://schemas.microsoft.com/office/drawing/2014/main" id="{E40DF540-70EB-09AE-8169-5156181E5F13}"/>
              </a:ext>
            </a:extLst>
          </p:cNvPr>
          <p:cNvPicPr>
            <a:picLocks noChangeAspect="1"/>
          </p:cNvPicPr>
          <p:nvPr/>
        </p:nvPicPr>
        <p:blipFill rotWithShape="1">
          <a:blip r:embed="rId19">
            <a:extLst>
              <a:ext uri="{28A0092B-C50C-407E-A947-70E740481C1C}">
                <a14:useLocalDpi xmlns:a14="http://schemas.microsoft.com/office/drawing/2010/main" val="0"/>
              </a:ext>
            </a:extLst>
          </a:blip>
          <a:srcRect/>
          <a:stretch/>
        </p:blipFill>
        <p:spPr>
          <a:xfrm>
            <a:off x="8539820" y="3260024"/>
            <a:ext cx="195934" cy="193475"/>
          </a:xfrm>
          <a:prstGeom prst="rect">
            <a:avLst/>
          </a:prstGeom>
        </p:spPr>
      </p:pic>
      <p:sp>
        <p:nvSpPr>
          <p:cNvPr id="116" name="TextBox 115">
            <a:extLst>
              <a:ext uri="{FF2B5EF4-FFF2-40B4-BE49-F238E27FC236}">
                <a16:creationId xmlns:a16="http://schemas.microsoft.com/office/drawing/2014/main" id="{33E8DA31-1376-B83F-0349-E6DB63457232}"/>
              </a:ext>
            </a:extLst>
          </p:cNvPr>
          <p:cNvSpPr txBox="1"/>
          <p:nvPr/>
        </p:nvSpPr>
        <p:spPr>
          <a:xfrm>
            <a:off x="8126886" y="3502377"/>
            <a:ext cx="204623"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OneDrive</a:t>
            </a:r>
          </a:p>
        </p:txBody>
      </p:sp>
      <p:sp>
        <p:nvSpPr>
          <p:cNvPr id="117" name="TextBox 116">
            <a:extLst>
              <a:ext uri="{FF2B5EF4-FFF2-40B4-BE49-F238E27FC236}">
                <a16:creationId xmlns:a16="http://schemas.microsoft.com/office/drawing/2014/main" id="{3E5E758B-711C-B9B5-F2C0-6617FB3E154A}"/>
              </a:ext>
            </a:extLst>
          </p:cNvPr>
          <p:cNvSpPr txBox="1"/>
          <p:nvPr/>
        </p:nvSpPr>
        <p:spPr>
          <a:xfrm>
            <a:off x="8518856" y="3502377"/>
            <a:ext cx="237861"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SharePoint</a:t>
            </a:r>
          </a:p>
        </p:txBody>
      </p:sp>
      <p:sp>
        <p:nvSpPr>
          <p:cNvPr id="118" name="Rectangle 117">
            <a:extLst>
              <a:ext uri="{FF2B5EF4-FFF2-40B4-BE49-F238E27FC236}">
                <a16:creationId xmlns:a16="http://schemas.microsoft.com/office/drawing/2014/main" id="{0956DBBB-0FD7-50AC-FFB2-13052532D69D}"/>
              </a:ext>
            </a:extLst>
          </p:cNvPr>
          <p:cNvSpPr/>
          <p:nvPr/>
        </p:nvSpPr>
        <p:spPr>
          <a:xfrm>
            <a:off x="8370085" y="4263838"/>
            <a:ext cx="2524057" cy="246221"/>
          </a:xfrm>
          <a:prstGeom prst="rect">
            <a:avLst/>
          </a:prstGeom>
        </p:spPr>
        <p:txBody>
          <a:bodyPr wrap="square" lIns="0" tIns="0" rIns="0" bIns="0">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endParaRPr kumimoji="0" lang="en-US" sz="16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endParaRPr>
          </a:p>
        </p:txBody>
      </p:sp>
      <p:grpSp>
        <p:nvGrpSpPr>
          <p:cNvPr id="119" name="Group 118">
            <a:extLst>
              <a:ext uri="{FF2B5EF4-FFF2-40B4-BE49-F238E27FC236}">
                <a16:creationId xmlns:a16="http://schemas.microsoft.com/office/drawing/2014/main" id="{261ADC96-F06C-690E-1489-63F8AEB5D2FC}"/>
              </a:ext>
              <a:ext uri="{C183D7F6-B498-43B3-948B-1728B52AA6E4}">
                <adec:decorative xmlns:adec="http://schemas.microsoft.com/office/drawing/2017/decorative" val="1"/>
              </a:ext>
            </a:extLst>
          </p:cNvPr>
          <p:cNvGrpSpPr/>
          <p:nvPr/>
        </p:nvGrpSpPr>
        <p:grpSpPr>
          <a:xfrm>
            <a:off x="7459673" y="4537461"/>
            <a:ext cx="1196652" cy="404193"/>
            <a:chOff x="8345503" y="4979722"/>
            <a:chExt cx="1542326" cy="520951"/>
          </a:xfrm>
        </p:grpSpPr>
        <p:pic>
          <p:nvPicPr>
            <p:cNvPr id="122" name="Graphic 121">
              <a:extLst>
                <a:ext uri="{FF2B5EF4-FFF2-40B4-BE49-F238E27FC236}">
                  <a16:creationId xmlns:a16="http://schemas.microsoft.com/office/drawing/2014/main" id="{14220E96-CA14-F57E-1FA6-BC7D3665DFD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018497" y="4979722"/>
              <a:ext cx="246888" cy="246888"/>
            </a:xfrm>
            <a:prstGeom prst="rect">
              <a:avLst/>
            </a:prstGeom>
          </p:spPr>
        </p:pic>
        <p:sp>
          <p:nvSpPr>
            <p:cNvPr id="123" name="TextBox 122">
              <a:extLst>
                <a:ext uri="{FF2B5EF4-FFF2-40B4-BE49-F238E27FC236}">
                  <a16:creationId xmlns:a16="http://schemas.microsoft.com/office/drawing/2014/main" id="{1CEB760B-57CE-E196-A5F9-9AB29FFE389F}"/>
                </a:ext>
              </a:extLst>
            </p:cNvPr>
            <p:cNvSpPr txBox="1"/>
            <p:nvPr/>
          </p:nvSpPr>
          <p:spPr>
            <a:xfrm>
              <a:off x="8904735" y="5307625"/>
              <a:ext cx="457200" cy="184666"/>
            </a:xfrm>
            <a:prstGeom prst="rect">
              <a:avLst/>
            </a:prstGeom>
            <a:noFill/>
          </p:spPr>
          <p:txBody>
            <a:bodyPr wrap="squar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Microsoft</a:t>
              </a:r>
              <a:b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b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Entra ID</a:t>
              </a:r>
            </a:p>
          </p:txBody>
        </p:sp>
        <p:pic>
          <p:nvPicPr>
            <p:cNvPr id="124" name="Picture 2">
              <a:extLst>
                <a:ext uri="{FF2B5EF4-FFF2-40B4-BE49-F238E27FC236}">
                  <a16:creationId xmlns:a16="http://schemas.microsoft.com/office/drawing/2014/main" id="{82AD93A2-C64B-9C49-1C18-102694A55905}"/>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537334" y="4987592"/>
              <a:ext cx="246888" cy="246888"/>
            </a:xfrm>
            <a:prstGeom prst="rect">
              <a:avLst/>
            </a:prstGeom>
            <a:noFill/>
            <a:extLst>
              <a:ext uri="{909E8E84-426E-40DD-AFC4-6F175D3DCCD1}">
                <a14:hiddenFill xmlns:a14="http://schemas.microsoft.com/office/drawing/2010/main">
                  <a:solidFill>
                    <a:srgbClr val="FFFFFF"/>
                  </a:solidFill>
                </a14:hiddenFill>
              </a:ext>
            </a:extLst>
          </p:spPr>
        </p:pic>
        <p:sp>
          <p:nvSpPr>
            <p:cNvPr id="125" name="TextBox 124">
              <a:extLst>
                <a:ext uri="{FF2B5EF4-FFF2-40B4-BE49-F238E27FC236}">
                  <a16:creationId xmlns:a16="http://schemas.microsoft.com/office/drawing/2014/main" id="{F6D53C92-EE00-9FF0-A117-CE9A00C011D7}"/>
                </a:ext>
              </a:extLst>
            </p:cNvPr>
            <p:cNvSpPr txBox="1"/>
            <p:nvPr/>
          </p:nvSpPr>
          <p:spPr>
            <a:xfrm>
              <a:off x="9430629" y="5312259"/>
              <a:ext cx="457200" cy="182880"/>
            </a:xfrm>
            <a:prstGeom prst="rect">
              <a:avLst/>
            </a:prstGeom>
            <a:noFill/>
          </p:spPr>
          <p:txBody>
            <a:bodyPr wrap="squar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Microsoft Defender</a:t>
              </a:r>
            </a:p>
          </p:txBody>
        </p:sp>
        <p:sp>
          <p:nvSpPr>
            <p:cNvPr id="126" name="TextBox 125">
              <a:extLst>
                <a:ext uri="{FF2B5EF4-FFF2-40B4-BE49-F238E27FC236}">
                  <a16:creationId xmlns:a16="http://schemas.microsoft.com/office/drawing/2014/main" id="{D9627BA6-B226-37F1-F009-77052B84B571}"/>
                </a:ext>
              </a:extLst>
            </p:cNvPr>
            <p:cNvSpPr txBox="1"/>
            <p:nvPr/>
          </p:nvSpPr>
          <p:spPr>
            <a:xfrm>
              <a:off x="8345503" y="5316007"/>
              <a:ext cx="457200" cy="184666"/>
            </a:xfrm>
            <a:prstGeom prst="rect">
              <a:avLst/>
            </a:prstGeom>
            <a:noFill/>
          </p:spPr>
          <p:txBody>
            <a:bodyPr wrap="squar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Microsoft</a:t>
              </a:r>
              <a:b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b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Intune</a:t>
              </a:r>
            </a:p>
          </p:txBody>
        </p:sp>
        <p:pic>
          <p:nvPicPr>
            <p:cNvPr id="127" name="Picture 126" descr="A computer screen with a phone and a magnifying glass&#10;&#10;Description automatically generated">
              <a:extLst>
                <a:ext uri="{FF2B5EF4-FFF2-40B4-BE49-F238E27FC236}">
                  <a16:creationId xmlns:a16="http://schemas.microsoft.com/office/drawing/2014/main" id="{17CBC97B-AC5D-2303-A395-47F9D05044CA}"/>
                </a:ext>
              </a:extLst>
            </p:cNvPr>
            <p:cNvPicPr>
              <a:picLocks noChangeAspect="1"/>
            </p:cNvPicPr>
            <p:nvPr/>
          </p:nvPicPr>
          <p:blipFill>
            <a:blip r:embed="rId23"/>
            <a:stretch>
              <a:fillRect/>
            </a:stretch>
          </p:blipFill>
          <p:spPr>
            <a:xfrm>
              <a:off x="8451449" y="5005791"/>
              <a:ext cx="246888" cy="246888"/>
            </a:xfrm>
            <a:prstGeom prst="rect">
              <a:avLst/>
            </a:prstGeom>
          </p:spPr>
        </p:pic>
      </p:grpSp>
      <p:sp>
        <p:nvSpPr>
          <p:cNvPr id="131" name="Rectangle 130">
            <a:extLst>
              <a:ext uri="{FF2B5EF4-FFF2-40B4-BE49-F238E27FC236}">
                <a16:creationId xmlns:a16="http://schemas.microsoft.com/office/drawing/2014/main" id="{06946189-E3D2-1029-A15A-B822E6E7F4BC}"/>
              </a:ext>
              <a:ext uri="{C183D7F6-B498-43B3-948B-1728B52AA6E4}">
                <adec:decorative xmlns:adec="http://schemas.microsoft.com/office/drawing/2017/decorative" val="0"/>
              </a:ext>
            </a:extLst>
          </p:cNvPr>
          <p:cNvSpPr/>
          <p:nvPr/>
        </p:nvSpPr>
        <p:spPr>
          <a:xfrm>
            <a:off x="9631410" y="3662609"/>
            <a:ext cx="1984518" cy="153888"/>
          </a:xfrm>
          <a:prstGeom prst="rect">
            <a:avLst/>
          </a:prstGeom>
        </p:spPr>
        <p:txBody>
          <a:bodyPr wrap="none" lIns="0" tIns="0" rIns="0" bIns="0">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 Desktop</a:t>
            </a:r>
            <a:r>
              <a:rPr lang="en-US" sz="1000">
                <a:gradFill>
                  <a:gsLst>
                    <a:gs pos="45000">
                      <a:srgbClr val="000000"/>
                    </a:gs>
                    <a:gs pos="100000">
                      <a:srgbClr val="000000"/>
                    </a:gs>
                  </a:gsLst>
                  <a:lin ang="2700000" scaled="1"/>
                </a:gradFill>
                <a:latin typeface="Segoe Sans Display Semibold" pitchFamily="2" charset="0"/>
                <a:cs typeface="Segoe Sans Display Semibold" pitchFamily="2" charset="0"/>
              </a:rPr>
              <a:t> and</a:t>
            </a: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 web apps</a:t>
            </a:r>
          </a:p>
        </p:txBody>
      </p:sp>
      <p:grpSp>
        <p:nvGrpSpPr>
          <p:cNvPr id="132" name="Group 131">
            <a:extLst>
              <a:ext uri="{FF2B5EF4-FFF2-40B4-BE49-F238E27FC236}">
                <a16:creationId xmlns:a16="http://schemas.microsoft.com/office/drawing/2014/main" id="{ECEAABE8-C6A5-8B11-BC2C-E07DA0202EA9}"/>
              </a:ext>
              <a:ext uri="{C183D7F6-B498-43B3-948B-1728B52AA6E4}">
                <adec:decorative xmlns:adec="http://schemas.microsoft.com/office/drawing/2017/decorative" val="1"/>
              </a:ext>
            </a:extLst>
          </p:cNvPr>
          <p:cNvGrpSpPr/>
          <p:nvPr/>
        </p:nvGrpSpPr>
        <p:grpSpPr>
          <a:xfrm>
            <a:off x="9610405" y="3895798"/>
            <a:ext cx="1963105" cy="315827"/>
            <a:chOff x="8345503" y="4035857"/>
            <a:chExt cx="3029639" cy="487414"/>
          </a:xfrm>
        </p:grpSpPr>
        <p:pic>
          <p:nvPicPr>
            <p:cNvPr id="133" name="Picture 2">
              <a:extLst>
                <a:ext uri="{FF2B5EF4-FFF2-40B4-BE49-F238E27FC236}">
                  <a16:creationId xmlns:a16="http://schemas.microsoft.com/office/drawing/2014/main" id="{DDA436FA-3B9D-0339-7885-F828356F4BBA}"/>
                </a:ext>
              </a:extLst>
            </p:cNvPr>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35370" y="4035857"/>
              <a:ext cx="274320" cy="278075"/>
            </a:xfrm>
            <a:prstGeom prst="rect">
              <a:avLst/>
            </a:prstGeom>
            <a:noFill/>
            <a:extLst>
              <a:ext uri="{909E8E84-426E-40DD-AFC4-6F175D3DCCD1}">
                <a14:hiddenFill xmlns:a14="http://schemas.microsoft.com/office/drawing/2010/main">
                  <a:solidFill>
                    <a:srgbClr val="FFFFFF"/>
                  </a:solidFill>
                </a14:hiddenFill>
              </a:ext>
            </a:extLst>
          </p:spPr>
        </p:pic>
        <p:sp>
          <p:nvSpPr>
            <p:cNvPr id="134" name="Rectangle 133">
              <a:extLst>
                <a:ext uri="{FF2B5EF4-FFF2-40B4-BE49-F238E27FC236}">
                  <a16:creationId xmlns:a16="http://schemas.microsoft.com/office/drawing/2014/main" id="{3CDA7E28-04D5-485E-8DD9-75C6F4C962E8}"/>
                </a:ext>
              </a:extLst>
            </p:cNvPr>
            <p:cNvSpPr/>
            <p:nvPr/>
          </p:nvSpPr>
          <p:spPr>
            <a:xfrm>
              <a:off x="10389650" y="4384772"/>
              <a:ext cx="365760" cy="92333"/>
            </a:xfrm>
            <a:prstGeom prst="rect">
              <a:avLst/>
            </a:prstGeom>
          </p:spPr>
          <p:txBody>
            <a:bodyPr wrap="square" lIns="0" tIns="0" rIns="0" bIns="0">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Loop</a:t>
              </a:r>
            </a:p>
          </p:txBody>
        </p:sp>
        <p:pic>
          <p:nvPicPr>
            <p:cNvPr id="135" name="Picture 4" descr="Microsoft Clipchamp Logo PNG Vector (SVG) Free Download">
              <a:extLst>
                <a:ext uri="{FF2B5EF4-FFF2-40B4-BE49-F238E27FC236}">
                  <a16:creationId xmlns:a16="http://schemas.microsoft.com/office/drawing/2014/main" id="{D4684CFA-24D5-BED3-6BEC-DC022419DEB9}"/>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83616" y="4050597"/>
              <a:ext cx="234412" cy="248594"/>
            </a:xfrm>
            <a:prstGeom prst="rect">
              <a:avLst/>
            </a:prstGeom>
            <a:noFill/>
            <a:extLst>
              <a:ext uri="{909E8E84-426E-40DD-AFC4-6F175D3DCCD1}">
                <a14:hiddenFill xmlns:a14="http://schemas.microsoft.com/office/drawing/2010/main">
                  <a:solidFill>
                    <a:srgbClr val="FFFFFF"/>
                  </a:solidFill>
                </a14:hiddenFill>
              </a:ext>
            </a:extLst>
          </p:spPr>
        </p:pic>
        <p:sp>
          <p:nvSpPr>
            <p:cNvPr id="136" name="Rectangle 135">
              <a:extLst>
                <a:ext uri="{FF2B5EF4-FFF2-40B4-BE49-F238E27FC236}">
                  <a16:creationId xmlns:a16="http://schemas.microsoft.com/office/drawing/2014/main" id="{C02795A0-BF54-B289-7226-348D1E1449DE}"/>
                </a:ext>
              </a:extLst>
            </p:cNvPr>
            <p:cNvSpPr/>
            <p:nvPr/>
          </p:nvSpPr>
          <p:spPr>
            <a:xfrm>
              <a:off x="10826502" y="4384772"/>
              <a:ext cx="548640" cy="92333"/>
            </a:xfrm>
            <a:prstGeom prst="rect">
              <a:avLst/>
            </a:prstGeom>
          </p:spPr>
          <p:txBody>
            <a:bodyPr wrap="square" lIns="0" tIns="0" rIns="0" bIns="0"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Clipchamp</a:t>
              </a:r>
            </a:p>
          </p:txBody>
        </p:sp>
        <p:pic>
          <p:nvPicPr>
            <p:cNvPr id="137" name="Picture 136" descr="Copilot in Word">
              <a:extLst>
                <a:ext uri="{FF2B5EF4-FFF2-40B4-BE49-F238E27FC236}">
                  <a16:creationId xmlns:a16="http://schemas.microsoft.com/office/drawing/2014/main" id="{3A31E91E-8065-81DC-48D2-D9FD504134F8}"/>
                </a:ext>
              </a:extLst>
            </p:cNvPr>
            <p:cNvPicPr>
              <a:picLocks noChangeAspect="1"/>
            </p:cNvPicPr>
            <p:nvPr/>
          </p:nvPicPr>
          <p:blipFill>
            <a:blip r:embed="rId11"/>
            <a:srcRect/>
            <a:stretch/>
          </p:blipFill>
          <p:spPr>
            <a:xfrm>
              <a:off x="8938040" y="4059232"/>
              <a:ext cx="246888" cy="231324"/>
            </a:xfrm>
            <a:prstGeom prst="rect">
              <a:avLst/>
            </a:prstGeom>
          </p:spPr>
        </p:pic>
        <p:pic>
          <p:nvPicPr>
            <p:cNvPr id="138" name="Picture 137" descr="Copilot in Excel">
              <a:extLst>
                <a:ext uri="{FF2B5EF4-FFF2-40B4-BE49-F238E27FC236}">
                  <a16:creationId xmlns:a16="http://schemas.microsoft.com/office/drawing/2014/main" id="{3E019EEC-0FFB-6F19-7B61-6F2A7B665521}"/>
                </a:ext>
              </a:extLst>
            </p:cNvPr>
            <p:cNvPicPr>
              <a:picLocks noChangeAspect="1"/>
            </p:cNvPicPr>
            <p:nvPr/>
          </p:nvPicPr>
          <p:blipFill>
            <a:blip r:embed="rId12"/>
            <a:srcRect/>
            <a:stretch/>
          </p:blipFill>
          <p:spPr>
            <a:xfrm>
              <a:off x="9373335" y="4059232"/>
              <a:ext cx="246888" cy="231324"/>
            </a:xfrm>
            <a:prstGeom prst="rect">
              <a:avLst/>
            </a:prstGeom>
          </p:spPr>
        </p:pic>
        <p:pic>
          <p:nvPicPr>
            <p:cNvPr id="139" name="Picture 138" descr="Copilot in PowerPoint">
              <a:extLst>
                <a:ext uri="{FF2B5EF4-FFF2-40B4-BE49-F238E27FC236}">
                  <a16:creationId xmlns:a16="http://schemas.microsoft.com/office/drawing/2014/main" id="{2794DED9-6918-31B0-BE82-40F5B21F304B}"/>
                </a:ext>
              </a:extLst>
            </p:cNvPr>
            <p:cNvPicPr>
              <a:picLocks noChangeAspect="1"/>
            </p:cNvPicPr>
            <p:nvPr/>
          </p:nvPicPr>
          <p:blipFill>
            <a:blip r:embed="rId13"/>
            <a:srcRect/>
            <a:stretch/>
          </p:blipFill>
          <p:spPr>
            <a:xfrm>
              <a:off x="9908817" y="4059232"/>
              <a:ext cx="246888" cy="231324"/>
            </a:xfrm>
            <a:prstGeom prst="rect">
              <a:avLst/>
            </a:prstGeom>
          </p:spPr>
        </p:pic>
        <p:pic>
          <p:nvPicPr>
            <p:cNvPr id="140" name="Picture 139" descr="Copilot in Outlook">
              <a:extLst>
                <a:ext uri="{FF2B5EF4-FFF2-40B4-BE49-F238E27FC236}">
                  <a16:creationId xmlns:a16="http://schemas.microsoft.com/office/drawing/2014/main" id="{AB8A9E6E-2A91-C82A-4420-DC0DF913F805}"/>
                </a:ext>
              </a:extLst>
            </p:cNvPr>
            <p:cNvPicPr>
              <a:picLocks noChangeAspect="1"/>
            </p:cNvPicPr>
            <p:nvPr/>
          </p:nvPicPr>
          <p:blipFill>
            <a:blip r:embed="rId14"/>
            <a:srcRect/>
            <a:stretch/>
          </p:blipFill>
          <p:spPr>
            <a:xfrm>
              <a:off x="8451449" y="4059232"/>
              <a:ext cx="246888" cy="231324"/>
            </a:xfrm>
            <a:prstGeom prst="rect">
              <a:avLst/>
            </a:prstGeom>
          </p:spPr>
        </p:pic>
        <p:sp>
          <p:nvSpPr>
            <p:cNvPr id="141" name="Rectangle 140">
              <a:extLst>
                <a:ext uri="{FF2B5EF4-FFF2-40B4-BE49-F238E27FC236}">
                  <a16:creationId xmlns:a16="http://schemas.microsoft.com/office/drawing/2014/main" id="{1A08281D-FA86-D204-F571-674328FE7F88}"/>
                </a:ext>
              </a:extLst>
            </p:cNvPr>
            <p:cNvSpPr/>
            <p:nvPr/>
          </p:nvSpPr>
          <p:spPr>
            <a:xfrm>
              <a:off x="9745965" y="4338605"/>
              <a:ext cx="572593"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PowerPoint</a:t>
              </a:r>
            </a:p>
          </p:txBody>
        </p:sp>
        <p:sp>
          <p:nvSpPr>
            <p:cNvPr id="142" name="Rectangle 141">
              <a:extLst>
                <a:ext uri="{FF2B5EF4-FFF2-40B4-BE49-F238E27FC236}">
                  <a16:creationId xmlns:a16="http://schemas.microsoft.com/office/drawing/2014/main" id="{84D92284-568E-B06B-80E4-8E82FCB2B96A}"/>
                </a:ext>
              </a:extLst>
            </p:cNvPr>
            <p:cNvSpPr/>
            <p:nvPr/>
          </p:nvSpPr>
          <p:spPr>
            <a:xfrm>
              <a:off x="9318685" y="4338605"/>
              <a:ext cx="356188"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Excel</a:t>
              </a:r>
            </a:p>
          </p:txBody>
        </p:sp>
        <p:sp>
          <p:nvSpPr>
            <p:cNvPr id="143" name="Rectangle 142">
              <a:extLst>
                <a:ext uri="{FF2B5EF4-FFF2-40B4-BE49-F238E27FC236}">
                  <a16:creationId xmlns:a16="http://schemas.microsoft.com/office/drawing/2014/main" id="{36FCDEB5-E6C3-6C01-5F93-F730241DC481}"/>
                </a:ext>
              </a:extLst>
            </p:cNvPr>
            <p:cNvSpPr/>
            <p:nvPr/>
          </p:nvSpPr>
          <p:spPr>
            <a:xfrm>
              <a:off x="8875375" y="4338605"/>
              <a:ext cx="372218"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Word</a:t>
              </a:r>
            </a:p>
          </p:txBody>
        </p:sp>
        <p:sp>
          <p:nvSpPr>
            <p:cNvPr id="144" name="Rectangle 143">
              <a:extLst>
                <a:ext uri="{FF2B5EF4-FFF2-40B4-BE49-F238E27FC236}">
                  <a16:creationId xmlns:a16="http://schemas.microsoft.com/office/drawing/2014/main" id="{11913FAD-4D8F-ED98-5F5C-F2EAB9C467A9}"/>
                </a:ext>
              </a:extLst>
            </p:cNvPr>
            <p:cNvSpPr/>
            <p:nvPr/>
          </p:nvSpPr>
          <p:spPr>
            <a:xfrm>
              <a:off x="8345503" y="4338605"/>
              <a:ext cx="458780"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Outlook</a:t>
              </a:r>
            </a:p>
          </p:txBody>
        </p:sp>
      </p:grpSp>
      <p:sp>
        <p:nvSpPr>
          <p:cNvPr id="145" name="TextBox 144">
            <a:extLst>
              <a:ext uri="{FF2B5EF4-FFF2-40B4-BE49-F238E27FC236}">
                <a16:creationId xmlns:a16="http://schemas.microsoft.com/office/drawing/2014/main" id="{82C818A1-B489-8CF3-47DA-62520A6B0925}"/>
              </a:ext>
            </a:extLst>
          </p:cNvPr>
          <p:cNvSpPr txBox="1"/>
          <p:nvPr/>
        </p:nvSpPr>
        <p:spPr>
          <a:xfrm>
            <a:off x="11164831" y="3440755"/>
            <a:ext cx="202545"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Bookings</a:t>
            </a:r>
          </a:p>
        </p:txBody>
      </p:sp>
      <p:pic>
        <p:nvPicPr>
          <p:cNvPr id="146" name="Picture 145" descr="A blue squares with white letters&#10;&#10;Description automatically generated">
            <a:extLst>
              <a:ext uri="{FF2B5EF4-FFF2-40B4-BE49-F238E27FC236}">
                <a16:creationId xmlns:a16="http://schemas.microsoft.com/office/drawing/2014/main" id="{BDC19DDC-E3D2-3023-36F7-A8F1D3BDD36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179387" y="3206697"/>
            <a:ext cx="173434" cy="159975"/>
          </a:xfrm>
          <a:prstGeom prst="rect">
            <a:avLst/>
          </a:prstGeom>
        </p:spPr>
      </p:pic>
      <p:pic>
        <p:nvPicPr>
          <p:cNvPr id="147" name="Picture 146" descr="Copilot in Teams">
            <a:extLst>
              <a:ext uri="{FF2B5EF4-FFF2-40B4-BE49-F238E27FC236}">
                <a16:creationId xmlns:a16="http://schemas.microsoft.com/office/drawing/2014/main" id="{2BD1B75C-66E5-2D58-4783-1AE9A79C47A5}"/>
              </a:ext>
            </a:extLst>
          </p:cNvPr>
          <p:cNvPicPr>
            <a:picLocks noChangeAspect="1"/>
          </p:cNvPicPr>
          <p:nvPr/>
        </p:nvPicPr>
        <p:blipFill>
          <a:blip r:embed="rId16"/>
          <a:srcRect/>
          <a:stretch/>
        </p:blipFill>
        <p:spPr>
          <a:xfrm>
            <a:off x="9665506" y="3206697"/>
            <a:ext cx="170739" cy="159975"/>
          </a:xfrm>
          <a:prstGeom prst="rect">
            <a:avLst/>
          </a:prstGeom>
        </p:spPr>
      </p:pic>
      <p:sp>
        <p:nvSpPr>
          <p:cNvPr id="148" name="TextBox 147">
            <a:extLst>
              <a:ext uri="{FF2B5EF4-FFF2-40B4-BE49-F238E27FC236}">
                <a16:creationId xmlns:a16="http://schemas.microsoft.com/office/drawing/2014/main" id="{E549EE60-82F5-B79E-8691-D3B6F8A9B6C4}"/>
              </a:ext>
            </a:extLst>
          </p:cNvPr>
          <p:cNvSpPr txBox="1"/>
          <p:nvPr/>
        </p:nvSpPr>
        <p:spPr>
          <a:xfrm>
            <a:off x="9679725" y="3440755"/>
            <a:ext cx="142301"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Teams</a:t>
            </a:r>
          </a:p>
        </p:txBody>
      </p:sp>
      <p:pic>
        <p:nvPicPr>
          <p:cNvPr id="149" name="Picture 148" descr="A blue and white logo&#10;&#10;Description automatically generated">
            <a:extLst>
              <a:ext uri="{FF2B5EF4-FFF2-40B4-BE49-F238E27FC236}">
                <a16:creationId xmlns:a16="http://schemas.microsoft.com/office/drawing/2014/main" id="{076FD069-1D4C-6894-BEA8-C406DA38FA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94631" y="3112062"/>
            <a:ext cx="348906" cy="348906"/>
          </a:xfrm>
          <a:prstGeom prst="rect">
            <a:avLst/>
          </a:prstGeom>
        </p:spPr>
      </p:pic>
      <p:sp>
        <p:nvSpPr>
          <p:cNvPr id="150" name="TextBox 149">
            <a:extLst>
              <a:ext uri="{FF2B5EF4-FFF2-40B4-BE49-F238E27FC236}">
                <a16:creationId xmlns:a16="http://schemas.microsoft.com/office/drawing/2014/main" id="{DEE0F9D5-F9DC-2DBC-A9F1-AF2963A28BF1}"/>
              </a:ext>
            </a:extLst>
          </p:cNvPr>
          <p:cNvSpPr txBox="1"/>
          <p:nvPr/>
        </p:nvSpPr>
        <p:spPr>
          <a:xfrm>
            <a:off x="9964176" y="3440755"/>
            <a:ext cx="209816"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Exchange</a:t>
            </a:r>
          </a:p>
        </p:txBody>
      </p:sp>
      <p:pic>
        <p:nvPicPr>
          <p:cNvPr id="151" name="Picture 150" descr="A blue cloud on a black background&#10;&#10;Description automatically generated">
            <a:extLst>
              <a:ext uri="{FF2B5EF4-FFF2-40B4-BE49-F238E27FC236}">
                <a16:creationId xmlns:a16="http://schemas.microsoft.com/office/drawing/2014/main" id="{CB82995C-2F0D-8F04-A4E7-58FE43A4798E}"/>
              </a:ext>
            </a:extLst>
          </p:cNvPr>
          <p:cNvPicPr>
            <a:picLocks noChangeAspect="1"/>
          </p:cNvPicPr>
          <p:nvPr/>
        </p:nvPicPr>
        <p:blipFill rotWithShape="1">
          <a:blip r:embed="rId18">
            <a:extLst>
              <a:ext uri="{28A0092B-C50C-407E-A947-70E740481C1C}">
                <a14:useLocalDpi xmlns:a14="http://schemas.microsoft.com/office/drawing/2010/main" val="0"/>
              </a:ext>
            </a:extLst>
          </a:blip>
          <a:srcRect/>
          <a:stretch/>
        </p:blipFill>
        <p:spPr>
          <a:xfrm>
            <a:off x="10309854" y="3204846"/>
            <a:ext cx="223003" cy="163337"/>
          </a:xfrm>
          <a:prstGeom prst="rect">
            <a:avLst/>
          </a:prstGeom>
        </p:spPr>
      </p:pic>
      <p:pic>
        <p:nvPicPr>
          <p:cNvPr id="152" name="Picture 151" descr="A logo with a black background&#10;&#10;Description automatically generated">
            <a:extLst>
              <a:ext uri="{FF2B5EF4-FFF2-40B4-BE49-F238E27FC236}">
                <a16:creationId xmlns:a16="http://schemas.microsoft.com/office/drawing/2014/main" id="{95EA690B-DCD9-ABE5-B130-3BE4CD20BAEB}"/>
              </a:ext>
            </a:extLst>
          </p:cNvPr>
          <p:cNvPicPr>
            <a:picLocks noChangeAspect="1"/>
          </p:cNvPicPr>
          <p:nvPr/>
        </p:nvPicPr>
        <p:blipFill rotWithShape="1">
          <a:blip r:embed="rId19">
            <a:extLst>
              <a:ext uri="{28A0092B-C50C-407E-A947-70E740481C1C}">
                <a14:useLocalDpi xmlns:a14="http://schemas.microsoft.com/office/drawing/2010/main" val="0"/>
              </a:ext>
            </a:extLst>
          </a:blip>
          <a:srcRect/>
          <a:stretch/>
        </p:blipFill>
        <p:spPr>
          <a:xfrm>
            <a:off x="10731978" y="3198402"/>
            <a:ext cx="195934" cy="193475"/>
          </a:xfrm>
          <a:prstGeom prst="rect">
            <a:avLst/>
          </a:prstGeom>
        </p:spPr>
      </p:pic>
      <p:sp>
        <p:nvSpPr>
          <p:cNvPr id="153" name="TextBox 152">
            <a:extLst>
              <a:ext uri="{FF2B5EF4-FFF2-40B4-BE49-F238E27FC236}">
                <a16:creationId xmlns:a16="http://schemas.microsoft.com/office/drawing/2014/main" id="{DCBA9BE3-6231-43CF-4402-86269E904AB8}"/>
              </a:ext>
            </a:extLst>
          </p:cNvPr>
          <p:cNvSpPr txBox="1"/>
          <p:nvPr/>
        </p:nvSpPr>
        <p:spPr>
          <a:xfrm>
            <a:off x="10319044" y="3440755"/>
            <a:ext cx="204623"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OneDrive</a:t>
            </a:r>
          </a:p>
        </p:txBody>
      </p:sp>
      <p:sp>
        <p:nvSpPr>
          <p:cNvPr id="154" name="TextBox 153">
            <a:extLst>
              <a:ext uri="{FF2B5EF4-FFF2-40B4-BE49-F238E27FC236}">
                <a16:creationId xmlns:a16="http://schemas.microsoft.com/office/drawing/2014/main" id="{34DF7B54-7F42-7712-22AB-5553C78A5473}"/>
              </a:ext>
            </a:extLst>
          </p:cNvPr>
          <p:cNvSpPr txBox="1"/>
          <p:nvPr/>
        </p:nvSpPr>
        <p:spPr>
          <a:xfrm>
            <a:off x="10711014" y="3440755"/>
            <a:ext cx="237861"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SharePoint</a:t>
            </a:r>
          </a:p>
        </p:txBody>
      </p:sp>
      <p:grpSp>
        <p:nvGrpSpPr>
          <p:cNvPr id="155" name="Group 154">
            <a:extLst>
              <a:ext uri="{FF2B5EF4-FFF2-40B4-BE49-F238E27FC236}">
                <a16:creationId xmlns:a16="http://schemas.microsoft.com/office/drawing/2014/main" id="{D4B26751-1B9B-75A9-7398-99590446AB61}"/>
              </a:ext>
              <a:ext uri="{C183D7F6-B498-43B3-948B-1728B52AA6E4}">
                <adec:decorative xmlns:adec="http://schemas.microsoft.com/office/drawing/2017/decorative" val="1"/>
              </a:ext>
            </a:extLst>
          </p:cNvPr>
          <p:cNvGrpSpPr/>
          <p:nvPr/>
        </p:nvGrpSpPr>
        <p:grpSpPr>
          <a:xfrm>
            <a:off x="9651836" y="4596218"/>
            <a:ext cx="1904058" cy="393792"/>
            <a:chOff x="8345503" y="5005791"/>
            <a:chExt cx="2454078" cy="507546"/>
          </a:xfrm>
        </p:grpSpPr>
        <p:sp>
          <p:nvSpPr>
            <p:cNvPr id="156" name="TextBox 155">
              <a:extLst>
                <a:ext uri="{FF2B5EF4-FFF2-40B4-BE49-F238E27FC236}">
                  <a16:creationId xmlns:a16="http://schemas.microsoft.com/office/drawing/2014/main" id="{D821EED2-B33D-905A-F20D-CA0CC6FF872A}"/>
                </a:ext>
              </a:extLst>
            </p:cNvPr>
            <p:cNvSpPr txBox="1"/>
            <p:nvPr/>
          </p:nvSpPr>
          <p:spPr>
            <a:xfrm>
              <a:off x="9803661" y="5319826"/>
              <a:ext cx="457200" cy="182880"/>
            </a:xfrm>
            <a:prstGeom prst="rect">
              <a:avLst/>
            </a:prstGeom>
            <a:noFill/>
          </p:spPr>
          <p:txBody>
            <a:bodyPr wrap="squar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Azure Virtual Desktop </a:t>
              </a:r>
            </a:p>
          </p:txBody>
        </p:sp>
        <p:pic>
          <p:nvPicPr>
            <p:cNvPr id="157" name="Picture 7">
              <a:extLst>
                <a:ext uri="{FF2B5EF4-FFF2-40B4-BE49-F238E27FC236}">
                  <a16:creationId xmlns:a16="http://schemas.microsoft.com/office/drawing/2014/main" id="{131F0E12-9667-3450-E232-8EF6A213C290}"/>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909116" y="5005791"/>
              <a:ext cx="246291" cy="24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 name="Graphic 157">
              <a:extLst>
                <a:ext uri="{FF2B5EF4-FFF2-40B4-BE49-F238E27FC236}">
                  <a16:creationId xmlns:a16="http://schemas.microsoft.com/office/drawing/2014/main" id="{C1991859-CAC3-6ACE-DB05-E1B61EDE9F5E}"/>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9463765" y="5015477"/>
              <a:ext cx="246888" cy="246888"/>
            </a:xfrm>
            <a:prstGeom prst="rect">
              <a:avLst/>
            </a:prstGeom>
          </p:spPr>
        </p:pic>
        <p:sp>
          <p:nvSpPr>
            <p:cNvPr id="159" name="TextBox 158">
              <a:extLst>
                <a:ext uri="{FF2B5EF4-FFF2-40B4-BE49-F238E27FC236}">
                  <a16:creationId xmlns:a16="http://schemas.microsoft.com/office/drawing/2014/main" id="{42EB0D44-9666-DCEE-DF2B-1597430F215A}"/>
                </a:ext>
              </a:extLst>
            </p:cNvPr>
            <p:cNvSpPr txBox="1"/>
            <p:nvPr/>
          </p:nvSpPr>
          <p:spPr>
            <a:xfrm>
              <a:off x="9354232" y="5313632"/>
              <a:ext cx="457200" cy="184666"/>
            </a:xfrm>
            <a:prstGeom prst="rect">
              <a:avLst/>
            </a:prstGeom>
            <a:noFill/>
          </p:spPr>
          <p:txBody>
            <a:bodyPr wrap="squar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Microsoft</a:t>
              </a:r>
              <a:b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b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Entra ID</a:t>
              </a:r>
            </a:p>
          </p:txBody>
        </p:sp>
        <p:pic>
          <p:nvPicPr>
            <p:cNvPr id="160" name="Picture 2">
              <a:extLst>
                <a:ext uri="{FF2B5EF4-FFF2-40B4-BE49-F238E27FC236}">
                  <a16:creationId xmlns:a16="http://schemas.microsoft.com/office/drawing/2014/main" id="{AF7A94F2-ECAF-B90E-36F9-07EFAF36A446}"/>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449086" y="5005791"/>
              <a:ext cx="246888" cy="246888"/>
            </a:xfrm>
            <a:prstGeom prst="rect">
              <a:avLst/>
            </a:prstGeom>
            <a:noFill/>
            <a:extLst>
              <a:ext uri="{909E8E84-426E-40DD-AFC4-6F175D3DCCD1}">
                <a14:hiddenFill xmlns:a14="http://schemas.microsoft.com/office/drawing/2010/main">
                  <a:solidFill>
                    <a:srgbClr val="FFFFFF"/>
                  </a:solidFill>
                </a14:hiddenFill>
              </a:ext>
            </a:extLst>
          </p:spPr>
        </p:pic>
        <p:sp>
          <p:nvSpPr>
            <p:cNvPr id="161" name="TextBox 160">
              <a:extLst>
                <a:ext uri="{FF2B5EF4-FFF2-40B4-BE49-F238E27FC236}">
                  <a16:creationId xmlns:a16="http://schemas.microsoft.com/office/drawing/2014/main" id="{22C7C307-1DE0-337A-F817-55449F66EA49}"/>
                </a:ext>
              </a:extLst>
            </p:cNvPr>
            <p:cNvSpPr txBox="1"/>
            <p:nvPr/>
          </p:nvSpPr>
          <p:spPr>
            <a:xfrm>
              <a:off x="10342381" y="5330457"/>
              <a:ext cx="457200" cy="182880"/>
            </a:xfrm>
            <a:prstGeom prst="rect">
              <a:avLst/>
            </a:prstGeom>
            <a:noFill/>
          </p:spPr>
          <p:txBody>
            <a:bodyPr wrap="squar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Microsoft Defender</a:t>
              </a:r>
            </a:p>
          </p:txBody>
        </p:sp>
        <p:sp>
          <p:nvSpPr>
            <p:cNvPr id="162" name="TextBox 161">
              <a:extLst>
                <a:ext uri="{FF2B5EF4-FFF2-40B4-BE49-F238E27FC236}">
                  <a16:creationId xmlns:a16="http://schemas.microsoft.com/office/drawing/2014/main" id="{7E738E9C-E2B6-72B1-8437-6EE3A136113B}"/>
                </a:ext>
              </a:extLst>
            </p:cNvPr>
            <p:cNvSpPr txBox="1"/>
            <p:nvPr/>
          </p:nvSpPr>
          <p:spPr>
            <a:xfrm>
              <a:off x="8345503" y="5316007"/>
              <a:ext cx="457200" cy="184666"/>
            </a:xfrm>
            <a:prstGeom prst="rect">
              <a:avLst/>
            </a:prstGeom>
            <a:noFill/>
          </p:spPr>
          <p:txBody>
            <a:bodyPr wrap="squar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Microsoft</a:t>
              </a:r>
              <a:b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b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Intune</a:t>
              </a:r>
            </a:p>
          </p:txBody>
        </p:sp>
        <p:pic>
          <p:nvPicPr>
            <p:cNvPr id="163" name="Picture 162" descr="A computer screen with a phone and a magnifying glass&#10;&#10;Description automatically generated">
              <a:extLst>
                <a:ext uri="{FF2B5EF4-FFF2-40B4-BE49-F238E27FC236}">
                  <a16:creationId xmlns:a16="http://schemas.microsoft.com/office/drawing/2014/main" id="{B1442545-9BEF-D5C4-C76D-7E8BF74FFE22}"/>
                </a:ext>
              </a:extLst>
            </p:cNvPr>
            <p:cNvPicPr>
              <a:picLocks noChangeAspect="1"/>
            </p:cNvPicPr>
            <p:nvPr/>
          </p:nvPicPr>
          <p:blipFill>
            <a:blip r:embed="rId23"/>
            <a:stretch>
              <a:fillRect/>
            </a:stretch>
          </p:blipFill>
          <p:spPr>
            <a:xfrm>
              <a:off x="8451449" y="5005791"/>
              <a:ext cx="246888" cy="246888"/>
            </a:xfrm>
            <a:prstGeom prst="rect">
              <a:avLst/>
            </a:prstGeom>
          </p:spPr>
        </p:pic>
        <p:sp>
          <p:nvSpPr>
            <p:cNvPr id="164" name="TextBox 163">
              <a:extLst>
                <a:ext uri="{FF2B5EF4-FFF2-40B4-BE49-F238E27FC236}">
                  <a16:creationId xmlns:a16="http://schemas.microsoft.com/office/drawing/2014/main" id="{3F67EEB6-73B3-2922-9BB0-B957AECD853F}"/>
                </a:ext>
              </a:extLst>
            </p:cNvPr>
            <p:cNvSpPr txBox="1"/>
            <p:nvPr/>
          </p:nvSpPr>
          <p:spPr>
            <a:xfrm>
              <a:off x="8832884" y="5316007"/>
              <a:ext cx="457200" cy="184666"/>
            </a:xfrm>
            <a:prstGeom prst="rect">
              <a:avLst/>
            </a:prstGeom>
            <a:noFill/>
          </p:spPr>
          <p:txBody>
            <a:bodyPr wrap="squar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Microsoft Purview</a:t>
              </a:r>
            </a:p>
          </p:txBody>
        </p:sp>
        <p:pic>
          <p:nvPicPr>
            <p:cNvPr id="165" name="Graphic 164">
              <a:extLst>
                <a:ext uri="{FF2B5EF4-FFF2-40B4-BE49-F238E27FC236}">
                  <a16:creationId xmlns:a16="http://schemas.microsoft.com/office/drawing/2014/main" id="{4FD1EBCF-1CDF-BEC3-7066-B0D3C04E1F36}"/>
                </a:ext>
              </a:extLst>
            </p:cNvPr>
            <p:cNvPicPr>
              <a:picLocks noChangeAspect="1"/>
            </p:cNvPicPr>
            <p:nvPr/>
          </p:nvPicPr>
          <p:blipFill>
            <a:blip r:embed="rId25">
              <a:extLst>
                <a:ext uri="{28A0092B-C50C-407E-A947-70E740481C1C}">
                  <a14:useLocalDpi xmlns:a14="http://schemas.microsoft.com/office/drawing/2010/main" val="0"/>
                </a:ext>
                <a:ext uri="{96DAC541-7B7A-43D3-8B79-37D633B846F1}">
                  <asvg:svgBlip xmlns:asvg="http://schemas.microsoft.com/office/drawing/2016/SVG/main" r:embed="rId26"/>
                </a:ext>
              </a:extLst>
            </a:blip>
            <a:stretch>
              <a:fillRect/>
            </a:stretch>
          </p:blipFill>
          <p:spPr>
            <a:xfrm>
              <a:off x="8938040" y="5020633"/>
              <a:ext cx="246888" cy="246888"/>
            </a:xfrm>
            <a:prstGeom prst="rect">
              <a:avLst/>
            </a:prstGeom>
          </p:spPr>
        </p:pic>
      </p:grpSp>
      <p:sp>
        <p:nvSpPr>
          <p:cNvPr id="166" name="Rectangle 165">
            <a:extLst>
              <a:ext uri="{FF2B5EF4-FFF2-40B4-BE49-F238E27FC236}">
                <a16:creationId xmlns:a16="http://schemas.microsoft.com/office/drawing/2014/main" id="{87850DF5-5563-E89E-7187-976EEC5B3F04}"/>
              </a:ext>
            </a:extLst>
          </p:cNvPr>
          <p:cNvSpPr/>
          <p:nvPr/>
        </p:nvSpPr>
        <p:spPr>
          <a:xfrm>
            <a:off x="9661402" y="4351267"/>
            <a:ext cx="2107949" cy="153888"/>
          </a:xfrm>
          <a:prstGeom prst="rect">
            <a:avLst/>
          </a:prstGeom>
        </p:spPr>
        <p:txBody>
          <a:bodyPr wrap="square" lIns="0" tIns="0" rIns="0" bIns="0">
            <a:spAutoFit/>
          </a:bodyPr>
          <a:lstStyle/>
          <a:p>
            <a:pPr marL="0" marR="0" lvl="0" indent="0" algn="l" defTabSz="914049"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Advanced security</a:t>
            </a:r>
          </a:p>
        </p:txBody>
      </p:sp>
      <p:sp>
        <p:nvSpPr>
          <p:cNvPr id="167" name="TextBox 166">
            <a:extLst>
              <a:ext uri="{FF2B5EF4-FFF2-40B4-BE49-F238E27FC236}">
                <a16:creationId xmlns:a16="http://schemas.microsoft.com/office/drawing/2014/main" id="{6E727B75-2F15-A636-9717-28FF879A4167}"/>
              </a:ext>
            </a:extLst>
          </p:cNvPr>
          <p:cNvSpPr txBox="1"/>
          <p:nvPr/>
        </p:nvSpPr>
        <p:spPr>
          <a:xfrm>
            <a:off x="2962204" y="3035929"/>
            <a:ext cx="2107949" cy="159543"/>
          </a:xfrm>
          <a:prstGeom prst="rect">
            <a:avLst/>
          </a:prstGeom>
          <a:noFill/>
        </p:spPr>
        <p:txBody>
          <a:bodyPr wrap="square" lIns="0" tIns="0" rIns="0" bIns="0" rtlCol="0" anchor="ctr">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a:t>
            </a:r>
            <a:r>
              <a:rPr kumimoji="0" lang="en-US" sz="1000" b="0" i="0" u="none" strike="noStrike" kern="1200" cap="none" spc="0" normalizeH="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 </a:t>
            </a: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Cloud services</a:t>
            </a:r>
          </a:p>
        </p:txBody>
      </p:sp>
      <p:sp>
        <p:nvSpPr>
          <p:cNvPr id="168" name="Rectangle 167">
            <a:extLst>
              <a:ext uri="{FF2B5EF4-FFF2-40B4-BE49-F238E27FC236}">
                <a16:creationId xmlns:a16="http://schemas.microsoft.com/office/drawing/2014/main" id="{97686D5B-E063-A8A9-B703-94AB5D7EED61}"/>
              </a:ext>
              <a:ext uri="{C183D7F6-B498-43B3-948B-1728B52AA6E4}">
                <adec:decorative xmlns:adec="http://schemas.microsoft.com/office/drawing/2017/decorative" val="0"/>
              </a:ext>
            </a:extLst>
          </p:cNvPr>
          <p:cNvSpPr/>
          <p:nvPr/>
        </p:nvSpPr>
        <p:spPr>
          <a:xfrm>
            <a:off x="2962204" y="3671696"/>
            <a:ext cx="1219886" cy="153888"/>
          </a:xfrm>
          <a:prstGeom prst="rect">
            <a:avLst/>
          </a:prstGeom>
        </p:spPr>
        <p:txBody>
          <a:bodyPr wrap="none" lIns="0" tIns="0" rIns="0" bIns="0">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 web apps</a:t>
            </a:r>
          </a:p>
        </p:txBody>
      </p:sp>
      <p:sp>
        <p:nvSpPr>
          <p:cNvPr id="169" name="Rectangle 168">
            <a:extLst>
              <a:ext uri="{FF2B5EF4-FFF2-40B4-BE49-F238E27FC236}">
                <a16:creationId xmlns:a16="http://schemas.microsoft.com/office/drawing/2014/main" id="{1E83B688-FE5D-7F6E-1100-1FE1EC923C29}"/>
              </a:ext>
            </a:extLst>
          </p:cNvPr>
          <p:cNvSpPr/>
          <p:nvPr/>
        </p:nvSpPr>
        <p:spPr>
          <a:xfrm>
            <a:off x="2962204" y="4352380"/>
            <a:ext cx="2107949" cy="561692"/>
          </a:xfrm>
          <a:prstGeom prst="rect">
            <a:avLst/>
          </a:prstGeom>
        </p:spPr>
        <p:txBody>
          <a:bodyPr wrap="square" lIns="0" tIns="0" rIns="0" bIns="0">
            <a:spAutoFit/>
          </a:bodyPr>
          <a:lstStyle/>
          <a:p>
            <a:pPr marL="0" marR="0" lvl="0" indent="0" algn="l" defTabSz="914049"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Foundational security</a:t>
            </a: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Identity &amp; access control</a:t>
            </a: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Exchange Online Protection </a:t>
            </a: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Mobile device management</a:t>
            </a:r>
          </a:p>
        </p:txBody>
      </p:sp>
      <p:grpSp>
        <p:nvGrpSpPr>
          <p:cNvPr id="170" name="Group 169">
            <a:extLst>
              <a:ext uri="{FF2B5EF4-FFF2-40B4-BE49-F238E27FC236}">
                <a16:creationId xmlns:a16="http://schemas.microsoft.com/office/drawing/2014/main" id="{B379664B-F587-EB9D-B543-578D55B47381}"/>
              </a:ext>
              <a:ext uri="{C183D7F6-B498-43B3-948B-1728B52AA6E4}">
                <adec:decorative xmlns:adec="http://schemas.microsoft.com/office/drawing/2017/decorative" val="1"/>
              </a:ext>
            </a:extLst>
          </p:cNvPr>
          <p:cNvGrpSpPr/>
          <p:nvPr/>
        </p:nvGrpSpPr>
        <p:grpSpPr>
          <a:xfrm>
            <a:off x="2941186" y="3920032"/>
            <a:ext cx="1278471" cy="300681"/>
            <a:chOff x="8345503" y="4059232"/>
            <a:chExt cx="1973055" cy="464039"/>
          </a:xfrm>
        </p:grpSpPr>
        <p:pic>
          <p:nvPicPr>
            <p:cNvPr id="175" name="Picture 174" descr="Copilot in Word">
              <a:extLst>
                <a:ext uri="{FF2B5EF4-FFF2-40B4-BE49-F238E27FC236}">
                  <a16:creationId xmlns:a16="http://schemas.microsoft.com/office/drawing/2014/main" id="{1000ECFB-ED9F-3767-66CC-BB19FBC3312B}"/>
                </a:ext>
              </a:extLst>
            </p:cNvPr>
            <p:cNvPicPr>
              <a:picLocks noChangeAspect="1"/>
            </p:cNvPicPr>
            <p:nvPr/>
          </p:nvPicPr>
          <p:blipFill>
            <a:blip r:embed="rId11"/>
            <a:srcRect/>
            <a:stretch/>
          </p:blipFill>
          <p:spPr>
            <a:xfrm>
              <a:off x="8938040" y="4059232"/>
              <a:ext cx="246888" cy="231324"/>
            </a:xfrm>
            <a:prstGeom prst="rect">
              <a:avLst/>
            </a:prstGeom>
          </p:spPr>
        </p:pic>
        <p:pic>
          <p:nvPicPr>
            <p:cNvPr id="176" name="Picture 175" descr="Copilot in Excel">
              <a:extLst>
                <a:ext uri="{FF2B5EF4-FFF2-40B4-BE49-F238E27FC236}">
                  <a16:creationId xmlns:a16="http://schemas.microsoft.com/office/drawing/2014/main" id="{96E9B5C3-46ED-96C1-3F12-D3C531A51255}"/>
                </a:ext>
              </a:extLst>
            </p:cNvPr>
            <p:cNvPicPr>
              <a:picLocks noChangeAspect="1"/>
            </p:cNvPicPr>
            <p:nvPr/>
          </p:nvPicPr>
          <p:blipFill>
            <a:blip r:embed="rId12"/>
            <a:srcRect/>
            <a:stretch/>
          </p:blipFill>
          <p:spPr>
            <a:xfrm>
              <a:off x="9373335" y="4059232"/>
              <a:ext cx="246888" cy="231324"/>
            </a:xfrm>
            <a:prstGeom prst="rect">
              <a:avLst/>
            </a:prstGeom>
          </p:spPr>
        </p:pic>
        <p:pic>
          <p:nvPicPr>
            <p:cNvPr id="177" name="Picture 176" descr="Copilot in PowerPoint">
              <a:extLst>
                <a:ext uri="{FF2B5EF4-FFF2-40B4-BE49-F238E27FC236}">
                  <a16:creationId xmlns:a16="http://schemas.microsoft.com/office/drawing/2014/main" id="{654A7DE4-1B2E-DE9A-DB0B-40731E3DE1FB}"/>
                </a:ext>
              </a:extLst>
            </p:cNvPr>
            <p:cNvPicPr>
              <a:picLocks noChangeAspect="1"/>
            </p:cNvPicPr>
            <p:nvPr/>
          </p:nvPicPr>
          <p:blipFill>
            <a:blip r:embed="rId13"/>
            <a:srcRect/>
            <a:stretch/>
          </p:blipFill>
          <p:spPr>
            <a:xfrm>
              <a:off x="9908817" y="4059232"/>
              <a:ext cx="246888" cy="231324"/>
            </a:xfrm>
            <a:prstGeom prst="rect">
              <a:avLst/>
            </a:prstGeom>
          </p:spPr>
        </p:pic>
        <p:pic>
          <p:nvPicPr>
            <p:cNvPr id="178" name="Picture 177" descr="Copilot in Outlook">
              <a:extLst>
                <a:ext uri="{FF2B5EF4-FFF2-40B4-BE49-F238E27FC236}">
                  <a16:creationId xmlns:a16="http://schemas.microsoft.com/office/drawing/2014/main" id="{F321AAC6-888C-CAF5-7B67-DEEE67D1443F}"/>
                </a:ext>
              </a:extLst>
            </p:cNvPr>
            <p:cNvPicPr>
              <a:picLocks noChangeAspect="1"/>
            </p:cNvPicPr>
            <p:nvPr/>
          </p:nvPicPr>
          <p:blipFill>
            <a:blip r:embed="rId14"/>
            <a:srcRect/>
            <a:stretch/>
          </p:blipFill>
          <p:spPr>
            <a:xfrm>
              <a:off x="8451449" y="4059232"/>
              <a:ext cx="246888" cy="231324"/>
            </a:xfrm>
            <a:prstGeom prst="rect">
              <a:avLst/>
            </a:prstGeom>
          </p:spPr>
        </p:pic>
        <p:sp>
          <p:nvSpPr>
            <p:cNvPr id="179" name="Rectangle 178">
              <a:extLst>
                <a:ext uri="{FF2B5EF4-FFF2-40B4-BE49-F238E27FC236}">
                  <a16:creationId xmlns:a16="http://schemas.microsoft.com/office/drawing/2014/main" id="{FB566F2A-32FE-4D2C-5617-1E5A0C94429C}"/>
                </a:ext>
              </a:extLst>
            </p:cNvPr>
            <p:cNvSpPr/>
            <p:nvPr/>
          </p:nvSpPr>
          <p:spPr>
            <a:xfrm>
              <a:off x="9745965" y="4338605"/>
              <a:ext cx="572593"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PowerPoint</a:t>
              </a:r>
            </a:p>
          </p:txBody>
        </p:sp>
        <p:sp>
          <p:nvSpPr>
            <p:cNvPr id="180" name="Rectangle 179">
              <a:extLst>
                <a:ext uri="{FF2B5EF4-FFF2-40B4-BE49-F238E27FC236}">
                  <a16:creationId xmlns:a16="http://schemas.microsoft.com/office/drawing/2014/main" id="{DC535FF0-2ED1-33D7-335E-414F3784CCEA}"/>
                </a:ext>
              </a:extLst>
            </p:cNvPr>
            <p:cNvSpPr/>
            <p:nvPr/>
          </p:nvSpPr>
          <p:spPr>
            <a:xfrm>
              <a:off x="9318685" y="4338605"/>
              <a:ext cx="356188"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Excel</a:t>
              </a:r>
            </a:p>
          </p:txBody>
        </p:sp>
        <p:sp>
          <p:nvSpPr>
            <p:cNvPr id="181" name="Rectangle 180">
              <a:extLst>
                <a:ext uri="{FF2B5EF4-FFF2-40B4-BE49-F238E27FC236}">
                  <a16:creationId xmlns:a16="http://schemas.microsoft.com/office/drawing/2014/main" id="{5D0B9CF3-C9F0-2322-AB03-44EFCF9B843C}"/>
                </a:ext>
              </a:extLst>
            </p:cNvPr>
            <p:cNvSpPr/>
            <p:nvPr/>
          </p:nvSpPr>
          <p:spPr>
            <a:xfrm>
              <a:off x="8875375" y="4338605"/>
              <a:ext cx="372218"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Word</a:t>
              </a:r>
            </a:p>
          </p:txBody>
        </p:sp>
        <p:sp>
          <p:nvSpPr>
            <p:cNvPr id="182" name="Rectangle 181">
              <a:extLst>
                <a:ext uri="{FF2B5EF4-FFF2-40B4-BE49-F238E27FC236}">
                  <a16:creationId xmlns:a16="http://schemas.microsoft.com/office/drawing/2014/main" id="{4FB9F18B-7544-9BEF-1F48-DD0FC6751596}"/>
                </a:ext>
              </a:extLst>
            </p:cNvPr>
            <p:cNvSpPr/>
            <p:nvPr/>
          </p:nvSpPr>
          <p:spPr>
            <a:xfrm>
              <a:off x="8345503" y="4338605"/>
              <a:ext cx="458780" cy="184666"/>
            </a:xfrm>
            <a:prstGeom prst="rect">
              <a:avLst/>
            </a:prstGeom>
          </p:spPr>
          <p:txBody>
            <a:bodyPr wrap="none" anchor="ctr">
              <a:spAutoFit/>
            </a:bodyPr>
            <a:lstStyle/>
            <a:p>
              <a:pPr marL="0" marR="0" lvl="0" indent="0" algn="ctr" defTabSz="895750" rtl="0" eaLnBrk="1" fontAlgn="base" latinLnBrk="0" hangingPunct="1">
                <a:lnSpc>
                  <a:spcPct val="100000"/>
                </a:lnSpc>
                <a:spcBef>
                  <a:spcPct val="0"/>
                </a:spcBef>
                <a:spcAft>
                  <a:spcPct val="0"/>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Segoe UI" panose="020B0502040204020203" pitchFamily="34" charset="0"/>
                  <a:cs typeface="Segoe Sans Display" pitchFamily="2" charset="0"/>
                </a:rPr>
                <a:t>Outlook</a:t>
              </a:r>
            </a:p>
          </p:txBody>
        </p:sp>
      </p:grpSp>
      <p:sp>
        <p:nvSpPr>
          <p:cNvPr id="183" name="TextBox 182">
            <a:extLst>
              <a:ext uri="{FF2B5EF4-FFF2-40B4-BE49-F238E27FC236}">
                <a16:creationId xmlns:a16="http://schemas.microsoft.com/office/drawing/2014/main" id="{6B63B921-5D80-0433-63FA-DC1144852AAC}"/>
              </a:ext>
            </a:extLst>
          </p:cNvPr>
          <p:cNvSpPr txBox="1"/>
          <p:nvPr/>
        </p:nvSpPr>
        <p:spPr>
          <a:xfrm>
            <a:off x="4497307" y="3511142"/>
            <a:ext cx="202545"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Bookings</a:t>
            </a:r>
          </a:p>
        </p:txBody>
      </p:sp>
      <p:pic>
        <p:nvPicPr>
          <p:cNvPr id="184" name="Picture 183" descr="A blue squares with white letters&#10;&#10;Description automatically generated">
            <a:extLst>
              <a:ext uri="{FF2B5EF4-FFF2-40B4-BE49-F238E27FC236}">
                <a16:creationId xmlns:a16="http://schemas.microsoft.com/office/drawing/2014/main" id="{A0FF0D3C-9EEA-456A-5B66-50E071F4C087}"/>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4511863" y="3277084"/>
            <a:ext cx="173434" cy="159975"/>
          </a:xfrm>
          <a:prstGeom prst="rect">
            <a:avLst/>
          </a:prstGeom>
        </p:spPr>
      </p:pic>
      <p:pic>
        <p:nvPicPr>
          <p:cNvPr id="185" name="Picture 184" descr="Copilot in Teams">
            <a:extLst>
              <a:ext uri="{FF2B5EF4-FFF2-40B4-BE49-F238E27FC236}">
                <a16:creationId xmlns:a16="http://schemas.microsoft.com/office/drawing/2014/main" id="{33FCAD55-34CE-DAC5-7141-EA597FCD5039}"/>
              </a:ext>
            </a:extLst>
          </p:cNvPr>
          <p:cNvPicPr>
            <a:picLocks noChangeAspect="1"/>
          </p:cNvPicPr>
          <p:nvPr/>
        </p:nvPicPr>
        <p:blipFill>
          <a:blip r:embed="rId16"/>
          <a:srcRect/>
          <a:stretch/>
        </p:blipFill>
        <p:spPr>
          <a:xfrm>
            <a:off x="2997982" y="3277084"/>
            <a:ext cx="170739" cy="159975"/>
          </a:xfrm>
          <a:prstGeom prst="rect">
            <a:avLst/>
          </a:prstGeom>
        </p:spPr>
      </p:pic>
      <p:sp>
        <p:nvSpPr>
          <p:cNvPr id="186" name="TextBox 185">
            <a:extLst>
              <a:ext uri="{FF2B5EF4-FFF2-40B4-BE49-F238E27FC236}">
                <a16:creationId xmlns:a16="http://schemas.microsoft.com/office/drawing/2014/main" id="{6867E56C-02C0-F345-E181-E5D1F4DFB364}"/>
              </a:ext>
            </a:extLst>
          </p:cNvPr>
          <p:cNvSpPr txBox="1"/>
          <p:nvPr/>
        </p:nvSpPr>
        <p:spPr>
          <a:xfrm>
            <a:off x="3012201" y="3511142"/>
            <a:ext cx="142301"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Teams</a:t>
            </a:r>
          </a:p>
        </p:txBody>
      </p:sp>
      <p:pic>
        <p:nvPicPr>
          <p:cNvPr id="187" name="Picture 186" descr="A blue and white logo&#10;&#10;Description automatically generated">
            <a:extLst>
              <a:ext uri="{FF2B5EF4-FFF2-40B4-BE49-F238E27FC236}">
                <a16:creationId xmlns:a16="http://schemas.microsoft.com/office/drawing/2014/main" id="{33F7AB82-73F5-8942-D4A9-F963B7D74092}"/>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3227107" y="3182449"/>
            <a:ext cx="348906" cy="348906"/>
          </a:xfrm>
          <a:prstGeom prst="rect">
            <a:avLst/>
          </a:prstGeom>
        </p:spPr>
      </p:pic>
      <p:sp>
        <p:nvSpPr>
          <p:cNvPr id="188" name="TextBox 187">
            <a:extLst>
              <a:ext uri="{FF2B5EF4-FFF2-40B4-BE49-F238E27FC236}">
                <a16:creationId xmlns:a16="http://schemas.microsoft.com/office/drawing/2014/main" id="{4CCBCA4F-E303-B17A-4A12-13C1C0E13E57}"/>
              </a:ext>
            </a:extLst>
          </p:cNvPr>
          <p:cNvSpPr txBox="1"/>
          <p:nvPr/>
        </p:nvSpPr>
        <p:spPr>
          <a:xfrm>
            <a:off x="3296652" y="3511142"/>
            <a:ext cx="209816"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Exchange</a:t>
            </a:r>
          </a:p>
        </p:txBody>
      </p:sp>
      <p:pic>
        <p:nvPicPr>
          <p:cNvPr id="189" name="Picture 188" descr="A blue cloud on a black background&#10;&#10;Description automatically generated">
            <a:extLst>
              <a:ext uri="{FF2B5EF4-FFF2-40B4-BE49-F238E27FC236}">
                <a16:creationId xmlns:a16="http://schemas.microsoft.com/office/drawing/2014/main" id="{FB57457D-0C6C-27CE-23D9-1BFE626F8315}"/>
              </a:ext>
            </a:extLst>
          </p:cNvPr>
          <p:cNvPicPr>
            <a:picLocks noChangeAspect="1"/>
          </p:cNvPicPr>
          <p:nvPr/>
        </p:nvPicPr>
        <p:blipFill rotWithShape="1">
          <a:blip r:embed="rId18">
            <a:extLst>
              <a:ext uri="{28A0092B-C50C-407E-A947-70E740481C1C}">
                <a14:useLocalDpi xmlns:a14="http://schemas.microsoft.com/office/drawing/2010/main" val="0"/>
              </a:ext>
            </a:extLst>
          </a:blip>
          <a:srcRect/>
          <a:stretch/>
        </p:blipFill>
        <p:spPr>
          <a:xfrm>
            <a:off x="3642330" y="3275233"/>
            <a:ext cx="223003" cy="163337"/>
          </a:xfrm>
          <a:prstGeom prst="rect">
            <a:avLst/>
          </a:prstGeom>
        </p:spPr>
      </p:pic>
      <p:pic>
        <p:nvPicPr>
          <p:cNvPr id="190" name="Picture 189" descr="A logo with a black background&#10;&#10;Description automatically generated">
            <a:extLst>
              <a:ext uri="{FF2B5EF4-FFF2-40B4-BE49-F238E27FC236}">
                <a16:creationId xmlns:a16="http://schemas.microsoft.com/office/drawing/2014/main" id="{B9910FCD-32B2-529C-2C33-B311775C116E}"/>
              </a:ext>
            </a:extLst>
          </p:cNvPr>
          <p:cNvPicPr>
            <a:picLocks noChangeAspect="1"/>
          </p:cNvPicPr>
          <p:nvPr/>
        </p:nvPicPr>
        <p:blipFill rotWithShape="1">
          <a:blip r:embed="rId19">
            <a:extLst>
              <a:ext uri="{28A0092B-C50C-407E-A947-70E740481C1C}">
                <a14:useLocalDpi xmlns:a14="http://schemas.microsoft.com/office/drawing/2010/main" val="0"/>
              </a:ext>
            </a:extLst>
          </a:blip>
          <a:srcRect/>
          <a:stretch/>
        </p:blipFill>
        <p:spPr>
          <a:xfrm>
            <a:off x="4064454" y="3268789"/>
            <a:ext cx="195934" cy="193475"/>
          </a:xfrm>
          <a:prstGeom prst="rect">
            <a:avLst/>
          </a:prstGeom>
        </p:spPr>
      </p:pic>
      <p:sp>
        <p:nvSpPr>
          <p:cNvPr id="191" name="TextBox 190">
            <a:extLst>
              <a:ext uri="{FF2B5EF4-FFF2-40B4-BE49-F238E27FC236}">
                <a16:creationId xmlns:a16="http://schemas.microsoft.com/office/drawing/2014/main" id="{072D3AE1-5B92-B4AD-4149-ECCC82C7824F}"/>
              </a:ext>
            </a:extLst>
          </p:cNvPr>
          <p:cNvSpPr txBox="1"/>
          <p:nvPr/>
        </p:nvSpPr>
        <p:spPr>
          <a:xfrm>
            <a:off x="3651520" y="3511142"/>
            <a:ext cx="204623"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OneDrive</a:t>
            </a:r>
          </a:p>
        </p:txBody>
      </p:sp>
      <p:sp>
        <p:nvSpPr>
          <p:cNvPr id="192" name="TextBox 191">
            <a:extLst>
              <a:ext uri="{FF2B5EF4-FFF2-40B4-BE49-F238E27FC236}">
                <a16:creationId xmlns:a16="http://schemas.microsoft.com/office/drawing/2014/main" id="{0F757A11-A704-BA33-9579-2656B10402EB}"/>
              </a:ext>
            </a:extLst>
          </p:cNvPr>
          <p:cNvSpPr txBox="1"/>
          <p:nvPr/>
        </p:nvSpPr>
        <p:spPr>
          <a:xfrm>
            <a:off x="4043490" y="3511142"/>
            <a:ext cx="237861" cy="59829"/>
          </a:xfrm>
          <a:prstGeom prst="rect">
            <a:avLst/>
          </a:prstGeom>
          <a:noFill/>
        </p:spPr>
        <p:txBody>
          <a:bodyPr wrap="none" lIns="0" tIns="0" rIns="0" bIns="0" rtlCol="0">
            <a:spAutoFit/>
          </a:bodyPr>
          <a:lstStyle/>
          <a:p>
            <a:pPr marL="0" marR="0" lvl="0" indent="0" algn="ctr" defTabSz="914139" rtl="0" eaLnBrk="1" fontAlgn="auto" latinLnBrk="0" hangingPunct="1">
              <a:lnSpc>
                <a:spcPct val="100000"/>
              </a:lnSpc>
              <a:spcBef>
                <a:spcPts val="0"/>
              </a:spcBef>
              <a:spcAft>
                <a:spcPts val="588"/>
              </a:spcAft>
              <a:buClrTx/>
              <a:buSzTx/>
              <a:buFontTx/>
              <a:buNone/>
              <a:tabLst/>
              <a:defRPr/>
            </a:pPr>
            <a:r>
              <a:rPr kumimoji="0" lang="en-US" sz="6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SharePoint</a:t>
            </a:r>
          </a:p>
        </p:txBody>
      </p:sp>
      <p:sp>
        <p:nvSpPr>
          <p:cNvPr id="193" name="TextBox 192">
            <a:extLst>
              <a:ext uri="{FF2B5EF4-FFF2-40B4-BE49-F238E27FC236}">
                <a16:creationId xmlns:a16="http://schemas.microsoft.com/office/drawing/2014/main" id="{D40B2AB7-B35A-95EF-A8EE-723BAA869F4E}"/>
              </a:ext>
            </a:extLst>
          </p:cNvPr>
          <p:cNvSpPr txBox="1"/>
          <p:nvPr/>
        </p:nvSpPr>
        <p:spPr>
          <a:xfrm>
            <a:off x="588671" y="6483124"/>
            <a:ext cx="6264302" cy="123111"/>
          </a:xfrm>
          <a:prstGeom prst="rect">
            <a:avLst/>
          </a:prstGeom>
          <a:noFill/>
        </p:spPr>
        <p:txBody>
          <a:bodyPr wrap="square" lIns="0" tIns="0" rIns="0" bIns="0" anchor="t">
            <a:spAutoFit/>
          </a:bodyPr>
          <a:lstStyle/>
          <a:p>
            <a:pPr marL="0" marR="0" lvl="0" indent="0" algn="l" defTabSz="913963" rtl="0" eaLnBrk="1" fontAlgn="auto" latinLnBrk="0" hangingPunct="1">
              <a:lnSpc>
                <a:spcPct val="100000"/>
              </a:lnSpc>
              <a:spcBef>
                <a:spcPts val="27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Note: Not all features/product logos shown. Price is subject to change based on subscription term, currency and region.</a:t>
            </a:r>
          </a:p>
        </p:txBody>
      </p:sp>
      <p:sp>
        <p:nvSpPr>
          <p:cNvPr id="194" name="TextBox 193">
            <a:extLst>
              <a:ext uri="{FF2B5EF4-FFF2-40B4-BE49-F238E27FC236}">
                <a16:creationId xmlns:a16="http://schemas.microsoft.com/office/drawing/2014/main" id="{519107D8-013C-C4DE-7838-40CA28C38860}"/>
              </a:ext>
            </a:extLst>
          </p:cNvPr>
          <p:cNvSpPr txBox="1"/>
          <p:nvPr/>
        </p:nvSpPr>
        <p:spPr>
          <a:xfrm>
            <a:off x="9655017" y="3000253"/>
            <a:ext cx="2107949" cy="159543"/>
          </a:xfrm>
          <a:prstGeom prst="rect">
            <a:avLst/>
          </a:prstGeom>
          <a:noFill/>
        </p:spPr>
        <p:txBody>
          <a:bodyPr wrap="square" lIns="0" tIns="0" rIns="0" bIns="0" rtlCol="0" anchor="ctr">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a:t>
            </a:r>
            <a:r>
              <a:rPr kumimoji="0" lang="en-US" sz="1000" b="0" i="0" u="none" strike="noStrike" kern="1200" cap="none" spc="0" normalizeH="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 </a:t>
            </a: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Cloud services</a:t>
            </a:r>
          </a:p>
        </p:txBody>
      </p:sp>
      <p:sp>
        <p:nvSpPr>
          <p:cNvPr id="195" name="Rectangle: Rounded Corners 50">
            <a:extLst>
              <a:ext uri="{FF2B5EF4-FFF2-40B4-BE49-F238E27FC236}">
                <a16:creationId xmlns:a16="http://schemas.microsoft.com/office/drawing/2014/main" id="{B3EB64A8-E004-8252-05A3-D539C7A28805}"/>
              </a:ext>
              <a:ext uri="{C183D7F6-B498-43B3-948B-1728B52AA6E4}">
                <adec:decorative xmlns:adec="http://schemas.microsoft.com/office/drawing/2017/decorative" val="1"/>
              </a:ext>
            </a:extLst>
          </p:cNvPr>
          <p:cNvSpPr>
            <a:spLocks/>
          </p:cNvSpPr>
          <p:nvPr/>
        </p:nvSpPr>
        <p:spPr bwMode="auto">
          <a:xfrm>
            <a:off x="9743737" y="5379429"/>
            <a:ext cx="1752502" cy="282424"/>
          </a:xfrm>
          <a:prstGeom prst="roundRect">
            <a:avLst>
              <a:gd name="adj" fmla="val 17932"/>
            </a:avLst>
          </a:prstGeom>
          <a:gradFill>
            <a:gsLst>
              <a:gs pos="0">
                <a:schemeClr val="accent2"/>
              </a:gs>
              <a:gs pos="100000">
                <a:schemeClr val="accent6"/>
              </a:gs>
            </a:gsLst>
            <a:lin ang="0" scaled="1"/>
          </a:gra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Sans Display Semibold"/>
                <a:ea typeface="+mn-ea"/>
                <a:cs typeface="+mn-cs"/>
              </a:rPr>
              <a:t>$37 per user/month</a:t>
            </a:r>
          </a:p>
        </p:txBody>
      </p:sp>
      <p:sp>
        <p:nvSpPr>
          <p:cNvPr id="196" name="Rectangle: Rounded Corners 50">
            <a:extLst>
              <a:ext uri="{FF2B5EF4-FFF2-40B4-BE49-F238E27FC236}">
                <a16:creationId xmlns:a16="http://schemas.microsoft.com/office/drawing/2014/main" id="{D0FFF8E0-2920-357F-0BAF-25AB9F84D59F}"/>
              </a:ext>
              <a:ext uri="{C183D7F6-B498-43B3-948B-1728B52AA6E4}">
                <adec:decorative xmlns:adec="http://schemas.microsoft.com/office/drawing/2017/decorative" val="1"/>
              </a:ext>
            </a:extLst>
          </p:cNvPr>
          <p:cNvSpPr>
            <a:spLocks/>
          </p:cNvSpPr>
          <p:nvPr/>
        </p:nvSpPr>
        <p:spPr bwMode="auto">
          <a:xfrm>
            <a:off x="7493834" y="5393114"/>
            <a:ext cx="1752502" cy="267406"/>
          </a:xfrm>
          <a:prstGeom prst="roundRect">
            <a:avLst>
              <a:gd name="adj" fmla="val 17932"/>
            </a:avLst>
          </a:prstGeom>
          <a:gradFill>
            <a:gsLst>
              <a:gs pos="0">
                <a:schemeClr val="accent2"/>
              </a:gs>
              <a:gs pos="100000">
                <a:schemeClr val="accent6"/>
              </a:gs>
            </a:gsLst>
            <a:lin ang="0" scaled="1"/>
          </a:gra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Sans Display Semibold"/>
                <a:ea typeface="+mn-ea"/>
                <a:cs typeface="+mn-cs"/>
              </a:rPr>
              <a:t>$32 per user/month</a:t>
            </a:r>
          </a:p>
        </p:txBody>
      </p:sp>
      <p:sp>
        <p:nvSpPr>
          <p:cNvPr id="197" name="Rectangle: Rounded Corners 50">
            <a:extLst>
              <a:ext uri="{FF2B5EF4-FFF2-40B4-BE49-F238E27FC236}">
                <a16:creationId xmlns:a16="http://schemas.microsoft.com/office/drawing/2014/main" id="{BDC738F8-4217-2288-EDEA-B4D5E8096EFC}"/>
              </a:ext>
              <a:ext uri="{C183D7F6-B498-43B3-948B-1728B52AA6E4}">
                <adec:decorative xmlns:adec="http://schemas.microsoft.com/office/drawing/2017/decorative" val="1"/>
              </a:ext>
            </a:extLst>
          </p:cNvPr>
          <p:cNvSpPr>
            <a:spLocks/>
          </p:cNvSpPr>
          <p:nvPr/>
        </p:nvSpPr>
        <p:spPr bwMode="auto">
          <a:xfrm>
            <a:off x="5255326" y="5379429"/>
            <a:ext cx="1752502" cy="282424"/>
          </a:xfrm>
          <a:prstGeom prst="roundRect">
            <a:avLst>
              <a:gd name="adj" fmla="val 17932"/>
            </a:avLst>
          </a:prstGeom>
          <a:gradFill>
            <a:gsLst>
              <a:gs pos="0">
                <a:schemeClr val="accent2"/>
              </a:gs>
              <a:gs pos="100000">
                <a:schemeClr val="accent6"/>
              </a:gs>
            </a:gsLst>
            <a:lin ang="0" scaled="1"/>
          </a:gra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Sans Display Semibold"/>
                <a:ea typeface="+mn-ea"/>
                <a:cs typeface="+mn-cs"/>
              </a:rPr>
              <a:t>$22 per user/month</a:t>
            </a:r>
          </a:p>
        </p:txBody>
      </p:sp>
      <p:sp>
        <p:nvSpPr>
          <p:cNvPr id="199" name="Rectangle: Rounded Corners 50">
            <a:extLst>
              <a:ext uri="{FF2B5EF4-FFF2-40B4-BE49-F238E27FC236}">
                <a16:creationId xmlns:a16="http://schemas.microsoft.com/office/drawing/2014/main" id="{E75E4C9B-6AD7-795A-03E2-47C7E6842BDB}"/>
              </a:ext>
              <a:ext uri="{C183D7F6-B498-43B3-948B-1728B52AA6E4}">
                <adec:decorative xmlns:adec="http://schemas.microsoft.com/office/drawing/2017/decorative" val="1"/>
              </a:ext>
            </a:extLst>
          </p:cNvPr>
          <p:cNvSpPr>
            <a:spLocks/>
          </p:cNvSpPr>
          <p:nvPr/>
        </p:nvSpPr>
        <p:spPr bwMode="auto">
          <a:xfrm>
            <a:off x="781086" y="5368993"/>
            <a:ext cx="1752502" cy="282424"/>
          </a:xfrm>
          <a:prstGeom prst="roundRect">
            <a:avLst>
              <a:gd name="adj" fmla="val 17932"/>
            </a:avLst>
          </a:prstGeom>
          <a:gradFill>
            <a:gsLst>
              <a:gs pos="0">
                <a:schemeClr val="accent2"/>
              </a:gs>
              <a:gs pos="100000">
                <a:schemeClr val="accent6"/>
              </a:gs>
            </a:gsLst>
            <a:lin ang="0" scaled="1"/>
          </a:gra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Sans Display Semibold"/>
                <a:ea typeface="+mn-ea"/>
                <a:cs typeface="+mn-cs"/>
              </a:rPr>
              <a:t>$18 per user/month</a:t>
            </a:r>
          </a:p>
        </p:txBody>
      </p:sp>
      <p:sp>
        <p:nvSpPr>
          <p:cNvPr id="200" name="TextBox 199">
            <a:extLst>
              <a:ext uri="{FF2B5EF4-FFF2-40B4-BE49-F238E27FC236}">
                <a16:creationId xmlns:a16="http://schemas.microsoft.com/office/drawing/2014/main" id="{0ADD59E4-31E4-06FE-2DAB-0547C6E1E414}"/>
              </a:ext>
            </a:extLst>
          </p:cNvPr>
          <p:cNvSpPr txBox="1"/>
          <p:nvPr/>
        </p:nvSpPr>
        <p:spPr>
          <a:xfrm>
            <a:off x="2933182" y="1516084"/>
            <a:ext cx="814875" cy="172382"/>
          </a:xfrm>
          <a:prstGeom prst="roundRect">
            <a:avLst>
              <a:gd name="adj" fmla="val 50000"/>
            </a:avLst>
          </a:prstGeom>
          <a:solidFill>
            <a:schemeClr val="accent2">
              <a:lumMod val="20000"/>
              <a:lumOff val="80000"/>
              <a:alpha val="50000"/>
            </a:schemeClr>
          </a:solidFill>
        </p:spPr>
        <p:txBody>
          <a:bodyPr vert="horz" wrap="square" lIns="45720" tIns="45720" rIns="45720" bIns="45720" rtlCol="0" anchor="ctr" anchorCtr="0">
            <a:noAutofit/>
          </a:bodyPr>
          <a:lstStyle>
            <a:defPPr>
              <a:defRPr lang="en-US"/>
            </a:defPPr>
            <a:lvl1pPr marR="0" lvl="0" indent="0" fontAlgn="auto">
              <a:lnSpc>
                <a:spcPct val="100000"/>
              </a:lnSpc>
              <a:spcBef>
                <a:spcPts val="0"/>
              </a:spcBef>
              <a:spcAft>
                <a:spcPts val="0"/>
              </a:spcAft>
              <a:buClrTx/>
              <a:buSzTx/>
              <a:buFont typeface="Arial" panose="020B0604020202020204" pitchFamily="34" charset="0"/>
              <a:buNone/>
              <a:tabLst/>
              <a:defRPr kumimoji="0" sz="1200" b="1" i="0" u="none" strike="noStrike" cap="none" spc="0" normalizeH="0" baseline="0">
                <a:ln>
                  <a:noFill/>
                </a:ln>
                <a:gradFill>
                  <a:gsLst>
                    <a:gs pos="2000">
                      <a:srgbClr val="0078D4"/>
                    </a:gs>
                    <a:gs pos="97000">
                      <a:srgbClr val="C73ECC"/>
                    </a:gs>
                  </a:gsLst>
                  <a:lin ang="0" scaled="1"/>
                </a:gradFill>
                <a:effectLst/>
                <a:uLnTx/>
                <a:uFillTx/>
                <a:latin typeface="Segoe Sans Display"/>
                <a:cs typeface="Segoe Sans Display"/>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C03BC4"/>
                </a:solidFill>
                <a:effectLst/>
                <a:uLnTx/>
                <a:uFillTx/>
                <a:latin typeface="Segoe Sans Display Semibold"/>
                <a:ea typeface="+mn-ea"/>
                <a:cs typeface="Segoe Sans Display"/>
              </a:rPr>
              <a:t>Bundle</a:t>
            </a:r>
          </a:p>
        </p:txBody>
      </p:sp>
      <p:sp>
        <p:nvSpPr>
          <p:cNvPr id="7" name="Rectangle: Rounded Corners 50">
            <a:extLst>
              <a:ext uri="{FF2B5EF4-FFF2-40B4-BE49-F238E27FC236}">
                <a16:creationId xmlns:a16="http://schemas.microsoft.com/office/drawing/2014/main" id="{F2B91890-16B6-26B2-946C-E990BD0B0C4B}"/>
              </a:ext>
              <a:ext uri="{C183D7F6-B498-43B3-948B-1728B52AA6E4}">
                <adec:decorative xmlns:adec="http://schemas.microsoft.com/office/drawing/2017/decorative" val="1"/>
              </a:ext>
            </a:extLst>
          </p:cNvPr>
          <p:cNvSpPr>
            <a:spLocks/>
          </p:cNvSpPr>
          <p:nvPr/>
        </p:nvSpPr>
        <p:spPr bwMode="auto">
          <a:xfrm>
            <a:off x="3012201" y="5382943"/>
            <a:ext cx="1752502" cy="282424"/>
          </a:xfrm>
          <a:prstGeom prst="roundRect">
            <a:avLst>
              <a:gd name="adj" fmla="val 17932"/>
            </a:avLst>
          </a:prstGeom>
          <a:gradFill>
            <a:gsLst>
              <a:gs pos="0">
                <a:schemeClr val="accent2"/>
              </a:gs>
              <a:gs pos="100000">
                <a:schemeClr val="accent6"/>
              </a:gs>
            </a:gsLst>
            <a:lin ang="0" scaled="1"/>
          </a:gra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5760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schemeClr val="bg1"/>
                </a:solidFill>
                <a:effectLst/>
                <a:uLnTx/>
                <a:uFillTx/>
                <a:latin typeface="Segoe Sans Display Semibold"/>
                <a:ea typeface="+mn-ea"/>
                <a:cs typeface="+mn-cs"/>
              </a:rPr>
              <a:t>$27 per user/month</a:t>
            </a:r>
          </a:p>
        </p:txBody>
      </p:sp>
      <p:sp>
        <p:nvSpPr>
          <p:cNvPr id="30" name="Rectangle 29">
            <a:extLst>
              <a:ext uri="{FF2B5EF4-FFF2-40B4-BE49-F238E27FC236}">
                <a16:creationId xmlns:a16="http://schemas.microsoft.com/office/drawing/2014/main" id="{D134D1D3-5168-422E-874E-B047C1B21BF8}"/>
              </a:ext>
            </a:extLst>
          </p:cNvPr>
          <p:cNvSpPr/>
          <p:nvPr/>
        </p:nvSpPr>
        <p:spPr>
          <a:xfrm>
            <a:off x="696864" y="4352380"/>
            <a:ext cx="2107949" cy="561692"/>
          </a:xfrm>
          <a:prstGeom prst="rect">
            <a:avLst/>
          </a:prstGeom>
        </p:spPr>
        <p:txBody>
          <a:bodyPr wrap="square" lIns="0" tIns="0" rIns="0" bIns="0">
            <a:spAutoFit/>
          </a:bodyPr>
          <a:lstStyle/>
          <a:p>
            <a:pPr marL="0" marR="0" lvl="0" indent="0" algn="l" defTabSz="914049" rtl="0" eaLnBrk="1" fontAlgn="auto" latinLnBrk="0" hangingPunct="1">
              <a:lnSpc>
                <a:spcPct val="100000"/>
              </a:lnSpc>
              <a:spcBef>
                <a:spcPts val="0"/>
              </a:spcBef>
              <a:spcAft>
                <a:spcPts val="300"/>
              </a:spcAft>
              <a:buClrTx/>
              <a:buSzTx/>
              <a:buFontTx/>
              <a:buNone/>
              <a:tabLst/>
              <a:defRPr/>
            </a:pPr>
            <a:r>
              <a:rPr lang="en-US" sz="1000">
                <a:gradFill>
                  <a:gsLst>
                    <a:gs pos="45000">
                      <a:srgbClr val="000000"/>
                    </a:gs>
                    <a:gs pos="100000">
                      <a:srgbClr val="000000"/>
                    </a:gs>
                  </a:gsLst>
                  <a:lin ang="2700000" scaled="1"/>
                </a:gradFill>
                <a:latin typeface="Segoe Sans Display Semibold" pitchFamily="2" charset="0"/>
                <a:cs typeface="Segoe Sans Display Semibold" pitchFamily="2" charset="0"/>
              </a:rPr>
              <a:t>Built for work</a:t>
            </a:r>
            <a:endPar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endParaRP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Advanced skills and in-app editing</a:t>
            </a: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Comprehensive agent access</a:t>
            </a:r>
          </a:p>
          <a:p>
            <a:pPr marL="171450" marR="0" lvl="0" indent="-171450" algn="l" defTabSz="914049" rtl="0" eaLnBrk="1" fontAlgn="auto" latinLnBrk="0" hangingPunct="1">
              <a:lnSpc>
                <a:spcPct val="100000"/>
              </a:lnSpc>
              <a:spcBef>
                <a:spcPts val="0"/>
              </a:spcBef>
              <a:spcAft>
                <a:spcPts val="0"/>
              </a:spcAft>
              <a:buClrTx/>
              <a:buSzTx/>
              <a:buFontTx/>
              <a:buBlip>
                <a:blip r:embed="rId8"/>
              </a:buBlip>
              <a:tabLst/>
              <a:defRPr/>
            </a:pPr>
            <a:r>
              <a:rPr kumimoji="0" lang="en-US" sz="8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pitchFamily="2" charset="0"/>
                <a:ea typeface="+mn-ea"/>
                <a:cs typeface="Segoe Sans Display" pitchFamily="2" charset="0"/>
              </a:rPr>
              <a:t>Advanced Mgmt. &amp; Analytics</a:t>
            </a:r>
          </a:p>
        </p:txBody>
      </p:sp>
      <p:pic>
        <p:nvPicPr>
          <p:cNvPr id="32" name="!!Copilot">
            <a:extLst>
              <a:ext uri="{FF2B5EF4-FFF2-40B4-BE49-F238E27FC236}">
                <a16:creationId xmlns:a16="http://schemas.microsoft.com/office/drawing/2014/main" id="{CCB79497-E133-02B8-45BE-11397B91C416}"/>
              </a:ext>
              <a:ext uri="{C183D7F6-B498-43B3-948B-1728B52AA6E4}">
                <adec:decorative xmlns:adec="http://schemas.microsoft.com/office/drawing/2017/decorative" val="1"/>
              </a:ext>
            </a:extLst>
          </p:cNvPr>
          <p:cNvPicPr/>
          <p:nvPr/>
        </p:nvPicPr>
        <p:blipFill>
          <a:blip r:embed="rId27"/>
          <a:stretch>
            <a:fillRect/>
          </a:stretch>
        </p:blipFill>
        <p:spPr>
          <a:xfrm>
            <a:off x="1165949" y="3308949"/>
            <a:ext cx="971158" cy="971156"/>
          </a:xfrm>
          <a:prstGeom prst="rect">
            <a:avLst/>
          </a:prstGeom>
          <a:effectLst>
            <a:outerShdw blurRad="38100" dist="38100" dir="2700000" algn="tl" rotWithShape="0">
              <a:prstClr val="black">
                <a:alpha val="20000"/>
              </a:prstClr>
            </a:outerShdw>
          </a:effectLst>
        </p:spPr>
      </p:pic>
      <p:sp>
        <p:nvSpPr>
          <p:cNvPr id="33" name="TextBox 32">
            <a:extLst>
              <a:ext uri="{FF2B5EF4-FFF2-40B4-BE49-F238E27FC236}">
                <a16:creationId xmlns:a16="http://schemas.microsoft.com/office/drawing/2014/main" id="{7B42B6F7-0DA7-7615-337D-2915F9432ECC}"/>
              </a:ext>
            </a:extLst>
          </p:cNvPr>
          <p:cNvSpPr txBox="1"/>
          <p:nvPr/>
        </p:nvSpPr>
        <p:spPr>
          <a:xfrm>
            <a:off x="699401" y="3045303"/>
            <a:ext cx="2107949" cy="159543"/>
          </a:xfrm>
          <a:prstGeom prst="rect">
            <a:avLst/>
          </a:prstGeom>
          <a:noFill/>
        </p:spPr>
        <p:txBody>
          <a:bodyPr wrap="square" lIns="0" tIns="0" rIns="0" bIns="0" rtlCol="0" anchor="ctr">
            <a:spAutoFit/>
          </a:bodyPr>
          <a:lstStyle/>
          <a:p>
            <a:pPr marL="0" marR="0" lvl="0" indent="0" algn="l" defTabSz="914049" rtl="0" eaLnBrk="1" fontAlgn="auto" latinLnBrk="0" hangingPunct="1">
              <a:lnSpc>
                <a:spcPct val="100000"/>
              </a:lnSpc>
              <a:spcBef>
                <a:spcPts val="0"/>
              </a:spcBef>
              <a:spcAft>
                <a:spcPts val="600"/>
              </a:spcAft>
              <a:buClrTx/>
              <a:buSzTx/>
              <a:buFontTx/>
              <a:buNone/>
              <a:tabLst/>
              <a:defRPr/>
            </a:pP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AI-enabled</a:t>
            </a:r>
            <a:r>
              <a:rPr kumimoji="0" lang="en-US" sz="1000" b="0" i="0" u="none" strike="noStrike" kern="1200" cap="none" spc="0" normalizeH="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 </a:t>
            </a:r>
            <a:r>
              <a:rPr kumimoji="0" lang="en-US" sz="1000" b="0" i="0" u="none" strike="noStrike" kern="1200" cap="none" spc="0" normalizeH="0" baseline="0" noProof="0">
                <a:ln>
                  <a:noFill/>
                </a:ln>
                <a:gradFill>
                  <a:gsLst>
                    <a:gs pos="45000">
                      <a:srgbClr val="000000"/>
                    </a:gs>
                    <a:gs pos="100000">
                      <a:srgbClr val="000000"/>
                    </a:gs>
                  </a:gsLst>
                  <a:lin ang="2700000" scaled="1"/>
                </a:gradFill>
                <a:effectLst/>
                <a:uLnTx/>
                <a:uFillTx/>
                <a:latin typeface="Segoe Sans Display Semibold" pitchFamily="2" charset="0"/>
                <a:ea typeface="+mn-ea"/>
                <a:cs typeface="Segoe Sans Display Semibold" pitchFamily="2" charset="0"/>
              </a:rPr>
              <a:t>Cloud services</a:t>
            </a:r>
          </a:p>
        </p:txBody>
      </p:sp>
      <p:sp>
        <p:nvSpPr>
          <p:cNvPr id="34" name="TextBox 33">
            <a:extLst>
              <a:ext uri="{FF2B5EF4-FFF2-40B4-BE49-F238E27FC236}">
                <a16:creationId xmlns:a16="http://schemas.microsoft.com/office/drawing/2014/main" id="{B652A2D4-012A-2BC5-2881-57D4650CBA47}"/>
              </a:ext>
            </a:extLst>
          </p:cNvPr>
          <p:cNvSpPr txBox="1"/>
          <p:nvPr/>
        </p:nvSpPr>
        <p:spPr>
          <a:xfrm>
            <a:off x="787378" y="5680875"/>
            <a:ext cx="1686385" cy="138499"/>
          </a:xfrm>
          <a:prstGeom prst="rect">
            <a:avLst/>
          </a:prstGeom>
          <a:noFill/>
        </p:spPr>
        <p:txBody>
          <a:bodyPr wrap="square" lIns="0" tIns="0" rIns="0" bIns="0" rtlCol="0">
            <a:spAutoFit/>
          </a:bodyPr>
          <a:lstStyle/>
          <a:p>
            <a:pPr algn="ctr"/>
            <a:r>
              <a:rPr lang="en-US" sz="900">
                <a:solidFill>
                  <a:schemeClr val="accent2"/>
                </a:solidFill>
              </a:rPr>
              <a:t>Limited time promo pricing</a:t>
            </a:r>
          </a:p>
        </p:txBody>
      </p:sp>
      <p:sp>
        <p:nvSpPr>
          <p:cNvPr id="35" name="TextBox 34">
            <a:extLst>
              <a:ext uri="{FF2B5EF4-FFF2-40B4-BE49-F238E27FC236}">
                <a16:creationId xmlns:a16="http://schemas.microsoft.com/office/drawing/2014/main" id="{0159B242-26E0-43F3-C010-9C588743AC3F}"/>
              </a:ext>
            </a:extLst>
          </p:cNvPr>
          <p:cNvSpPr txBox="1"/>
          <p:nvPr/>
        </p:nvSpPr>
        <p:spPr>
          <a:xfrm>
            <a:off x="5263475" y="5705718"/>
            <a:ext cx="1686385" cy="138499"/>
          </a:xfrm>
          <a:prstGeom prst="rect">
            <a:avLst/>
          </a:prstGeom>
          <a:noFill/>
        </p:spPr>
        <p:txBody>
          <a:bodyPr wrap="square" lIns="0" tIns="0" rIns="0" bIns="0" rtlCol="0">
            <a:spAutoFit/>
          </a:bodyPr>
          <a:lstStyle/>
          <a:p>
            <a:pPr algn="ctr"/>
            <a:r>
              <a:rPr lang="en-US" sz="900">
                <a:solidFill>
                  <a:schemeClr val="accent2"/>
                </a:solidFill>
              </a:rPr>
              <a:t>Limited time promo pricing</a:t>
            </a:r>
          </a:p>
        </p:txBody>
      </p:sp>
      <p:sp>
        <p:nvSpPr>
          <p:cNvPr id="36" name="TextBox 35">
            <a:extLst>
              <a:ext uri="{FF2B5EF4-FFF2-40B4-BE49-F238E27FC236}">
                <a16:creationId xmlns:a16="http://schemas.microsoft.com/office/drawing/2014/main" id="{99C0853D-32AC-A997-E3A7-1AF2429A9C9C}"/>
              </a:ext>
            </a:extLst>
          </p:cNvPr>
          <p:cNvSpPr txBox="1"/>
          <p:nvPr/>
        </p:nvSpPr>
        <p:spPr>
          <a:xfrm>
            <a:off x="7539407" y="5705718"/>
            <a:ext cx="1686385" cy="138499"/>
          </a:xfrm>
          <a:prstGeom prst="rect">
            <a:avLst/>
          </a:prstGeom>
          <a:noFill/>
        </p:spPr>
        <p:txBody>
          <a:bodyPr wrap="square" lIns="0" tIns="0" rIns="0" bIns="0" rtlCol="0">
            <a:spAutoFit/>
          </a:bodyPr>
          <a:lstStyle/>
          <a:p>
            <a:pPr algn="ctr"/>
            <a:r>
              <a:rPr lang="en-US" sz="900">
                <a:solidFill>
                  <a:schemeClr val="accent2"/>
                </a:solidFill>
              </a:rPr>
              <a:t>Limited time promo pricing</a:t>
            </a:r>
          </a:p>
        </p:txBody>
      </p:sp>
      <p:sp>
        <p:nvSpPr>
          <p:cNvPr id="39" name="TextBox 38">
            <a:extLst>
              <a:ext uri="{FF2B5EF4-FFF2-40B4-BE49-F238E27FC236}">
                <a16:creationId xmlns:a16="http://schemas.microsoft.com/office/drawing/2014/main" id="{C7D78AE1-A467-3BA6-8F5F-A542271FE21F}"/>
              </a:ext>
            </a:extLst>
          </p:cNvPr>
          <p:cNvSpPr txBox="1"/>
          <p:nvPr/>
        </p:nvSpPr>
        <p:spPr>
          <a:xfrm>
            <a:off x="9770272" y="5689973"/>
            <a:ext cx="1686385" cy="138499"/>
          </a:xfrm>
          <a:prstGeom prst="rect">
            <a:avLst/>
          </a:prstGeom>
          <a:noFill/>
        </p:spPr>
        <p:txBody>
          <a:bodyPr wrap="square" lIns="0" tIns="0" rIns="0" bIns="0" rtlCol="0">
            <a:spAutoFit/>
          </a:bodyPr>
          <a:lstStyle/>
          <a:p>
            <a:pPr algn="ctr"/>
            <a:r>
              <a:rPr lang="en-US" sz="900">
                <a:solidFill>
                  <a:schemeClr val="accent2"/>
                </a:solidFill>
              </a:rPr>
              <a:t>Limited time promo pricing</a:t>
            </a:r>
          </a:p>
        </p:txBody>
      </p:sp>
      <p:pic>
        <p:nvPicPr>
          <p:cNvPr id="40" name="Picture 39">
            <a:extLst>
              <a:ext uri="{FF2B5EF4-FFF2-40B4-BE49-F238E27FC236}">
                <a16:creationId xmlns:a16="http://schemas.microsoft.com/office/drawing/2014/main" id="{A8190CF6-2E1B-07A3-B4BD-DDEF0DC22321}"/>
              </a:ext>
              <a:ext uri="{C183D7F6-B498-43B3-948B-1728B52AA6E4}">
                <adec:decorative xmlns:adec="http://schemas.microsoft.com/office/drawing/2017/decorative" val="1"/>
              </a:ext>
            </a:extLst>
          </p:cNvPr>
          <p:cNvPicPr>
            <a:picLocks/>
          </p:cNvPicPr>
          <p:nvPr/>
        </p:nvPicPr>
        <p:blipFill>
          <a:blip r:embed="rId7"/>
          <a:srcRect l="2434" t="98557" r="65625"/>
          <a:stretch>
            <a:fillRect/>
          </a:stretch>
        </p:blipFill>
        <p:spPr>
          <a:xfrm flipH="1">
            <a:off x="5288384" y="5237769"/>
            <a:ext cx="1686385" cy="61474"/>
          </a:xfrm>
          <a:custGeom>
            <a:avLst/>
            <a:gdLst>
              <a:gd name="connsiteX0" fmla="*/ 3070226 w 3070226"/>
              <a:gd name="connsiteY0" fmla="*/ 0 h 61474"/>
              <a:gd name="connsiteX1" fmla="*/ 2061029 w 3070226"/>
              <a:gd name="connsiteY1" fmla="*/ 0 h 61474"/>
              <a:gd name="connsiteX2" fmla="*/ 1009198 w 3070226"/>
              <a:gd name="connsiteY2" fmla="*/ 0 h 61474"/>
              <a:gd name="connsiteX3" fmla="*/ 1009197 w 3070226"/>
              <a:gd name="connsiteY3" fmla="*/ 0 h 61474"/>
              <a:gd name="connsiteX4" fmla="*/ 826317 w 3070226"/>
              <a:gd name="connsiteY4" fmla="*/ 0 h 61474"/>
              <a:gd name="connsiteX5" fmla="*/ 0 w 3070226"/>
              <a:gd name="connsiteY5" fmla="*/ 0 h 61474"/>
              <a:gd name="connsiteX6" fmla="*/ 18570 w 3070226"/>
              <a:gd name="connsiteY6" fmla="*/ 16014 h 61474"/>
              <a:gd name="connsiteX7" fmla="*/ 160954 w 3070226"/>
              <a:gd name="connsiteY7" fmla="*/ 61474 h 61474"/>
              <a:gd name="connsiteX8" fmla="*/ 826317 w 3070226"/>
              <a:gd name="connsiteY8" fmla="*/ 61474 h 61474"/>
              <a:gd name="connsiteX9" fmla="*/ 1009197 w 3070226"/>
              <a:gd name="connsiteY9" fmla="*/ 61474 h 61474"/>
              <a:gd name="connsiteX10" fmla="*/ 1009198 w 3070226"/>
              <a:gd name="connsiteY10" fmla="*/ 61474 h 61474"/>
              <a:gd name="connsiteX11" fmla="*/ 2061029 w 3070226"/>
              <a:gd name="connsiteY11" fmla="*/ 61474 h 61474"/>
              <a:gd name="connsiteX12" fmla="*/ 2909272 w 3070226"/>
              <a:gd name="connsiteY12" fmla="*/ 61474 h 61474"/>
              <a:gd name="connsiteX13" fmla="*/ 3051657 w 3070226"/>
              <a:gd name="connsiteY13" fmla="*/ 16014 h 6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70226" h="61474">
                <a:moveTo>
                  <a:pt x="3070226" y="0"/>
                </a:moveTo>
                <a:lnTo>
                  <a:pt x="2061029" y="0"/>
                </a:lnTo>
                <a:lnTo>
                  <a:pt x="1009198" y="0"/>
                </a:lnTo>
                <a:lnTo>
                  <a:pt x="1009197" y="0"/>
                </a:lnTo>
                <a:lnTo>
                  <a:pt x="826317" y="0"/>
                </a:lnTo>
                <a:lnTo>
                  <a:pt x="0" y="0"/>
                </a:lnTo>
                <a:lnTo>
                  <a:pt x="18570" y="16014"/>
                </a:lnTo>
                <a:cubicBezTo>
                  <a:pt x="59214" y="44715"/>
                  <a:pt x="108211" y="61474"/>
                  <a:pt x="160954" y="61474"/>
                </a:cubicBezTo>
                <a:lnTo>
                  <a:pt x="826317" y="61474"/>
                </a:lnTo>
                <a:lnTo>
                  <a:pt x="1009197" y="61474"/>
                </a:lnTo>
                <a:lnTo>
                  <a:pt x="1009198" y="61474"/>
                </a:lnTo>
                <a:lnTo>
                  <a:pt x="2061029" y="61474"/>
                </a:lnTo>
                <a:lnTo>
                  <a:pt x="2909272" y="61474"/>
                </a:lnTo>
                <a:cubicBezTo>
                  <a:pt x="2962015" y="61474"/>
                  <a:pt x="3011012" y="44715"/>
                  <a:pt x="3051657" y="16014"/>
                </a:cubicBezTo>
                <a:close/>
              </a:path>
            </a:pathLst>
          </a:custGeom>
        </p:spPr>
      </p:pic>
      <p:pic>
        <p:nvPicPr>
          <p:cNvPr id="42" name="Picture 41">
            <a:extLst>
              <a:ext uri="{FF2B5EF4-FFF2-40B4-BE49-F238E27FC236}">
                <a16:creationId xmlns:a16="http://schemas.microsoft.com/office/drawing/2014/main" id="{29C684C3-C9F3-AE66-FFD1-33ACA4D7BA54}"/>
              </a:ext>
              <a:ext uri="{C183D7F6-B498-43B3-948B-1728B52AA6E4}">
                <adec:decorative xmlns:adec="http://schemas.microsoft.com/office/drawing/2017/decorative" val="1"/>
              </a:ext>
            </a:extLst>
          </p:cNvPr>
          <p:cNvPicPr>
            <a:picLocks/>
          </p:cNvPicPr>
          <p:nvPr/>
        </p:nvPicPr>
        <p:blipFill>
          <a:blip r:embed="rId7"/>
          <a:srcRect l="2434" t="98557" r="65625"/>
          <a:stretch>
            <a:fillRect/>
          </a:stretch>
        </p:blipFill>
        <p:spPr>
          <a:xfrm flipH="1">
            <a:off x="7539407" y="5237769"/>
            <a:ext cx="1686385" cy="61474"/>
          </a:xfrm>
          <a:custGeom>
            <a:avLst/>
            <a:gdLst>
              <a:gd name="connsiteX0" fmla="*/ 3070226 w 3070226"/>
              <a:gd name="connsiteY0" fmla="*/ 0 h 61474"/>
              <a:gd name="connsiteX1" fmla="*/ 2061029 w 3070226"/>
              <a:gd name="connsiteY1" fmla="*/ 0 h 61474"/>
              <a:gd name="connsiteX2" fmla="*/ 1009198 w 3070226"/>
              <a:gd name="connsiteY2" fmla="*/ 0 h 61474"/>
              <a:gd name="connsiteX3" fmla="*/ 1009197 w 3070226"/>
              <a:gd name="connsiteY3" fmla="*/ 0 h 61474"/>
              <a:gd name="connsiteX4" fmla="*/ 826317 w 3070226"/>
              <a:gd name="connsiteY4" fmla="*/ 0 h 61474"/>
              <a:gd name="connsiteX5" fmla="*/ 0 w 3070226"/>
              <a:gd name="connsiteY5" fmla="*/ 0 h 61474"/>
              <a:gd name="connsiteX6" fmla="*/ 18570 w 3070226"/>
              <a:gd name="connsiteY6" fmla="*/ 16014 h 61474"/>
              <a:gd name="connsiteX7" fmla="*/ 160954 w 3070226"/>
              <a:gd name="connsiteY7" fmla="*/ 61474 h 61474"/>
              <a:gd name="connsiteX8" fmla="*/ 826317 w 3070226"/>
              <a:gd name="connsiteY8" fmla="*/ 61474 h 61474"/>
              <a:gd name="connsiteX9" fmla="*/ 1009197 w 3070226"/>
              <a:gd name="connsiteY9" fmla="*/ 61474 h 61474"/>
              <a:gd name="connsiteX10" fmla="*/ 1009198 w 3070226"/>
              <a:gd name="connsiteY10" fmla="*/ 61474 h 61474"/>
              <a:gd name="connsiteX11" fmla="*/ 2061029 w 3070226"/>
              <a:gd name="connsiteY11" fmla="*/ 61474 h 61474"/>
              <a:gd name="connsiteX12" fmla="*/ 2909272 w 3070226"/>
              <a:gd name="connsiteY12" fmla="*/ 61474 h 61474"/>
              <a:gd name="connsiteX13" fmla="*/ 3051657 w 3070226"/>
              <a:gd name="connsiteY13" fmla="*/ 16014 h 6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70226" h="61474">
                <a:moveTo>
                  <a:pt x="3070226" y="0"/>
                </a:moveTo>
                <a:lnTo>
                  <a:pt x="2061029" y="0"/>
                </a:lnTo>
                <a:lnTo>
                  <a:pt x="1009198" y="0"/>
                </a:lnTo>
                <a:lnTo>
                  <a:pt x="1009197" y="0"/>
                </a:lnTo>
                <a:lnTo>
                  <a:pt x="826317" y="0"/>
                </a:lnTo>
                <a:lnTo>
                  <a:pt x="0" y="0"/>
                </a:lnTo>
                <a:lnTo>
                  <a:pt x="18570" y="16014"/>
                </a:lnTo>
                <a:cubicBezTo>
                  <a:pt x="59214" y="44715"/>
                  <a:pt x="108211" y="61474"/>
                  <a:pt x="160954" y="61474"/>
                </a:cubicBezTo>
                <a:lnTo>
                  <a:pt x="826317" y="61474"/>
                </a:lnTo>
                <a:lnTo>
                  <a:pt x="1009197" y="61474"/>
                </a:lnTo>
                <a:lnTo>
                  <a:pt x="1009198" y="61474"/>
                </a:lnTo>
                <a:lnTo>
                  <a:pt x="2061029" y="61474"/>
                </a:lnTo>
                <a:lnTo>
                  <a:pt x="2909272" y="61474"/>
                </a:lnTo>
                <a:cubicBezTo>
                  <a:pt x="2962015" y="61474"/>
                  <a:pt x="3011012" y="44715"/>
                  <a:pt x="3051657" y="16014"/>
                </a:cubicBezTo>
                <a:close/>
              </a:path>
            </a:pathLst>
          </a:custGeom>
        </p:spPr>
      </p:pic>
      <p:pic>
        <p:nvPicPr>
          <p:cNvPr id="45" name="Picture 44">
            <a:extLst>
              <a:ext uri="{FF2B5EF4-FFF2-40B4-BE49-F238E27FC236}">
                <a16:creationId xmlns:a16="http://schemas.microsoft.com/office/drawing/2014/main" id="{9E465C0E-7732-63B1-D0B5-227646F4C13B}"/>
              </a:ext>
              <a:ext uri="{C183D7F6-B498-43B3-948B-1728B52AA6E4}">
                <adec:decorative xmlns:adec="http://schemas.microsoft.com/office/drawing/2017/decorative" val="1"/>
              </a:ext>
            </a:extLst>
          </p:cNvPr>
          <p:cNvPicPr>
            <a:picLocks/>
          </p:cNvPicPr>
          <p:nvPr/>
        </p:nvPicPr>
        <p:blipFill>
          <a:blip r:embed="rId7"/>
          <a:srcRect l="2434" t="98557" r="65625"/>
          <a:stretch>
            <a:fillRect/>
          </a:stretch>
        </p:blipFill>
        <p:spPr>
          <a:xfrm flipH="1">
            <a:off x="9776795" y="5239759"/>
            <a:ext cx="1686385" cy="61474"/>
          </a:xfrm>
          <a:custGeom>
            <a:avLst/>
            <a:gdLst>
              <a:gd name="connsiteX0" fmla="*/ 3070226 w 3070226"/>
              <a:gd name="connsiteY0" fmla="*/ 0 h 61474"/>
              <a:gd name="connsiteX1" fmla="*/ 2061029 w 3070226"/>
              <a:gd name="connsiteY1" fmla="*/ 0 h 61474"/>
              <a:gd name="connsiteX2" fmla="*/ 1009198 w 3070226"/>
              <a:gd name="connsiteY2" fmla="*/ 0 h 61474"/>
              <a:gd name="connsiteX3" fmla="*/ 1009197 w 3070226"/>
              <a:gd name="connsiteY3" fmla="*/ 0 h 61474"/>
              <a:gd name="connsiteX4" fmla="*/ 826317 w 3070226"/>
              <a:gd name="connsiteY4" fmla="*/ 0 h 61474"/>
              <a:gd name="connsiteX5" fmla="*/ 0 w 3070226"/>
              <a:gd name="connsiteY5" fmla="*/ 0 h 61474"/>
              <a:gd name="connsiteX6" fmla="*/ 18570 w 3070226"/>
              <a:gd name="connsiteY6" fmla="*/ 16014 h 61474"/>
              <a:gd name="connsiteX7" fmla="*/ 160954 w 3070226"/>
              <a:gd name="connsiteY7" fmla="*/ 61474 h 61474"/>
              <a:gd name="connsiteX8" fmla="*/ 826317 w 3070226"/>
              <a:gd name="connsiteY8" fmla="*/ 61474 h 61474"/>
              <a:gd name="connsiteX9" fmla="*/ 1009197 w 3070226"/>
              <a:gd name="connsiteY9" fmla="*/ 61474 h 61474"/>
              <a:gd name="connsiteX10" fmla="*/ 1009198 w 3070226"/>
              <a:gd name="connsiteY10" fmla="*/ 61474 h 61474"/>
              <a:gd name="connsiteX11" fmla="*/ 2061029 w 3070226"/>
              <a:gd name="connsiteY11" fmla="*/ 61474 h 61474"/>
              <a:gd name="connsiteX12" fmla="*/ 2909272 w 3070226"/>
              <a:gd name="connsiteY12" fmla="*/ 61474 h 61474"/>
              <a:gd name="connsiteX13" fmla="*/ 3051657 w 3070226"/>
              <a:gd name="connsiteY13" fmla="*/ 16014 h 61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070226" h="61474">
                <a:moveTo>
                  <a:pt x="3070226" y="0"/>
                </a:moveTo>
                <a:lnTo>
                  <a:pt x="2061029" y="0"/>
                </a:lnTo>
                <a:lnTo>
                  <a:pt x="1009198" y="0"/>
                </a:lnTo>
                <a:lnTo>
                  <a:pt x="1009197" y="0"/>
                </a:lnTo>
                <a:lnTo>
                  <a:pt x="826317" y="0"/>
                </a:lnTo>
                <a:lnTo>
                  <a:pt x="0" y="0"/>
                </a:lnTo>
                <a:lnTo>
                  <a:pt x="18570" y="16014"/>
                </a:lnTo>
                <a:cubicBezTo>
                  <a:pt x="59214" y="44715"/>
                  <a:pt x="108211" y="61474"/>
                  <a:pt x="160954" y="61474"/>
                </a:cubicBezTo>
                <a:lnTo>
                  <a:pt x="826317" y="61474"/>
                </a:lnTo>
                <a:lnTo>
                  <a:pt x="1009197" y="61474"/>
                </a:lnTo>
                <a:lnTo>
                  <a:pt x="1009198" y="61474"/>
                </a:lnTo>
                <a:lnTo>
                  <a:pt x="2061029" y="61474"/>
                </a:lnTo>
                <a:lnTo>
                  <a:pt x="2909272" y="61474"/>
                </a:lnTo>
                <a:cubicBezTo>
                  <a:pt x="2962015" y="61474"/>
                  <a:pt x="3011012" y="44715"/>
                  <a:pt x="3051657" y="16014"/>
                </a:cubicBezTo>
                <a:close/>
              </a:path>
            </a:pathLst>
          </a:custGeom>
        </p:spPr>
      </p:pic>
      <p:sp>
        <p:nvSpPr>
          <p:cNvPr id="211" name="TextBox 210">
            <a:extLst>
              <a:ext uri="{FF2B5EF4-FFF2-40B4-BE49-F238E27FC236}">
                <a16:creationId xmlns:a16="http://schemas.microsoft.com/office/drawing/2014/main" id="{DFBAB88B-5333-390C-8488-22C66A88ABCC}"/>
              </a:ext>
            </a:extLst>
          </p:cNvPr>
          <p:cNvSpPr txBox="1"/>
          <p:nvPr/>
        </p:nvSpPr>
        <p:spPr>
          <a:xfrm>
            <a:off x="597408" y="6051846"/>
            <a:ext cx="9195371" cy="415498"/>
          </a:xfrm>
          <a:prstGeom prst="rect">
            <a:avLst/>
          </a:prstGeom>
          <a:noFill/>
        </p:spPr>
        <p:txBody>
          <a:bodyPr wrap="square" lIns="0" tIns="0" rIns="0" bIns="0" rtlCol="0">
            <a:spAutoFit/>
          </a:bodyPr>
          <a:lstStyle/>
          <a:p>
            <a:r>
              <a:rPr lang="en-US" sz="900"/>
              <a:t>*Purview Suite for Business Premium can only be added to customers that have purchase Business Premium and Copilot Business Or Microsoft 365 Copilot Business</a:t>
            </a:r>
            <a:br>
              <a:rPr lang="en-US" sz="900"/>
            </a:br>
            <a:r>
              <a:rPr lang="en-US" sz="900"/>
              <a:t>**Purview Suite for Business Premium is only DLP for emails and files, Intune Plan 1, Entra ID Plan 1.</a:t>
            </a:r>
          </a:p>
          <a:p>
            <a:r>
              <a:rPr lang="en-US" sz="900"/>
              <a:t>Learn more about billing options </a:t>
            </a:r>
            <a:r>
              <a:rPr lang="en-US" sz="900">
                <a:hlinkClick r:id="rId28" action="ppaction://hlinksldjump"/>
              </a:rPr>
              <a:t>here</a:t>
            </a:r>
            <a:r>
              <a:rPr lang="en-US" sz="900"/>
              <a:t>  </a:t>
            </a:r>
          </a:p>
        </p:txBody>
      </p:sp>
    </p:spTree>
    <p:extLst>
      <p:ext uri="{BB962C8B-B14F-4D97-AF65-F5344CB8AC3E}">
        <p14:creationId xmlns:p14="http://schemas.microsoft.com/office/powerpoint/2010/main" val="21011132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42" presetClass="path" presetSubtype="0" decel="100000" fill="hold" grpId="1" nodeType="withEffect">
                                  <p:stCondLst>
                                    <p:cond delay="0"/>
                                  </p:stCondLst>
                                  <p:childTnLst>
                                    <p:animMotion origin="layout" path="M -4.16667E-7 4.81481E-6 L -4.16667E-7 0.03541 " pathEditMode="relative" rAng="0" ptsTypes="AA">
                                      <p:cBhvr>
                                        <p:cTn id="9" dur="700" spd="-100000" fill="hold"/>
                                        <p:tgtEl>
                                          <p:spTgt spid="22"/>
                                        </p:tgtEl>
                                        <p:attrNameLst>
                                          <p:attrName>ppt_x</p:attrName>
                                          <p:attrName>ppt_y</p:attrName>
                                        </p:attrNameLst>
                                      </p:cBhvr>
                                      <p:rCtr x="0" y="1759"/>
                                    </p:animMotion>
                                  </p:childTnLst>
                                </p:cTn>
                              </p:par>
                              <p:par>
                                <p:cTn id="10" presetID="10" presetClass="entr" presetSubtype="0" fill="hold" nodeType="with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par>
                                <p:cTn id="13" presetID="42" presetClass="path" presetSubtype="0" decel="100000" fill="hold" nodeType="withEffect">
                                  <p:stCondLst>
                                    <p:cond delay="0"/>
                                  </p:stCondLst>
                                  <p:childTnLst>
                                    <p:animMotion origin="layout" path="M 1.11022E-16 7.40741E-7 L 1.11022E-16 0.03542 " pathEditMode="relative" rAng="0" ptsTypes="AA">
                                      <p:cBhvr>
                                        <p:cTn id="14" dur="700" spd="-100000" fill="hold"/>
                                        <p:tgtEl>
                                          <p:spTgt spid="37"/>
                                        </p:tgtEl>
                                        <p:attrNameLst>
                                          <p:attrName>ppt_x</p:attrName>
                                          <p:attrName>ppt_y</p:attrName>
                                        </p:attrNameLst>
                                      </p:cBhvr>
                                      <p:rCtr x="0" y="1759"/>
                                    </p:animMotion>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42" presetClass="path" presetSubtype="0" decel="100000" fill="hold" grpId="1" nodeType="withEffect">
                                  <p:stCondLst>
                                    <p:cond delay="0"/>
                                  </p:stCondLst>
                                  <p:childTnLst>
                                    <p:animMotion origin="layout" path="M -4.79167E-6 3.33333E-6 L -4.79167E-6 0.03541 " pathEditMode="relative" rAng="0" ptsTypes="AA">
                                      <p:cBhvr>
                                        <p:cTn id="19" dur="700" spd="-100000" fill="hold"/>
                                        <p:tgtEl>
                                          <p:spTgt spid="9"/>
                                        </p:tgtEl>
                                        <p:attrNameLst>
                                          <p:attrName>ppt_x</p:attrName>
                                          <p:attrName>ppt_y</p:attrName>
                                        </p:attrNameLst>
                                      </p:cBhvr>
                                      <p:rCtr x="0" y="1759"/>
                                    </p:animMotion>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42" presetClass="path" presetSubtype="0" decel="100000" fill="hold" grpId="1" nodeType="withEffect">
                                  <p:stCondLst>
                                    <p:cond delay="0"/>
                                  </p:stCondLst>
                                  <p:childTnLst>
                                    <p:animMotion origin="layout" path="M 2.29167E-6 4.81481E-6 L 2.29167E-6 0.03541 " pathEditMode="relative" rAng="0" ptsTypes="AA">
                                      <p:cBhvr>
                                        <p:cTn id="24" dur="700" spd="-100000" fill="hold"/>
                                        <p:tgtEl>
                                          <p:spTgt spid="10"/>
                                        </p:tgtEl>
                                        <p:attrNameLst>
                                          <p:attrName>ppt_x</p:attrName>
                                          <p:attrName>ppt_y</p:attrName>
                                        </p:attrNameLst>
                                      </p:cBhvr>
                                      <p:rCtr x="0" y="1759"/>
                                    </p:animMotion>
                                  </p:childTnLst>
                                </p:cTn>
                              </p:par>
                              <p:par>
                                <p:cTn id="25" presetID="10"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par>
                                <p:cTn id="28" presetID="42" presetClass="path" presetSubtype="0" decel="100000" fill="hold" grpId="1" nodeType="withEffect">
                                  <p:stCondLst>
                                    <p:cond delay="0"/>
                                  </p:stCondLst>
                                  <p:childTnLst>
                                    <p:animMotion origin="layout" path="M 8.33333E-7 1.11111E-6 L 8.33333E-7 0.03542 " pathEditMode="relative" rAng="0" ptsTypes="AA">
                                      <p:cBhvr>
                                        <p:cTn id="29" dur="700" spd="-100000" fill="hold"/>
                                        <p:tgtEl>
                                          <p:spTgt spid="24"/>
                                        </p:tgtEl>
                                        <p:attrNameLst>
                                          <p:attrName>ppt_x</p:attrName>
                                          <p:attrName>ppt_y</p:attrName>
                                        </p:attrNameLst>
                                      </p:cBhvr>
                                      <p:rCtr x="0" y="1759"/>
                                    </p:animMotion>
                                  </p:childTnLst>
                                </p:cTn>
                              </p:par>
                              <p:par>
                                <p:cTn id="30" presetID="10" presetClass="entr" presetSubtype="0" fill="hold" grpId="0" nodeType="withEffect">
                                  <p:stCondLst>
                                    <p:cond delay="0"/>
                                  </p:stCondLst>
                                  <p:childTnLst>
                                    <p:set>
                                      <p:cBhvr>
                                        <p:cTn id="31" dur="1" fill="hold">
                                          <p:stCondLst>
                                            <p:cond delay="0"/>
                                          </p:stCondLst>
                                        </p:cTn>
                                        <p:tgtEl>
                                          <p:spTgt spid="200"/>
                                        </p:tgtEl>
                                        <p:attrNameLst>
                                          <p:attrName>style.visibility</p:attrName>
                                        </p:attrNameLst>
                                      </p:cBhvr>
                                      <p:to>
                                        <p:strVal val="visible"/>
                                      </p:to>
                                    </p:set>
                                    <p:animEffect transition="in" filter="fade">
                                      <p:cBhvr>
                                        <p:cTn id="32" dur="500"/>
                                        <p:tgtEl>
                                          <p:spTgt spid="200"/>
                                        </p:tgtEl>
                                      </p:cBhvr>
                                    </p:animEffect>
                                  </p:childTnLst>
                                </p:cTn>
                              </p:par>
                              <p:par>
                                <p:cTn id="33" presetID="42" presetClass="path" presetSubtype="0" decel="100000" fill="hold" grpId="1" nodeType="withEffect">
                                  <p:stCondLst>
                                    <p:cond delay="0"/>
                                  </p:stCondLst>
                                  <p:childTnLst>
                                    <p:animMotion origin="layout" path="M 1.66667E-6 -7.40741E-7 L 1.66667E-6 0.03542 " pathEditMode="relative" rAng="0" ptsTypes="AA">
                                      <p:cBhvr>
                                        <p:cTn id="34" dur="700" spd="-100000" fill="hold"/>
                                        <p:tgtEl>
                                          <p:spTgt spid="200"/>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P spid="9" grpId="0" animBg="1"/>
      <p:bldP spid="9" grpId="1" animBg="1"/>
      <p:bldP spid="10" grpId="0" animBg="1"/>
      <p:bldP spid="10" grpId="1" animBg="1"/>
      <p:bldP spid="24" grpId="0" animBg="1"/>
      <p:bldP spid="24" grpId="1" animBg="1"/>
      <p:bldP spid="200" grpId="0" animBg="1"/>
      <p:bldP spid="200"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0A3C-9181-B778-2B53-19446691ACEF}"/>
            </a:ext>
          </a:extLst>
        </p:cNvPr>
        <p:cNvGrpSpPr/>
        <p:nvPr/>
      </p:nvGrpSpPr>
      <p:grpSpPr>
        <a:xfrm>
          <a:off x="0" y="0"/>
          <a:ext cx="0" cy="0"/>
          <a:chOff x="0" y="0"/>
          <a:chExt cx="0" cy="0"/>
        </a:xfrm>
      </p:grpSpPr>
      <p:pic>
        <p:nvPicPr>
          <p:cNvPr id="16" name="Picture 15" descr="People standing in an office">
            <a:extLst>
              <a:ext uri="{FF2B5EF4-FFF2-40B4-BE49-F238E27FC236}">
                <a16:creationId xmlns:a16="http://schemas.microsoft.com/office/drawing/2014/main" id="{CDC7419D-D8B3-8D93-9778-D1A4130920F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6858723" y="-68"/>
            <a:ext cx="5426041" cy="6858000"/>
          </a:xfrm>
          <a:prstGeom prst="rect">
            <a:avLst/>
          </a:prstGeom>
        </p:spPr>
      </p:pic>
      <p:sp>
        <p:nvSpPr>
          <p:cNvPr id="3" name="Title 2">
            <a:extLst>
              <a:ext uri="{FF2B5EF4-FFF2-40B4-BE49-F238E27FC236}">
                <a16:creationId xmlns:a16="http://schemas.microsoft.com/office/drawing/2014/main" id="{7C49ACF3-7466-CE58-F01C-1B9DA78BC80F}"/>
              </a:ext>
            </a:extLst>
          </p:cNvPr>
          <p:cNvSpPr>
            <a:spLocks noGrp="1"/>
          </p:cNvSpPr>
          <p:nvPr>
            <p:ph type="title"/>
          </p:nvPr>
        </p:nvSpPr>
        <p:spPr>
          <a:xfrm>
            <a:off x="576072" y="512064"/>
            <a:ext cx="5219891" cy="984885"/>
          </a:xfrm>
        </p:spPr>
        <p:txBody>
          <a:bodyPr/>
          <a:lstStyle/>
          <a:p>
            <a:r>
              <a:rPr lang="en-US" sz="3200">
                <a:solidFill>
                  <a:srgbClr val="091F2C"/>
                </a:solidFill>
                <a:latin typeface="Segoe Sans Display Semibold"/>
              </a:rPr>
              <a:t>Mid-Term Upgrades: Flexible, Fast, and Cost-Effective</a:t>
            </a:r>
          </a:p>
        </p:txBody>
      </p:sp>
      <p:sp>
        <p:nvSpPr>
          <p:cNvPr id="17" name="Text Placeholder 3">
            <a:extLst>
              <a:ext uri="{FF2B5EF4-FFF2-40B4-BE49-F238E27FC236}">
                <a16:creationId xmlns:a16="http://schemas.microsoft.com/office/drawing/2014/main" id="{BC99D6BE-0BCE-8B8F-96E5-FDC4549D2B05}"/>
              </a:ext>
            </a:extLst>
          </p:cNvPr>
          <p:cNvSpPr>
            <a:spLocks noGrp="1"/>
          </p:cNvSpPr>
          <p:nvPr>
            <p:ph type="body" sz="quarter" idx="11"/>
          </p:nvPr>
        </p:nvSpPr>
        <p:spPr>
          <a:xfrm>
            <a:off x="576072" y="273635"/>
            <a:ext cx="4757206" cy="184666"/>
          </a:xfrm>
        </p:spPr>
        <p:txBody>
          <a:bodyPr/>
          <a:lstStyle/>
          <a:p>
            <a:r>
              <a:rPr lang="en-US">
                <a:solidFill>
                  <a:schemeClr val="accent2"/>
                </a:solidFill>
              </a:rPr>
              <a:t>Partner services</a:t>
            </a:r>
          </a:p>
        </p:txBody>
      </p:sp>
      <p:sp>
        <p:nvSpPr>
          <p:cNvPr id="4" name="Content Placeholder 3">
            <a:extLst>
              <a:ext uri="{FF2B5EF4-FFF2-40B4-BE49-F238E27FC236}">
                <a16:creationId xmlns:a16="http://schemas.microsoft.com/office/drawing/2014/main" id="{66982C3C-BF3E-A6F5-139E-D06D86B86FD8}"/>
              </a:ext>
            </a:extLst>
          </p:cNvPr>
          <p:cNvSpPr>
            <a:spLocks noGrp="1"/>
          </p:cNvSpPr>
          <p:nvPr>
            <p:ph sz="quarter" idx="12"/>
          </p:nvPr>
        </p:nvSpPr>
        <p:spPr>
          <a:xfrm>
            <a:off x="647600" y="1797918"/>
            <a:ext cx="5321300" cy="4625764"/>
          </a:xfrm>
        </p:spPr>
        <p:txBody>
          <a:bodyPr vert="horz" wrap="square" lIns="0" tIns="0" rIns="0" bIns="0" numCol="2" spcCol="365760" rtlCol="0" anchor="t">
            <a:noAutofit/>
          </a:bodyPr>
          <a:lstStyle/>
          <a:p>
            <a:r>
              <a:rPr lang="en-US" sz="1200">
                <a:latin typeface="+mn-lt"/>
                <a:cs typeface="+mn-cs"/>
              </a:rPr>
              <a:t>Upgrading to Copilot Business mid-term gives partners a powerful way to help customers adopt AI without waiting for renewal. The most strategic option is a </a:t>
            </a:r>
            <a:r>
              <a:rPr lang="en-US" sz="1200" b="1">
                <a:latin typeface="+mn-lt"/>
                <a:cs typeface="+mn-cs"/>
              </a:rPr>
              <a:t>full mid-term upgrade for all seats</a:t>
            </a:r>
            <a:r>
              <a:rPr lang="en-US" sz="1200">
                <a:latin typeface="+mn-lt"/>
                <a:cs typeface="+mn-cs"/>
              </a:rPr>
              <a:t>, which transitions the entire subscription to include Copilot immediately. This approach simplifies management, ensures consistency across the organization, and unlocks promotional discounts during the upgrade window. By leading with this scenario, partners can position Copilot as an urgent productivity and security enhancement rather than a future consideration. </a:t>
            </a:r>
          </a:p>
          <a:p>
            <a:r>
              <a:rPr lang="en-US" sz="1200">
                <a:latin typeface="+mn-lt"/>
                <a:cs typeface="+mn-cs"/>
              </a:rPr>
              <a:t>The alternative is a partial mid-term upgrade, where only select seats are upgraded. While this can address specific departmental needs, these seats must align with the existing subscription expiration date, creating a “snap-to” requirement. This limits flexibility and can complicate license management compared to a full upgrade. Partners should clearly communicate this trade-off, so customers understand the operational and cost implications.</a:t>
            </a:r>
          </a:p>
          <a:p>
            <a:r>
              <a:rPr lang="en-US" sz="1200">
                <a:latin typeface="+mn-lt"/>
                <a:cs typeface="+mn-cs"/>
              </a:rPr>
              <a:t>Ultimately, full mid-term upgrades offer the greatest flexibility because they allow customers to add additional licenses throughout the subscription term at promotional pricing. This eliminates staggered expirations and makes scaling Copilot adoption easier as business needs evolve. By emphasizing unified licensing, simplified management, and cost savings, partners can frame mid-term upgrades as a proactive investment that accelerates AI adoption and delivers immediate value.</a:t>
            </a:r>
          </a:p>
        </p:txBody>
      </p:sp>
      <p:grpSp>
        <p:nvGrpSpPr>
          <p:cNvPr id="43" name="Group 42">
            <a:extLst>
              <a:ext uri="{FF2B5EF4-FFF2-40B4-BE49-F238E27FC236}">
                <a16:creationId xmlns:a16="http://schemas.microsoft.com/office/drawing/2014/main" id="{A075CD5E-48E8-B565-046B-E50FC608AEA1}"/>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44" name="Rectangle: Single Corner Rounded 43">
              <a:extLst>
                <a:ext uri="{FF2B5EF4-FFF2-40B4-BE49-F238E27FC236}">
                  <a16:creationId xmlns:a16="http://schemas.microsoft.com/office/drawing/2014/main" id="{E080F27B-F793-574A-8822-15C8EDC21837}"/>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45" name="Straight Connector 44">
              <a:extLst>
                <a:ext uri="{FF2B5EF4-FFF2-40B4-BE49-F238E27FC236}">
                  <a16:creationId xmlns:a16="http://schemas.microsoft.com/office/drawing/2014/main" id="{03B24408-6453-DDCA-98CC-974F017BCABE}"/>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6" name="Isosceles Triangle 45">
              <a:hlinkClick r:id="" action="ppaction://hlinkshowjump?jump=previousslide"/>
              <a:extLst>
                <a:ext uri="{FF2B5EF4-FFF2-40B4-BE49-F238E27FC236}">
                  <a16:creationId xmlns:a16="http://schemas.microsoft.com/office/drawing/2014/main" id="{C29AA5B7-8ED3-176E-1D98-B48804C5D298}"/>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47" name="Isosceles Triangle 46">
              <a:hlinkClick r:id="" action="ppaction://hlinkshowjump?jump=nextslide"/>
              <a:extLst>
                <a:ext uri="{FF2B5EF4-FFF2-40B4-BE49-F238E27FC236}">
                  <a16:creationId xmlns:a16="http://schemas.microsoft.com/office/drawing/2014/main" id="{F933B411-233E-0A4A-6FCF-38940F63D672}"/>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48" name="Graphic 47" descr="Home outline">
              <a:hlinkClick r:id="rId3" action="ppaction://hlinksldjump"/>
              <a:extLst>
                <a:ext uri="{FF2B5EF4-FFF2-40B4-BE49-F238E27FC236}">
                  <a16:creationId xmlns:a16="http://schemas.microsoft.com/office/drawing/2014/main" id="{E52A2F63-A079-49F0-B7FA-BB921C65C418}"/>
                </a:ext>
              </a:extLst>
            </p:cNvPr>
            <p:cNvPicPr>
              <a:picLocks noChangeAspect="1"/>
            </p:cNvPicPr>
            <p:nvPr/>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nvGrpSpPr>
          <p:cNvPr id="6" name="Group 5">
            <a:extLst>
              <a:ext uri="{FF2B5EF4-FFF2-40B4-BE49-F238E27FC236}">
                <a16:creationId xmlns:a16="http://schemas.microsoft.com/office/drawing/2014/main" id="{BA4908E1-EF73-1130-26FF-74CE240A8986}"/>
              </a:ext>
              <a:ext uri="{C183D7F6-B498-43B3-948B-1728B52AA6E4}">
                <adec:decorative xmlns:adec="http://schemas.microsoft.com/office/drawing/2017/decorative" val="1"/>
              </a:ext>
            </a:extLst>
          </p:cNvPr>
          <p:cNvGrpSpPr/>
          <p:nvPr/>
        </p:nvGrpSpPr>
        <p:grpSpPr>
          <a:xfrm>
            <a:off x="0" y="6423682"/>
            <a:ext cx="12192000" cy="434250"/>
            <a:chOff x="0" y="6423682"/>
            <a:chExt cx="12192000" cy="434250"/>
          </a:xfrm>
        </p:grpSpPr>
        <p:pic>
          <p:nvPicPr>
            <p:cNvPr id="7" name="Picture 6" descr="A colorful gradient going from darker blue on the left side to light blue to magenta to orange on the right side">
              <a:extLst>
                <a:ext uri="{FF2B5EF4-FFF2-40B4-BE49-F238E27FC236}">
                  <a16:creationId xmlns:a16="http://schemas.microsoft.com/office/drawing/2014/main" id="{D5CAC44F-873F-FFE0-7A13-E535A71BE127}"/>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8" name="Group 7">
              <a:extLst>
                <a:ext uri="{FF2B5EF4-FFF2-40B4-BE49-F238E27FC236}">
                  <a16:creationId xmlns:a16="http://schemas.microsoft.com/office/drawing/2014/main" id="{E847F19F-AE37-CF68-3E4E-715FF074C1E4}"/>
                </a:ext>
              </a:extLst>
            </p:cNvPr>
            <p:cNvGrpSpPr/>
            <p:nvPr userDrawn="1"/>
          </p:nvGrpSpPr>
          <p:grpSpPr>
            <a:xfrm>
              <a:off x="10794205" y="6423682"/>
              <a:ext cx="1397795" cy="434250"/>
              <a:chOff x="10794205" y="6423682"/>
              <a:chExt cx="1397795" cy="434250"/>
            </a:xfrm>
          </p:grpSpPr>
          <p:sp>
            <p:nvSpPr>
              <p:cNvPr id="9" name="Rectangle: Single Corner Rounded 8">
                <a:extLst>
                  <a:ext uri="{FF2B5EF4-FFF2-40B4-BE49-F238E27FC236}">
                    <a16:creationId xmlns:a16="http://schemas.microsoft.com/office/drawing/2014/main" id="{03B1236B-DFCF-D0C0-761D-17F7E62EF342}"/>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0" name="Straight Connector 9">
                <a:extLst>
                  <a:ext uri="{FF2B5EF4-FFF2-40B4-BE49-F238E27FC236}">
                    <a16:creationId xmlns:a16="http://schemas.microsoft.com/office/drawing/2014/main" id="{01C5FDB8-FE9B-04D5-3A2E-B0943BBCA30B}"/>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Isosceles Triangle 10">
                <a:hlinkClick r:id="" action="ppaction://hlinkshowjump?jump=previousslide"/>
                <a:extLst>
                  <a:ext uri="{FF2B5EF4-FFF2-40B4-BE49-F238E27FC236}">
                    <a16:creationId xmlns:a16="http://schemas.microsoft.com/office/drawing/2014/main" id="{0D162D82-1FFB-1AC2-8F69-3C7E759E338B}"/>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2" name="Isosceles Triangle 11">
                <a:hlinkClick r:id="" action="ppaction://hlinkshowjump?jump=nextslide"/>
                <a:extLst>
                  <a:ext uri="{FF2B5EF4-FFF2-40B4-BE49-F238E27FC236}">
                    <a16:creationId xmlns:a16="http://schemas.microsoft.com/office/drawing/2014/main" id="{80AD9FC7-2A1E-8C07-94D6-EA78844EAD46}"/>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3" name="Graphic 12" descr="Home outline">
                <a:hlinkClick r:id="rId3" action="ppaction://hlinksldjump"/>
                <a:extLst>
                  <a:ext uri="{FF2B5EF4-FFF2-40B4-BE49-F238E27FC236}">
                    <a16:creationId xmlns:a16="http://schemas.microsoft.com/office/drawing/2014/main" id="{44323E98-89AB-426D-5939-DA114677462B}"/>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spTree>
    <p:extLst>
      <p:ext uri="{BB962C8B-B14F-4D97-AF65-F5344CB8AC3E}">
        <p14:creationId xmlns:p14="http://schemas.microsoft.com/office/powerpoint/2010/main" val="268637959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576E2-561B-726D-7074-306D8A1C58D6}"/>
            </a:ext>
          </a:extLst>
        </p:cNvPr>
        <p:cNvGrpSpPr/>
        <p:nvPr/>
      </p:nvGrpSpPr>
      <p:grpSpPr>
        <a:xfrm>
          <a:off x="0" y="0"/>
          <a:ext cx="0" cy="0"/>
          <a:chOff x="0" y="0"/>
          <a:chExt cx="0" cy="0"/>
        </a:xfrm>
      </p:grpSpPr>
      <p:pic>
        <p:nvPicPr>
          <p:cNvPr id="19" name="Picture 18" descr="Hand holding pen and typing on computer">
            <a:extLst>
              <a:ext uri="{FF2B5EF4-FFF2-40B4-BE49-F238E27FC236}">
                <a16:creationId xmlns:a16="http://schemas.microsoft.com/office/drawing/2014/main" id="{515E8F16-4BF0-9929-A0DC-8421EF79262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6891882" y="-68"/>
            <a:ext cx="5321299" cy="6732316"/>
          </a:xfrm>
          <a:prstGeom prst="rect">
            <a:avLst/>
          </a:prstGeom>
        </p:spPr>
      </p:pic>
      <p:sp>
        <p:nvSpPr>
          <p:cNvPr id="3" name="Title 2">
            <a:extLst>
              <a:ext uri="{FF2B5EF4-FFF2-40B4-BE49-F238E27FC236}">
                <a16:creationId xmlns:a16="http://schemas.microsoft.com/office/drawing/2014/main" id="{DE7E6982-F8CC-776D-60A1-D812271F80A1}"/>
              </a:ext>
            </a:extLst>
          </p:cNvPr>
          <p:cNvSpPr>
            <a:spLocks noGrp="1"/>
          </p:cNvSpPr>
          <p:nvPr>
            <p:ph type="title"/>
          </p:nvPr>
        </p:nvSpPr>
        <p:spPr>
          <a:xfrm>
            <a:off x="576072" y="512064"/>
            <a:ext cx="5219891" cy="984885"/>
          </a:xfrm>
        </p:spPr>
        <p:txBody>
          <a:bodyPr/>
          <a:lstStyle/>
          <a:p>
            <a:r>
              <a:rPr lang="en-US" sz="3200">
                <a:solidFill>
                  <a:srgbClr val="091F2C"/>
                </a:solidFill>
                <a:latin typeface="Segoe Sans Display Semibold"/>
              </a:rPr>
              <a:t>Flexible billing options through annual/monthly </a:t>
            </a:r>
          </a:p>
        </p:txBody>
      </p:sp>
      <p:sp>
        <p:nvSpPr>
          <p:cNvPr id="17" name="Text Placeholder 3">
            <a:extLst>
              <a:ext uri="{FF2B5EF4-FFF2-40B4-BE49-F238E27FC236}">
                <a16:creationId xmlns:a16="http://schemas.microsoft.com/office/drawing/2014/main" id="{6112A178-E150-7CA5-1630-4FD685F5E6CD}"/>
              </a:ext>
            </a:extLst>
          </p:cNvPr>
          <p:cNvSpPr>
            <a:spLocks noGrp="1"/>
          </p:cNvSpPr>
          <p:nvPr>
            <p:ph type="body" sz="quarter" idx="11"/>
          </p:nvPr>
        </p:nvSpPr>
        <p:spPr>
          <a:xfrm>
            <a:off x="576072" y="273635"/>
            <a:ext cx="4757206" cy="184666"/>
          </a:xfrm>
        </p:spPr>
        <p:txBody>
          <a:bodyPr/>
          <a:lstStyle/>
          <a:p>
            <a:r>
              <a:rPr lang="en-US">
                <a:solidFill>
                  <a:schemeClr val="accent2"/>
                </a:solidFill>
              </a:rPr>
              <a:t>Partner services</a:t>
            </a:r>
          </a:p>
        </p:txBody>
      </p:sp>
      <p:sp>
        <p:nvSpPr>
          <p:cNvPr id="4" name="Content Placeholder 3">
            <a:extLst>
              <a:ext uri="{FF2B5EF4-FFF2-40B4-BE49-F238E27FC236}">
                <a16:creationId xmlns:a16="http://schemas.microsoft.com/office/drawing/2014/main" id="{0955171B-610C-51BA-1FA2-C61498A84013}"/>
              </a:ext>
            </a:extLst>
          </p:cNvPr>
          <p:cNvSpPr>
            <a:spLocks noGrp="1"/>
          </p:cNvSpPr>
          <p:nvPr>
            <p:ph sz="quarter" idx="12"/>
          </p:nvPr>
        </p:nvSpPr>
        <p:spPr>
          <a:xfrm>
            <a:off x="647600" y="1797918"/>
            <a:ext cx="5321300" cy="2959962"/>
          </a:xfrm>
        </p:spPr>
        <p:txBody>
          <a:bodyPr vert="horz" wrap="square" lIns="0" tIns="0" rIns="0" bIns="0" numCol="2" spcCol="365760" rtlCol="0" anchor="t">
            <a:noAutofit/>
          </a:bodyPr>
          <a:lstStyle/>
          <a:p>
            <a:pPr lvl="1">
              <a:lnSpc>
                <a:spcPct val="110000"/>
              </a:lnSpc>
            </a:pPr>
            <a:r>
              <a:rPr lang="en-US" sz="1200"/>
              <a:t>Microsoft 365 Copilot offers two subscription options: an annual commitment paid yearly, or an annual commitment paid monthly. The yearly payment option allows customers to purchase and pay for the entire subscription term upfront. </a:t>
            </a:r>
          </a:p>
          <a:p>
            <a:pPr lvl="1">
              <a:lnSpc>
                <a:spcPct val="110000"/>
              </a:lnSpc>
            </a:pPr>
            <a:r>
              <a:rPr lang="en-US" sz="1200"/>
              <a:t>Alternatively, the annual commitment paid monthly option provides flexibility designed to provide customers with the benefits of an annual subscription while easing their cash flow. Instead of paying the entire annual subscription upfront, customers can spread the cost over 12 monthly payments. This approach allows businesses to manage their budgets more effectively and invest in additional licenses or services as needed.</a:t>
            </a:r>
          </a:p>
          <a:p>
            <a:pPr lvl="1">
              <a:lnSpc>
                <a:spcPct val="110000"/>
              </a:lnSpc>
            </a:pPr>
            <a:r>
              <a:rPr lang="en-US" sz="1200"/>
              <a:t>Customers who choose this plan will pay a slightly higher rate—5% more than the annual upfront payment option—but will benefit from the convenience of monthly payments. This flexibility is particularly advantageous for businesses looking to scale their use of Copilot without a significant initial investment.</a:t>
            </a:r>
          </a:p>
        </p:txBody>
      </p:sp>
      <p:grpSp>
        <p:nvGrpSpPr>
          <p:cNvPr id="43" name="Group 42">
            <a:extLst>
              <a:ext uri="{FF2B5EF4-FFF2-40B4-BE49-F238E27FC236}">
                <a16:creationId xmlns:a16="http://schemas.microsoft.com/office/drawing/2014/main" id="{C79C7137-4C72-3EC2-85DE-353B5C2CBF47}"/>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44" name="Rectangle: Single Corner Rounded 43">
              <a:extLst>
                <a:ext uri="{FF2B5EF4-FFF2-40B4-BE49-F238E27FC236}">
                  <a16:creationId xmlns:a16="http://schemas.microsoft.com/office/drawing/2014/main" id="{44D94C9B-1103-2FD9-01F6-A6EFDF18EC03}"/>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45" name="Straight Connector 44">
              <a:extLst>
                <a:ext uri="{FF2B5EF4-FFF2-40B4-BE49-F238E27FC236}">
                  <a16:creationId xmlns:a16="http://schemas.microsoft.com/office/drawing/2014/main" id="{6BCB1E64-0ED9-9A52-D856-C856ACCC6435}"/>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46" name="Isosceles Triangle 45">
              <a:hlinkClick r:id="" action="ppaction://hlinkshowjump?jump=previousslide"/>
              <a:extLst>
                <a:ext uri="{FF2B5EF4-FFF2-40B4-BE49-F238E27FC236}">
                  <a16:creationId xmlns:a16="http://schemas.microsoft.com/office/drawing/2014/main" id="{94B099F3-66EB-5000-470C-F407F25367C8}"/>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47" name="Isosceles Triangle 46">
              <a:hlinkClick r:id="" action="ppaction://hlinkshowjump?jump=nextslide"/>
              <a:extLst>
                <a:ext uri="{FF2B5EF4-FFF2-40B4-BE49-F238E27FC236}">
                  <a16:creationId xmlns:a16="http://schemas.microsoft.com/office/drawing/2014/main" id="{79C627B8-DD34-35C9-BAF5-8AA0DA5E9413}"/>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48" name="Graphic 47" descr="Home outline">
              <a:hlinkClick r:id="rId3" action="ppaction://hlinksldjump"/>
              <a:extLst>
                <a:ext uri="{FF2B5EF4-FFF2-40B4-BE49-F238E27FC236}">
                  <a16:creationId xmlns:a16="http://schemas.microsoft.com/office/drawing/2014/main" id="{A9151060-6068-6A5C-8A77-BCB460F71C80}"/>
                </a:ext>
              </a:extLst>
            </p:cNvPr>
            <p:cNvPicPr>
              <a:picLocks noChangeAspect="1"/>
            </p:cNvPicPr>
            <p:nvPr/>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nvGrpSpPr>
          <p:cNvPr id="6" name="Group 5">
            <a:extLst>
              <a:ext uri="{FF2B5EF4-FFF2-40B4-BE49-F238E27FC236}">
                <a16:creationId xmlns:a16="http://schemas.microsoft.com/office/drawing/2014/main" id="{4694B6C2-7D45-EBD5-D42D-017653FA4F3A}"/>
              </a:ext>
              <a:ext uri="{C183D7F6-B498-43B3-948B-1728B52AA6E4}">
                <adec:decorative xmlns:adec="http://schemas.microsoft.com/office/drawing/2017/decorative" val="1"/>
              </a:ext>
            </a:extLst>
          </p:cNvPr>
          <p:cNvGrpSpPr/>
          <p:nvPr/>
        </p:nvGrpSpPr>
        <p:grpSpPr>
          <a:xfrm>
            <a:off x="0" y="6423682"/>
            <a:ext cx="12192000" cy="434250"/>
            <a:chOff x="0" y="6423682"/>
            <a:chExt cx="12192000" cy="434250"/>
          </a:xfrm>
        </p:grpSpPr>
        <p:pic>
          <p:nvPicPr>
            <p:cNvPr id="7" name="Picture 6" descr="A colorful gradient going from darker blue on the left side to light blue to magenta to orange on the right side">
              <a:extLst>
                <a:ext uri="{FF2B5EF4-FFF2-40B4-BE49-F238E27FC236}">
                  <a16:creationId xmlns:a16="http://schemas.microsoft.com/office/drawing/2014/main" id="{0B27BB2D-373B-83D8-66E1-DF1733FEC020}"/>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0" y="6724651"/>
              <a:ext cx="12188952" cy="133281"/>
            </a:xfrm>
            <a:prstGeom prst="roundRect">
              <a:avLst>
                <a:gd name="adj" fmla="val 0"/>
              </a:avLst>
            </a:prstGeom>
          </p:spPr>
        </p:pic>
        <p:grpSp>
          <p:nvGrpSpPr>
            <p:cNvPr id="8" name="Group 7">
              <a:extLst>
                <a:ext uri="{FF2B5EF4-FFF2-40B4-BE49-F238E27FC236}">
                  <a16:creationId xmlns:a16="http://schemas.microsoft.com/office/drawing/2014/main" id="{BC6F59A9-C2EE-E55C-EB42-D2C35019D9F6}"/>
                </a:ext>
              </a:extLst>
            </p:cNvPr>
            <p:cNvGrpSpPr/>
            <p:nvPr userDrawn="1"/>
          </p:nvGrpSpPr>
          <p:grpSpPr>
            <a:xfrm>
              <a:off x="10794205" y="6423682"/>
              <a:ext cx="1397795" cy="434250"/>
              <a:chOff x="10794205" y="6423682"/>
              <a:chExt cx="1397795" cy="434250"/>
            </a:xfrm>
          </p:grpSpPr>
          <p:sp>
            <p:nvSpPr>
              <p:cNvPr id="9" name="Rectangle: Single Corner Rounded 8">
                <a:extLst>
                  <a:ext uri="{FF2B5EF4-FFF2-40B4-BE49-F238E27FC236}">
                    <a16:creationId xmlns:a16="http://schemas.microsoft.com/office/drawing/2014/main" id="{E3B6FEC6-B3B8-EE25-1C01-2B538A0BDA8C}"/>
                  </a:ext>
                </a:extLst>
              </p:cNvPr>
              <p:cNvSpPr/>
              <p:nvPr userDrawn="1"/>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0" name="Straight Connector 9">
                <a:extLst>
                  <a:ext uri="{FF2B5EF4-FFF2-40B4-BE49-F238E27FC236}">
                    <a16:creationId xmlns:a16="http://schemas.microsoft.com/office/drawing/2014/main" id="{1BB58B27-1813-7806-906A-5FE061549B10}"/>
                  </a:ext>
                  <a:ext uri="{C183D7F6-B498-43B3-948B-1728B52AA6E4}">
                    <adec:decorative xmlns:adec="http://schemas.microsoft.com/office/drawing/2017/decorative" val="1"/>
                  </a:ext>
                </a:extLst>
              </p:cNvPr>
              <p:cNvCxnSpPr>
                <a:cxnSpLocks/>
              </p:cNvCxnSpPr>
              <p:nvPr userDrawn="1"/>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Isosceles Triangle 10">
                <a:hlinkClick r:id="" action="ppaction://hlinkshowjump?jump=previousslide"/>
                <a:extLst>
                  <a:ext uri="{FF2B5EF4-FFF2-40B4-BE49-F238E27FC236}">
                    <a16:creationId xmlns:a16="http://schemas.microsoft.com/office/drawing/2014/main" id="{5E80D055-0D0B-B35D-4C81-E766CA5C058F}"/>
                  </a:ext>
                </a:extLst>
              </p:cNvPr>
              <p:cNvSpPr/>
              <p:nvPr userDrawn="1"/>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2" name="Isosceles Triangle 11">
                <a:hlinkClick r:id="" action="ppaction://hlinkshowjump?jump=nextslide"/>
                <a:extLst>
                  <a:ext uri="{FF2B5EF4-FFF2-40B4-BE49-F238E27FC236}">
                    <a16:creationId xmlns:a16="http://schemas.microsoft.com/office/drawing/2014/main" id="{B212456E-0A34-0309-D9C6-2E8DFE4C5659}"/>
                  </a:ext>
                </a:extLst>
              </p:cNvPr>
              <p:cNvSpPr/>
              <p:nvPr userDrawn="1"/>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3" name="Graphic 12" descr="Home outline">
                <a:hlinkClick r:id="rId3" action="ppaction://hlinksldjump"/>
                <a:extLst>
                  <a:ext uri="{FF2B5EF4-FFF2-40B4-BE49-F238E27FC236}">
                    <a16:creationId xmlns:a16="http://schemas.microsoft.com/office/drawing/2014/main" id="{55E53797-1D41-ECF9-E7FB-E6B27623CDEB}"/>
                  </a:ext>
                </a:extLst>
              </p:cNvPr>
              <p:cNvPicPr>
                <a:picLocks noChangeAspect="1"/>
              </p:cNvPicPr>
              <p:nvPr userDrawn="1"/>
            </p:nvPicPr>
            <p:blipFill>
              <a:blip r:embed="rId4">
                <a:extLst>
                  <a:ext uri="{96DAC541-7B7A-43D3-8B79-37D633B846F1}">
                    <asvg:svgBlip xmlns:asvg="http://schemas.microsoft.com/office/drawing/2016/SVG/main" r:embed="rId5"/>
                  </a:ext>
                </a:extLst>
              </a:blip>
              <a:srcRect l="69" r="69"/>
              <a:stretch/>
            </p:blipFill>
            <p:spPr>
              <a:xfrm>
                <a:off x="10995722" y="6495372"/>
                <a:ext cx="290467" cy="290871"/>
              </a:xfrm>
              <a:prstGeom prst="rect">
                <a:avLst/>
              </a:prstGeom>
            </p:spPr>
          </p:pic>
        </p:grpSp>
      </p:grpSp>
      <p:grpSp>
        <p:nvGrpSpPr>
          <p:cNvPr id="16" name="Group 15">
            <a:extLst>
              <a:ext uri="{FF2B5EF4-FFF2-40B4-BE49-F238E27FC236}">
                <a16:creationId xmlns:a16="http://schemas.microsoft.com/office/drawing/2014/main" id="{C5082181-D5D6-F54D-075B-056390E5B7C2}"/>
              </a:ext>
            </a:extLst>
          </p:cNvPr>
          <p:cNvGrpSpPr/>
          <p:nvPr/>
        </p:nvGrpSpPr>
        <p:grpSpPr>
          <a:xfrm>
            <a:off x="1316440" y="5509023"/>
            <a:ext cx="3548654" cy="348454"/>
            <a:chOff x="1411690" y="5552124"/>
            <a:chExt cx="3548654" cy="348454"/>
          </a:xfrm>
        </p:grpSpPr>
        <p:sp>
          <p:nvSpPr>
            <p:cNvPr id="30" name="Rectangle: Rounded Corners 29">
              <a:extLst>
                <a:ext uri="{FF2B5EF4-FFF2-40B4-BE49-F238E27FC236}">
                  <a16:creationId xmlns:a16="http://schemas.microsoft.com/office/drawing/2014/main" id="{DCD3C65D-61D3-6E73-A1ED-042A6925879B}"/>
                </a:ext>
              </a:extLst>
            </p:cNvPr>
            <p:cNvSpPr/>
            <p:nvPr/>
          </p:nvSpPr>
          <p:spPr bwMode="auto">
            <a:xfrm>
              <a:off x="1411690" y="5552124"/>
              <a:ext cx="3548654" cy="348454"/>
            </a:xfrm>
            <a:prstGeom prst="roundRect">
              <a:avLst>
                <a:gd name="adj" fmla="val 50000"/>
              </a:avLst>
            </a:prstGeom>
            <a:gradFill>
              <a:gsLst>
                <a:gs pos="96503">
                  <a:schemeClr val="accent3"/>
                </a:gs>
                <a:gs pos="33000">
                  <a:schemeClr val="accent1">
                    <a:lumMod val="60000"/>
                    <a:lumOff val="40000"/>
                  </a:schemeClr>
                </a:gs>
                <a:gs pos="66000">
                  <a:schemeClr val="accent2">
                    <a:lumMod val="75000"/>
                    <a:lumOff val="25000"/>
                  </a:schemeClr>
                </a:gs>
                <a:gs pos="0">
                  <a:schemeClr val="accent1"/>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rgbClr val="FFFFFF"/>
                </a:solidFill>
                <a:latin typeface="Segoe Sans Display"/>
                <a:cs typeface="Segoe UI" pitchFamily="34" charset="0"/>
              </a:endParaRPr>
            </a:p>
          </p:txBody>
        </p:sp>
        <p:grpSp>
          <p:nvGrpSpPr>
            <p:cNvPr id="40" name="Group 39">
              <a:extLst>
                <a:ext uri="{FF2B5EF4-FFF2-40B4-BE49-F238E27FC236}">
                  <a16:creationId xmlns:a16="http://schemas.microsoft.com/office/drawing/2014/main" id="{E36348CE-A8E9-90DB-900F-8F92381AE7F8}"/>
                </a:ext>
                <a:ext uri="{C183D7F6-B498-43B3-948B-1728B52AA6E4}">
                  <adec:decorative xmlns:adec="http://schemas.microsoft.com/office/drawing/2017/decorative" val="1"/>
                </a:ext>
              </a:extLst>
            </p:cNvPr>
            <p:cNvGrpSpPr/>
            <p:nvPr/>
          </p:nvGrpSpPr>
          <p:grpSpPr>
            <a:xfrm>
              <a:off x="1469575" y="5603413"/>
              <a:ext cx="243402" cy="243402"/>
              <a:chOff x="5605462" y="2938462"/>
              <a:chExt cx="981075" cy="981075"/>
            </a:xfrm>
            <a:solidFill>
              <a:schemeClr val="bg1"/>
            </a:solidFill>
          </p:grpSpPr>
          <p:sp>
            <p:nvSpPr>
              <p:cNvPr id="38" name="Freeform: Shape 37">
                <a:extLst>
                  <a:ext uri="{FF2B5EF4-FFF2-40B4-BE49-F238E27FC236}">
                    <a16:creationId xmlns:a16="http://schemas.microsoft.com/office/drawing/2014/main" id="{961430B7-5178-E0D4-4AF6-7466B2920F96}"/>
                  </a:ext>
                </a:extLst>
              </p:cNvPr>
              <p:cNvSpPr/>
              <p:nvPr/>
            </p:nvSpPr>
            <p:spPr>
              <a:xfrm>
                <a:off x="5605462" y="2938462"/>
                <a:ext cx="981075" cy="981075"/>
              </a:xfrm>
              <a:custGeom>
                <a:avLst/>
                <a:gdLst>
                  <a:gd name="connsiteX0" fmla="*/ 490538 w 981075"/>
                  <a:gd name="connsiteY0" fmla="*/ 66675 h 981075"/>
                  <a:gd name="connsiteX1" fmla="*/ 66675 w 981075"/>
                  <a:gd name="connsiteY1" fmla="*/ 490538 h 981075"/>
                  <a:gd name="connsiteX2" fmla="*/ 490538 w 981075"/>
                  <a:gd name="connsiteY2" fmla="*/ 914400 h 981075"/>
                  <a:gd name="connsiteX3" fmla="*/ 914400 w 981075"/>
                  <a:gd name="connsiteY3" fmla="*/ 490538 h 981075"/>
                  <a:gd name="connsiteX4" fmla="*/ 490538 w 981075"/>
                  <a:gd name="connsiteY4" fmla="*/ 66675 h 981075"/>
                  <a:gd name="connsiteX5" fmla="*/ 490538 w 981075"/>
                  <a:gd name="connsiteY5" fmla="*/ 981075 h 981075"/>
                  <a:gd name="connsiteX6" fmla="*/ 0 w 981075"/>
                  <a:gd name="connsiteY6" fmla="*/ 490538 h 981075"/>
                  <a:gd name="connsiteX7" fmla="*/ 490538 w 981075"/>
                  <a:gd name="connsiteY7" fmla="*/ 0 h 981075"/>
                  <a:gd name="connsiteX8" fmla="*/ 981075 w 981075"/>
                  <a:gd name="connsiteY8" fmla="*/ 490538 h 981075"/>
                  <a:gd name="connsiteX9" fmla="*/ 490538 w 981075"/>
                  <a:gd name="connsiteY9" fmla="*/ 981075 h 98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81075" h="981075">
                    <a:moveTo>
                      <a:pt x="490538" y="66675"/>
                    </a:moveTo>
                    <a:cubicBezTo>
                      <a:pt x="256794" y="66675"/>
                      <a:pt x="66675" y="256794"/>
                      <a:pt x="66675" y="490538"/>
                    </a:cubicBezTo>
                    <a:cubicBezTo>
                      <a:pt x="66675" y="724281"/>
                      <a:pt x="256794" y="914400"/>
                      <a:pt x="490538" y="914400"/>
                    </a:cubicBezTo>
                    <a:cubicBezTo>
                      <a:pt x="724281" y="914400"/>
                      <a:pt x="914400" y="724281"/>
                      <a:pt x="914400" y="490538"/>
                    </a:cubicBezTo>
                    <a:cubicBezTo>
                      <a:pt x="914400" y="256794"/>
                      <a:pt x="724281" y="66675"/>
                      <a:pt x="490538" y="66675"/>
                    </a:cubicBezTo>
                    <a:moveTo>
                      <a:pt x="490538" y="981075"/>
                    </a:moveTo>
                    <a:cubicBezTo>
                      <a:pt x="220028" y="981075"/>
                      <a:pt x="0" y="761048"/>
                      <a:pt x="0" y="490538"/>
                    </a:cubicBezTo>
                    <a:cubicBezTo>
                      <a:pt x="0" y="220028"/>
                      <a:pt x="220028" y="0"/>
                      <a:pt x="490538" y="0"/>
                    </a:cubicBezTo>
                    <a:cubicBezTo>
                      <a:pt x="761048" y="0"/>
                      <a:pt x="981075" y="220028"/>
                      <a:pt x="981075" y="490538"/>
                    </a:cubicBezTo>
                    <a:cubicBezTo>
                      <a:pt x="981075" y="761048"/>
                      <a:pt x="761048" y="981075"/>
                      <a:pt x="490538" y="981075"/>
                    </a:cubicBezTo>
                  </a:path>
                </a:pathLst>
              </a:custGeom>
              <a:grpFill/>
              <a:ln w="952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Sans Display"/>
                  <a:ea typeface="+mn-ea"/>
                  <a:cs typeface="+mn-cs"/>
                </a:endParaRPr>
              </a:p>
            </p:txBody>
          </p:sp>
          <p:sp>
            <p:nvSpPr>
              <p:cNvPr id="39" name="Freeform: Shape 38">
                <a:extLst>
                  <a:ext uri="{FF2B5EF4-FFF2-40B4-BE49-F238E27FC236}">
                    <a16:creationId xmlns:a16="http://schemas.microsoft.com/office/drawing/2014/main" id="{4CEA8BCE-55E4-66FE-2A0A-338D499BD09A}"/>
                  </a:ext>
                </a:extLst>
              </p:cNvPr>
              <p:cNvSpPr/>
              <p:nvPr/>
            </p:nvSpPr>
            <p:spPr>
              <a:xfrm>
                <a:off x="5834062" y="3205181"/>
                <a:ext cx="481012" cy="438130"/>
              </a:xfrm>
              <a:custGeom>
                <a:avLst/>
                <a:gdLst>
                  <a:gd name="connsiteX0" fmla="*/ 470059 w 481012"/>
                  <a:gd name="connsiteY0" fmla="*/ 194386 h 438130"/>
                  <a:gd name="connsiteX1" fmla="*/ 265271 w 481012"/>
                  <a:gd name="connsiteY1" fmla="*/ 8648 h 438130"/>
                  <a:gd name="connsiteX2" fmla="*/ 218218 w 481012"/>
                  <a:gd name="connsiteY2" fmla="*/ 10934 h 438130"/>
                  <a:gd name="connsiteX3" fmla="*/ 220504 w 481012"/>
                  <a:gd name="connsiteY3" fmla="*/ 57988 h 438130"/>
                  <a:gd name="connsiteX4" fmla="*/ 361283 w 481012"/>
                  <a:gd name="connsiteY4" fmla="*/ 185718 h 438130"/>
                  <a:gd name="connsiteX5" fmla="*/ 33338 w 481012"/>
                  <a:gd name="connsiteY5" fmla="*/ 185718 h 438130"/>
                  <a:gd name="connsiteX6" fmla="*/ 0 w 481012"/>
                  <a:gd name="connsiteY6" fmla="*/ 219056 h 438130"/>
                  <a:gd name="connsiteX7" fmla="*/ 33338 w 481012"/>
                  <a:gd name="connsiteY7" fmla="*/ 252393 h 438130"/>
                  <a:gd name="connsiteX8" fmla="*/ 361283 w 481012"/>
                  <a:gd name="connsiteY8" fmla="*/ 252393 h 438130"/>
                  <a:gd name="connsiteX9" fmla="*/ 220504 w 481012"/>
                  <a:gd name="connsiteY9" fmla="*/ 380123 h 438130"/>
                  <a:gd name="connsiteX10" fmla="*/ 218218 w 481012"/>
                  <a:gd name="connsiteY10" fmla="*/ 427177 h 438130"/>
                  <a:gd name="connsiteX11" fmla="*/ 242888 w 481012"/>
                  <a:gd name="connsiteY11" fmla="*/ 438131 h 438130"/>
                  <a:gd name="connsiteX12" fmla="*/ 265271 w 481012"/>
                  <a:gd name="connsiteY12" fmla="*/ 429463 h 438130"/>
                  <a:gd name="connsiteX13" fmla="*/ 470059 w 481012"/>
                  <a:gd name="connsiteY13" fmla="*/ 243725 h 438130"/>
                  <a:gd name="connsiteX14" fmla="*/ 481013 w 481012"/>
                  <a:gd name="connsiteY14" fmla="*/ 219056 h 438130"/>
                  <a:gd name="connsiteX15" fmla="*/ 470059 w 481012"/>
                  <a:gd name="connsiteY15" fmla="*/ 194386 h 438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81012" h="438130">
                    <a:moveTo>
                      <a:pt x="470059" y="194386"/>
                    </a:moveTo>
                    <a:lnTo>
                      <a:pt x="265271" y="8648"/>
                    </a:lnTo>
                    <a:cubicBezTo>
                      <a:pt x="251650" y="-3734"/>
                      <a:pt x="230505" y="-2686"/>
                      <a:pt x="218218" y="10934"/>
                    </a:cubicBezTo>
                    <a:cubicBezTo>
                      <a:pt x="205835" y="24555"/>
                      <a:pt x="206883" y="45701"/>
                      <a:pt x="220504" y="57988"/>
                    </a:cubicBezTo>
                    <a:lnTo>
                      <a:pt x="361283" y="185718"/>
                    </a:lnTo>
                    <a:lnTo>
                      <a:pt x="33338" y="185718"/>
                    </a:lnTo>
                    <a:cubicBezTo>
                      <a:pt x="14954" y="185718"/>
                      <a:pt x="0" y="200672"/>
                      <a:pt x="0" y="219056"/>
                    </a:cubicBezTo>
                    <a:cubicBezTo>
                      <a:pt x="0" y="237439"/>
                      <a:pt x="14954" y="252393"/>
                      <a:pt x="33338" y="252393"/>
                    </a:cubicBezTo>
                    <a:lnTo>
                      <a:pt x="361283" y="252393"/>
                    </a:lnTo>
                    <a:lnTo>
                      <a:pt x="220504" y="380123"/>
                    </a:lnTo>
                    <a:cubicBezTo>
                      <a:pt x="206883" y="392506"/>
                      <a:pt x="205835" y="413556"/>
                      <a:pt x="218218" y="427177"/>
                    </a:cubicBezTo>
                    <a:cubicBezTo>
                      <a:pt x="224790" y="434416"/>
                      <a:pt x="233839" y="438131"/>
                      <a:pt x="242888" y="438131"/>
                    </a:cubicBezTo>
                    <a:cubicBezTo>
                      <a:pt x="250889" y="438131"/>
                      <a:pt x="258890" y="435273"/>
                      <a:pt x="265271" y="429463"/>
                    </a:cubicBezTo>
                    <a:lnTo>
                      <a:pt x="470059" y="243725"/>
                    </a:lnTo>
                    <a:cubicBezTo>
                      <a:pt x="477012" y="237439"/>
                      <a:pt x="481013" y="228390"/>
                      <a:pt x="481013" y="219056"/>
                    </a:cubicBezTo>
                    <a:cubicBezTo>
                      <a:pt x="481013" y="209721"/>
                      <a:pt x="477012" y="200672"/>
                      <a:pt x="470059" y="194386"/>
                    </a:cubicBezTo>
                  </a:path>
                </a:pathLst>
              </a:custGeom>
              <a:grpFill/>
              <a:ln w="9525"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bg1"/>
                  </a:solidFill>
                  <a:effectLst/>
                  <a:uLnTx/>
                  <a:uFillTx/>
                  <a:latin typeface="Segoe Sans Display"/>
                  <a:ea typeface="+mn-ea"/>
                  <a:cs typeface="+mn-cs"/>
                </a:endParaRPr>
              </a:p>
            </p:txBody>
          </p:sp>
        </p:grpSp>
        <p:sp>
          <p:nvSpPr>
            <p:cNvPr id="15" name="TextBox 14">
              <a:extLst>
                <a:ext uri="{FF2B5EF4-FFF2-40B4-BE49-F238E27FC236}">
                  <a16:creationId xmlns:a16="http://schemas.microsoft.com/office/drawing/2014/main" id="{80F235DA-2EB2-7C12-038C-784E4C2E178F}"/>
                </a:ext>
              </a:extLst>
            </p:cNvPr>
            <p:cNvSpPr txBox="1"/>
            <p:nvPr/>
          </p:nvSpPr>
          <p:spPr>
            <a:xfrm>
              <a:off x="1669857" y="5570975"/>
              <a:ext cx="3039662"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w="3175">
                    <a:noFill/>
                  </a:ln>
                  <a:solidFill>
                    <a:schemeClr val="bg1"/>
                  </a:solidFill>
                  <a:effectLst/>
                  <a:uLnTx/>
                  <a:uFillTx/>
                  <a:latin typeface="Segoe Sans Display Semibold"/>
                  <a:ea typeface="+mn-ea"/>
                  <a:cs typeface="Segoe UI Semibold"/>
                  <a:hlinkClick r:id="rId7">
                    <a:extLst>
                      <a:ext uri="{A12FA001-AC4F-418D-AE19-62706E023703}">
                        <ahyp:hlinkClr xmlns:ahyp="http://schemas.microsoft.com/office/drawing/2018/hyperlinkcolor" val="tx"/>
                      </a:ext>
                    </a:extLst>
                  </a:hlinkClick>
                </a:rPr>
                <a:t>Learn more about Annual/Monthly Billing</a:t>
              </a:r>
              <a:endParaRPr kumimoji="0" lang="en-US" sz="1200" b="0" i="0" u="none" strike="noStrike" kern="1200" cap="none" spc="0" normalizeH="0" baseline="0" noProof="0">
                <a:ln w="3175">
                  <a:noFill/>
                </a:ln>
                <a:solidFill>
                  <a:schemeClr val="bg1"/>
                </a:solidFill>
                <a:effectLst/>
                <a:uLnTx/>
                <a:uFillTx/>
                <a:latin typeface="Segoe Sans Display Semibold"/>
                <a:ea typeface="+mn-ea"/>
                <a:cs typeface="Segoe UI Semibold"/>
              </a:endParaRPr>
            </a:p>
          </p:txBody>
        </p:sp>
      </p:grpSp>
    </p:spTree>
    <p:extLst>
      <p:ext uri="{BB962C8B-B14F-4D97-AF65-F5344CB8AC3E}">
        <p14:creationId xmlns:p14="http://schemas.microsoft.com/office/powerpoint/2010/main" val="3414453862"/>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3D9BD80-F37B-32AD-15F3-117D448D52EC}"/>
              </a:ext>
            </a:extLst>
          </p:cNvPr>
          <p:cNvSpPr>
            <a:spLocks noGrp="1"/>
          </p:cNvSpPr>
          <p:nvPr>
            <p:ph type="title"/>
          </p:nvPr>
        </p:nvSpPr>
        <p:spPr>
          <a:xfrm>
            <a:off x="576072" y="512064"/>
            <a:ext cx="11018520" cy="492443"/>
          </a:xfrm>
        </p:spPr>
        <p:txBody>
          <a:bodyPr/>
          <a:lstStyle/>
          <a:p>
            <a:r>
              <a:rPr lang="en-US" sz="3200">
                <a:solidFill>
                  <a:srgbClr val="091F2C"/>
                </a:solidFill>
                <a:latin typeface="Segoe Sans Display Semibold"/>
              </a:rPr>
              <a:t>Sample messaging</a:t>
            </a:r>
          </a:p>
        </p:txBody>
      </p:sp>
      <p:sp>
        <p:nvSpPr>
          <p:cNvPr id="4" name="Content Placeholder 3">
            <a:extLst>
              <a:ext uri="{FF2B5EF4-FFF2-40B4-BE49-F238E27FC236}">
                <a16:creationId xmlns:a16="http://schemas.microsoft.com/office/drawing/2014/main" id="{CF60962A-F051-EE05-E37B-2D3401FCF2C5}"/>
              </a:ext>
            </a:extLst>
          </p:cNvPr>
          <p:cNvSpPr>
            <a:spLocks noGrp="1"/>
          </p:cNvSpPr>
          <p:nvPr>
            <p:ph type="body" sz="quarter" idx="11"/>
          </p:nvPr>
        </p:nvSpPr>
        <p:spPr>
          <a:xfrm>
            <a:off x="574675" y="1004507"/>
            <a:ext cx="11018520" cy="477054"/>
          </a:xfrm>
        </p:spPr>
        <p:txBody>
          <a:bodyPr wrap="square">
            <a:spAutoFit/>
          </a:bodyPr>
          <a:lstStyle/>
          <a:p>
            <a:r>
              <a:rPr lang="en-US" sz="1400"/>
              <a:t>Focus on developing a narrative that best describes the savings and value making the move to Copilot can deliver through one of the Microsoft 365 and Copilot Business bundle offers. </a:t>
            </a:r>
          </a:p>
        </p:txBody>
      </p:sp>
      <p:sp>
        <p:nvSpPr>
          <p:cNvPr id="10" name="Rectangle: Rounded Corners 8">
            <a:extLst>
              <a:ext uri="{FF2B5EF4-FFF2-40B4-BE49-F238E27FC236}">
                <a16:creationId xmlns:a16="http://schemas.microsoft.com/office/drawing/2014/main" id="{10B1BEB9-2466-E98F-385E-D84B0FE37D5A}"/>
              </a:ext>
              <a:ext uri="{C183D7F6-B498-43B3-948B-1728B52AA6E4}">
                <adec:decorative xmlns:adec="http://schemas.microsoft.com/office/drawing/2017/decorative" val="0"/>
              </a:ext>
            </a:extLst>
          </p:cNvPr>
          <p:cNvSpPr/>
          <p:nvPr/>
        </p:nvSpPr>
        <p:spPr bwMode="auto">
          <a:xfrm>
            <a:off x="571312" y="2302960"/>
            <a:ext cx="2647950" cy="3966077"/>
          </a:xfrm>
          <a:prstGeom prst="round2SameRect">
            <a:avLst>
              <a:gd name="adj1" fmla="val 0"/>
              <a:gd name="adj2" fmla="val 4317"/>
            </a:avLst>
          </a:prstGeom>
          <a:solidFill>
            <a:schemeClr val="bg1">
              <a:alpha val="60000"/>
            </a:schemeClr>
          </a:solidFill>
          <a:ln w="12700">
            <a:solidFill>
              <a:schemeClr val="bg1">
                <a:alpha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lang="en-US" sz="1200" kern="0">
                <a:solidFill>
                  <a:srgbClr val="C03BC4"/>
                </a:solidFill>
                <a:latin typeface="+mj-lt"/>
                <a:ea typeface="Source Sans Pro"/>
                <a:cs typeface="Segoe UI" charset="0"/>
              </a:rPr>
              <a:t>Small business customers are more price sensitive</a:t>
            </a:r>
            <a:r>
              <a:rPr lang="en-US" sz="1200" kern="0">
                <a:solidFill>
                  <a:srgbClr val="000000"/>
                </a:solidFill>
                <a:ea typeface="Source Sans Pro"/>
                <a:cs typeface="Segoe UI" charset="0"/>
              </a:rPr>
              <a:t>, and are hesitant to commit to something they don’t know how to make the most of </a:t>
            </a:r>
            <a:endParaRPr kumimoji="0" lang="en-US" sz="1200" b="0" i="0" u="none" strike="noStrike" kern="0" cap="none" spc="0" normalizeH="0" baseline="0" noProof="0">
              <a:ln>
                <a:noFill/>
              </a:ln>
              <a:solidFill>
                <a:srgbClr val="000000"/>
              </a:solidFill>
              <a:effectLst/>
              <a:highlight>
                <a:srgbClr val="FFFF00"/>
              </a:highlight>
              <a:uLnTx/>
              <a:uFillTx/>
              <a:ea typeface="Source Sans Pro"/>
              <a:cs typeface="Segoe UI" charset="0"/>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200" kern="0">
                <a:solidFill>
                  <a:srgbClr val="C03BC4"/>
                </a:solidFill>
                <a:latin typeface="+mj-lt"/>
                <a:ea typeface="Source Sans Pro"/>
                <a:cs typeface="Segoe UI" charset="0"/>
              </a:rPr>
              <a:t>With limited resources</a:t>
            </a:r>
            <a:r>
              <a:rPr lang="en-US" sz="1200" b="1" kern="0">
                <a:solidFill>
                  <a:srgbClr val="C03BC4"/>
                </a:solidFill>
                <a:ea typeface="Source Sans Pro"/>
                <a:cs typeface="Segoe UI" charset="0"/>
              </a:rPr>
              <a:t>,</a:t>
            </a:r>
            <a:r>
              <a:rPr kumimoji="0" lang="en-US" sz="1200" b="0" i="0" u="none" strike="noStrike" kern="0" cap="none" spc="0" normalizeH="0" baseline="0" noProof="0">
                <a:ln>
                  <a:noFill/>
                </a:ln>
                <a:solidFill>
                  <a:srgbClr val="C03BC4"/>
                </a:solidFill>
                <a:effectLst/>
                <a:uLnTx/>
                <a:uFillTx/>
                <a:ea typeface="Source Sans Pro"/>
                <a:cs typeface="Segoe UI" charset="0"/>
              </a:rPr>
              <a:t> </a:t>
            </a:r>
            <a:r>
              <a:rPr kumimoji="0" lang="en-US" sz="1200" b="0" i="0" u="none" strike="noStrike" kern="0" cap="none" spc="0" normalizeH="0" baseline="0" noProof="0">
                <a:ln>
                  <a:noFill/>
                </a:ln>
                <a:solidFill>
                  <a:srgbClr val="000000"/>
                </a:solidFill>
                <a:effectLst/>
                <a:uLnTx/>
                <a:uFillTx/>
                <a:ea typeface="Source Sans Pro"/>
                <a:cs typeface="Segoe UI" charset="0"/>
              </a:rPr>
              <a:t>and need to do more with less </a:t>
            </a:r>
          </a:p>
          <a:p>
            <a:pPr lvl="0">
              <a:spcBef>
                <a:spcPts val="1200"/>
              </a:spcBef>
              <a:defRPr/>
            </a:pPr>
            <a:r>
              <a:rPr lang="en-US" sz="1200" kern="0">
                <a:solidFill>
                  <a:srgbClr val="C03BC4"/>
                </a:solidFill>
                <a:latin typeface="+mj-lt"/>
                <a:ea typeface="Source Sans Pro"/>
                <a:cs typeface="Segoe UI" charset="0"/>
              </a:rPr>
              <a:t>Concerns about how to get started,</a:t>
            </a:r>
            <a:r>
              <a:rPr lang="en-US" sz="1200" b="1" kern="0">
                <a:solidFill>
                  <a:srgbClr val="C03BC4"/>
                </a:solidFill>
                <a:ea typeface="Source Sans Pro"/>
                <a:cs typeface="Segoe UI" charset="0"/>
              </a:rPr>
              <a:t> </a:t>
            </a:r>
            <a:r>
              <a:rPr lang="en-US" sz="1200" kern="0">
                <a:solidFill>
                  <a:srgbClr val="000000"/>
                </a:solidFill>
                <a:ea typeface="Source Sans Pro"/>
                <a:cs typeface="Segoe UI" charset="0"/>
              </a:rPr>
              <a:t>and want a simple approach to starting their</a:t>
            </a:r>
            <a:br>
              <a:rPr lang="en-US" sz="1200" kern="0">
                <a:solidFill>
                  <a:srgbClr val="000000"/>
                </a:solidFill>
                <a:ea typeface="Source Sans Pro"/>
                <a:cs typeface="Segoe UI" charset="0"/>
              </a:rPr>
            </a:br>
            <a:r>
              <a:rPr lang="en-US" sz="1200" kern="0">
                <a:solidFill>
                  <a:srgbClr val="000000"/>
                </a:solidFill>
                <a:ea typeface="Source Sans Pro"/>
                <a:cs typeface="Segoe UI" charset="0"/>
              </a:rPr>
              <a:t>AI transformation without all the hassle </a:t>
            </a:r>
          </a:p>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en-US" sz="1200" b="0" i="0" u="none" strike="noStrike" kern="0" cap="none" spc="0" normalizeH="0" baseline="0" noProof="0">
              <a:ln>
                <a:noFill/>
              </a:ln>
              <a:solidFill>
                <a:srgbClr val="000000"/>
              </a:solidFill>
              <a:effectLst/>
              <a:highlight>
                <a:srgbClr val="FFFF00"/>
              </a:highlight>
              <a:uLnTx/>
              <a:uFillTx/>
              <a:ea typeface="Source Sans Pro"/>
              <a:cs typeface="Segoe UI" charset="0"/>
            </a:endParaRPr>
          </a:p>
          <a:p>
            <a:pPr marL="0" marR="0" lvl="0" indent="0" algn="l" defTabSz="1280160" rtl="0" eaLnBrk="1" fontAlgn="auto" latinLnBrk="0" hangingPunct="1">
              <a:lnSpc>
                <a:spcPct val="90000"/>
              </a:lnSpc>
              <a:spcBef>
                <a:spcPts val="600"/>
              </a:spcBef>
              <a:spcAft>
                <a:spcPts val="600"/>
              </a:spcAft>
              <a:buClrTx/>
              <a:buSzTx/>
              <a:buFontTx/>
              <a:buNone/>
              <a:tabLst/>
              <a:defRPr/>
            </a:pPr>
            <a:endParaRPr kumimoji="0" lang="en-US" sz="1000" b="0" i="0" u="none" strike="noStrike" kern="1200" cap="none" spc="0" normalizeH="0" baseline="0" noProof="0">
              <a:ln>
                <a:noFill/>
              </a:ln>
              <a:solidFill>
                <a:srgbClr val="080808"/>
              </a:solidFill>
              <a:effectLst/>
              <a:uLnTx/>
              <a:uFillTx/>
              <a:ea typeface="+mn-ea"/>
              <a:cs typeface="Segoe UI" pitchFamily="34" charset="0"/>
            </a:endParaRPr>
          </a:p>
        </p:txBody>
      </p:sp>
      <p:sp>
        <p:nvSpPr>
          <p:cNvPr id="14" name="Rectangle: Rounded Corners 8">
            <a:extLst>
              <a:ext uri="{FF2B5EF4-FFF2-40B4-BE49-F238E27FC236}">
                <a16:creationId xmlns:a16="http://schemas.microsoft.com/office/drawing/2014/main" id="{63244692-EB25-6C62-1748-5F6E9255FE88}"/>
              </a:ext>
              <a:ext uri="{C183D7F6-B498-43B3-948B-1728B52AA6E4}">
                <adec:decorative xmlns:adec="http://schemas.microsoft.com/office/drawing/2017/decorative" val="0"/>
              </a:ext>
            </a:extLst>
          </p:cNvPr>
          <p:cNvSpPr/>
          <p:nvPr/>
        </p:nvSpPr>
        <p:spPr bwMode="auto">
          <a:xfrm>
            <a:off x="3377027" y="2302961"/>
            <a:ext cx="2647950" cy="3970560"/>
          </a:xfrm>
          <a:prstGeom prst="round2SameRect">
            <a:avLst>
              <a:gd name="adj1" fmla="val 0"/>
              <a:gd name="adj2" fmla="val 4460"/>
            </a:avLst>
          </a:prstGeom>
          <a:solidFill>
            <a:schemeClr val="bg1">
              <a:alpha val="60000"/>
            </a:schemeClr>
          </a:solidFill>
          <a:ln w="12700">
            <a:solidFill>
              <a:schemeClr val="bg1">
                <a:alpha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a:spcBef>
                <a:spcPts val="1200"/>
              </a:spcBef>
              <a:defRPr/>
            </a:pPr>
            <a:r>
              <a:rPr lang="en-US" sz="1200" kern="0">
                <a:solidFill>
                  <a:srgbClr val="C03BC4"/>
                </a:solidFill>
                <a:latin typeface="+mj-lt"/>
                <a:ea typeface="Source Sans Pro"/>
                <a:cs typeface="Segoe UI" charset="0"/>
              </a:rPr>
              <a:t>For customers less familiar</a:t>
            </a:r>
            <a:br>
              <a:rPr lang="en-US" sz="1200" kern="0">
                <a:solidFill>
                  <a:srgbClr val="C03BC4"/>
                </a:solidFill>
                <a:latin typeface="+mj-lt"/>
                <a:ea typeface="Source Sans Pro"/>
                <a:cs typeface="Segoe UI" charset="0"/>
              </a:rPr>
            </a:br>
            <a:r>
              <a:rPr lang="en-US" sz="1200" kern="0">
                <a:solidFill>
                  <a:srgbClr val="C03BC4"/>
                </a:solidFill>
                <a:latin typeface="+mj-lt"/>
                <a:ea typeface="Source Sans Pro"/>
                <a:cs typeface="Segoe UI" charset="0"/>
              </a:rPr>
              <a:t>with Copilot: </a:t>
            </a:r>
          </a:p>
          <a:p>
            <a:pPr marL="171450" marR="0" lvl="0" indent="-171450" algn="l" defTabSz="914400" rtl="0" eaLnBrk="1" fontAlgn="auto" latinLnBrk="0" hangingPunct="1">
              <a:lnSpc>
                <a:spcPct val="100000"/>
              </a:lnSpc>
              <a:spcBef>
                <a:spcPts val="400"/>
              </a:spcBef>
              <a:spcAft>
                <a:spcPts val="0"/>
              </a:spcAft>
              <a:buClrTx/>
              <a:buSzPct val="90000"/>
              <a:buFont typeface="Wingdings" panose="05000000000000000000" pitchFamily="2" charset="2"/>
              <a:buChar char=""/>
              <a:tabLst/>
              <a:defRPr/>
            </a:pPr>
            <a:r>
              <a:rPr kumimoji="0" lang="en-US" sz="1200" b="0" i="0" u="none" strike="noStrike" kern="0" cap="none" spc="0" normalizeH="0" baseline="0" noProof="0">
                <a:ln>
                  <a:noFill/>
                </a:ln>
                <a:solidFill>
                  <a:srgbClr val="000000"/>
                </a:solidFill>
                <a:effectLst/>
                <a:uLnTx/>
                <a:uFillTx/>
                <a:ea typeface="Source Sans Pro"/>
                <a:cs typeface="Segoe UI" charset="0"/>
              </a:rPr>
              <a:t>Discover what’s possible with AI</a:t>
            </a:r>
          </a:p>
          <a:p>
            <a:pPr marL="171450" marR="0" lvl="0" indent="-171450" algn="l" defTabSz="914400" rtl="0" eaLnBrk="1" fontAlgn="auto" latinLnBrk="0" hangingPunct="1">
              <a:lnSpc>
                <a:spcPct val="100000"/>
              </a:lnSpc>
              <a:spcBef>
                <a:spcPts val="400"/>
              </a:spcBef>
              <a:spcAft>
                <a:spcPts val="0"/>
              </a:spcAft>
              <a:buClrTx/>
              <a:buSzPct val="90000"/>
              <a:buFont typeface="Wingdings" panose="05000000000000000000" pitchFamily="2" charset="2"/>
              <a:buChar char=""/>
              <a:tabLst/>
              <a:defRPr/>
            </a:pPr>
            <a:r>
              <a:rPr kumimoji="0" lang="en-US" sz="1200" b="0" i="0" u="none" strike="noStrike" kern="0" cap="none" spc="0" normalizeH="0" baseline="0" noProof="0">
                <a:ln>
                  <a:noFill/>
                </a:ln>
                <a:solidFill>
                  <a:srgbClr val="000000"/>
                </a:solidFill>
                <a:effectLst/>
                <a:uLnTx/>
                <a:uFillTx/>
                <a:ea typeface="Source Sans Pro"/>
                <a:cs typeface="Segoe UI" charset="0"/>
              </a:rPr>
              <a:t>Maximize your team with AI</a:t>
            </a:r>
          </a:p>
          <a:p>
            <a:pPr marL="171450" marR="0" lvl="0" indent="-171450" algn="l" defTabSz="914400" rtl="0" eaLnBrk="1" fontAlgn="auto" latinLnBrk="0" hangingPunct="1">
              <a:lnSpc>
                <a:spcPct val="100000"/>
              </a:lnSpc>
              <a:spcBef>
                <a:spcPts val="400"/>
              </a:spcBef>
              <a:spcAft>
                <a:spcPts val="0"/>
              </a:spcAft>
              <a:buClrTx/>
              <a:buSzPct val="90000"/>
              <a:buFont typeface="Wingdings" panose="05000000000000000000" pitchFamily="2" charset="2"/>
              <a:buChar char=""/>
              <a:tabLst/>
              <a:defRPr/>
            </a:pPr>
            <a:r>
              <a:rPr kumimoji="0" lang="en-US" sz="1200" b="0" i="0" u="none" strike="noStrike" kern="0" cap="none" spc="0" normalizeH="0" baseline="0" noProof="0">
                <a:ln>
                  <a:noFill/>
                </a:ln>
                <a:solidFill>
                  <a:srgbClr val="000000"/>
                </a:solidFill>
                <a:effectLst/>
                <a:uLnTx/>
                <a:uFillTx/>
                <a:ea typeface="Source Sans Pro"/>
                <a:cs typeface="Segoe UI" charset="0"/>
              </a:rPr>
              <a:t>Unlock AI productivity now</a:t>
            </a:r>
          </a:p>
          <a:p>
            <a:pPr marL="171450" marR="0" lvl="0" indent="-171450" algn="l" defTabSz="914400" rtl="0" eaLnBrk="1" fontAlgn="auto" latinLnBrk="0" hangingPunct="1">
              <a:lnSpc>
                <a:spcPct val="100000"/>
              </a:lnSpc>
              <a:spcBef>
                <a:spcPts val="400"/>
              </a:spcBef>
              <a:spcAft>
                <a:spcPts val="0"/>
              </a:spcAft>
              <a:buClrTx/>
              <a:buSzPct val="90000"/>
              <a:buFont typeface="Wingdings" panose="05000000000000000000" pitchFamily="2" charset="2"/>
              <a:buChar char=""/>
              <a:tabLst/>
              <a:defRPr/>
            </a:pPr>
            <a:r>
              <a:rPr kumimoji="0" lang="en-US" sz="1200" b="0" i="0" u="none" strike="noStrike" kern="0" cap="none" spc="0" normalizeH="0" baseline="0" noProof="0">
                <a:ln>
                  <a:noFill/>
                </a:ln>
                <a:solidFill>
                  <a:srgbClr val="000000"/>
                </a:solidFill>
                <a:effectLst/>
                <a:uLnTx/>
                <a:uFillTx/>
                <a:ea typeface="Source Sans Pro"/>
                <a:cs typeface="Segoe UI" charset="0"/>
              </a:rPr>
              <a:t>Boost your productivity with Copilot – now for only $10 per user/month!</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200" kern="0">
                <a:solidFill>
                  <a:srgbClr val="C03BC4"/>
                </a:solidFill>
                <a:latin typeface="+mj-lt"/>
                <a:ea typeface="Source Sans Pro"/>
                <a:cs typeface="Segoe UI" charset="0"/>
              </a:rPr>
              <a:t>For customers familiar</a:t>
            </a:r>
            <a:br>
              <a:rPr lang="en-US" sz="1200" kern="0">
                <a:solidFill>
                  <a:srgbClr val="C03BC4"/>
                </a:solidFill>
                <a:latin typeface="+mj-lt"/>
                <a:ea typeface="Source Sans Pro"/>
                <a:cs typeface="Segoe UI" charset="0"/>
              </a:rPr>
            </a:br>
            <a:r>
              <a:rPr lang="en-US" sz="1200" kern="0">
                <a:solidFill>
                  <a:srgbClr val="C03BC4"/>
                </a:solidFill>
                <a:latin typeface="+mj-lt"/>
                <a:ea typeface="Source Sans Pro"/>
                <a:cs typeface="Segoe UI" charset="0"/>
              </a:rPr>
              <a:t>with Copilot:</a:t>
            </a:r>
          </a:p>
          <a:p>
            <a:pPr marL="171450" marR="0" lvl="0" indent="-171450" algn="l" defTabSz="914400" rtl="0" eaLnBrk="1" fontAlgn="auto" latinLnBrk="0" hangingPunct="1">
              <a:lnSpc>
                <a:spcPct val="100000"/>
              </a:lnSpc>
              <a:spcBef>
                <a:spcPts val="400"/>
              </a:spcBef>
              <a:spcAft>
                <a:spcPts val="0"/>
              </a:spcAft>
              <a:buClrTx/>
              <a:buSzPct val="90000"/>
              <a:buFont typeface="Wingdings" panose="05000000000000000000" pitchFamily="2" charset="2"/>
              <a:buChar char=""/>
              <a:tabLst/>
              <a:defRPr/>
            </a:pPr>
            <a:r>
              <a:rPr lang="en-US" sz="1200" kern="0">
                <a:solidFill>
                  <a:srgbClr val="000000"/>
                </a:solidFill>
                <a:ea typeface="Source Sans Pro"/>
                <a:cs typeface="Segoe UI" charset="0"/>
              </a:rPr>
              <a:t>Renew into savings with Copilot Business  </a:t>
            </a:r>
            <a:endParaRPr kumimoji="0" lang="en-US" sz="1200" b="0" i="0" u="none" strike="noStrike" kern="0" cap="none" spc="0" normalizeH="0" baseline="0" noProof="0">
              <a:ln>
                <a:noFill/>
              </a:ln>
              <a:solidFill>
                <a:srgbClr val="000000"/>
              </a:solidFill>
              <a:effectLst/>
              <a:uLnTx/>
              <a:uFillTx/>
              <a:ea typeface="Source Sans Pro"/>
              <a:cs typeface="Segoe UI" charset="0"/>
            </a:endParaRPr>
          </a:p>
          <a:p>
            <a:pPr marL="171450" marR="0" lvl="0" indent="-171450" algn="l" defTabSz="914400" rtl="0" eaLnBrk="1" fontAlgn="auto" latinLnBrk="0" hangingPunct="1">
              <a:lnSpc>
                <a:spcPct val="100000"/>
              </a:lnSpc>
              <a:spcBef>
                <a:spcPts val="400"/>
              </a:spcBef>
              <a:spcAft>
                <a:spcPts val="0"/>
              </a:spcAft>
              <a:buClrTx/>
              <a:buSzPct val="90000"/>
              <a:buFont typeface="Wingdings" panose="05000000000000000000" pitchFamily="2" charset="2"/>
              <a:buChar char=""/>
              <a:tabLst/>
              <a:defRPr/>
            </a:pPr>
            <a:r>
              <a:rPr kumimoji="0" lang="en-US" sz="1200" b="0" i="0" u="none" strike="noStrike" kern="0" cap="none" spc="0" normalizeH="0" baseline="0" noProof="0">
                <a:ln>
                  <a:noFill/>
                </a:ln>
                <a:solidFill>
                  <a:srgbClr val="000000"/>
                </a:solidFill>
                <a:effectLst/>
                <a:uLnTx/>
                <a:uFillTx/>
                <a:ea typeface="Source Sans Pro"/>
                <a:cs typeface="Segoe UI" charset="0"/>
              </a:rPr>
              <a:t>Your plan just got smarter with Co</a:t>
            </a:r>
            <a:r>
              <a:rPr lang="en-US" sz="1200" kern="0">
                <a:solidFill>
                  <a:srgbClr val="000000"/>
                </a:solidFill>
                <a:ea typeface="Source Sans Pro"/>
                <a:cs typeface="Segoe UI" charset="0"/>
              </a:rPr>
              <a:t>pilot </a:t>
            </a:r>
            <a:endParaRPr kumimoji="0" lang="en-US" sz="1200" b="0" i="0" u="none" strike="noStrike" kern="0" cap="none" spc="0" normalizeH="0" baseline="0" noProof="0">
              <a:ln>
                <a:noFill/>
              </a:ln>
              <a:solidFill>
                <a:srgbClr val="000000"/>
              </a:solidFill>
              <a:effectLst/>
              <a:uLnTx/>
              <a:uFillTx/>
              <a:ea typeface="Source Sans Pro"/>
              <a:cs typeface="Segoe UI" charset="0"/>
            </a:endParaRPr>
          </a:p>
          <a:p>
            <a:pPr marL="171450" marR="0" lvl="0" indent="-171450" defTabSz="914400" rtl="0" eaLnBrk="1" fontAlgn="auto" latinLnBrk="0" hangingPunct="1">
              <a:lnSpc>
                <a:spcPct val="100000"/>
              </a:lnSpc>
              <a:spcBef>
                <a:spcPts val="400"/>
              </a:spcBef>
              <a:spcAft>
                <a:spcPts val="0"/>
              </a:spcAft>
              <a:buClrTx/>
              <a:buSzPct val="90000"/>
              <a:buFont typeface="Wingdings" panose="05000000000000000000" pitchFamily="2" charset="2"/>
              <a:buChar char=""/>
              <a:tabLst/>
              <a:defRPr/>
            </a:pPr>
            <a:r>
              <a:rPr kumimoji="0" lang="en-US" sz="1200" b="0" i="0" u="none" strike="noStrike" kern="0" cap="none" spc="0" normalizeH="0" baseline="0" noProof="0">
                <a:ln>
                  <a:noFill/>
                </a:ln>
                <a:solidFill>
                  <a:srgbClr val="000000"/>
                </a:solidFill>
                <a:effectLst/>
                <a:uLnTx/>
                <a:uFillTx/>
                <a:ea typeface="Source Sans Pro"/>
                <a:cs typeface="Segoe UI" charset="0"/>
              </a:rPr>
              <a:t>Your AI advantage – built into Microsoft 365</a:t>
            </a:r>
          </a:p>
          <a:p>
            <a:pPr marR="0" lvl="0" algn="l" defTabSz="914400" rtl="0" eaLnBrk="1" fontAlgn="auto" latinLnBrk="0" hangingPunct="1">
              <a:lnSpc>
                <a:spcPct val="100000"/>
              </a:lnSpc>
              <a:spcBef>
                <a:spcPts val="400"/>
              </a:spcBef>
              <a:spcAft>
                <a:spcPts val="0"/>
              </a:spcAft>
              <a:buClrTx/>
              <a:buSzPct val="90000"/>
              <a:tabLst/>
              <a:defRPr/>
            </a:pPr>
            <a:endParaRPr kumimoji="0" lang="en-US" sz="1200" b="0" i="0" u="none" strike="noStrike" kern="0" cap="none" spc="0" normalizeH="0" baseline="0" noProof="0">
              <a:ln>
                <a:noFill/>
              </a:ln>
              <a:solidFill>
                <a:srgbClr val="000000"/>
              </a:solidFill>
              <a:effectLst/>
              <a:uLnTx/>
              <a:uFillTx/>
              <a:ea typeface="Source Sans Pro"/>
              <a:cs typeface="Segoe UI" charset="0"/>
            </a:endParaRPr>
          </a:p>
        </p:txBody>
      </p:sp>
      <p:sp>
        <p:nvSpPr>
          <p:cNvPr id="21" name="Rectangle: Rounded Corners 8">
            <a:extLst>
              <a:ext uri="{FF2B5EF4-FFF2-40B4-BE49-F238E27FC236}">
                <a16:creationId xmlns:a16="http://schemas.microsoft.com/office/drawing/2014/main" id="{937EBA9A-7D8F-5FBD-7131-B1F5DC3450D1}"/>
              </a:ext>
              <a:ext uri="{C183D7F6-B498-43B3-948B-1728B52AA6E4}">
                <adec:decorative xmlns:adec="http://schemas.microsoft.com/office/drawing/2017/decorative" val="0"/>
              </a:ext>
            </a:extLst>
          </p:cNvPr>
          <p:cNvSpPr/>
          <p:nvPr/>
        </p:nvSpPr>
        <p:spPr bwMode="auto">
          <a:xfrm>
            <a:off x="6182742" y="2302961"/>
            <a:ext cx="2647950" cy="3950055"/>
          </a:xfrm>
          <a:prstGeom prst="round2SameRect">
            <a:avLst>
              <a:gd name="adj1" fmla="val 0"/>
              <a:gd name="adj2" fmla="val 3597"/>
            </a:avLst>
          </a:prstGeom>
          <a:solidFill>
            <a:schemeClr val="bg1">
              <a:alpha val="60000"/>
            </a:schemeClr>
          </a:solidFill>
          <a:ln w="12700">
            <a:solidFill>
              <a:schemeClr val="bg1">
                <a:alpha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a:spcBef>
                <a:spcPts val="1200"/>
              </a:spcBef>
              <a:defRPr/>
            </a:pPr>
            <a:r>
              <a:rPr lang="en-US" sz="1200" kern="0">
                <a:solidFill>
                  <a:srgbClr val="C03BC4"/>
                </a:solidFill>
                <a:latin typeface="+mj-lt"/>
                <a:ea typeface="Source Sans Pro"/>
                <a:cs typeface="Segoe UI" charset="0"/>
              </a:rPr>
              <a:t>Copilot Business bundles provide a single solution, </a:t>
            </a:r>
            <a:r>
              <a:rPr lang="en-US" sz="1200">
                <a:solidFill>
                  <a:schemeClr val="tx1"/>
                </a:solidFill>
              </a:rPr>
              <a:t>that works </a:t>
            </a:r>
            <a:r>
              <a:rPr lang="en-US" sz="1200">
                <a:solidFill>
                  <a:srgbClr val="000000"/>
                </a:solidFill>
              </a:rPr>
              <a:t>across your business and is </a:t>
            </a:r>
            <a:r>
              <a:rPr lang="en-US" sz="1200">
                <a:solidFill>
                  <a:schemeClr val="tx1"/>
                </a:solidFill>
              </a:rPr>
              <a:t>included</a:t>
            </a:r>
            <a:r>
              <a:rPr lang="en-US" sz="1200">
                <a:solidFill>
                  <a:srgbClr val="000000"/>
                </a:solidFill>
              </a:rPr>
              <a:t> with your Microsoft 365 Business plan.</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200" kern="0">
                <a:solidFill>
                  <a:srgbClr val="C03BC4"/>
                </a:solidFill>
                <a:latin typeface="+mj-lt"/>
                <a:ea typeface="Source Sans Pro"/>
                <a:cs typeface="Segoe UI" charset="0"/>
              </a:rPr>
              <a:t>Now with even more bundle savings, </a:t>
            </a:r>
            <a:r>
              <a:rPr lang="en-US" sz="1200" kern="0">
                <a:solidFill>
                  <a:srgbClr val="000000"/>
                </a:solidFill>
                <a:ea typeface="Source Sans Pro"/>
                <a:cs typeface="Segoe UI" charset="0"/>
              </a:rPr>
              <a:t>enjoy enterprise-grade security at small business pricing. Add 10+ users for only $10 per user/month for a limited time. </a:t>
            </a:r>
          </a:p>
          <a:p>
            <a:pPr lvl="0">
              <a:spcBef>
                <a:spcPts val="1200"/>
              </a:spcBef>
              <a:defRPr/>
            </a:pPr>
            <a:r>
              <a:rPr lang="en-US" sz="1200" kern="0">
                <a:solidFill>
                  <a:srgbClr val="C03BC4"/>
                </a:solidFill>
                <a:latin typeface="+mj-lt"/>
                <a:ea typeface="Source Sans Pro"/>
                <a:cs typeface="Segoe UI" charset="0"/>
              </a:rPr>
              <a:t>Protect your business while scaling. </a:t>
            </a:r>
            <a:r>
              <a:rPr lang="en-US" sz="1200" kern="0">
                <a:solidFill>
                  <a:srgbClr val="000000"/>
                </a:solidFill>
                <a:ea typeface="Source Sans Pro"/>
                <a:cs typeface="Segoe UI" charset="0"/>
              </a:rPr>
              <a:t>Copilot is built with Microsoft’s trusted security and privacy tools, giving you peace of mind and allowing you to get started quickly and securely. </a:t>
            </a:r>
          </a:p>
          <a:p>
            <a:pPr lvl="0">
              <a:spcBef>
                <a:spcPts val="1200"/>
              </a:spcBef>
              <a:defRPr/>
            </a:pPr>
            <a:endParaRPr lang="en-US" sz="1200" kern="0">
              <a:solidFill>
                <a:srgbClr val="000000"/>
              </a:solidFill>
              <a:ea typeface="Source Sans Pro"/>
              <a:cs typeface="Segoe UI" charset="0"/>
            </a:endParaRPr>
          </a:p>
        </p:txBody>
      </p:sp>
      <p:grpSp>
        <p:nvGrpSpPr>
          <p:cNvPr id="9" name="Group 8">
            <a:extLst>
              <a:ext uri="{FF2B5EF4-FFF2-40B4-BE49-F238E27FC236}">
                <a16:creationId xmlns:a16="http://schemas.microsoft.com/office/drawing/2014/main" id="{7B8D1E93-C756-E8CF-7563-9DE5FA124410}"/>
              </a:ext>
              <a:ext uri="{C183D7F6-B498-43B3-948B-1728B52AA6E4}">
                <adec:decorative xmlns:adec="http://schemas.microsoft.com/office/drawing/2017/decorative" val="1"/>
              </a:ext>
            </a:extLst>
          </p:cNvPr>
          <p:cNvGrpSpPr/>
          <p:nvPr/>
        </p:nvGrpSpPr>
        <p:grpSpPr>
          <a:xfrm>
            <a:off x="571312" y="1566050"/>
            <a:ext cx="11315888" cy="669937"/>
            <a:chOff x="571312" y="1566050"/>
            <a:chExt cx="11315888" cy="669937"/>
          </a:xfrm>
          <a:gradFill>
            <a:gsLst>
              <a:gs pos="96503">
                <a:schemeClr val="accent3">
                  <a:lumMod val="100000"/>
                </a:schemeClr>
              </a:gs>
              <a:gs pos="33000">
                <a:schemeClr val="accent1">
                  <a:lumMod val="60000"/>
                  <a:lumOff val="40000"/>
                </a:schemeClr>
              </a:gs>
              <a:gs pos="66000">
                <a:schemeClr val="accent2">
                  <a:lumMod val="75000"/>
                  <a:lumOff val="25000"/>
                </a:schemeClr>
              </a:gs>
              <a:gs pos="0">
                <a:schemeClr val="accent1"/>
              </a:gs>
            </a:gsLst>
            <a:lin ang="0" scaled="1"/>
          </a:gradFill>
        </p:grpSpPr>
        <p:sp>
          <p:nvSpPr>
            <p:cNvPr id="5" name="Shape">
              <a:extLst>
                <a:ext uri="{FF2B5EF4-FFF2-40B4-BE49-F238E27FC236}">
                  <a16:creationId xmlns:a16="http://schemas.microsoft.com/office/drawing/2014/main" id="{30B94E2D-7F5E-A368-4AA6-2A0F324FECE1}"/>
                </a:ext>
              </a:extLst>
            </p:cNvPr>
            <p:cNvSpPr/>
            <p:nvPr/>
          </p:nvSpPr>
          <p:spPr>
            <a:xfrm>
              <a:off x="571312" y="1566050"/>
              <a:ext cx="2898742" cy="669937"/>
            </a:xfrm>
            <a:custGeom>
              <a:avLst/>
              <a:gdLst/>
              <a:ahLst/>
              <a:cxnLst>
                <a:cxn ang="0">
                  <a:pos x="wd2" y="hd2"/>
                </a:cxn>
                <a:cxn ang="5400000">
                  <a:pos x="wd2" y="hd2"/>
                </a:cxn>
                <a:cxn ang="10800000">
                  <a:pos x="wd2" y="hd2"/>
                </a:cxn>
                <a:cxn ang="16200000">
                  <a:pos x="wd2" y="hd2"/>
                </a:cxn>
              </a:cxnLst>
              <a:rect l="0" t="0" r="r" b="b"/>
              <a:pathLst>
                <a:path w="21580" h="21600" extrusionOk="0">
                  <a:moveTo>
                    <a:pt x="436" y="0"/>
                  </a:moveTo>
                  <a:lnTo>
                    <a:pt x="19422" y="0"/>
                  </a:lnTo>
                  <a:cubicBezTo>
                    <a:pt x="19517" y="10"/>
                    <a:pt x="19609" y="102"/>
                    <a:pt x="19689" y="264"/>
                  </a:cubicBezTo>
                  <a:cubicBezTo>
                    <a:pt x="19763" y="416"/>
                    <a:pt x="19823" y="624"/>
                    <a:pt x="19864" y="870"/>
                  </a:cubicBezTo>
                  <a:lnTo>
                    <a:pt x="21492" y="9801"/>
                  </a:lnTo>
                  <a:cubicBezTo>
                    <a:pt x="21550" y="10095"/>
                    <a:pt x="21581" y="10435"/>
                    <a:pt x="21580" y="10782"/>
                  </a:cubicBezTo>
                  <a:cubicBezTo>
                    <a:pt x="21580" y="11121"/>
                    <a:pt x="21549" y="11453"/>
                    <a:pt x="21492" y="11742"/>
                  </a:cubicBezTo>
                  <a:lnTo>
                    <a:pt x="19866" y="20721"/>
                  </a:lnTo>
                  <a:cubicBezTo>
                    <a:pt x="19823" y="20940"/>
                    <a:pt x="19766" y="21128"/>
                    <a:pt x="19698" y="21274"/>
                  </a:cubicBezTo>
                  <a:cubicBezTo>
                    <a:pt x="19607" y="21468"/>
                    <a:pt x="19502" y="21581"/>
                    <a:pt x="19392" y="21600"/>
                  </a:cubicBezTo>
                  <a:lnTo>
                    <a:pt x="463" y="21579"/>
                  </a:lnTo>
                  <a:cubicBezTo>
                    <a:pt x="297" y="21588"/>
                    <a:pt x="143" y="21310"/>
                    <a:pt x="62" y="20858"/>
                  </a:cubicBezTo>
                  <a:cubicBezTo>
                    <a:pt x="-12" y="20438"/>
                    <a:pt x="-11" y="19927"/>
                    <a:pt x="65" y="19509"/>
                  </a:cubicBezTo>
                  <a:lnTo>
                    <a:pt x="1466" y="11836"/>
                  </a:lnTo>
                  <a:cubicBezTo>
                    <a:pt x="1521" y="11546"/>
                    <a:pt x="1553" y="11218"/>
                    <a:pt x="1559" y="10880"/>
                  </a:cubicBezTo>
                  <a:cubicBezTo>
                    <a:pt x="1564" y="10521"/>
                    <a:pt x="1540" y="10164"/>
                    <a:pt x="1487" y="9843"/>
                  </a:cubicBezTo>
                  <a:lnTo>
                    <a:pt x="59" y="2036"/>
                  </a:lnTo>
                  <a:cubicBezTo>
                    <a:pt x="-13" y="1653"/>
                    <a:pt x="-19" y="1186"/>
                    <a:pt x="42" y="785"/>
                  </a:cubicBezTo>
                  <a:cubicBezTo>
                    <a:pt x="114" y="311"/>
                    <a:pt x="267" y="5"/>
                    <a:pt x="436" y="0"/>
                  </a:cubicBezTo>
                  <a:close/>
                </a:path>
              </a:pathLst>
            </a:custGeom>
            <a:grpFill/>
            <a:ln w="12700">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t>Key customer</a:t>
              </a:r>
              <a:b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br>
              <a: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t> challenges</a:t>
              </a:r>
            </a:p>
          </p:txBody>
        </p:sp>
        <p:sp>
          <p:nvSpPr>
            <p:cNvPr id="6" name="Shape">
              <a:extLst>
                <a:ext uri="{FF2B5EF4-FFF2-40B4-BE49-F238E27FC236}">
                  <a16:creationId xmlns:a16="http://schemas.microsoft.com/office/drawing/2014/main" id="{925DD6C1-46FD-44BE-60FD-BC6BE6ECB481}"/>
                </a:ext>
              </a:extLst>
            </p:cNvPr>
            <p:cNvSpPr/>
            <p:nvPr/>
          </p:nvSpPr>
          <p:spPr>
            <a:xfrm>
              <a:off x="3377027" y="1566050"/>
              <a:ext cx="2898742" cy="669937"/>
            </a:xfrm>
            <a:custGeom>
              <a:avLst/>
              <a:gdLst/>
              <a:ahLst/>
              <a:cxnLst>
                <a:cxn ang="0">
                  <a:pos x="wd2" y="hd2"/>
                </a:cxn>
                <a:cxn ang="5400000">
                  <a:pos x="wd2" y="hd2"/>
                </a:cxn>
                <a:cxn ang="10800000">
                  <a:pos x="wd2" y="hd2"/>
                </a:cxn>
                <a:cxn ang="16200000">
                  <a:pos x="wd2" y="hd2"/>
                </a:cxn>
              </a:cxnLst>
              <a:rect l="0" t="0" r="r" b="b"/>
              <a:pathLst>
                <a:path w="21580" h="21600" extrusionOk="0">
                  <a:moveTo>
                    <a:pt x="436" y="0"/>
                  </a:moveTo>
                  <a:lnTo>
                    <a:pt x="19422" y="0"/>
                  </a:lnTo>
                  <a:cubicBezTo>
                    <a:pt x="19517" y="10"/>
                    <a:pt x="19609" y="102"/>
                    <a:pt x="19689" y="264"/>
                  </a:cubicBezTo>
                  <a:cubicBezTo>
                    <a:pt x="19763" y="416"/>
                    <a:pt x="19823" y="624"/>
                    <a:pt x="19864" y="870"/>
                  </a:cubicBezTo>
                  <a:lnTo>
                    <a:pt x="21492" y="9801"/>
                  </a:lnTo>
                  <a:cubicBezTo>
                    <a:pt x="21550" y="10095"/>
                    <a:pt x="21581" y="10435"/>
                    <a:pt x="21580" y="10782"/>
                  </a:cubicBezTo>
                  <a:cubicBezTo>
                    <a:pt x="21580" y="11121"/>
                    <a:pt x="21549" y="11453"/>
                    <a:pt x="21492" y="11742"/>
                  </a:cubicBezTo>
                  <a:lnTo>
                    <a:pt x="19866" y="20721"/>
                  </a:lnTo>
                  <a:cubicBezTo>
                    <a:pt x="19823" y="20940"/>
                    <a:pt x="19766" y="21128"/>
                    <a:pt x="19698" y="21274"/>
                  </a:cubicBezTo>
                  <a:cubicBezTo>
                    <a:pt x="19607" y="21468"/>
                    <a:pt x="19502" y="21581"/>
                    <a:pt x="19392" y="21600"/>
                  </a:cubicBezTo>
                  <a:lnTo>
                    <a:pt x="463" y="21579"/>
                  </a:lnTo>
                  <a:cubicBezTo>
                    <a:pt x="297" y="21588"/>
                    <a:pt x="143" y="21310"/>
                    <a:pt x="62" y="20858"/>
                  </a:cubicBezTo>
                  <a:cubicBezTo>
                    <a:pt x="-12" y="20438"/>
                    <a:pt x="-11" y="19927"/>
                    <a:pt x="65" y="19509"/>
                  </a:cubicBezTo>
                  <a:lnTo>
                    <a:pt x="1466" y="11836"/>
                  </a:lnTo>
                  <a:cubicBezTo>
                    <a:pt x="1521" y="11546"/>
                    <a:pt x="1553" y="11218"/>
                    <a:pt x="1559" y="10880"/>
                  </a:cubicBezTo>
                  <a:cubicBezTo>
                    <a:pt x="1564" y="10521"/>
                    <a:pt x="1540" y="10164"/>
                    <a:pt x="1487" y="9843"/>
                  </a:cubicBezTo>
                  <a:lnTo>
                    <a:pt x="59" y="2036"/>
                  </a:lnTo>
                  <a:cubicBezTo>
                    <a:pt x="-13" y="1653"/>
                    <a:pt x="-19" y="1186"/>
                    <a:pt x="42" y="785"/>
                  </a:cubicBezTo>
                  <a:cubicBezTo>
                    <a:pt x="114" y="311"/>
                    <a:pt x="267" y="5"/>
                    <a:pt x="436" y="0"/>
                  </a:cubicBezTo>
                  <a:close/>
                </a:path>
              </a:pathLst>
            </a:custGeom>
            <a:grpFill/>
            <a:ln w="12700">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en-US" sz="1400" b="0"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t>Suggested </a:t>
              </a:r>
              <a:br>
                <a:rPr kumimoji="0" lang="en-US" sz="1400" b="0"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br>
              <a:r>
                <a:rPr kumimoji="0" lang="en-US" sz="1400" b="0"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t>short messages</a:t>
              </a:r>
            </a:p>
          </p:txBody>
        </p:sp>
        <p:sp>
          <p:nvSpPr>
            <p:cNvPr id="7" name="Shape">
              <a:extLst>
                <a:ext uri="{FF2B5EF4-FFF2-40B4-BE49-F238E27FC236}">
                  <a16:creationId xmlns:a16="http://schemas.microsoft.com/office/drawing/2014/main" id="{5B6C3610-AE5B-7700-C865-490E658F0628}"/>
                </a:ext>
              </a:extLst>
            </p:cNvPr>
            <p:cNvSpPr/>
            <p:nvPr/>
          </p:nvSpPr>
          <p:spPr>
            <a:xfrm>
              <a:off x="6182743" y="1566050"/>
              <a:ext cx="2898742" cy="669937"/>
            </a:xfrm>
            <a:custGeom>
              <a:avLst/>
              <a:gdLst/>
              <a:ahLst/>
              <a:cxnLst>
                <a:cxn ang="0">
                  <a:pos x="wd2" y="hd2"/>
                </a:cxn>
                <a:cxn ang="5400000">
                  <a:pos x="wd2" y="hd2"/>
                </a:cxn>
                <a:cxn ang="10800000">
                  <a:pos x="wd2" y="hd2"/>
                </a:cxn>
                <a:cxn ang="16200000">
                  <a:pos x="wd2" y="hd2"/>
                </a:cxn>
              </a:cxnLst>
              <a:rect l="0" t="0" r="r" b="b"/>
              <a:pathLst>
                <a:path w="21580" h="21600" extrusionOk="0">
                  <a:moveTo>
                    <a:pt x="436" y="0"/>
                  </a:moveTo>
                  <a:lnTo>
                    <a:pt x="19422" y="0"/>
                  </a:lnTo>
                  <a:cubicBezTo>
                    <a:pt x="19517" y="10"/>
                    <a:pt x="19609" y="102"/>
                    <a:pt x="19689" y="264"/>
                  </a:cubicBezTo>
                  <a:cubicBezTo>
                    <a:pt x="19763" y="416"/>
                    <a:pt x="19823" y="624"/>
                    <a:pt x="19864" y="870"/>
                  </a:cubicBezTo>
                  <a:lnTo>
                    <a:pt x="21492" y="9801"/>
                  </a:lnTo>
                  <a:cubicBezTo>
                    <a:pt x="21550" y="10095"/>
                    <a:pt x="21581" y="10435"/>
                    <a:pt x="21580" y="10782"/>
                  </a:cubicBezTo>
                  <a:cubicBezTo>
                    <a:pt x="21580" y="11121"/>
                    <a:pt x="21549" y="11453"/>
                    <a:pt x="21492" y="11742"/>
                  </a:cubicBezTo>
                  <a:lnTo>
                    <a:pt x="19866" y="20721"/>
                  </a:lnTo>
                  <a:cubicBezTo>
                    <a:pt x="19823" y="20940"/>
                    <a:pt x="19766" y="21128"/>
                    <a:pt x="19698" y="21274"/>
                  </a:cubicBezTo>
                  <a:cubicBezTo>
                    <a:pt x="19607" y="21468"/>
                    <a:pt x="19502" y="21581"/>
                    <a:pt x="19392" y="21600"/>
                  </a:cubicBezTo>
                  <a:lnTo>
                    <a:pt x="463" y="21579"/>
                  </a:lnTo>
                  <a:cubicBezTo>
                    <a:pt x="297" y="21588"/>
                    <a:pt x="143" y="21310"/>
                    <a:pt x="62" y="20858"/>
                  </a:cubicBezTo>
                  <a:cubicBezTo>
                    <a:pt x="-12" y="20438"/>
                    <a:pt x="-11" y="19927"/>
                    <a:pt x="65" y="19509"/>
                  </a:cubicBezTo>
                  <a:lnTo>
                    <a:pt x="1466" y="11836"/>
                  </a:lnTo>
                  <a:cubicBezTo>
                    <a:pt x="1521" y="11546"/>
                    <a:pt x="1553" y="11218"/>
                    <a:pt x="1559" y="10880"/>
                  </a:cubicBezTo>
                  <a:cubicBezTo>
                    <a:pt x="1564" y="10521"/>
                    <a:pt x="1540" y="10164"/>
                    <a:pt x="1487" y="9843"/>
                  </a:cubicBezTo>
                  <a:lnTo>
                    <a:pt x="59" y="2036"/>
                  </a:lnTo>
                  <a:cubicBezTo>
                    <a:pt x="-13" y="1653"/>
                    <a:pt x="-19" y="1186"/>
                    <a:pt x="42" y="785"/>
                  </a:cubicBezTo>
                  <a:cubicBezTo>
                    <a:pt x="114" y="311"/>
                    <a:pt x="267" y="5"/>
                    <a:pt x="436" y="0"/>
                  </a:cubicBezTo>
                  <a:close/>
                </a:path>
              </a:pathLst>
            </a:custGeom>
            <a:grpFill/>
            <a:ln w="12700">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en-US" sz="1400" b="0"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t>Key </a:t>
              </a:r>
              <a:br>
                <a:rPr kumimoji="0" lang="en-US" sz="1400" b="0"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br>
              <a:r>
                <a:rPr kumimoji="0" lang="en-US" sz="1400" b="0" i="0" u="none" strike="noStrike" kern="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t>messages</a:t>
              </a:r>
            </a:p>
          </p:txBody>
        </p:sp>
        <p:sp>
          <p:nvSpPr>
            <p:cNvPr id="8" name="Shape">
              <a:extLst>
                <a:ext uri="{FF2B5EF4-FFF2-40B4-BE49-F238E27FC236}">
                  <a16:creationId xmlns:a16="http://schemas.microsoft.com/office/drawing/2014/main" id="{6E3A6C8E-3D0F-BE9C-FCBC-A5D85A3EF95E}"/>
                </a:ext>
              </a:extLst>
            </p:cNvPr>
            <p:cNvSpPr/>
            <p:nvPr/>
          </p:nvSpPr>
          <p:spPr>
            <a:xfrm>
              <a:off x="8988458" y="1566050"/>
              <a:ext cx="2898742" cy="669937"/>
            </a:xfrm>
            <a:custGeom>
              <a:avLst/>
              <a:gdLst/>
              <a:ahLst/>
              <a:cxnLst>
                <a:cxn ang="0">
                  <a:pos x="wd2" y="hd2"/>
                </a:cxn>
                <a:cxn ang="5400000">
                  <a:pos x="wd2" y="hd2"/>
                </a:cxn>
                <a:cxn ang="10800000">
                  <a:pos x="wd2" y="hd2"/>
                </a:cxn>
                <a:cxn ang="16200000">
                  <a:pos x="wd2" y="hd2"/>
                </a:cxn>
              </a:cxnLst>
              <a:rect l="0" t="0" r="r" b="b"/>
              <a:pathLst>
                <a:path w="21580" h="21600" extrusionOk="0">
                  <a:moveTo>
                    <a:pt x="436" y="0"/>
                  </a:moveTo>
                  <a:lnTo>
                    <a:pt x="19422" y="0"/>
                  </a:lnTo>
                  <a:cubicBezTo>
                    <a:pt x="19517" y="10"/>
                    <a:pt x="19609" y="102"/>
                    <a:pt x="19689" y="264"/>
                  </a:cubicBezTo>
                  <a:cubicBezTo>
                    <a:pt x="19763" y="416"/>
                    <a:pt x="19823" y="624"/>
                    <a:pt x="19864" y="870"/>
                  </a:cubicBezTo>
                  <a:lnTo>
                    <a:pt x="21492" y="9801"/>
                  </a:lnTo>
                  <a:cubicBezTo>
                    <a:pt x="21550" y="10095"/>
                    <a:pt x="21581" y="10435"/>
                    <a:pt x="21580" y="10782"/>
                  </a:cubicBezTo>
                  <a:cubicBezTo>
                    <a:pt x="21580" y="11121"/>
                    <a:pt x="21549" y="11453"/>
                    <a:pt x="21492" y="11742"/>
                  </a:cubicBezTo>
                  <a:lnTo>
                    <a:pt x="19866" y="20721"/>
                  </a:lnTo>
                  <a:cubicBezTo>
                    <a:pt x="19823" y="20940"/>
                    <a:pt x="19766" y="21128"/>
                    <a:pt x="19698" y="21274"/>
                  </a:cubicBezTo>
                  <a:cubicBezTo>
                    <a:pt x="19607" y="21468"/>
                    <a:pt x="19502" y="21581"/>
                    <a:pt x="19392" y="21600"/>
                  </a:cubicBezTo>
                  <a:lnTo>
                    <a:pt x="463" y="21579"/>
                  </a:lnTo>
                  <a:cubicBezTo>
                    <a:pt x="297" y="21588"/>
                    <a:pt x="143" y="21310"/>
                    <a:pt x="62" y="20858"/>
                  </a:cubicBezTo>
                  <a:cubicBezTo>
                    <a:pt x="-12" y="20438"/>
                    <a:pt x="-11" y="19927"/>
                    <a:pt x="65" y="19509"/>
                  </a:cubicBezTo>
                  <a:lnTo>
                    <a:pt x="1466" y="11836"/>
                  </a:lnTo>
                  <a:cubicBezTo>
                    <a:pt x="1521" y="11546"/>
                    <a:pt x="1553" y="11218"/>
                    <a:pt x="1559" y="10880"/>
                  </a:cubicBezTo>
                  <a:cubicBezTo>
                    <a:pt x="1564" y="10521"/>
                    <a:pt x="1540" y="10164"/>
                    <a:pt x="1487" y="9843"/>
                  </a:cubicBezTo>
                  <a:lnTo>
                    <a:pt x="59" y="2036"/>
                  </a:lnTo>
                  <a:cubicBezTo>
                    <a:pt x="-13" y="1653"/>
                    <a:pt x="-19" y="1186"/>
                    <a:pt x="42" y="785"/>
                  </a:cubicBezTo>
                  <a:cubicBezTo>
                    <a:pt x="114" y="311"/>
                    <a:pt x="267" y="5"/>
                    <a:pt x="436" y="0"/>
                  </a:cubicBezTo>
                  <a:close/>
                </a:path>
              </a:pathLst>
            </a:custGeom>
            <a:grpFill/>
            <a:ln w="12700">
              <a:miter lim="400000"/>
            </a:ln>
          </p:spPr>
          <p:txBody>
            <a:bodyPr lIns="0" tIns="0" rIns="0" bIns="0" anchor="ctr"/>
            <a:lstStyle/>
            <a:p>
              <a:pPr marL="0" marR="0" lvl="0" indent="0" algn="ctr" defTabSz="825500" rtl="0" eaLnBrk="1" fontAlgn="auto" latinLnBrk="0" hangingPunct="0">
                <a:lnSpc>
                  <a:spcPct val="100000"/>
                </a:lnSpc>
                <a:spcBef>
                  <a:spcPts val="0"/>
                </a:spcBef>
                <a:spcAft>
                  <a:spcPts val="0"/>
                </a:spcAft>
                <a:buClrTx/>
                <a:buSzTx/>
                <a:buFontTx/>
                <a:buNone/>
                <a:tabLst/>
                <a:defRPr sz="3200" b="0">
                  <a:solidFill>
                    <a:srgbClr val="FFFFFF"/>
                  </a:solidFill>
                  <a:latin typeface="+mn-lt"/>
                  <a:ea typeface="+mn-ea"/>
                  <a:cs typeface="+mn-cs"/>
                  <a:sym typeface="Helvetica Neue Medium"/>
                </a:defRPr>
              </a:pPr>
              <a: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t>Sample Copilot </a:t>
              </a:r>
              <a:b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br>
              <a: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sym typeface="Helvetica Neue Medium"/>
                </a:rPr>
                <a:t>pitch copy block</a:t>
              </a:r>
            </a:p>
          </p:txBody>
        </p:sp>
      </p:grpSp>
      <p:sp>
        <p:nvSpPr>
          <p:cNvPr id="24" name="Rectangle: Rounded Corners 8">
            <a:extLst>
              <a:ext uri="{FF2B5EF4-FFF2-40B4-BE49-F238E27FC236}">
                <a16:creationId xmlns:a16="http://schemas.microsoft.com/office/drawing/2014/main" id="{CD6A8B7E-EE24-6BE5-9FD1-222FA75B4819}"/>
              </a:ext>
              <a:ext uri="{C183D7F6-B498-43B3-948B-1728B52AA6E4}">
                <adec:decorative xmlns:adec="http://schemas.microsoft.com/office/drawing/2017/decorative" val="0"/>
              </a:ext>
            </a:extLst>
          </p:cNvPr>
          <p:cNvSpPr/>
          <p:nvPr/>
        </p:nvSpPr>
        <p:spPr bwMode="auto">
          <a:xfrm>
            <a:off x="8988458" y="2302960"/>
            <a:ext cx="2647950" cy="3966077"/>
          </a:xfrm>
          <a:prstGeom prst="round2SameRect">
            <a:avLst>
              <a:gd name="adj1" fmla="val 0"/>
              <a:gd name="adj2" fmla="val 3885"/>
            </a:avLst>
          </a:prstGeom>
          <a:solidFill>
            <a:schemeClr val="bg1">
              <a:alpha val="60000"/>
            </a:schemeClr>
          </a:solidFill>
          <a:ln w="12700">
            <a:solidFill>
              <a:schemeClr val="bg1">
                <a:alpha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1200"/>
              </a:spcBef>
              <a:spcAft>
                <a:spcPts val="0"/>
              </a:spcAft>
              <a:buClrTx/>
              <a:buSzTx/>
              <a:buFontTx/>
              <a:buNone/>
              <a:tabLst/>
              <a:defRPr/>
            </a:pPr>
            <a:r>
              <a:rPr lang="en-US" sz="1200" kern="0">
                <a:solidFill>
                  <a:srgbClr val="C03BC4"/>
                </a:solidFill>
                <a:latin typeface="+mj-lt"/>
                <a:ea typeface="Source Sans Pro"/>
                <a:cs typeface="Segoe UI" charset="0"/>
              </a:rPr>
              <a:t>Most AI tools don’t understand your business. Copilot does. </a:t>
            </a:r>
            <a:br>
              <a:rPr lang="en-US" sz="1200" b="1" kern="0">
                <a:solidFill>
                  <a:srgbClr val="C03BC4"/>
                </a:solidFill>
                <a:ea typeface="Source Sans Pro"/>
                <a:cs typeface="Segoe UI" charset="0"/>
              </a:rPr>
            </a:br>
            <a:r>
              <a:rPr lang="en-US" sz="1200" kern="0">
                <a:solidFill>
                  <a:srgbClr val="000000"/>
                </a:solidFill>
                <a:ea typeface="Source Sans Pro"/>
                <a:cs typeface="Segoe UI" charset="0"/>
              </a:rPr>
              <a:t>It’s built to work with your team’s files, chats, and emails to help you get real work done. Copilot automates tasks, supports your team, and helps you make decisions and run your business more efficiently.</a:t>
            </a:r>
            <a:r>
              <a:rPr kumimoji="0" lang="en-US" sz="1200" b="1" i="0" u="none" strike="noStrike" kern="0" cap="none" spc="0" normalizeH="0" baseline="0" noProof="0">
                <a:ln>
                  <a:noFill/>
                </a:ln>
                <a:solidFill>
                  <a:srgbClr val="C03BC4"/>
                </a:solidFill>
                <a:effectLst/>
                <a:uLnTx/>
                <a:uFillTx/>
                <a:ea typeface="Source Sans Pro"/>
                <a:cs typeface="Segoe UI" charset="0"/>
              </a:rPr>
              <a:t> </a:t>
            </a:r>
          </a:p>
          <a:p>
            <a:pPr marL="0" marR="0" lvl="0" indent="0" algn="l" defTabSz="914400" rtl="0" eaLnBrk="1" fontAlgn="auto" latinLnBrk="0" hangingPunct="1">
              <a:lnSpc>
                <a:spcPct val="100000"/>
              </a:lnSpc>
              <a:spcBef>
                <a:spcPts val="1200"/>
              </a:spcBef>
              <a:spcAft>
                <a:spcPts val="0"/>
              </a:spcAft>
              <a:buClrTx/>
              <a:buSzTx/>
              <a:buFontTx/>
              <a:buNone/>
              <a:tabLst/>
              <a:defRPr/>
            </a:pPr>
            <a:r>
              <a:rPr lang="en-US" sz="1200" kern="0">
                <a:solidFill>
                  <a:srgbClr val="C03BC4"/>
                </a:solidFill>
                <a:latin typeface="+mj-lt"/>
                <a:ea typeface="Source Sans Pro"/>
                <a:cs typeface="Segoe UI" charset="0"/>
              </a:rPr>
              <a:t>Find time to be more creative </a:t>
            </a:r>
            <a:r>
              <a:rPr kumimoji="0" lang="en-US" sz="1200" b="0" i="0" u="none" strike="noStrike" kern="0" cap="none" spc="0" normalizeH="0" baseline="0" noProof="0">
                <a:ln>
                  <a:noFill/>
                </a:ln>
                <a:solidFill>
                  <a:srgbClr val="000000"/>
                </a:solidFill>
                <a:effectLst/>
                <a:uLnTx/>
                <a:uFillTx/>
                <a:ea typeface="Source Sans Pro"/>
                <a:cs typeface="Segoe UI" charset="0"/>
              </a:rPr>
              <a:t>with a Copilot that works alongside you, embedded in the Microsoft 365 apps millions of people use daily, including Microsoft Teams, Word, Excel, PowerPoint, Outlook, Loop, and more.</a:t>
            </a:r>
          </a:p>
          <a:p>
            <a:pPr marL="0" marR="0" lvl="0" indent="0" algn="l" defTabSz="1280160" rtl="0" eaLnBrk="1" fontAlgn="auto" latinLnBrk="0" hangingPunct="1">
              <a:lnSpc>
                <a:spcPct val="90000"/>
              </a:lnSpc>
              <a:spcBef>
                <a:spcPts val="600"/>
              </a:spcBef>
              <a:spcAft>
                <a:spcPts val="600"/>
              </a:spcAft>
              <a:buClrTx/>
              <a:buSzTx/>
              <a:buFontTx/>
              <a:buNone/>
              <a:tabLst/>
              <a:defRPr/>
            </a:pPr>
            <a:endParaRPr kumimoji="0" lang="en-US" sz="1000" b="0" i="0" u="none" strike="noStrike" kern="1200" cap="none" spc="0" normalizeH="0" baseline="0" noProof="0">
              <a:ln>
                <a:noFill/>
              </a:ln>
              <a:solidFill>
                <a:srgbClr val="080808"/>
              </a:solidFill>
              <a:effectLst/>
              <a:uLnTx/>
              <a:uFillTx/>
              <a:ea typeface="+mn-ea"/>
              <a:cs typeface="Segoe UI" pitchFamily="34" charset="0"/>
            </a:endParaRPr>
          </a:p>
        </p:txBody>
      </p:sp>
      <p:grpSp>
        <p:nvGrpSpPr>
          <p:cNvPr id="12" name="Nav bar">
            <a:extLst>
              <a:ext uri="{FF2B5EF4-FFF2-40B4-BE49-F238E27FC236}">
                <a16:creationId xmlns:a16="http://schemas.microsoft.com/office/drawing/2014/main" id="{D6C3DDAF-2D9C-F934-8800-288CC0372155}"/>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13" name="Rectangle: Single Corner Rounded 12">
              <a:extLst>
                <a:ext uri="{FF2B5EF4-FFF2-40B4-BE49-F238E27FC236}">
                  <a16:creationId xmlns:a16="http://schemas.microsoft.com/office/drawing/2014/main" id="{80CA14CC-84B6-D620-92C8-B5B0A50BC025}"/>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5" name="Straight Connector 14">
              <a:extLst>
                <a:ext uri="{FF2B5EF4-FFF2-40B4-BE49-F238E27FC236}">
                  <a16:creationId xmlns:a16="http://schemas.microsoft.com/office/drawing/2014/main" id="{05DBA7C7-A522-C3CD-175A-3BB51AAE243E}"/>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Isosceles Triangle 15">
              <a:hlinkClick r:id="" action="ppaction://hlinkshowjump?jump=previousslide"/>
              <a:extLst>
                <a:ext uri="{FF2B5EF4-FFF2-40B4-BE49-F238E27FC236}">
                  <a16:creationId xmlns:a16="http://schemas.microsoft.com/office/drawing/2014/main" id="{612D549C-7FF0-3729-A5A5-7AFFF98D1B5B}"/>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7" name="Isosceles Triangle 16">
              <a:hlinkClick r:id="" action="ppaction://hlinkshowjump?jump=nextslide"/>
              <a:extLst>
                <a:ext uri="{FF2B5EF4-FFF2-40B4-BE49-F238E27FC236}">
                  <a16:creationId xmlns:a16="http://schemas.microsoft.com/office/drawing/2014/main" id="{26A71523-A1BD-AF6C-9D1E-8F9932DD2A38}"/>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8" name="Graphic 17" descr="Home outline">
              <a:hlinkClick r:id="rId2" action="ppaction://hlinksldjump"/>
              <a:extLst>
                <a:ext uri="{FF2B5EF4-FFF2-40B4-BE49-F238E27FC236}">
                  <a16:creationId xmlns:a16="http://schemas.microsoft.com/office/drawing/2014/main" id="{E4F7C34F-ABEB-CACA-2410-553B2540BE9C}"/>
                </a:ext>
              </a:extLst>
            </p:cNvPr>
            <p:cNvPicPr>
              <a:picLocks noChangeAspect="1"/>
            </p:cNvPicPr>
            <p:nvPr/>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
        <p:nvSpPr>
          <p:cNvPr id="19" name="Text Placeholder 4">
            <a:extLst>
              <a:ext uri="{FF2B5EF4-FFF2-40B4-BE49-F238E27FC236}">
                <a16:creationId xmlns:a16="http://schemas.microsoft.com/office/drawing/2014/main" id="{7BC88A79-9F9B-9E27-BC71-FCE3555627AA}"/>
              </a:ext>
            </a:extLst>
          </p:cNvPr>
          <p:cNvSpPr txBox="1">
            <a:spLocks/>
          </p:cNvSpPr>
          <p:nvPr/>
        </p:nvSpPr>
        <p:spPr>
          <a:xfrm>
            <a:off x="574675" y="166383"/>
            <a:ext cx="11018520" cy="230832"/>
          </a:xfrm>
          <a:prstGeom prst="rect">
            <a:avLst/>
          </a:prstGeom>
        </p:spPr>
        <p:txBody>
          <a:bodyPr vert="horz" wrap="square" lIns="0" tIns="4572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lang="en-US" sz="1600" kern="1200" spc="0" baseline="0" dirty="0">
                <a:solidFill>
                  <a:schemeClr val="tx2"/>
                </a:solidFill>
                <a:latin typeface="+mn-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a:solidFill>
                  <a:schemeClr val="accent2"/>
                </a:solidFill>
                <a:latin typeface="+mj-lt"/>
              </a:rPr>
              <a:t>PARTNER SERVICES</a:t>
            </a:r>
          </a:p>
        </p:txBody>
      </p:sp>
    </p:spTree>
    <p:extLst>
      <p:ext uri="{BB962C8B-B14F-4D97-AF65-F5344CB8AC3E}">
        <p14:creationId xmlns:p14="http://schemas.microsoft.com/office/powerpoint/2010/main" val="3463530769"/>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B36FF-A056-F806-B4F3-D1E9717E0D40}"/>
            </a:ext>
          </a:extLst>
        </p:cNvPr>
        <p:cNvGrpSpPr/>
        <p:nvPr/>
      </p:nvGrpSpPr>
      <p:grpSpPr>
        <a:xfrm>
          <a:off x="0" y="0"/>
          <a:ext cx="0" cy="0"/>
          <a:chOff x="0" y="0"/>
          <a:chExt cx="0" cy="0"/>
        </a:xfrm>
      </p:grpSpPr>
      <p:sp>
        <p:nvSpPr>
          <p:cNvPr id="18" name="Title 17">
            <a:extLst>
              <a:ext uri="{FF2B5EF4-FFF2-40B4-BE49-F238E27FC236}">
                <a16:creationId xmlns:a16="http://schemas.microsoft.com/office/drawing/2014/main" id="{7BFBF0D1-B294-D32B-FACA-0723BD69AAEF}"/>
              </a:ext>
            </a:extLst>
          </p:cNvPr>
          <p:cNvSpPr>
            <a:spLocks noGrp="1"/>
          </p:cNvSpPr>
          <p:nvPr>
            <p:ph type="title"/>
          </p:nvPr>
        </p:nvSpPr>
        <p:spPr/>
        <p:txBody>
          <a:bodyPr/>
          <a:lstStyle/>
          <a:p>
            <a:r>
              <a:rPr lang="en-US"/>
              <a:t>AI Business Solutions – M365 Business SKU + M365 Copilot Business</a:t>
            </a:r>
            <a:br>
              <a:rPr lang="en-US"/>
            </a:br>
            <a:endParaRPr lang="en-US"/>
          </a:p>
        </p:txBody>
      </p:sp>
      <p:sp>
        <p:nvSpPr>
          <p:cNvPr id="3" name="Text Placeholder 2">
            <a:extLst>
              <a:ext uri="{FF2B5EF4-FFF2-40B4-BE49-F238E27FC236}">
                <a16:creationId xmlns:a16="http://schemas.microsoft.com/office/drawing/2014/main" id="{877A7AC5-F522-0C0C-F65A-CD525AF4E323}"/>
              </a:ext>
            </a:extLst>
          </p:cNvPr>
          <p:cNvSpPr>
            <a:spLocks noGrp="1"/>
          </p:cNvSpPr>
          <p:nvPr>
            <p:ph type="body" sz="quarter" idx="11"/>
          </p:nvPr>
        </p:nvSpPr>
        <p:spPr>
          <a:xfrm>
            <a:off x="630220" y="239704"/>
            <a:ext cx="11018520" cy="230832"/>
          </a:xfrm>
        </p:spPr>
        <p:txBody>
          <a:bodyPr/>
          <a:lstStyle/>
          <a:p>
            <a:r>
              <a:rPr lang="en-US" sz="1200" cap="all">
                <a:solidFill>
                  <a:schemeClr val="accent2"/>
                </a:solidFill>
                <a:latin typeface="+mj-lt"/>
              </a:rPr>
              <a:t>Resources</a:t>
            </a:r>
          </a:p>
        </p:txBody>
      </p:sp>
      <p:cxnSp>
        <p:nvCxnSpPr>
          <p:cNvPr id="22" name="Straight Arrow Connector 21">
            <a:extLst>
              <a:ext uri="{FF2B5EF4-FFF2-40B4-BE49-F238E27FC236}">
                <a16:creationId xmlns:a16="http://schemas.microsoft.com/office/drawing/2014/main" id="{EB2DD79A-DC22-559D-E071-2B25190CA91A}"/>
              </a:ext>
              <a:ext uri="{C183D7F6-B498-43B3-948B-1728B52AA6E4}">
                <adec:decorative xmlns:adec="http://schemas.microsoft.com/office/drawing/2017/decorative" val="1"/>
              </a:ext>
            </a:extLst>
          </p:cNvPr>
          <p:cNvCxnSpPr>
            <a:cxnSpLocks/>
          </p:cNvCxnSpPr>
          <p:nvPr/>
        </p:nvCxnSpPr>
        <p:spPr>
          <a:xfrm>
            <a:off x="522256" y="2224688"/>
            <a:ext cx="11266819" cy="0"/>
          </a:xfrm>
          <a:prstGeom prst="straightConnector1">
            <a:avLst/>
          </a:prstGeom>
          <a:ln>
            <a:headEnd type="oval" w="sm" len="sm"/>
            <a:tailEnd type="oval" w="sm" len="sm"/>
          </a:ln>
        </p:spPr>
        <p:style>
          <a:lnRef idx="1">
            <a:schemeClr val="accent2"/>
          </a:lnRef>
          <a:fillRef idx="0">
            <a:schemeClr val="accent2"/>
          </a:fillRef>
          <a:effectRef idx="0">
            <a:schemeClr val="accent2"/>
          </a:effectRef>
          <a:fontRef idx="minor">
            <a:schemeClr val="tx1"/>
          </a:fontRef>
        </p:style>
      </p:cxnSp>
      <p:sp>
        <p:nvSpPr>
          <p:cNvPr id="32" name="Rectangle: Rounded Corners 31">
            <a:extLst>
              <a:ext uri="{FF2B5EF4-FFF2-40B4-BE49-F238E27FC236}">
                <a16:creationId xmlns:a16="http://schemas.microsoft.com/office/drawing/2014/main" id="{6BA67B0D-69B0-5C8C-F95F-8C26A080E460}"/>
              </a:ext>
              <a:ext uri="{C183D7F6-B498-43B3-948B-1728B52AA6E4}">
                <adec:decorative xmlns:adec="http://schemas.microsoft.com/office/drawing/2017/decorative" val="1"/>
              </a:ext>
            </a:extLst>
          </p:cNvPr>
          <p:cNvSpPr>
            <a:spLocks/>
          </p:cNvSpPr>
          <p:nvPr/>
        </p:nvSpPr>
        <p:spPr bwMode="auto">
          <a:xfrm>
            <a:off x="505943" y="3284723"/>
            <a:ext cx="2170274" cy="2915435"/>
          </a:xfrm>
          <a:prstGeom prst="roundRect">
            <a:avLst>
              <a:gd name="adj" fmla="val 2822"/>
            </a:avLst>
          </a:prstGeom>
          <a:noFill/>
          <a:ln w="6350">
            <a:solidFill>
              <a:schemeClr val="accent2"/>
            </a:solid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Segoe Sans Display Semibold"/>
              <a:ea typeface="+mn-ea"/>
              <a:cs typeface="Segoe UI" pitchFamily="34" charset="0"/>
            </a:endParaRPr>
          </a:p>
        </p:txBody>
      </p:sp>
      <p:sp>
        <p:nvSpPr>
          <p:cNvPr id="33" name="Rectangle: Rounded Corners 32">
            <a:extLst>
              <a:ext uri="{FF2B5EF4-FFF2-40B4-BE49-F238E27FC236}">
                <a16:creationId xmlns:a16="http://schemas.microsoft.com/office/drawing/2014/main" id="{75AF037F-53A4-731C-7219-3A0430771A13}"/>
              </a:ext>
              <a:ext uri="{C183D7F6-B498-43B3-948B-1728B52AA6E4}">
                <adec:decorative xmlns:adec="http://schemas.microsoft.com/office/drawing/2017/decorative" val="1"/>
              </a:ext>
            </a:extLst>
          </p:cNvPr>
          <p:cNvSpPr>
            <a:spLocks/>
          </p:cNvSpPr>
          <p:nvPr/>
        </p:nvSpPr>
        <p:spPr bwMode="auto">
          <a:xfrm>
            <a:off x="2788235" y="3284723"/>
            <a:ext cx="2170274" cy="2915435"/>
          </a:xfrm>
          <a:prstGeom prst="roundRect">
            <a:avLst>
              <a:gd name="adj" fmla="val 2822"/>
            </a:avLst>
          </a:prstGeom>
          <a:noFill/>
          <a:ln w="6350">
            <a:solidFill>
              <a:schemeClr val="accent2"/>
            </a:solid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Segoe Sans Display Semibold"/>
              <a:ea typeface="+mn-ea"/>
              <a:cs typeface="Segoe UI" pitchFamily="34" charset="0"/>
            </a:endParaRPr>
          </a:p>
        </p:txBody>
      </p:sp>
      <p:sp>
        <p:nvSpPr>
          <p:cNvPr id="35" name="Rectangle: Rounded Corners 34">
            <a:extLst>
              <a:ext uri="{FF2B5EF4-FFF2-40B4-BE49-F238E27FC236}">
                <a16:creationId xmlns:a16="http://schemas.microsoft.com/office/drawing/2014/main" id="{A401A0FC-DB56-2ECD-FF8F-6B0CABBF9A7E}"/>
              </a:ext>
              <a:ext uri="{C183D7F6-B498-43B3-948B-1728B52AA6E4}">
                <adec:decorative xmlns:adec="http://schemas.microsoft.com/office/drawing/2017/decorative" val="1"/>
              </a:ext>
            </a:extLst>
          </p:cNvPr>
          <p:cNvSpPr>
            <a:spLocks/>
          </p:cNvSpPr>
          <p:nvPr/>
        </p:nvSpPr>
        <p:spPr bwMode="auto">
          <a:xfrm>
            <a:off x="5070528" y="3284723"/>
            <a:ext cx="2170274" cy="2915435"/>
          </a:xfrm>
          <a:prstGeom prst="roundRect">
            <a:avLst>
              <a:gd name="adj" fmla="val 2822"/>
            </a:avLst>
          </a:prstGeom>
          <a:noFill/>
          <a:ln w="6350">
            <a:solidFill>
              <a:schemeClr val="accent2"/>
            </a:solid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Segoe Sans Display Semibold"/>
              <a:ea typeface="+mn-ea"/>
              <a:cs typeface="Segoe UI" pitchFamily="34" charset="0"/>
            </a:endParaRPr>
          </a:p>
        </p:txBody>
      </p:sp>
      <p:sp>
        <p:nvSpPr>
          <p:cNvPr id="36" name="Rectangle: Rounded Corners 35">
            <a:extLst>
              <a:ext uri="{FF2B5EF4-FFF2-40B4-BE49-F238E27FC236}">
                <a16:creationId xmlns:a16="http://schemas.microsoft.com/office/drawing/2014/main" id="{2F73FD41-C54F-CD90-0444-C736EF33B439}"/>
              </a:ext>
              <a:ext uri="{C183D7F6-B498-43B3-948B-1728B52AA6E4}">
                <adec:decorative xmlns:adec="http://schemas.microsoft.com/office/drawing/2017/decorative" val="1"/>
              </a:ext>
            </a:extLst>
          </p:cNvPr>
          <p:cNvSpPr>
            <a:spLocks/>
          </p:cNvSpPr>
          <p:nvPr/>
        </p:nvSpPr>
        <p:spPr bwMode="auto">
          <a:xfrm>
            <a:off x="7352820" y="3284723"/>
            <a:ext cx="2170274" cy="2915435"/>
          </a:xfrm>
          <a:prstGeom prst="roundRect">
            <a:avLst>
              <a:gd name="adj" fmla="val 2822"/>
            </a:avLst>
          </a:prstGeom>
          <a:noFill/>
          <a:ln w="6350">
            <a:solidFill>
              <a:schemeClr val="accent2"/>
            </a:solid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Segoe Sans Display Semibold"/>
              <a:ea typeface="+mn-ea"/>
              <a:cs typeface="Segoe UI" pitchFamily="34" charset="0"/>
            </a:endParaRPr>
          </a:p>
        </p:txBody>
      </p:sp>
      <p:sp>
        <p:nvSpPr>
          <p:cNvPr id="38" name="Rectangle: Rounded Corners 37">
            <a:extLst>
              <a:ext uri="{FF2B5EF4-FFF2-40B4-BE49-F238E27FC236}">
                <a16:creationId xmlns:a16="http://schemas.microsoft.com/office/drawing/2014/main" id="{15ABF5DF-3FA4-9DC2-AF6F-0C41C5F3E17B}"/>
              </a:ext>
              <a:ext uri="{C183D7F6-B498-43B3-948B-1728B52AA6E4}">
                <adec:decorative xmlns:adec="http://schemas.microsoft.com/office/drawing/2017/decorative" val="1"/>
              </a:ext>
            </a:extLst>
          </p:cNvPr>
          <p:cNvSpPr>
            <a:spLocks/>
          </p:cNvSpPr>
          <p:nvPr/>
        </p:nvSpPr>
        <p:spPr bwMode="auto">
          <a:xfrm>
            <a:off x="9635112" y="3284723"/>
            <a:ext cx="2170274" cy="2915435"/>
          </a:xfrm>
          <a:prstGeom prst="roundRect">
            <a:avLst>
              <a:gd name="adj" fmla="val 2822"/>
            </a:avLst>
          </a:prstGeom>
          <a:noFill/>
          <a:ln w="6350">
            <a:solidFill>
              <a:schemeClr val="accent2"/>
            </a:solidFill>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91440"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000000"/>
              </a:solidFill>
              <a:effectLst/>
              <a:uLnTx/>
              <a:uFillTx/>
              <a:latin typeface="Segoe Sans Display Semibold"/>
              <a:ea typeface="+mn-ea"/>
              <a:cs typeface="Segoe UI" pitchFamily="34" charset="0"/>
            </a:endParaRPr>
          </a:p>
        </p:txBody>
      </p:sp>
      <p:cxnSp>
        <p:nvCxnSpPr>
          <p:cNvPr id="39" name="Straight Connector 38">
            <a:extLst>
              <a:ext uri="{FF2B5EF4-FFF2-40B4-BE49-F238E27FC236}">
                <a16:creationId xmlns:a16="http://schemas.microsoft.com/office/drawing/2014/main" id="{CC0A861A-135B-9CD1-A933-8ABBA42DBBDC}"/>
              </a:ext>
              <a:ext uri="{C183D7F6-B498-43B3-948B-1728B52AA6E4}">
                <adec:decorative xmlns:adec="http://schemas.microsoft.com/office/drawing/2017/decorative" val="1"/>
              </a:ext>
            </a:extLst>
          </p:cNvPr>
          <p:cNvCxnSpPr>
            <a:cxnSpLocks/>
          </p:cNvCxnSpPr>
          <p:nvPr/>
        </p:nvCxnSpPr>
        <p:spPr>
          <a:xfrm>
            <a:off x="6519405" y="2404143"/>
            <a:ext cx="0" cy="533349"/>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23C35B4-EF35-D63B-2933-2F2EF1E15BB9}"/>
              </a:ext>
              <a:ext uri="{C183D7F6-B498-43B3-948B-1728B52AA6E4}">
                <adec:decorative xmlns:adec="http://schemas.microsoft.com/office/drawing/2017/decorative" val="1"/>
              </a:ext>
            </a:extLst>
          </p:cNvPr>
          <p:cNvCxnSpPr>
            <a:cxnSpLocks/>
          </p:cNvCxnSpPr>
          <p:nvPr/>
        </p:nvCxnSpPr>
        <p:spPr>
          <a:xfrm>
            <a:off x="9076500" y="2429580"/>
            <a:ext cx="0" cy="533349"/>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41FFB63-98A9-240C-B19F-A4943B4262F5}"/>
              </a:ext>
              <a:ext uri="{C183D7F6-B498-43B3-948B-1728B52AA6E4}">
                <adec:decorative xmlns:adec="http://schemas.microsoft.com/office/drawing/2017/decorative" val="1"/>
              </a:ext>
            </a:extLst>
          </p:cNvPr>
          <p:cNvCxnSpPr>
            <a:cxnSpLocks/>
          </p:cNvCxnSpPr>
          <p:nvPr/>
        </p:nvCxnSpPr>
        <p:spPr>
          <a:xfrm>
            <a:off x="533694" y="3098953"/>
            <a:ext cx="11266819" cy="0"/>
          </a:xfrm>
          <a:prstGeom prst="straightConnector1">
            <a:avLst/>
          </a:prstGeom>
          <a:ln>
            <a:headEnd type="oval" w="sm" len="sm"/>
            <a:tailEnd type="oval" w="sm" len="sm"/>
          </a:ln>
        </p:spPr>
        <p:style>
          <a:lnRef idx="1">
            <a:schemeClr val="accent2"/>
          </a:lnRef>
          <a:fillRef idx="0">
            <a:schemeClr val="accent2"/>
          </a:fillRef>
          <a:effectRef idx="0">
            <a:schemeClr val="accent2"/>
          </a:effectRef>
          <a:fontRef idx="minor">
            <a:schemeClr val="tx1"/>
          </a:fontRef>
        </p:style>
      </p:cxnSp>
      <p:sp>
        <p:nvSpPr>
          <p:cNvPr id="42" name="TextBox 41">
            <a:extLst>
              <a:ext uri="{FF2B5EF4-FFF2-40B4-BE49-F238E27FC236}">
                <a16:creationId xmlns:a16="http://schemas.microsoft.com/office/drawing/2014/main" id="{762436EC-676E-A0EB-BEE4-65EA73B3B598}"/>
              </a:ext>
              <a:ext uri="{C183D7F6-B498-43B3-948B-1728B52AA6E4}">
                <adec:decorative xmlns:adec="http://schemas.microsoft.com/office/drawing/2017/decorative" val="1"/>
              </a:ext>
            </a:extLst>
          </p:cNvPr>
          <p:cNvSpPr txBox="1">
            <a:spLocks/>
          </p:cNvSpPr>
          <p:nvPr/>
        </p:nvSpPr>
        <p:spPr>
          <a:xfrm>
            <a:off x="579113" y="3358481"/>
            <a:ext cx="2023934" cy="345125"/>
          </a:xfrm>
          <a:prstGeom prst="roundRect">
            <a:avLst>
              <a:gd name="adj" fmla="val 7923"/>
            </a:avLst>
          </a:prstGeom>
          <a:gradFill>
            <a:gsLst>
              <a:gs pos="0">
                <a:srgbClr val="C03BC4"/>
              </a:gs>
              <a:gs pos="100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defPPr>
              <a:defRPr lang="en-US"/>
            </a:defPPr>
            <a:lvl1pPr defTabSz="932742">
              <a:spcBef>
                <a:spcPts val="1200"/>
              </a:spcBef>
              <a:defRPr sz="1200">
                <a:ln w="3175">
                  <a:noFill/>
                </a:ln>
                <a:solidFill>
                  <a:srgbClr val="FFFFFF"/>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sp>
        <p:nvSpPr>
          <p:cNvPr id="43" name="TextBox 42">
            <a:extLst>
              <a:ext uri="{FF2B5EF4-FFF2-40B4-BE49-F238E27FC236}">
                <a16:creationId xmlns:a16="http://schemas.microsoft.com/office/drawing/2014/main" id="{9E721521-EFD2-9C76-AD1A-EDCEEAF5A2A9}"/>
              </a:ext>
              <a:ext uri="{C183D7F6-B498-43B3-948B-1728B52AA6E4}">
                <adec:decorative xmlns:adec="http://schemas.microsoft.com/office/drawing/2017/decorative" val="1"/>
              </a:ext>
            </a:extLst>
          </p:cNvPr>
          <p:cNvSpPr txBox="1">
            <a:spLocks/>
          </p:cNvSpPr>
          <p:nvPr/>
        </p:nvSpPr>
        <p:spPr>
          <a:xfrm>
            <a:off x="2861405" y="3358481"/>
            <a:ext cx="2023934" cy="345125"/>
          </a:xfrm>
          <a:prstGeom prst="roundRect">
            <a:avLst>
              <a:gd name="adj" fmla="val 7923"/>
            </a:avLst>
          </a:prstGeom>
          <a:gradFill>
            <a:gsLst>
              <a:gs pos="0">
                <a:srgbClr val="C03BC4"/>
              </a:gs>
              <a:gs pos="100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defPPr>
              <a:defRPr lang="en-US"/>
            </a:defPPr>
            <a:lvl1pPr defTabSz="932742">
              <a:spcBef>
                <a:spcPts val="1200"/>
              </a:spcBef>
              <a:defRPr sz="1200">
                <a:ln w="3175">
                  <a:noFill/>
                </a:ln>
                <a:solidFill>
                  <a:srgbClr val="FFFFFF"/>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sp>
        <p:nvSpPr>
          <p:cNvPr id="44" name="TextBox 43">
            <a:extLst>
              <a:ext uri="{FF2B5EF4-FFF2-40B4-BE49-F238E27FC236}">
                <a16:creationId xmlns:a16="http://schemas.microsoft.com/office/drawing/2014/main" id="{60966E5A-9065-001F-6CE2-18C2D9E1907D}"/>
              </a:ext>
              <a:ext uri="{C183D7F6-B498-43B3-948B-1728B52AA6E4}">
                <adec:decorative xmlns:adec="http://schemas.microsoft.com/office/drawing/2017/decorative" val="1"/>
              </a:ext>
            </a:extLst>
          </p:cNvPr>
          <p:cNvSpPr txBox="1">
            <a:spLocks/>
          </p:cNvSpPr>
          <p:nvPr/>
        </p:nvSpPr>
        <p:spPr>
          <a:xfrm>
            <a:off x="5143696" y="3358481"/>
            <a:ext cx="2023934" cy="345125"/>
          </a:xfrm>
          <a:prstGeom prst="roundRect">
            <a:avLst>
              <a:gd name="adj" fmla="val 7923"/>
            </a:avLst>
          </a:prstGeom>
          <a:gradFill>
            <a:gsLst>
              <a:gs pos="0">
                <a:srgbClr val="C03BC4"/>
              </a:gs>
              <a:gs pos="100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defPPr>
              <a:defRPr lang="en-US"/>
            </a:defPPr>
            <a:lvl1pPr defTabSz="932742">
              <a:spcBef>
                <a:spcPts val="1200"/>
              </a:spcBef>
              <a:defRPr sz="1200">
                <a:ln w="3175">
                  <a:noFill/>
                </a:ln>
                <a:solidFill>
                  <a:srgbClr val="FFFFFF"/>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sp>
        <p:nvSpPr>
          <p:cNvPr id="45" name="TextBox 44">
            <a:extLst>
              <a:ext uri="{FF2B5EF4-FFF2-40B4-BE49-F238E27FC236}">
                <a16:creationId xmlns:a16="http://schemas.microsoft.com/office/drawing/2014/main" id="{CB223784-8988-47A1-2154-078029CE9C48}"/>
              </a:ext>
              <a:ext uri="{C183D7F6-B498-43B3-948B-1728B52AA6E4}">
                <adec:decorative xmlns:adec="http://schemas.microsoft.com/office/drawing/2017/decorative" val="1"/>
              </a:ext>
            </a:extLst>
          </p:cNvPr>
          <p:cNvSpPr txBox="1">
            <a:spLocks/>
          </p:cNvSpPr>
          <p:nvPr/>
        </p:nvSpPr>
        <p:spPr>
          <a:xfrm>
            <a:off x="7425990" y="3358481"/>
            <a:ext cx="2023934" cy="345125"/>
          </a:xfrm>
          <a:prstGeom prst="roundRect">
            <a:avLst>
              <a:gd name="adj" fmla="val 7923"/>
            </a:avLst>
          </a:prstGeom>
          <a:gradFill>
            <a:gsLst>
              <a:gs pos="0">
                <a:srgbClr val="C03BC4"/>
              </a:gs>
              <a:gs pos="100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defPPr>
              <a:defRPr lang="en-US"/>
            </a:defPPr>
            <a:lvl1pPr defTabSz="932742">
              <a:spcBef>
                <a:spcPts val="1200"/>
              </a:spcBef>
              <a:defRPr sz="1200">
                <a:ln w="3175">
                  <a:noFill/>
                </a:ln>
                <a:solidFill>
                  <a:srgbClr val="FFFFFF"/>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sp>
        <p:nvSpPr>
          <p:cNvPr id="46" name="TextBox 45">
            <a:extLst>
              <a:ext uri="{FF2B5EF4-FFF2-40B4-BE49-F238E27FC236}">
                <a16:creationId xmlns:a16="http://schemas.microsoft.com/office/drawing/2014/main" id="{65EB337A-C748-B571-F6E8-F11FCDC4BE5F}"/>
              </a:ext>
              <a:ext uri="{C183D7F6-B498-43B3-948B-1728B52AA6E4}">
                <adec:decorative xmlns:adec="http://schemas.microsoft.com/office/drawing/2017/decorative" val="1"/>
              </a:ext>
            </a:extLst>
          </p:cNvPr>
          <p:cNvSpPr txBox="1">
            <a:spLocks/>
          </p:cNvSpPr>
          <p:nvPr/>
        </p:nvSpPr>
        <p:spPr>
          <a:xfrm>
            <a:off x="9708282" y="3358481"/>
            <a:ext cx="2023934" cy="345125"/>
          </a:xfrm>
          <a:prstGeom prst="roundRect">
            <a:avLst>
              <a:gd name="adj" fmla="val 7923"/>
            </a:avLst>
          </a:prstGeom>
          <a:gradFill>
            <a:gsLst>
              <a:gs pos="0">
                <a:srgbClr val="C03BC4"/>
              </a:gs>
              <a:gs pos="100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defPPr>
              <a:defRPr lang="en-US"/>
            </a:defPPr>
            <a:lvl1pPr defTabSz="932742">
              <a:spcBef>
                <a:spcPts val="1200"/>
              </a:spcBef>
              <a:defRPr sz="1200">
                <a:ln w="3175">
                  <a:noFill/>
                </a:ln>
                <a:solidFill>
                  <a:srgbClr val="FFFFFF"/>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sp>
        <p:nvSpPr>
          <p:cNvPr id="47" name="Oval 46">
            <a:extLst>
              <a:ext uri="{FF2B5EF4-FFF2-40B4-BE49-F238E27FC236}">
                <a16:creationId xmlns:a16="http://schemas.microsoft.com/office/drawing/2014/main" id="{D8262EBA-4093-2C78-7EE7-653AD32F2418}"/>
              </a:ext>
              <a:ext uri="{C183D7F6-B498-43B3-948B-1728B52AA6E4}">
                <adec:decorative xmlns:adec="http://schemas.microsoft.com/office/drawing/2017/decorative" val="1"/>
              </a:ext>
            </a:extLst>
          </p:cNvPr>
          <p:cNvSpPr>
            <a:spLocks noChangeAspect="1"/>
          </p:cNvSpPr>
          <p:nvPr/>
        </p:nvSpPr>
        <p:spPr bwMode="auto">
          <a:xfrm>
            <a:off x="639244" y="3403725"/>
            <a:ext cx="254640" cy="254638"/>
          </a:xfrm>
          <a:prstGeom prst="ellipse">
            <a:avLst/>
          </a:prstGeom>
          <a:gradFill flip="none" rotWithShape="1">
            <a:gsLst>
              <a:gs pos="18000">
                <a:schemeClr val="accent1">
                  <a:alpha val="50000"/>
                </a:schemeClr>
              </a:gs>
              <a:gs pos="81000">
                <a:schemeClr val="accent2">
                  <a:alpha val="50000"/>
                </a:schemeClr>
              </a:gs>
            </a:gsLst>
            <a:lin ang="2700000" scaled="1"/>
            <a:tileRect/>
          </a:gradFill>
          <a:ln w="9525" cap="flat" cmpd="sng" algn="ctr">
            <a:noFill/>
            <a:prstDash val="solid"/>
            <a:headEnd type="none" w="med" len="med"/>
            <a:tailEnd type="none" w="med" len="med"/>
          </a:ln>
          <a:effectLst>
            <a:outerShdw blurRad="63500" dist="381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latin typeface="Segoe UI Semibold"/>
              <a:ea typeface="+mn-ea"/>
              <a:cs typeface="Segoe Sans Text"/>
            </a:endParaRPr>
          </a:p>
        </p:txBody>
      </p:sp>
      <p:sp>
        <p:nvSpPr>
          <p:cNvPr id="48" name="Oval 47">
            <a:extLst>
              <a:ext uri="{FF2B5EF4-FFF2-40B4-BE49-F238E27FC236}">
                <a16:creationId xmlns:a16="http://schemas.microsoft.com/office/drawing/2014/main" id="{6262631E-9E2A-6772-F4EE-E826D7EBD9D0}"/>
              </a:ext>
              <a:ext uri="{C183D7F6-B498-43B3-948B-1728B52AA6E4}">
                <adec:decorative xmlns:adec="http://schemas.microsoft.com/office/drawing/2017/decorative" val="1"/>
              </a:ext>
            </a:extLst>
          </p:cNvPr>
          <p:cNvSpPr>
            <a:spLocks noChangeAspect="1"/>
          </p:cNvSpPr>
          <p:nvPr/>
        </p:nvSpPr>
        <p:spPr bwMode="auto">
          <a:xfrm>
            <a:off x="2921536" y="3403725"/>
            <a:ext cx="254640" cy="254638"/>
          </a:xfrm>
          <a:prstGeom prst="ellipse">
            <a:avLst/>
          </a:prstGeom>
          <a:gradFill flip="none" rotWithShape="1">
            <a:gsLst>
              <a:gs pos="18000">
                <a:schemeClr val="accent1">
                  <a:alpha val="50000"/>
                </a:schemeClr>
              </a:gs>
              <a:gs pos="81000">
                <a:schemeClr val="accent2">
                  <a:alpha val="50000"/>
                </a:schemeClr>
              </a:gs>
            </a:gsLst>
            <a:lin ang="2700000" scaled="1"/>
            <a:tileRect/>
          </a:gradFill>
          <a:ln w="9525" cap="flat" cmpd="sng" algn="ctr">
            <a:noFill/>
            <a:prstDash val="solid"/>
            <a:headEnd type="none" w="med" len="med"/>
            <a:tailEnd type="none" w="med" len="med"/>
          </a:ln>
          <a:effectLst>
            <a:outerShdw blurRad="63500" dist="381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latin typeface="Segoe UI Semibold"/>
              <a:ea typeface="+mn-ea"/>
              <a:cs typeface="Segoe Sans Text"/>
            </a:endParaRPr>
          </a:p>
        </p:txBody>
      </p:sp>
      <p:sp>
        <p:nvSpPr>
          <p:cNvPr id="49" name="Oval 48">
            <a:extLst>
              <a:ext uri="{FF2B5EF4-FFF2-40B4-BE49-F238E27FC236}">
                <a16:creationId xmlns:a16="http://schemas.microsoft.com/office/drawing/2014/main" id="{BFB3EB99-2199-DE25-692C-858EBF211E01}"/>
              </a:ext>
              <a:ext uri="{C183D7F6-B498-43B3-948B-1728B52AA6E4}">
                <adec:decorative xmlns:adec="http://schemas.microsoft.com/office/drawing/2017/decorative" val="1"/>
              </a:ext>
            </a:extLst>
          </p:cNvPr>
          <p:cNvSpPr>
            <a:spLocks noChangeAspect="1"/>
          </p:cNvSpPr>
          <p:nvPr/>
        </p:nvSpPr>
        <p:spPr bwMode="auto">
          <a:xfrm>
            <a:off x="5203828" y="3403725"/>
            <a:ext cx="254640" cy="254638"/>
          </a:xfrm>
          <a:prstGeom prst="ellipse">
            <a:avLst/>
          </a:prstGeom>
          <a:gradFill flip="none" rotWithShape="1">
            <a:gsLst>
              <a:gs pos="18000">
                <a:schemeClr val="accent1">
                  <a:alpha val="50000"/>
                </a:schemeClr>
              </a:gs>
              <a:gs pos="81000">
                <a:schemeClr val="accent2">
                  <a:alpha val="50000"/>
                </a:schemeClr>
              </a:gs>
            </a:gsLst>
            <a:lin ang="2700000" scaled="1"/>
            <a:tileRect/>
          </a:gradFill>
          <a:ln w="9525" cap="flat" cmpd="sng" algn="ctr">
            <a:noFill/>
            <a:prstDash val="solid"/>
            <a:headEnd type="none" w="med" len="med"/>
            <a:tailEnd type="none" w="med" len="med"/>
          </a:ln>
          <a:effectLst>
            <a:outerShdw blurRad="63500" dist="381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latin typeface="Segoe UI Semibold"/>
              <a:ea typeface="+mn-ea"/>
              <a:cs typeface="Segoe Sans Text"/>
            </a:endParaRPr>
          </a:p>
        </p:txBody>
      </p:sp>
      <p:sp>
        <p:nvSpPr>
          <p:cNvPr id="50" name="Oval 49">
            <a:extLst>
              <a:ext uri="{FF2B5EF4-FFF2-40B4-BE49-F238E27FC236}">
                <a16:creationId xmlns:a16="http://schemas.microsoft.com/office/drawing/2014/main" id="{B55DE775-C34E-1DC2-A6BC-15017172EFD0}"/>
              </a:ext>
              <a:ext uri="{C183D7F6-B498-43B3-948B-1728B52AA6E4}">
                <adec:decorative xmlns:adec="http://schemas.microsoft.com/office/drawing/2017/decorative" val="1"/>
              </a:ext>
            </a:extLst>
          </p:cNvPr>
          <p:cNvSpPr>
            <a:spLocks noChangeAspect="1"/>
          </p:cNvSpPr>
          <p:nvPr/>
        </p:nvSpPr>
        <p:spPr bwMode="auto">
          <a:xfrm>
            <a:off x="7486121" y="3403725"/>
            <a:ext cx="254640" cy="254638"/>
          </a:xfrm>
          <a:prstGeom prst="ellipse">
            <a:avLst/>
          </a:prstGeom>
          <a:gradFill flip="none" rotWithShape="1">
            <a:gsLst>
              <a:gs pos="18000">
                <a:schemeClr val="accent1">
                  <a:alpha val="50000"/>
                </a:schemeClr>
              </a:gs>
              <a:gs pos="81000">
                <a:schemeClr val="accent2">
                  <a:alpha val="50000"/>
                </a:schemeClr>
              </a:gs>
            </a:gsLst>
            <a:lin ang="2700000" scaled="1"/>
            <a:tileRect/>
          </a:gradFill>
          <a:ln w="9525" cap="flat" cmpd="sng" algn="ctr">
            <a:noFill/>
            <a:prstDash val="solid"/>
            <a:headEnd type="none" w="med" len="med"/>
            <a:tailEnd type="none" w="med" len="med"/>
          </a:ln>
          <a:effectLst>
            <a:outerShdw blurRad="63500" dist="381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latin typeface="Segoe UI Semibold"/>
              <a:ea typeface="+mn-ea"/>
              <a:cs typeface="Segoe Sans Text"/>
            </a:endParaRPr>
          </a:p>
        </p:txBody>
      </p:sp>
      <p:sp>
        <p:nvSpPr>
          <p:cNvPr id="51" name="Oval 50">
            <a:extLst>
              <a:ext uri="{FF2B5EF4-FFF2-40B4-BE49-F238E27FC236}">
                <a16:creationId xmlns:a16="http://schemas.microsoft.com/office/drawing/2014/main" id="{9AC5F23A-008A-FC94-13F7-B451AAE58F23}"/>
              </a:ext>
              <a:ext uri="{C183D7F6-B498-43B3-948B-1728B52AA6E4}">
                <adec:decorative xmlns:adec="http://schemas.microsoft.com/office/drawing/2017/decorative" val="1"/>
              </a:ext>
            </a:extLst>
          </p:cNvPr>
          <p:cNvSpPr>
            <a:spLocks noChangeAspect="1"/>
          </p:cNvSpPr>
          <p:nvPr/>
        </p:nvSpPr>
        <p:spPr bwMode="auto">
          <a:xfrm>
            <a:off x="9768413" y="3403725"/>
            <a:ext cx="254640" cy="254638"/>
          </a:xfrm>
          <a:prstGeom prst="ellipse">
            <a:avLst/>
          </a:prstGeom>
          <a:gradFill flip="none" rotWithShape="1">
            <a:gsLst>
              <a:gs pos="18000">
                <a:schemeClr val="accent1">
                  <a:alpha val="50000"/>
                </a:schemeClr>
              </a:gs>
              <a:gs pos="81000">
                <a:schemeClr val="accent2">
                  <a:alpha val="50000"/>
                </a:schemeClr>
              </a:gs>
            </a:gsLst>
            <a:lin ang="2700000" scaled="1"/>
            <a:tileRect/>
          </a:gradFill>
          <a:ln w="9525" cap="flat" cmpd="sng" algn="ctr">
            <a:noFill/>
            <a:prstDash val="solid"/>
            <a:headEnd type="none" w="med" len="med"/>
            <a:tailEnd type="none" w="med" len="med"/>
          </a:ln>
          <a:effectLst>
            <a:outerShdw blurRad="63500" dist="38100" dir="2700000" algn="tl" rotWithShape="0">
              <a:prstClr val="black">
                <a:alpha val="50000"/>
              </a:prstClr>
            </a:outerShdw>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1" i="0" u="none" strike="noStrike" kern="0" cap="none" spc="0" normalizeH="0" baseline="0" noProof="0">
              <a:ln>
                <a:noFill/>
              </a:ln>
              <a:solidFill>
                <a:srgbClr val="FFFFFF"/>
              </a:solidFill>
              <a:effectLst/>
              <a:uLnTx/>
              <a:uFillTx/>
              <a:latin typeface="Segoe UI Semibold"/>
              <a:ea typeface="+mn-ea"/>
              <a:cs typeface="Segoe Sans Text"/>
            </a:endParaRPr>
          </a:p>
        </p:txBody>
      </p:sp>
      <p:cxnSp>
        <p:nvCxnSpPr>
          <p:cNvPr id="52" name="Straight Connector 51">
            <a:extLst>
              <a:ext uri="{FF2B5EF4-FFF2-40B4-BE49-F238E27FC236}">
                <a16:creationId xmlns:a16="http://schemas.microsoft.com/office/drawing/2014/main" id="{05DA6417-A188-B5A0-8741-C39054AA0A27}"/>
              </a:ext>
              <a:ext uri="{C183D7F6-B498-43B3-948B-1728B52AA6E4}">
                <adec:decorative xmlns:adec="http://schemas.microsoft.com/office/drawing/2017/decorative" val="1"/>
              </a:ext>
            </a:extLst>
          </p:cNvPr>
          <p:cNvCxnSpPr>
            <a:cxnSpLocks/>
          </p:cNvCxnSpPr>
          <p:nvPr/>
        </p:nvCxnSpPr>
        <p:spPr>
          <a:xfrm>
            <a:off x="3570678" y="2404143"/>
            <a:ext cx="0" cy="533349"/>
          </a:xfrm>
          <a:prstGeom prst="line">
            <a:avLst/>
          </a:prstGeom>
          <a:ln w="6350">
            <a:solidFill>
              <a:schemeClr val="bg1">
                <a:lumMod val="75000"/>
              </a:schemeClr>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26922E23-EC3F-A8C6-341B-641FF7822A4E}"/>
              </a:ext>
            </a:extLst>
          </p:cNvPr>
          <p:cNvSpPr txBox="1">
            <a:spLocks/>
          </p:cNvSpPr>
          <p:nvPr/>
        </p:nvSpPr>
        <p:spPr>
          <a:xfrm>
            <a:off x="4838447" y="2079229"/>
            <a:ext cx="2634439" cy="276999"/>
          </a:xfrm>
          <a:prstGeom prst="rect">
            <a:avLst/>
          </a:prstGeom>
          <a:solidFill>
            <a:srgbClr val="FFF8F3"/>
          </a:solidFill>
          <a:ln>
            <a:noFill/>
          </a:ln>
          <a:effectLst/>
        </p:spPr>
        <p:txBody>
          <a:bodyPr wrap="none" lIns="91440" tIns="45720" rIns="91440" bIns="45720" rtlCol="0" anchor="t">
            <a:spAutoFit/>
          </a:bodyPr>
          <a:lstStyle>
            <a:defPPr>
              <a:defRPr lang="en-US"/>
            </a:defPPr>
            <a:lvl1pPr marR="0" lvl="0" indent="0" algn="ctr" defTabSz="914367" fontAlgn="auto">
              <a:spcBef>
                <a:spcPts val="0"/>
              </a:spcBef>
              <a:spcAft>
                <a:spcPts val="0"/>
              </a:spcAft>
              <a:buClrTx/>
              <a:buSzTx/>
              <a:buFontTx/>
              <a:buNone/>
              <a:tabLst/>
              <a:defRPr sz="1400">
                <a:solidFill>
                  <a:schemeClr val="accent1"/>
                </a:solidFill>
                <a:latin typeface="+mj-lt"/>
                <a:ea typeface="+mj-ea"/>
                <a:cs typeface="+mj-cs"/>
              </a:defRPr>
            </a:lvl1pPr>
            <a:lvl2pPr marL="0" marR="0" lvl="1" indent="0" algn="ctr" defTabSz="914400" fontAlgn="base">
              <a:lnSpc>
                <a:spcPct val="100000"/>
              </a:lnSpc>
              <a:spcBef>
                <a:spcPct val="0"/>
              </a:spcBef>
              <a:spcAft>
                <a:spcPts val="400"/>
              </a:spcAft>
              <a:buClrTx/>
              <a:buSzTx/>
              <a:buFontTx/>
              <a:buNone/>
              <a:tabLst/>
              <a:defRPr kumimoji="0" sz="1600" b="0" i="0" u="none" strike="noStrike" cap="none" spc="0" normalizeH="0" baseline="0">
                <a:ln w="3175">
                  <a:noFill/>
                </a:ln>
                <a:solidFill>
                  <a:schemeClr val="accent1"/>
                </a:solidFill>
                <a:effectLst/>
                <a:uLnTx/>
                <a:uFillTx/>
                <a:latin typeface="Segoe UI Semibold"/>
              </a:defRPr>
            </a:lvl2pPr>
          </a:lstStyle>
          <a:p>
            <a:pPr marL="0" marR="0" lvl="0" indent="0" algn="ctr" defTabSz="914367" rtl="0" eaLnBrk="1" fontAlgn="auto" latinLnBrk="0" hangingPunct="1">
              <a:lnSpc>
                <a:spcPct val="100000"/>
              </a:lnSpc>
              <a:spcBef>
                <a:spcPts val="0"/>
              </a:spcBef>
              <a:spcAft>
                <a:spcPts val="0"/>
              </a:spcAft>
              <a:buClrTx/>
              <a:buSzTx/>
              <a:buFontTx/>
              <a:buNone/>
              <a:tabLst/>
              <a:defRPr/>
            </a:pPr>
            <a:r>
              <a:rPr lang="en-US" sz="1200">
                <a:gradFill>
                  <a:gsLst>
                    <a:gs pos="0">
                      <a:srgbClr val="FFFFFF">
                        <a:lumMod val="100000"/>
                      </a:srgbClr>
                    </a:gs>
                    <a:gs pos="0">
                      <a:srgbClr val="C03BC3"/>
                    </a:gs>
                    <a:gs pos="98000">
                      <a:srgbClr val="DD4A84"/>
                    </a:gs>
                  </a:gsLst>
                </a:gradFill>
                <a:ea typeface="+mn-ea"/>
                <a:cs typeface="Segoe UI"/>
              </a:rPr>
              <a:t>Differentiated Partners Capabilities</a:t>
            </a:r>
          </a:p>
        </p:txBody>
      </p:sp>
      <p:sp>
        <p:nvSpPr>
          <p:cNvPr id="59" name="TextBox 58">
            <a:extLst>
              <a:ext uri="{FF2B5EF4-FFF2-40B4-BE49-F238E27FC236}">
                <a16:creationId xmlns:a16="http://schemas.microsoft.com/office/drawing/2014/main" id="{5C23C74B-2A40-F021-C5EA-A51B7EB52502}"/>
              </a:ext>
            </a:extLst>
          </p:cNvPr>
          <p:cNvSpPr txBox="1">
            <a:spLocks/>
          </p:cNvSpPr>
          <p:nvPr/>
        </p:nvSpPr>
        <p:spPr>
          <a:xfrm>
            <a:off x="782697" y="2404143"/>
            <a:ext cx="2527542" cy="507831"/>
          </a:xfrm>
          <a:prstGeom prst="rect">
            <a:avLst/>
          </a:prstGeom>
          <a:noFill/>
        </p:spPr>
        <p:txBody>
          <a:bodyPr wrap="square" lIns="0" tIns="0" rIns="0" bIns="0" anchor="t">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a:ea typeface="+mn-ea"/>
                <a:cs typeface="+mn-cs"/>
              </a:rPr>
              <a:t>Execute campaigns to help generate leads – New customer acquisition, upsell, and Copilot attach</a:t>
            </a:r>
          </a:p>
        </p:txBody>
      </p:sp>
      <p:sp>
        <p:nvSpPr>
          <p:cNvPr id="60" name="TextBox 59">
            <a:extLst>
              <a:ext uri="{FF2B5EF4-FFF2-40B4-BE49-F238E27FC236}">
                <a16:creationId xmlns:a16="http://schemas.microsoft.com/office/drawing/2014/main" id="{A49737AF-F286-77B7-398F-0EA854B35ACD}"/>
              </a:ext>
            </a:extLst>
          </p:cNvPr>
          <p:cNvSpPr txBox="1">
            <a:spLocks/>
          </p:cNvSpPr>
          <p:nvPr/>
        </p:nvSpPr>
        <p:spPr>
          <a:xfrm>
            <a:off x="3831121" y="2404143"/>
            <a:ext cx="2547307" cy="507831"/>
          </a:xfrm>
          <a:prstGeom prst="rect">
            <a:avLst/>
          </a:prstGeom>
          <a:noFill/>
        </p:spPr>
        <p:txBody>
          <a:bodyPr wrap="square" lIns="0" tIns="0" rIns="0" bIns="0" anchor="t">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a:ea typeface="+mn-ea"/>
                <a:cs typeface="+mn-cs"/>
              </a:rPr>
              <a:t>Help build customer intent; </a:t>
            </a:r>
            <a:br>
              <a:rPr kumimoji="0" lang="en-US" sz="1100" b="0" i="0" u="none" strike="noStrike" kern="1200" cap="none" spc="0" normalizeH="0" baseline="0" noProof="0">
                <a:ln>
                  <a:noFill/>
                </a:ln>
                <a:solidFill>
                  <a:srgbClr val="081F2C"/>
                </a:solidFill>
                <a:effectLst/>
                <a:uLnTx/>
                <a:uFillTx/>
                <a:latin typeface="Segoe UI"/>
                <a:ea typeface="+mn-ea"/>
                <a:cs typeface="+mn-cs"/>
              </a:rPr>
            </a:br>
            <a:r>
              <a:rPr kumimoji="0" lang="en-US" sz="1100" b="0" i="0" u="none" strike="noStrike" kern="1200" cap="none" spc="0" normalizeH="0" baseline="0" noProof="0">
                <a:ln>
                  <a:noFill/>
                </a:ln>
                <a:solidFill>
                  <a:srgbClr val="081F2C"/>
                </a:solidFill>
                <a:effectLst/>
                <a:uLnTx/>
                <a:uFillTx/>
                <a:latin typeface="Segoe UI"/>
                <a:ea typeface="+mn-ea"/>
                <a:cs typeface="+mn-cs"/>
              </a:rPr>
              <a:t>Message – Get Copilot ready, vendor consolidation, security concerns</a:t>
            </a:r>
          </a:p>
        </p:txBody>
      </p:sp>
      <p:sp>
        <p:nvSpPr>
          <p:cNvPr id="61" name="TextBox 60">
            <a:extLst>
              <a:ext uri="{FF2B5EF4-FFF2-40B4-BE49-F238E27FC236}">
                <a16:creationId xmlns:a16="http://schemas.microsoft.com/office/drawing/2014/main" id="{4C9532C5-3533-4F01-BD28-32FC4E31DE18}"/>
              </a:ext>
            </a:extLst>
          </p:cNvPr>
          <p:cNvSpPr txBox="1">
            <a:spLocks/>
          </p:cNvSpPr>
          <p:nvPr/>
        </p:nvSpPr>
        <p:spPr>
          <a:xfrm>
            <a:off x="6791552" y="2404143"/>
            <a:ext cx="2034034" cy="338554"/>
          </a:xfrm>
          <a:prstGeom prst="rect">
            <a:avLst/>
          </a:prstGeom>
          <a:noFill/>
        </p:spPr>
        <p:txBody>
          <a:bodyPr wrap="square" lIns="0" tIns="0" rIns="0" bIns="0" rtlCol="0" anchor="t">
            <a:spAutoFit/>
          </a:bodyPr>
          <a:lstStyle/>
          <a:p>
            <a:pPr marL="0" marR="0" lvl="0" indent="-6350" algn="l" defTabSz="932742"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a:ea typeface="+mn-ea"/>
                <a:cs typeface="+mn-cs"/>
              </a:rPr>
              <a:t>Leverage CSP offers to upsell and acquire customers</a:t>
            </a:r>
          </a:p>
        </p:txBody>
      </p:sp>
      <p:sp>
        <p:nvSpPr>
          <p:cNvPr id="62" name="TextBox 61">
            <a:extLst>
              <a:ext uri="{FF2B5EF4-FFF2-40B4-BE49-F238E27FC236}">
                <a16:creationId xmlns:a16="http://schemas.microsoft.com/office/drawing/2014/main" id="{ECC7F1B0-0D60-BE32-C828-4CB79A425FB6}"/>
              </a:ext>
            </a:extLst>
          </p:cNvPr>
          <p:cNvSpPr txBox="1">
            <a:spLocks/>
          </p:cNvSpPr>
          <p:nvPr/>
        </p:nvSpPr>
        <p:spPr>
          <a:xfrm>
            <a:off x="9346468" y="2404143"/>
            <a:ext cx="2442605" cy="507831"/>
          </a:xfrm>
          <a:prstGeom prst="rect">
            <a:avLst/>
          </a:prstGeom>
          <a:noFill/>
        </p:spPr>
        <p:txBody>
          <a:bodyPr wrap="square" lIns="0" tIns="0" rIns="0" bIns="0" rtlCol="0" anchor="t">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a:ea typeface="+mn-ea"/>
                <a:cs typeface="+mn-cs"/>
              </a:rPr>
              <a:t>Deliver end user Copilot adoption &amp; change management to help drive Wall-To-Wall Copilot coverage</a:t>
            </a:r>
          </a:p>
        </p:txBody>
      </p:sp>
      <p:sp>
        <p:nvSpPr>
          <p:cNvPr id="63" name="TextBox 62">
            <a:extLst>
              <a:ext uri="{FF2B5EF4-FFF2-40B4-BE49-F238E27FC236}">
                <a16:creationId xmlns:a16="http://schemas.microsoft.com/office/drawing/2014/main" id="{D47692F8-632A-E037-AB8A-90A6A08DBF19}"/>
              </a:ext>
            </a:extLst>
          </p:cNvPr>
          <p:cNvSpPr txBox="1">
            <a:spLocks/>
          </p:cNvSpPr>
          <p:nvPr/>
        </p:nvSpPr>
        <p:spPr>
          <a:xfrm>
            <a:off x="4994442" y="2962929"/>
            <a:ext cx="2345322" cy="276999"/>
          </a:xfrm>
          <a:prstGeom prst="rect">
            <a:avLst/>
          </a:prstGeom>
          <a:solidFill>
            <a:srgbClr val="FFF8F3"/>
          </a:solidFill>
          <a:ln>
            <a:noFill/>
          </a:ln>
          <a:effectLst/>
        </p:spPr>
        <p:txBody>
          <a:bodyPr wrap="none" lIns="91440" tIns="45720" rIns="91440" bIns="45720" rtlCol="0" anchor="t">
            <a:spAutoFit/>
          </a:bodyPr>
          <a:lstStyle>
            <a:defPPr>
              <a:defRPr lang="en-US"/>
            </a:defPPr>
            <a:lvl1pPr marR="0" lvl="0" indent="0" algn="ctr" defTabSz="914367" fontAlgn="auto">
              <a:lnSpc>
                <a:spcPct val="100000"/>
              </a:lnSpc>
              <a:spcBef>
                <a:spcPts val="0"/>
              </a:spcBef>
              <a:spcAft>
                <a:spcPts val="0"/>
              </a:spcAft>
              <a:buClrTx/>
              <a:buSzTx/>
              <a:buFontTx/>
              <a:buNone/>
              <a:tabLst/>
              <a:defRPr sz="1400">
                <a:gradFill>
                  <a:gsLst>
                    <a:gs pos="0">
                      <a:srgbClr val="FFFFFF">
                        <a:lumMod val="100000"/>
                      </a:srgbClr>
                    </a:gs>
                    <a:gs pos="0">
                      <a:srgbClr val="C03BC3"/>
                    </a:gs>
                    <a:gs pos="98000">
                      <a:srgbClr val="DD4A84"/>
                    </a:gs>
                  </a:gsLst>
                </a:gradFill>
                <a:latin typeface="+mj-lt"/>
                <a:cs typeface="Segoe UI"/>
              </a:defRPr>
            </a:lvl1pPr>
            <a:lvl2pPr marL="0" marR="0" lvl="1" indent="0" algn="ctr" fontAlgn="base">
              <a:lnSpc>
                <a:spcPct val="100000"/>
              </a:lnSpc>
              <a:spcBef>
                <a:spcPct val="0"/>
              </a:spcBef>
              <a:spcAft>
                <a:spcPts val="400"/>
              </a:spcAft>
              <a:buClrTx/>
              <a:buSzTx/>
              <a:buFontTx/>
              <a:buNone/>
              <a:tabLst/>
              <a:defRPr kumimoji="0" sz="1600" b="0" i="0" u="none" strike="noStrike" cap="none" spc="0" normalizeH="0" baseline="0">
                <a:ln w="3175">
                  <a:noFill/>
                </a:ln>
                <a:solidFill>
                  <a:schemeClr val="accent1"/>
                </a:solidFill>
                <a:effectLst/>
                <a:uLnTx/>
                <a:uFillTx/>
                <a:latin typeface="Segoe UI Semibold"/>
              </a:defRPr>
            </a:lvl2pPr>
          </a:lstStyle>
          <a:p>
            <a:r>
              <a:rPr lang="en-US" sz="1200"/>
              <a:t>Win Formula aligning to MCEM</a:t>
            </a:r>
          </a:p>
        </p:txBody>
      </p:sp>
      <p:sp>
        <p:nvSpPr>
          <p:cNvPr id="64" name="Oval 63">
            <a:extLst>
              <a:ext uri="{FF2B5EF4-FFF2-40B4-BE49-F238E27FC236}">
                <a16:creationId xmlns:a16="http://schemas.microsoft.com/office/drawing/2014/main" id="{F98677D9-D2E7-AC31-F60C-CE54DE5CABD7}"/>
              </a:ext>
              <a:ext uri="{C183D7F6-B498-43B3-948B-1728B52AA6E4}">
                <adec:decorative xmlns:adec="http://schemas.microsoft.com/office/drawing/2017/decorative" val="0"/>
              </a:ext>
            </a:extLst>
          </p:cNvPr>
          <p:cNvSpPr>
            <a:spLocks noChangeAspect="1"/>
          </p:cNvSpPr>
          <p:nvPr/>
        </p:nvSpPr>
        <p:spPr bwMode="auto">
          <a:xfrm>
            <a:off x="660464" y="3424945"/>
            <a:ext cx="212200" cy="212198"/>
          </a:xfrm>
          <a:prstGeom prst="ellipse">
            <a:avLst/>
          </a:pr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81F2C"/>
                </a:solidFill>
                <a:effectLst/>
                <a:uLnTx/>
                <a:uFillTx/>
                <a:latin typeface="Segoe UI Semibold"/>
                <a:ea typeface="+mn-ea"/>
                <a:cs typeface="+mn-cs"/>
              </a:rPr>
              <a:t>1</a:t>
            </a:r>
          </a:p>
        </p:txBody>
      </p:sp>
      <p:sp>
        <p:nvSpPr>
          <p:cNvPr id="65" name="TextBox 64">
            <a:extLst>
              <a:ext uri="{FF2B5EF4-FFF2-40B4-BE49-F238E27FC236}">
                <a16:creationId xmlns:a16="http://schemas.microsoft.com/office/drawing/2014/main" id="{47570F68-4054-521E-D3AE-77A2E6C45E1A}"/>
              </a:ext>
            </a:extLst>
          </p:cNvPr>
          <p:cNvSpPr txBox="1">
            <a:spLocks/>
          </p:cNvSpPr>
          <p:nvPr/>
        </p:nvSpPr>
        <p:spPr>
          <a:xfrm>
            <a:off x="1007738" y="3438710"/>
            <a:ext cx="1107676" cy="184666"/>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algn="ctr" defTabSz="822930">
              <a:defRPr sz="1400" kern="0">
                <a:solidFill>
                  <a:schemeClr val="accent3"/>
                </a:solidFill>
                <a:latin typeface="+mj-lt"/>
                <a:cs typeface="Segoe UI" panose="020B0502040204020203" pitchFamily="34" charset="0"/>
              </a:defRPr>
            </a:lvl1pPr>
          </a:lstStyle>
          <a:p>
            <a:pPr marL="0" marR="0" lvl="0" indent="0" algn="l" defTabSz="822930" rtl="0" eaLnBrk="1" fontAlgn="auto" latinLnBrk="0" hangingPunct="1">
              <a:lnSpc>
                <a:spcPct val="100000"/>
              </a:lnSpc>
              <a:spcBef>
                <a:spcPts val="200"/>
              </a:spcBef>
              <a:spcAft>
                <a:spcPts val="20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UI Semibold"/>
                <a:ea typeface="+mn-ea"/>
                <a:cs typeface="Segoe UI" panose="020B0502040204020203" pitchFamily="34" charset="0"/>
              </a:rPr>
              <a:t>Listen &amp; consult</a:t>
            </a:r>
          </a:p>
        </p:txBody>
      </p:sp>
      <p:sp>
        <p:nvSpPr>
          <p:cNvPr id="66" name="Rectangle 65">
            <a:extLst>
              <a:ext uri="{FF2B5EF4-FFF2-40B4-BE49-F238E27FC236}">
                <a16:creationId xmlns:a16="http://schemas.microsoft.com/office/drawing/2014/main" id="{F61789B5-E59A-61D6-C736-33602B7C9F5B}"/>
              </a:ext>
            </a:extLst>
          </p:cNvPr>
          <p:cNvSpPr>
            <a:spLocks/>
          </p:cNvSpPr>
          <p:nvPr/>
        </p:nvSpPr>
        <p:spPr bwMode="auto">
          <a:xfrm>
            <a:off x="579113" y="3784777"/>
            <a:ext cx="2023934" cy="848950"/>
          </a:xfrm>
          <a:prstGeom prst="rect">
            <a:avLst/>
          </a:prstGeom>
          <a:noFill/>
          <a:ln w="12700" cap="rnd">
            <a:noFill/>
            <a:headEnd type="none" w="lg" len="med"/>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0" rtlCol="0" anchor="t">
            <a:spAutoFit/>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Semibold"/>
                <a:ea typeface="+mn-ea"/>
                <a:cs typeface="+mn-cs"/>
              </a:rPr>
              <a:t>Build Pipeline</a:t>
            </a:r>
          </a:p>
          <a:p>
            <a:pPr marL="0" marR="0" lvl="0" indent="0" algn="l" defTabSz="914367"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solidFill>
                  <a:srgbClr val="081F2C"/>
                </a:solidFill>
                <a:effectLst/>
                <a:uLnTx/>
                <a:uFillTx/>
                <a:latin typeface="Segoe UI"/>
                <a:ea typeface="+mn-ea"/>
                <a:cs typeface="+mn-cs"/>
              </a:rPr>
              <a:t>Target customers and execute campaigns to generate demand.</a:t>
            </a:r>
          </a:p>
          <a:p>
            <a:pPr marL="0" marR="0" lvl="0" indent="0" algn="l" defTabSz="914367"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solidFill>
                  <a:srgbClr val="081F2C"/>
                </a:solidFill>
                <a:effectLst/>
                <a:uLnTx/>
                <a:uFillTx/>
                <a:latin typeface="Segoe UI"/>
                <a:ea typeface="+mn-ea"/>
                <a:cs typeface="+mn-cs"/>
              </a:rPr>
              <a:t>Position Wall-to-Wall Copilot coverage for all users.</a:t>
            </a:r>
          </a:p>
        </p:txBody>
      </p:sp>
      <p:sp>
        <p:nvSpPr>
          <p:cNvPr id="67" name="Rectangle: Rounded Corners 66">
            <a:extLst>
              <a:ext uri="{FF2B5EF4-FFF2-40B4-BE49-F238E27FC236}">
                <a16:creationId xmlns:a16="http://schemas.microsoft.com/office/drawing/2014/main" id="{69D5133A-20F0-D715-E9AB-AB5EA8A2CF99}"/>
              </a:ext>
            </a:extLst>
          </p:cNvPr>
          <p:cNvSpPr>
            <a:spLocks/>
          </p:cNvSpPr>
          <p:nvPr/>
        </p:nvSpPr>
        <p:spPr bwMode="auto">
          <a:xfrm>
            <a:off x="579113" y="4868973"/>
            <a:ext cx="2023934" cy="1143729"/>
          </a:xfrm>
          <a:prstGeom prst="roundRect">
            <a:avLst>
              <a:gd name="adj" fmla="val 4337"/>
            </a:avLst>
          </a:prstGeom>
          <a:solidFill>
            <a:srgbClr val="FFFFFF">
              <a:alpha val="70000"/>
            </a:srgbClr>
          </a:solidFill>
          <a:ln w="12700" cap="rnd">
            <a:noFill/>
            <a:headEnd type="none" w="lg" len="sm"/>
            <a:tailEnd type="none" w="lg" len="sm"/>
          </a:ln>
          <a:effectLst>
            <a:outerShdw blurRad="317500" dist="63500" dir="8100000" algn="tr" rotWithShape="0">
              <a:schemeClr val="accent1">
                <a:alpha val="10000"/>
              </a:scheme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Campaign</a:t>
            </a:r>
            <a:r>
              <a:rPr lang="en-US" sz="900" kern="0">
                <a:solidFill>
                  <a:srgbClr val="081F2C"/>
                </a:solidFill>
                <a:latin typeface="Segoe UI"/>
              </a:rPr>
              <a:t>-in-a-box </a:t>
            </a:r>
            <a:endParaRPr kumimoji="0" lang="en-US" sz="900" b="0" i="0" u="none" strike="noStrike" kern="0" cap="none" spc="0" normalizeH="0" baseline="0" noProof="0">
              <a:ln>
                <a:noFill/>
              </a:ln>
              <a:solidFill>
                <a:srgbClr val="081F2C"/>
              </a:solidFill>
              <a:effectLst/>
              <a:uLnTx/>
              <a:uFillTx/>
              <a:latin typeface="Segoe UI"/>
              <a:ea typeface="+mn-ea"/>
              <a:cs typeface="+mn-cs"/>
            </a:endParaRP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Cloud Ascent</a:t>
            </a: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APSX - ABS &amp; Security Insights</a:t>
            </a: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Partner Coop Funds</a:t>
            </a: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0">
                <a:solidFill>
                  <a:srgbClr val="081F2C"/>
                </a:solidFill>
                <a:latin typeface="Segoe UI"/>
              </a:rPr>
              <a:t>Partner MDF</a:t>
            </a:r>
            <a:endParaRPr kumimoji="0" lang="en-US" sz="900" b="0" i="0" u="none" strike="noStrike" kern="0" cap="none" spc="0" normalizeH="0" baseline="0" noProof="0">
              <a:ln>
                <a:noFill/>
              </a:ln>
              <a:solidFill>
                <a:srgbClr val="081F2C"/>
              </a:solidFill>
              <a:effectLst/>
              <a:uLnTx/>
              <a:uFillTx/>
              <a:latin typeface="Segoe UI"/>
              <a:ea typeface="+mn-ea"/>
              <a:cs typeface="+mn-cs"/>
            </a:endParaRPr>
          </a:p>
        </p:txBody>
      </p:sp>
      <p:sp>
        <p:nvSpPr>
          <p:cNvPr id="68" name="Oval 67">
            <a:extLst>
              <a:ext uri="{FF2B5EF4-FFF2-40B4-BE49-F238E27FC236}">
                <a16:creationId xmlns:a16="http://schemas.microsoft.com/office/drawing/2014/main" id="{4D347B82-D672-15F4-55DD-92136BA2AE4D}"/>
              </a:ext>
              <a:ext uri="{C183D7F6-B498-43B3-948B-1728B52AA6E4}">
                <adec:decorative xmlns:adec="http://schemas.microsoft.com/office/drawing/2017/decorative" val="0"/>
              </a:ext>
            </a:extLst>
          </p:cNvPr>
          <p:cNvSpPr>
            <a:spLocks noChangeAspect="1"/>
          </p:cNvSpPr>
          <p:nvPr/>
        </p:nvSpPr>
        <p:spPr bwMode="auto">
          <a:xfrm>
            <a:off x="2942756" y="3424945"/>
            <a:ext cx="212200" cy="212198"/>
          </a:xfrm>
          <a:prstGeom prst="ellipse">
            <a:avLst/>
          </a:pr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81F2C"/>
                </a:solidFill>
                <a:effectLst/>
                <a:uLnTx/>
                <a:uFillTx/>
                <a:latin typeface="Segoe UI Semibold"/>
                <a:ea typeface="+mn-ea"/>
                <a:cs typeface="+mn-cs"/>
              </a:rPr>
              <a:t>2</a:t>
            </a:r>
          </a:p>
        </p:txBody>
      </p:sp>
      <p:sp>
        <p:nvSpPr>
          <p:cNvPr id="69" name="TextBox 68">
            <a:extLst>
              <a:ext uri="{FF2B5EF4-FFF2-40B4-BE49-F238E27FC236}">
                <a16:creationId xmlns:a16="http://schemas.microsoft.com/office/drawing/2014/main" id="{3239BB9A-14CB-7ED5-03AF-B59DB047B4A2}"/>
              </a:ext>
            </a:extLst>
          </p:cNvPr>
          <p:cNvSpPr txBox="1">
            <a:spLocks/>
          </p:cNvSpPr>
          <p:nvPr/>
        </p:nvSpPr>
        <p:spPr>
          <a:xfrm>
            <a:off x="3290030" y="3438710"/>
            <a:ext cx="1130118" cy="184666"/>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marR="0" lvl="0" indent="0" algn="ctr" defTabSz="822930" fontAlgn="auto">
              <a:spcBef>
                <a:spcPts val="200"/>
              </a:spcBef>
              <a:spcAft>
                <a:spcPts val="200"/>
              </a:spcAft>
              <a:buClrTx/>
              <a:buSzTx/>
              <a:buFontTx/>
              <a:buNone/>
              <a:tabLst/>
              <a:defRPr kumimoji="0" sz="1200" b="0" i="0" u="none" strike="noStrike" kern="0" cap="none" normalizeH="0" baseline="0">
                <a:ln>
                  <a:noFill/>
                </a:ln>
                <a:solidFill>
                  <a:schemeClr val="bg1"/>
                </a:solidFill>
                <a:effectLst/>
                <a:uLnTx/>
                <a:uFillTx/>
                <a:latin typeface="+mj-lt"/>
              </a:defRPr>
            </a:lvl1pPr>
          </a:lstStyle>
          <a:p>
            <a:pPr marL="0" marR="0" lvl="0" indent="0" algn="l" defTabSz="822930" rtl="0" eaLnBrk="1" fontAlgn="auto" latinLnBrk="0" hangingPunct="1">
              <a:lnSpc>
                <a:spcPct val="100000"/>
              </a:lnSpc>
              <a:spcBef>
                <a:spcPts val="200"/>
              </a:spcBef>
              <a:spcAft>
                <a:spcPts val="20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UI Semibold"/>
                <a:ea typeface="+mn-ea"/>
                <a:cs typeface="+mn-cs"/>
              </a:rPr>
              <a:t>Inspire &amp; design</a:t>
            </a:r>
          </a:p>
        </p:txBody>
      </p:sp>
      <p:sp>
        <p:nvSpPr>
          <p:cNvPr id="70" name="Rectangle 69">
            <a:extLst>
              <a:ext uri="{FF2B5EF4-FFF2-40B4-BE49-F238E27FC236}">
                <a16:creationId xmlns:a16="http://schemas.microsoft.com/office/drawing/2014/main" id="{CD64DEBC-61D2-4651-C697-84B48E5ABF4C}"/>
              </a:ext>
            </a:extLst>
          </p:cNvPr>
          <p:cNvSpPr>
            <a:spLocks/>
          </p:cNvSpPr>
          <p:nvPr/>
        </p:nvSpPr>
        <p:spPr bwMode="auto">
          <a:xfrm>
            <a:off x="2861405" y="3784777"/>
            <a:ext cx="2023934" cy="528350"/>
          </a:xfrm>
          <a:prstGeom prst="rect">
            <a:avLst/>
          </a:prstGeom>
          <a:noFill/>
          <a:ln w="12700" cap="rnd">
            <a:noFill/>
            <a:headEnd type="none" w="lg" len="med"/>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0" rtlCol="0" anchor="t">
            <a:spAutoFit/>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Semibold"/>
                <a:ea typeface="+mn-ea"/>
                <a:cs typeface="+mn-cs"/>
              </a:rPr>
              <a:t>Deliver</a:t>
            </a:r>
          </a:p>
          <a:p>
            <a:pPr marL="165100" marR="0" lvl="0" indent="-107950" algn="l" defTabSz="914367"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81F2C"/>
                </a:solidFill>
                <a:effectLst/>
                <a:uLnTx/>
                <a:uFillTx/>
                <a:latin typeface="Segoe UI"/>
                <a:ea typeface="+mn-ea"/>
                <a:cs typeface="+mn-cs"/>
              </a:rPr>
              <a:t>Build intent by delivering immersive customer experiences.</a:t>
            </a:r>
          </a:p>
        </p:txBody>
      </p:sp>
      <p:sp>
        <p:nvSpPr>
          <p:cNvPr id="74" name="Rectangle: Rounded Corners 73">
            <a:extLst>
              <a:ext uri="{FF2B5EF4-FFF2-40B4-BE49-F238E27FC236}">
                <a16:creationId xmlns:a16="http://schemas.microsoft.com/office/drawing/2014/main" id="{ED599C25-3176-C14D-9653-5325BABE869E}"/>
              </a:ext>
            </a:extLst>
          </p:cNvPr>
          <p:cNvSpPr>
            <a:spLocks/>
          </p:cNvSpPr>
          <p:nvPr/>
        </p:nvSpPr>
        <p:spPr bwMode="auto">
          <a:xfrm>
            <a:off x="2861405" y="4872408"/>
            <a:ext cx="2023934" cy="1137937"/>
          </a:xfrm>
          <a:prstGeom prst="roundRect">
            <a:avLst>
              <a:gd name="adj" fmla="val 5824"/>
            </a:avLst>
          </a:prstGeom>
          <a:solidFill>
            <a:srgbClr val="FFFFFF">
              <a:alpha val="70000"/>
            </a:srgbClr>
          </a:solidFill>
          <a:ln w="12700" cap="rnd">
            <a:noFill/>
            <a:headEnd type="none" w="lg" len="sm"/>
            <a:tailEnd type="none" w="lg" len="sm"/>
          </a:ln>
          <a:effectLst>
            <a:outerShdw blurRad="317500" dist="63500" dir="8100000" algn="tr" rotWithShape="0">
              <a:schemeClr val="accent1">
                <a:alpha val="10000"/>
              </a:scheme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Immersion Briefings</a:t>
            </a: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Copilot Masterclass</a:t>
            </a: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900" kern="0">
                <a:solidFill>
                  <a:srgbClr val="081F2C"/>
                </a:solidFill>
                <a:latin typeface="Segoe UI"/>
              </a:rPr>
              <a:t>Multi-customer Briefing</a:t>
            </a:r>
            <a:endParaRPr kumimoji="0" lang="en-US" sz="900" b="0" i="0" u="none" strike="noStrike" kern="0" cap="none" spc="0" normalizeH="0" baseline="0" noProof="0">
              <a:ln>
                <a:noFill/>
              </a:ln>
              <a:solidFill>
                <a:srgbClr val="081F2C"/>
              </a:solidFill>
              <a:effectLst/>
              <a:uLnTx/>
              <a:uFillTx/>
              <a:latin typeface="Segoe UI"/>
              <a:ea typeface="+mn-ea"/>
              <a:cs typeface="+mn-cs"/>
            </a:endParaRPr>
          </a:p>
        </p:txBody>
      </p:sp>
      <p:sp>
        <p:nvSpPr>
          <p:cNvPr id="75" name="Oval 74">
            <a:extLst>
              <a:ext uri="{FF2B5EF4-FFF2-40B4-BE49-F238E27FC236}">
                <a16:creationId xmlns:a16="http://schemas.microsoft.com/office/drawing/2014/main" id="{FD97F6EE-258D-2B3A-6B10-FDDD189B3E0A}"/>
              </a:ext>
              <a:ext uri="{C183D7F6-B498-43B3-948B-1728B52AA6E4}">
                <adec:decorative xmlns:adec="http://schemas.microsoft.com/office/drawing/2017/decorative" val="0"/>
              </a:ext>
            </a:extLst>
          </p:cNvPr>
          <p:cNvSpPr>
            <a:spLocks noChangeAspect="1"/>
          </p:cNvSpPr>
          <p:nvPr/>
        </p:nvSpPr>
        <p:spPr bwMode="auto">
          <a:xfrm>
            <a:off x="5225048" y="3424945"/>
            <a:ext cx="212200" cy="212198"/>
          </a:xfrm>
          <a:prstGeom prst="ellipse">
            <a:avLst/>
          </a:pr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81F2C"/>
                </a:solidFill>
                <a:effectLst/>
                <a:uLnTx/>
                <a:uFillTx/>
                <a:latin typeface="Segoe UI Semibold"/>
                <a:ea typeface="+mn-ea"/>
                <a:cs typeface="+mn-cs"/>
              </a:rPr>
              <a:t>3</a:t>
            </a:r>
          </a:p>
        </p:txBody>
      </p:sp>
      <p:sp>
        <p:nvSpPr>
          <p:cNvPr id="76" name="TextBox 75">
            <a:extLst>
              <a:ext uri="{FF2B5EF4-FFF2-40B4-BE49-F238E27FC236}">
                <a16:creationId xmlns:a16="http://schemas.microsoft.com/office/drawing/2014/main" id="{2E3DE5F9-521C-F014-742A-A97AD275A94A}"/>
              </a:ext>
            </a:extLst>
          </p:cNvPr>
          <p:cNvSpPr txBox="1">
            <a:spLocks/>
          </p:cNvSpPr>
          <p:nvPr/>
        </p:nvSpPr>
        <p:spPr>
          <a:xfrm>
            <a:off x="5572321" y="3438710"/>
            <a:ext cx="1375377" cy="184666"/>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marR="0" lvl="0" indent="0" algn="ctr" defTabSz="822930" fontAlgn="auto">
              <a:spcBef>
                <a:spcPts val="200"/>
              </a:spcBef>
              <a:spcAft>
                <a:spcPts val="200"/>
              </a:spcAft>
              <a:buClrTx/>
              <a:buSzTx/>
              <a:buFontTx/>
              <a:buNone/>
              <a:tabLst/>
              <a:defRPr kumimoji="0" sz="1200" b="0" i="0" u="none" strike="noStrike" kern="0" cap="none" normalizeH="0" baseline="0">
                <a:ln>
                  <a:noFill/>
                </a:ln>
                <a:solidFill>
                  <a:schemeClr val="bg1"/>
                </a:solidFill>
                <a:effectLst/>
                <a:uLnTx/>
                <a:uFillTx/>
                <a:latin typeface="+mj-lt"/>
              </a:defRPr>
            </a:lvl1pPr>
          </a:lstStyle>
          <a:p>
            <a:pPr marL="0" marR="0" lvl="0" indent="0" algn="l" defTabSz="822930" rtl="0" eaLnBrk="1" fontAlgn="auto" latinLnBrk="0" hangingPunct="1">
              <a:lnSpc>
                <a:spcPct val="100000"/>
              </a:lnSpc>
              <a:spcBef>
                <a:spcPts val="200"/>
              </a:spcBef>
              <a:spcAft>
                <a:spcPts val="20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UI Semibold"/>
                <a:ea typeface="+mn-ea"/>
                <a:cs typeface="+mn-cs"/>
              </a:rPr>
              <a:t>Empower &amp; achieve</a:t>
            </a:r>
          </a:p>
        </p:txBody>
      </p:sp>
      <p:sp>
        <p:nvSpPr>
          <p:cNvPr id="77" name="Rectangle 76">
            <a:extLst>
              <a:ext uri="{FF2B5EF4-FFF2-40B4-BE49-F238E27FC236}">
                <a16:creationId xmlns:a16="http://schemas.microsoft.com/office/drawing/2014/main" id="{E6A6D095-E544-87E4-B982-88BAD3B2C006}"/>
              </a:ext>
            </a:extLst>
          </p:cNvPr>
          <p:cNvSpPr>
            <a:spLocks/>
          </p:cNvSpPr>
          <p:nvPr/>
        </p:nvSpPr>
        <p:spPr bwMode="auto">
          <a:xfrm>
            <a:off x="5143696" y="3784777"/>
            <a:ext cx="2023934" cy="964367"/>
          </a:xfrm>
          <a:prstGeom prst="rect">
            <a:avLst/>
          </a:prstGeom>
          <a:noFill/>
          <a:ln w="12700" cap="rnd">
            <a:noFill/>
            <a:headEnd type="none" w="lg" len="med"/>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0" rtlCol="0" anchor="t">
            <a:spAutoFit/>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Semibold"/>
                <a:ea typeface="+mn-ea"/>
                <a:cs typeface="+mn-cs"/>
              </a:rPr>
              <a:t>Win Deal</a:t>
            </a:r>
          </a:p>
          <a:p>
            <a:pPr marL="165100" marR="0" lvl="0" indent="-1079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81F2C"/>
                </a:solidFill>
                <a:effectLst/>
                <a:uLnTx/>
                <a:uFillTx/>
                <a:latin typeface="Segoe UI"/>
                <a:ea typeface="+mn-ea"/>
                <a:cs typeface="+mn-cs"/>
              </a:rPr>
              <a:t>Leverage time-bound CSP Promotions.</a:t>
            </a:r>
          </a:p>
          <a:p>
            <a:pPr marL="165100" marR="0" lvl="0" indent="-107950" algn="l" defTabSz="91436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81F2C"/>
                </a:solidFill>
                <a:effectLst/>
                <a:uLnTx/>
                <a:uFillTx/>
                <a:latin typeface="Segoe UI"/>
                <a:ea typeface="+mn-ea"/>
                <a:cs typeface="+mn-cs"/>
              </a:rPr>
              <a:t>Navigate customers to use Security for AI Assessment to identify security gaps.</a:t>
            </a:r>
          </a:p>
        </p:txBody>
      </p:sp>
      <p:sp>
        <p:nvSpPr>
          <p:cNvPr id="78" name="Rectangle: Rounded Corners 77">
            <a:extLst>
              <a:ext uri="{FF2B5EF4-FFF2-40B4-BE49-F238E27FC236}">
                <a16:creationId xmlns:a16="http://schemas.microsoft.com/office/drawing/2014/main" id="{E82C6067-1715-2173-1223-8B1FF83823A8}"/>
              </a:ext>
            </a:extLst>
          </p:cNvPr>
          <p:cNvSpPr>
            <a:spLocks/>
          </p:cNvSpPr>
          <p:nvPr/>
        </p:nvSpPr>
        <p:spPr bwMode="auto">
          <a:xfrm>
            <a:off x="5143696" y="4872408"/>
            <a:ext cx="2023934" cy="1137933"/>
          </a:xfrm>
          <a:prstGeom prst="roundRect">
            <a:avLst>
              <a:gd name="adj" fmla="val 2972"/>
            </a:avLst>
          </a:prstGeom>
          <a:solidFill>
            <a:srgbClr val="FFFFFF">
              <a:alpha val="70000"/>
            </a:srgbClr>
          </a:solidFill>
          <a:ln w="12700" cap="rnd">
            <a:noFill/>
            <a:headEnd type="none" w="lg" len="sm"/>
            <a:tailEnd type="none" w="lg" len="sm"/>
          </a:ln>
          <a:effectLst>
            <a:outerShdw blurRad="317500" dist="63500" dir="8100000" algn="tr" rotWithShape="0">
              <a:schemeClr val="accent1">
                <a:alpha val="10000"/>
              </a:scheme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CSP Promotions</a:t>
            </a:r>
          </a:p>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CSP Incentives</a:t>
            </a:r>
            <a:endParaRPr lang="en-US" sz="900" b="0" i="0" u="none" strike="noStrike" kern="0" cap="none" spc="0" normalizeH="0" baseline="0" noProof="0">
              <a:ln>
                <a:noFill/>
              </a:ln>
              <a:solidFill>
                <a:srgbClr val="081F2C"/>
              </a:solidFill>
              <a:effectLst/>
              <a:uLnTx/>
              <a:uFillTx/>
              <a:latin typeface="Segoe UI"/>
              <a:cs typeface="Segoe UI"/>
            </a:endParaRPr>
          </a:p>
          <a:p>
            <a:pPr marL="114300" indent="-114300">
              <a:spcAft>
                <a:spcPts val="600"/>
              </a:spcAft>
              <a:buFont typeface="Arial" panose="020B0604020202020204" pitchFamily="34" charset="0"/>
              <a:buChar char="•"/>
              <a:defRPr/>
            </a:pPr>
            <a:r>
              <a:rPr lang="en-US" sz="900" kern="0">
                <a:solidFill>
                  <a:srgbClr val="081F2C"/>
                </a:solidFill>
                <a:latin typeface="Segoe UI"/>
              </a:rPr>
              <a:t>SMB Secure </a:t>
            </a:r>
            <a:r>
              <a:rPr kumimoji="0" lang="en-US" sz="900" b="0" i="0" u="none" strike="noStrike" kern="0" cap="none" spc="0" normalizeH="0" baseline="0" noProof="0">
                <a:ln>
                  <a:noFill/>
                </a:ln>
                <a:solidFill>
                  <a:srgbClr val="081F2C"/>
                </a:solidFill>
                <a:effectLst/>
                <a:uLnTx/>
                <a:uFillTx/>
                <a:latin typeface="Segoe UI"/>
                <a:ea typeface="+mn-ea"/>
                <a:cs typeface="+mn-cs"/>
              </a:rPr>
              <a:t>AI Productivity </a:t>
            </a:r>
            <a:r>
              <a:rPr lang="en-US" sz="900" kern="0">
                <a:solidFill>
                  <a:srgbClr val="081F2C"/>
                </a:solidFill>
                <a:latin typeface="Segoe UI"/>
              </a:rPr>
              <a:t>Assessment</a:t>
            </a:r>
            <a:endParaRPr lang="en-US" sz="900" b="0" i="0" u="none" strike="noStrike" kern="0" cap="none" spc="0" normalizeH="0" baseline="0" noProof="0">
              <a:ln>
                <a:noFill/>
              </a:ln>
              <a:solidFill>
                <a:srgbClr val="081F2C"/>
              </a:solidFill>
              <a:effectLst/>
              <a:uLnTx/>
              <a:uFillTx/>
              <a:latin typeface="Segoe UI"/>
              <a:cs typeface="Segoe UI"/>
            </a:endParaRPr>
          </a:p>
        </p:txBody>
      </p:sp>
      <p:sp>
        <p:nvSpPr>
          <p:cNvPr id="79" name="Oval 78">
            <a:extLst>
              <a:ext uri="{FF2B5EF4-FFF2-40B4-BE49-F238E27FC236}">
                <a16:creationId xmlns:a16="http://schemas.microsoft.com/office/drawing/2014/main" id="{174A67BE-DC62-28AB-A5A7-B2465F03A7AE}"/>
              </a:ext>
              <a:ext uri="{C183D7F6-B498-43B3-948B-1728B52AA6E4}">
                <adec:decorative xmlns:adec="http://schemas.microsoft.com/office/drawing/2017/decorative" val="0"/>
              </a:ext>
            </a:extLst>
          </p:cNvPr>
          <p:cNvSpPr>
            <a:spLocks noChangeAspect="1"/>
          </p:cNvSpPr>
          <p:nvPr/>
        </p:nvSpPr>
        <p:spPr bwMode="auto">
          <a:xfrm>
            <a:off x="7507341" y="3424945"/>
            <a:ext cx="212200" cy="212198"/>
          </a:xfrm>
          <a:prstGeom prst="ellipse">
            <a:avLst/>
          </a:pr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81F2C"/>
                </a:solidFill>
                <a:effectLst/>
                <a:uLnTx/>
                <a:uFillTx/>
                <a:latin typeface="Segoe UI Semibold"/>
                <a:ea typeface="+mn-ea"/>
                <a:cs typeface="+mn-cs"/>
              </a:rPr>
              <a:t>4</a:t>
            </a:r>
          </a:p>
        </p:txBody>
      </p:sp>
      <p:sp>
        <p:nvSpPr>
          <p:cNvPr id="80" name="TextBox 79">
            <a:extLst>
              <a:ext uri="{FF2B5EF4-FFF2-40B4-BE49-F238E27FC236}">
                <a16:creationId xmlns:a16="http://schemas.microsoft.com/office/drawing/2014/main" id="{24D712A7-7701-9247-9180-384636ED1A7B}"/>
              </a:ext>
            </a:extLst>
          </p:cNvPr>
          <p:cNvSpPr txBox="1">
            <a:spLocks/>
          </p:cNvSpPr>
          <p:nvPr/>
        </p:nvSpPr>
        <p:spPr>
          <a:xfrm>
            <a:off x="7854615" y="3438710"/>
            <a:ext cx="904094" cy="184666"/>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marR="0" lvl="0" indent="0" algn="ctr" defTabSz="822930" fontAlgn="auto">
              <a:spcBef>
                <a:spcPts val="200"/>
              </a:spcBef>
              <a:spcAft>
                <a:spcPts val="200"/>
              </a:spcAft>
              <a:buClrTx/>
              <a:buSzTx/>
              <a:buFontTx/>
              <a:buNone/>
              <a:tabLst/>
              <a:defRPr kumimoji="0" sz="1200" b="0" i="0" u="none" strike="noStrike" kern="0" cap="none" normalizeH="0" baseline="0">
                <a:ln>
                  <a:noFill/>
                </a:ln>
                <a:solidFill>
                  <a:schemeClr val="bg1"/>
                </a:solidFill>
                <a:effectLst/>
                <a:uLnTx/>
                <a:uFillTx/>
                <a:latin typeface="+mj-lt"/>
              </a:defRPr>
            </a:lvl1pPr>
          </a:lstStyle>
          <a:p>
            <a:pPr marL="0" marR="0" lvl="0" indent="0" algn="l" defTabSz="822930" rtl="0" eaLnBrk="1" fontAlgn="auto" latinLnBrk="0" hangingPunct="1">
              <a:lnSpc>
                <a:spcPct val="100000"/>
              </a:lnSpc>
              <a:spcBef>
                <a:spcPts val="200"/>
              </a:spcBef>
              <a:spcAft>
                <a:spcPts val="20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UI Semibold"/>
                <a:ea typeface="+mn-ea"/>
                <a:cs typeface="+mn-cs"/>
              </a:rPr>
              <a:t>Realize value</a:t>
            </a:r>
          </a:p>
        </p:txBody>
      </p:sp>
      <p:sp>
        <p:nvSpPr>
          <p:cNvPr id="81" name="Rectangle 80">
            <a:extLst>
              <a:ext uri="{FF2B5EF4-FFF2-40B4-BE49-F238E27FC236}">
                <a16:creationId xmlns:a16="http://schemas.microsoft.com/office/drawing/2014/main" id="{C4DDCA44-63F7-D89D-617C-04C9F60FE7A1}"/>
              </a:ext>
            </a:extLst>
          </p:cNvPr>
          <p:cNvSpPr>
            <a:spLocks/>
          </p:cNvSpPr>
          <p:nvPr/>
        </p:nvSpPr>
        <p:spPr bwMode="auto">
          <a:xfrm>
            <a:off x="7425990" y="3784777"/>
            <a:ext cx="2023934" cy="502702"/>
          </a:xfrm>
          <a:prstGeom prst="rect">
            <a:avLst/>
          </a:prstGeom>
          <a:noFill/>
          <a:ln w="12700" cap="rnd">
            <a:noFill/>
            <a:headEnd type="none" w="lg" len="med"/>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0" rtlCol="0" anchor="t">
            <a:spAutoFit/>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Semibold"/>
                <a:ea typeface="+mn-ea"/>
                <a:cs typeface="+mn-cs"/>
              </a:rPr>
              <a:t>Deploy/Drive Adoption</a:t>
            </a:r>
          </a:p>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000" b="0" i="0" u="none" strike="noStrike" kern="1200" cap="none" spc="0" normalizeH="0" baseline="0" noProof="0">
                <a:ln>
                  <a:noFill/>
                </a:ln>
                <a:solidFill>
                  <a:srgbClr val="081F2C"/>
                </a:solidFill>
                <a:effectLst/>
                <a:uLnTx/>
                <a:uFillTx/>
                <a:latin typeface="Segoe UI"/>
                <a:ea typeface="+mn-ea"/>
                <a:cs typeface="+mn-cs"/>
              </a:rPr>
              <a:t>Address data security and privacy while driving end user enablement.</a:t>
            </a:r>
          </a:p>
        </p:txBody>
      </p:sp>
      <p:sp>
        <p:nvSpPr>
          <p:cNvPr id="82" name="Rectangle: Rounded Corners 81">
            <a:extLst>
              <a:ext uri="{FF2B5EF4-FFF2-40B4-BE49-F238E27FC236}">
                <a16:creationId xmlns:a16="http://schemas.microsoft.com/office/drawing/2014/main" id="{BE443FCD-EBCA-DEC7-1FAE-5DFDB9563275}"/>
              </a:ext>
            </a:extLst>
          </p:cNvPr>
          <p:cNvSpPr>
            <a:spLocks/>
          </p:cNvSpPr>
          <p:nvPr/>
        </p:nvSpPr>
        <p:spPr bwMode="auto">
          <a:xfrm>
            <a:off x="7425990" y="4867615"/>
            <a:ext cx="2023934" cy="1146230"/>
          </a:xfrm>
          <a:prstGeom prst="roundRect">
            <a:avLst>
              <a:gd name="adj" fmla="val 3015"/>
            </a:avLst>
          </a:prstGeom>
          <a:solidFill>
            <a:srgbClr val="FFFFFF">
              <a:alpha val="70000"/>
            </a:srgbClr>
          </a:solidFill>
          <a:ln w="12700" cap="rnd">
            <a:noFill/>
            <a:headEnd type="none" w="lg" len="sm"/>
            <a:tailEnd type="none" w="lg" len="sm"/>
          </a:ln>
          <a:effectLst>
            <a:outerShdw blurRad="317500" dist="63500" dir="8100000" algn="tr" rotWithShape="0">
              <a:schemeClr val="accent1">
                <a:alpha val="10000"/>
              </a:scheme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0" cap="none" spc="0" normalizeH="0" baseline="0" noProof="0">
              <a:ln>
                <a:noFill/>
              </a:ln>
              <a:solidFill>
                <a:srgbClr val="081F2C"/>
              </a:solidFill>
              <a:effectLst/>
              <a:highlight>
                <a:srgbClr val="FFFF00"/>
              </a:highlight>
              <a:uLnTx/>
              <a:uFillTx/>
              <a:latin typeface="Segoe UI"/>
              <a:ea typeface="+mn-ea"/>
              <a:cs typeface="+mn-cs"/>
            </a:endParaRPr>
          </a:p>
        </p:txBody>
      </p:sp>
      <p:sp>
        <p:nvSpPr>
          <p:cNvPr id="83" name="Oval 82">
            <a:extLst>
              <a:ext uri="{FF2B5EF4-FFF2-40B4-BE49-F238E27FC236}">
                <a16:creationId xmlns:a16="http://schemas.microsoft.com/office/drawing/2014/main" id="{DBC9C4CA-F566-5A76-7CEC-328CF7E2E94B}"/>
              </a:ext>
              <a:ext uri="{C183D7F6-B498-43B3-948B-1728B52AA6E4}">
                <adec:decorative xmlns:adec="http://schemas.microsoft.com/office/drawing/2017/decorative" val="0"/>
              </a:ext>
            </a:extLst>
          </p:cNvPr>
          <p:cNvSpPr>
            <a:spLocks noChangeAspect="1"/>
          </p:cNvSpPr>
          <p:nvPr/>
        </p:nvSpPr>
        <p:spPr bwMode="auto">
          <a:xfrm>
            <a:off x="9789633" y="3424945"/>
            <a:ext cx="212200" cy="212198"/>
          </a:xfrm>
          <a:prstGeom prst="ellipse">
            <a:avLst/>
          </a:prstGeom>
          <a:solidFill>
            <a:schemeClr val="bg1"/>
          </a:solidFill>
          <a:ln w="9525" cap="flat" cmpd="sng" algn="ctr">
            <a:noFill/>
            <a:prstDash val="solid"/>
            <a:headEnd type="none" w="med" len="med"/>
            <a:tailEnd type="none" w="med" len="med"/>
          </a:ln>
          <a:effectLst/>
        </p:spPr>
        <p:txBody>
          <a:bodyPr rot="0" spcFirstLastPara="0" vertOverflow="overflow" horzOverflow="overflow" vert="horz" wrap="non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081F2C"/>
                </a:solidFill>
                <a:effectLst/>
                <a:uLnTx/>
                <a:uFillTx/>
                <a:latin typeface="Segoe UI Semibold"/>
                <a:ea typeface="+mn-ea"/>
                <a:cs typeface="+mn-cs"/>
              </a:rPr>
              <a:t>5</a:t>
            </a:r>
          </a:p>
        </p:txBody>
      </p:sp>
      <p:sp>
        <p:nvSpPr>
          <p:cNvPr id="84" name="TextBox 83">
            <a:extLst>
              <a:ext uri="{FF2B5EF4-FFF2-40B4-BE49-F238E27FC236}">
                <a16:creationId xmlns:a16="http://schemas.microsoft.com/office/drawing/2014/main" id="{A3D8F9E6-CA0D-6A90-0BC0-0DDE64212F9B}"/>
              </a:ext>
            </a:extLst>
          </p:cNvPr>
          <p:cNvSpPr txBox="1">
            <a:spLocks/>
          </p:cNvSpPr>
          <p:nvPr/>
        </p:nvSpPr>
        <p:spPr>
          <a:xfrm>
            <a:off x="10136907" y="3438710"/>
            <a:ext cx="1372171" cy="184666"/>
          </a:xfrm>
          <a:prstGeom prst="rect">
            <a:avLst/>
          </a:prstGeom>
          <a:noFill/>
          <a:ln w="9525" cap="flat" cmpd="sng" algn="ctr">
            <a:noFill/>
            <a:prstDash val="soli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spAutoFit/>
          </a:bodyPr>
          <a:lstStyle>
            <a:defPPr>
              <a:defRPr lang="en-US"/>
            </a:defPPr>
            <a:lvl1pPr marR="0" lvl="0" indent="0" defTabSz="822930" fontAlgn="auto">
              <a:lnSpc>
                <a:spcPct val="100000"/>
              </a:lnSpc>
              <a:spcBef>
                <a:spcPts val="200"/>
              </a:spcBef>
              <a:spcAft>
                <a:spcPts val="200"/>
              </a:spcAft>
              <a:buClrTx/>
              <a:buSzTx/>
              <a:buFontTx/>
              <a:buNone/>
              <a:tabLst/>
              <a:defRPr kumimoji="0" sz="1200" b="0" i="0" u="none" strike="noStrike" kern="0" cap="none" spc="0" normalizeH="0" baseline="0">
                <a:ln>
                  <a:noFill/>
                </a:ln>
                <a:effectLst/>
                <a:uLnTx/>
                <a:uFillTx/>
                <a:latin typeface="+mj-lt"/>
              </a:defRPr>
            </a:lvl1pPr>
          </a:lstStyle>
          <a:p>
            <a:pPr marL="0" marR="0" lvl="0" indent="0" algn="l" defTabSz="822930" rtl="0" eaLnBrk="1" fontAlgn="auto" latinLnBrk="0" hangingPunct="1">
              <a:lnSpc>
                <a:spcPct val="100000"/>
              </a:lnSpc>
              <a:spcBef>
                <a:spcPts val="200"/>
              </a:spcBef>
              <a:spcAft>
                <a:spcPts val="200"/>
              </a:spcAft>
              <a:buClrTx/>
              <a:buSzTx/>
              <a:buFontTx/>
              <a:buNone/>
              <a:tabLst/>
              <a:defRPr/>
            </a:pPr>
            <a:r>
              <a:rPr kumimoji="0" lang="en-US" sz="1200" b="0" i="0" u="none" strike="noStrike" kern="0" cap="none" spc="0" normalizeH="0" baseline="0" noProof="0">
                <a:ln>
                  <a:noFill/>
                </a:ln>
                <a:solidFill>
                  <a:srgbClr val="FFFFFF"/>
                </a:solidFill>
                <a:effectLst/>
                <a:uLnTx/>
                <a:uFillTx/>
                <a:latin typeface="Segoe UI Semibold"/>
                <a:ea typeface="+mn-ea"/>
                <a:cs typeface="+mn-cs"/>
              </a:rPr>
              <a:t>Manage &amp; optimize</a:t>
            </a:r>
          </a:p>
        </p:txBody>
      </p:sp>
      <p:sp>
        <p:nvSpPr>
          <p:cNvPr id="85" name="Rectangle 84">
            <a:extLst>
              <a:ext uri="{FF2B5EF4-FFF2-40B4-BE49-F238E27FC236}">
                <a16:creationId xmlns:a16="http://schemas.microsoft.com/office/drawing/2014/main" id="{423A5A52-C799-7CCC-52AB-0CE76C2AB0F7}"/>
              </a:ext>
            </a:extLst>
          </p:cNvPr>
          <p:cNvSpPr>
            <a:spLocks/>
          </p:cNvSpPr>
          <p:nvPr/>
        </p:nvSpPr>
        <p:spPr bwMode="auto">
          <a:xfrm>
            <a:off x="9708282" y="3784777"/>
            <a:ext cx="2023934" cy="810478"/>
          </a:xfrm>
          <a:prstGeom prst="rect">
            <a:avLst/>
          </a:prstGeom>
          <a:noFill/>
          <a:ln w="12700" cap="rnd">
            <a:noFill/>
            <a:headEnd type="none" w="lg" len="med"/>
            <a:tailEnd type="none" w="lg" len="sm"/>
          </a:ln>
          <a:effectLst/>
        </p:spPr>
        <p:style>
          <a:lnRef idx="1">
            <a:schemeClr val="accent1"/>
          </a:lnRef>
          <a:fillRef idx="0">
            <a:schemeClr val="accent1"/>
          </a:fillRef>
          <a:effectRef idx="0">
            <a:schemeClr val="accent1"/>
          </a:effectRef>
          <a:fontRef idx="minor">
            <a:schemeClr val="tx1"/>
          </a:fontRef>
        </p:style>
        <p:txBody>
          <a:bodyPr wrap="square" lIns="0" tIns="0" rIns="0" bIns="0" rtlCol="0" anchor="t">
            <a:spAutoFit/>
          </a:bodyPr>
          <a:lstStyle/>
          <a:p>
            <a:pPr marL="0" marR="0" lvl="0" indent="0" algn="l" defTabSz="914367" rtl="0" eaLnBrk="1" fontAlgn="auto" latinLnBrk="0" hangingPunct="1">
              <a:lnSpc>
                <a:spcPct val="100000"/>
              </a:lnSpc>
              <a:spcBef>
                <a:spcPts val="0"/>
              </a:spcBef>
              <a:spcAft>
                <a:spcPts val="200"/>
              </a:spcAft>
              <a:buClrTx/>
              <a:buSzTx/>
              <a:buFontTx/>
              <a:buNone/>
              <a:tabLst/>
              <a:defRPr/>
            </a:pPr>
            <a:r>
              <a:rPr kumimoji="0" lang="en-US" sz="1100" b="0" i="0" u="none" strike="noStrike" kern="1200" cap="none" spc="0" normalizeH="0" baseline="0" noProof="0">
                <a:ln>
                  <a:noFill/>
                </a:ln>
                <a:solidFill>
                  <a:srgbClr val="081F2C"/>
                </a:solidFill>
                <a:effectLst/>
                <a:uLnTx/>
                <a:uFillTx/>
                <a:latin typeface="Segoe UI Semibold"/>
                <a:ea typeface="+mn-ea"/>
                <a:cs typeface="+mn-cs"/>
              </a:rPr>
              <a:t>Drive Expansion</a:t>
            </a:r>
          </a:p>
          <a:p>
            <a:pPr marL="0" marR="0" lvl="0" indent="0" algn="l" defTabSz="914367" rtl="0" eaLnBrk="1" fontAlgn="auto" latinLnBrk="0" hangingPunct="1">
              <a:lnSpc>
                <a:spcPct val="100000"/>
              </a:lnSpc>
              <a:spcBef>
                <a:spcPts val="0"/>
              </a:spcBef>
              <a:spcAft>
                <a:spcPts val="300"/>
              </a:spcAft>
              <a:buClrTx/>
              <a:buSzTx/>
              <a:buFontTx/>
              <a:buNone/>
              <a:tabLst/>
              <a:defRPr/>
            </a:pPr>
            <a:r>
              <a:rPr kumimoji="0" lang="en-US" sz="1000" b="0" i="0" u="none" strike="noStrike" kern="1200" cap="none" spc="0" normalizeH="0" baseline="0" noProof="0">
                <a:ln>
                  <a:noFill/>
                </a:ln>
                <a:solidFill>
                  <a:srgbClr val="081F2C"/>
                </a:solidFill>
                <a:effectLst/>
                <a:uLnTx/>
                <a:uFillTx/>
                <a:latin typeface="Segoe UI"/>
                <a:ea typeface="+mn-ea"/>
                <a:cs typeface="+mn-cs"/>
              </a:rPr>
              <a:t>Build business case for expansion to include Copilot Chat and Microsoft Security and Compliance </a:t>
            </a:r>
            <a:br>
              <a:rPr kumimoji="0" lang="en-US" sz="1000" b="0" i="0" u="none" strike="noStrike" kern="1200" cap="none" spc="0" normalizeH="0" baseline="0" noProof="0">
                <a:ln>
                  <a:noFill/>
                </a:ln>
                <a:solidFill>
                  <a:srgbClr val="081F2C"/>
                </a:solidFill>
                <a:effectLst/>
                <a:uLnTx/>
                <a:uFillTx/>
                <a:latin typeface="Segoe UI"/>
                <a:ea typeface="+mn-ea"/>
                <a:cs typeface="+mn-cs"/>
              </a:rPr>
            </a:br>
            <a:r>
              <a:rPr kumimoji="0" lang="en-US" sz="1000" b="0" i="0" u="none" strike="noStrike" kern="1200" cap="none" spc="0" normalizeH="0" baseline="0" noProof="0">
                <a:ln>
                  <a:noFill/>
                </a:ln>
                <a:solidFill>
                  <a:srgbClr val="081F2C"/>
                </a:solidFill>
                <a:effectLst/>
                <a:uLnTx/>
                <a:uFillTx/>
                <a:latin typeface="Segoe UI"/>
                <a:ea typeface="+mn-ea"/>
                <a:cs typeface="+mn-cs"/>
              </a:rPr>
              <a:t>mini-bundles. </a:t>
            </a:r>
          </a:p>
        </p:txBody>
      </p:sp>
      <p:sp>
        <p:nvSpPr>
          <p:cNvPr id="86" name="Rectangle: Rounded Corners 85">
            <a:extLst>
              <a:ext uri="{FF2B5EF4-FFF2-40B4-BE49-F238E27FC236}">
                <a16:creationId xmlns:a16="http://schemas.microsoft.com/office/drawing/2014/main" id="{5261DB01-933B-B12C-BAE0-9BA01C9182CB}"/>
              </a:ext>
            </a:extLst>
          </p:cNvPr>
          <p:cNvSpPr>
            <a:spLocks/>
          </p:cNvSpPr>
          <p:nvPr/>
        </p:nvSpPr>
        <p:spPr bwMode="auto">
          <a:xfrm>
            <a:off x="9708282" y="4867615"/>
            <a:ext cx="2023934" cy="1146230"/>
          </a:xfrm>
          <a:prstGeom prst="roundRect">
            <a:avLst>
              <a:gd name="adj" fmla="val 3015"/>
            </a:avLst>
          </a:prstGeom>
          <a:solidFill>
            <a:srgbClr val="FFFFFF">
              <a:alpha val="70000"/>
            </a:srgbClr>
          </a:solidFill>
          <a:ln w="12700" cap="rnd">
            <a:noFill/>
            <a:headEnd type="none" w="lg" len="sm"/>
            <a:tailEnd type="none" w="lg" len="sm"/>
          </a:ln>
          <a:effectLst>
            <a:outerShdw blurRad="317500" dist="63500" dir="8100000" algn="tr" rotWithShape="0">
              <a:schemeClr val="accent1">
                <a:alpha val="10000"/>
              </a:scheme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14300" marR="0" lvl="0" indent="-11430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0" cap="none" spc="0" normalizeH="0" baseline="0" noProof="0">
                <a:ln>
                  <a:noFill/>
                </a:ln>
                <a:solidFill>
                  <a:srgbClr val="081F2C"/>
                </a:solidFill>
                <a:effectLst/>
                <a:uLnTx/>
                <a:uFillTx/>
                <a:latin typeface="Segoe UI"/>
                <a:ea typeface="+mn-ea"/>
                <a:cs typeface="+mn-cs"/>
              </a:rPr>
              <a:t>ASPX –  ABS &amp; Security Usage and Insights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0" cap="none" spc="0" normalizeH="0" baseline="0" noProof="0">
              <a:ln>
                <a:noFill/>
              </a:ln>
              <a:solidFill>
                <a:srgbClr val="081F2C"/>
              </a:solidFill>
              <a:effectLst/>
              <a:uLnTx/>
              <a:uFillTx/>
              <a:latin typeface="Segoe UI Semibold"/>
              <a:ea typeface="+mn-ea"/>
              <a:cs typeface="+mn-cs"/>
            </a:endParaRPr>
          </a:p>
        </p:txBody>
      </p:sp>
      <p:grpSp>
        <p:nvGrpSpPr>
          <p:cNvPr id="100" name="Group 99">
            <a:extLst>
              <a:ext uri="{FF2B5EF4-FFF2-40B4-BE49-F238E27FC236}">
                <a16:creationId xmlns:a16="http://schemas.microsoft.com/office/drawing/2014/main" id="{54A2DBDD-7809-F7DF-982C-21DE2E69B48D}"/>
              </a:ext>
            </a:extLst>
          </p:cNvPr>
          <p:cNvGrpSpPr/>
          <p:nvPr/>
        </p:nvGrpSpPr>
        <p:grpSpPr>
          <a:xfrm>
            <a:off x="573334" y="1232843"/>
            <a:ext cx="5522665" cy="792073"/>
            <a:chOff x="6434368" y="1250137"/>
            <a:chExt cx="5522665" cy="792073"/>
          </a:xfrm>
        </p:grpSpPr>
        <p:sp>
          <p:nvSpPr>
            <p:cNvPr id="98" name="Rectangle: Rounded Corners 97">
              <a:extLst>
                <a:ext uri="{FF2B5EF4-FFF2-40B4-BE49-F238E27FC236}">
                  <a16:creationId xmlns:a16="http://schemas.microsoft.com/office/drawing/2014/main" id="{EC0D47F4-1B82-0CDF-995F-E381092997C4}"/>
                </a:ext>
                <a:ext uri="{C183D7F6-B498-43B3-948B-1728B52AA6E4}">
                  <adec:decorative xmlns:adec="http://schemas.microsoft.com/office/drawing/2017/decorative" val="1"/>
                </a:ext>
              </a:extLst>
            </p:cNvPr>
            <p:cNvSpPr>
              <a:spLocks/>
            </p:cNvSpPr>
            <p:nvPr/>
          </p:nvSpPr>
          <p:spPr>
            <a:xfrm>
              <a:off x="6445808" y="1311367"/>
              <a:ext cx="5511225" cy="730843"/>
            </a:xfrm>
            <a:prstGeom prst="roundRect">
              <a:avLst>
                <a:gd name="adj" fmla="val 3238"/>
              </a:avLst>
            </a:prstGeom>
            <a:solidFill>
              <a:schemeClr val="bg1">
                <a:alpha val="80000"/>
              </a:schemeClr>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99" name="TextBox 98">
              <a:extLst>
                <a:ext uri="{FF2B5EF4-FFF2-40B4-BE49-F238E27FC236}">
                  <a16:creationId xmlns:a16="http://schemas.microsoft.com/office/drawing/2014/main" id="{7FE49395-28CF-F1C0-14DB-00E85A225195}"/>
                </a:ext>
                <a:ext uri="{C183D7F6-B498-43B3-948B-1728B52AA6E4}">
                  <adec:decorative xmlns:adec="http://schemas.microsoft.com/office/drawing/2017/decorative" val="1"/>
                </a:ext>
              </a:extLst>
            </p:cNvPr>
            <p:cNvSpPr txBox="1">
              <a:spLocks/>
            </p:cNvSpPr>
            <p:nvPr/>
          </p:nvSpPr>
          <p:spPr>
            <a:xfrm>
              <a:off x="6434368" y="1250137"/>
              <a:ext cx="1542079" cy="207015"/>
            </a:xfrm>
            <a:prstGeom prst="roundRect">
              <a:avLst>
                <a:gd name="adj" fmla="val 7923"/>
              </a:avLst>
            </a:prstGeom>
            <a:gradFill>
              <a:gsLst>
                <a:gs pos="0">
                  <a:srgbClr val="C03BC4"/>
                </a:gs>
                <a:gs pos="94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defPPr>
                <a:defRPr lang="en-US"/>
              </a:defPPr>
              <a:lvl1pPr defTabSz="932742">
                <a:spcBef>
                  <a:spcPts val="1200"/>
                </a:spcBef>
                <a:defRPr sz="1100">
                  <a:ln w="3175">
                    <a:noFill/>
                  </a:ln>
                  <a:solidFill>
                    <a:srgbClr val="FFFFFF"/>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Customer  Outcome</a:t>
              </a:r>
            </a:p>
          </p:txBody>
        </p:sp>
        <p:sp>
          <p:nvSpPr>
            <p:cNvPr id="57" name="TextBox 56">
              <a:extLst>
                <a:ext uri="{FF2B5EF4-FFF2-40B4-BE49-F238E27FC236}">
                  <a16:creationId xmlns:a16="http://schemas.microsoft.com/office/drawing/2014/main" id="{2B0888FA-D56E-ECD8-72B6-FA3E9B5B0983}"/>
                </a:ext>
              </a:extLst>
            </p:cNvPr>
            <p:cNvSpPr txBox="1">
              <a:spLocks/>
            </p:cNvSpPr>
            <p:nvPr/>
          </p:nvSpPr>
          <p:spPr>
            <a:xfrm>
              <a:off x="6533515" y="1511470"/>
              <a:ext cx="5328270" cy="461665"/>
            </a:xfrm>
            <a:prstGeom prst="rect">
              <a:avLst/>
            </a:prstGeom>
            <a:noFill/>
          </p:spPr>
          <p:txBody>
            <a:bodyPr wrap="square" lIns="0" tIns="0" rIns="0" bIns="0" anchor="ctr">
              <a:spAutoFit/>
            </a:bodyPr>
            <a:lstStyle/>
            <a:p>
              <a:pPr lvl="0" defTabSz="932472" fontAlgn="base">
                <a:spcBef>
                  <a:spcPct val="0"/>
                </a:spcBef>
                <a:spcAft>
                  <a:spcPct val="0"/>
                </a:spcAft>
                <a:defRPr/>
              </a:pPr>
              <a:r>
                <a:rPr lang="en-US" sz="1000">
                  <a:solidFill>
                    <a:srgbClr val="081F2C"/>
                  </a:solidFill>
                  <a:latin typeface="Segoe UI"/>
                </a:rPr>
                <a:t>Enable customers to safely run their businesses from anywhere with a secure, comprehensive, AI-powered cloud solution in a hybrid work scenario, while providing comprehensive AI led business transformation benefits to Customers through Partner led solutions and services.</a:t>
              </a:r>
            </a:p>
          </p:txBody>
        </p:sp>
      </p:grpSp>
      <p:grpSp>
        <p:nvGrpSpPr>
          <p:cNvPr id="101" name="Group 100">
            <a:extLst>
              <a:ext uri="{FF2B5EF4-FFF2-40B4-BE49-F238E27FC236}">
                <a16:creationId xmlns:a16="http://schemas.microsoft.com/office/drawing/2014/main" id="{A3C5471E-2456-5890-7637-F6ADE54541B0}"/>
              </a:ext>
            </a:extLst>
          </p:cNvPr>
          <p:cNvGrpSpPr/>
          <p:nvPr/>
        </p:nvGrpSpPr>
        <p:grpSpPr>
          <a:xfrm>
            <a:off x="6560546" y="1211908"/>
            <a:ext cx="5147762" cy="792548"/>
            <a:chOff x="6434369" y="1250138"/>
            <a:chExt cx="5147762" cy="792548"/>
          </a:xfrm>
        </p:grpSpPr>
        <p:sp>
          <p:nvSpPr>
            <p:cNvPr id="102" name="Rectangle: Rounded Corners 101">
              <a:extLst>
                <a:ext uri="{FF2B5EF4-FFF2-40B4-BE49-F238E27FC236}">
                  <a16:creationId xmlns:a16="http://schemas.microsoft.com/office/drawing/2014/main" id="{D100AB21-4814-3A01-7C0C-537FE49A797A}"/>
                </a:ext>
                <a:ext uri="{C183D7F6-B498-43B3-948B-1728B52AA6E4}">
                  <adec:decorative xmlns:adec="http://schemas.microsoft.com/office/drawing/2017/decorative" val="1"/>
                </a:ext>
              </a:extLst>
            </p:cNvPr>
            <p:cNvSpPr>
              <a:spLocks/>
            </p:cNvSpPr>
            <p:nvPr/>
          </p:nvSpPr>
          <p:spPr>
            <a:xfrm>
              <a:off x="6445809" y="1311368"/>
              <a:ext cx="5136322" cy="731318"/>
            </a:xfrm>
            <a:prstGeom prst="roundRect">
              <a:avLst>
                <a:gd name="adj" fmla="val 3238"/>
              </a:avLst>
            </a:prstGeom>
            <a:solidFill>
              <a:schemeClr val="bg1">
                <a:alpha val="80000"/>
              </a:schemeClr>
            </a:solidFill>
            <a:ln w="6350">
              <a:noFill/>
              <a:headEnd type="none" w="med" len="med"/>
              <a:tailEnd type="none" w="med" len="med"/>
            </a:ln>
            <a:effectLst>
              <a:outerShdw blurRad="50800" algn="ctr" rotWithShape="0">
                <a:prstClr val="black">
                  <a:alpha val="1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103" name="TextBox 102">
              <a:extLst>
                <a:ext uri="{FF2B5EF4-FFF2-40B4-BE49-F238E27FC236}">
                  <a16:creationId xmlns:a16="http://schemas.microsoft.com/office/drawing/2014/main" id="{CDC45F1D-855E-0EE9-EC6B-D553FCC50993}"/>
                </a:ext>
                <a:ext uri="{C183D7F6-B498-43B3-948B-1728B52AA6E4}">
                  <adec:decorative xmlns:adec="http://schemas.microsoft.com/office/drawing/2017/decorative" val="1"/>
                </a:ext>
              </a:extLst>
            </p:cNvPr>
            <p:cNvSpPr txBox="1">
              <a:spLocks/>
            </p:cNvSpPr>
            <p:nvPr/>
          </p:nvSpPr>
          <p:spPr>
            <a:xfrm>
              <a:off x="6434369" y="1250138"/>
              <a:ext cx="1285172" cy="197656"/>
            </a:xfrm>
            <a:prstGeom prst="roundRect">
              <a:avLst>
                <a:gd name="adj" fmla="val 7923"/>
              </a:avLst>
            </a:prstGeom>
            <a:gradFill>
              <a:gsLst>
                <a:gs pos="0">
                  <a:srgbClr val="C03BC4"/>
                </a:gs>
                <a:gs pos="94000">
                  <a:schemeClr val="accent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rtlCol="0" anchor="ctr" anchorCtr="0">
              <a:noAutofit/>
            </a:bodyPr>
            <a:lstStyle>
              <a:defPPr>
                <a:defRPr lang="en-US"/>
              </a:defPPr>
              <a:lvl1pPr defTabSz="932742">
                <a:spcBef>
                  <a:spcPts val="1200"/>
                </a:spcBef>
                <a:defRPr sz="1100">
                  <a:ln w="3175">
                    <a:noFill/>
                  </a:ln>
                  <a:solidFill>
                    <a:srgbClr val="FFFFFF"/>
                  </a:solidFill>
                  <a:latin typeface="Segoe UI Semibold"/>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t>Partner Outcome</a:t>
              </a:r>
            </a:p>
          </p:txBody>
        </p:sp>
        <p:sp>
          <p:nvSpPr>
            <p:cNvPr id="104" name="TextBox 103">
              <a:extLst>
                <a:ext uri="{FF2B5EF4-FFF2-40B4-BE49-F238E27FC236}">
                  <a16:creationId xmlns:a16="http://schemas.microsoft.com/office/drawing/2014/main" id="{1C0FF0A3-5725-3CFA-1E30-691E48856FFD}"/>
                </a:ext>
              </a:extLst>
            </p:cNvPr>
            <p:cNvSpPr txBox="1">
              <a:spLocks/>
            </p:cNvSpPr>
            <p:nvPr/>
          </p:nvSpPr>
          <p:spPr>
            <a:xfrm>
              <a:off x="6580073" y="1559762"/>
              <a:ext cx="4759549" cy="307777"/>
            </a:xfrm>
            <a:prstGeom prst="rect">
              <a:avLst/>
            </a:prstGeom>
            <a:noFill/>
          </p:spPr>
          <p:txBody>
            <a:bodyPr wrap="square" lIns="0" tIns="0" rIns="0" bIns="0" anchor="ctr">
              <a:spAutoFit/>
            </a:bodyPr>
            <a:lstStyle/>
            <a:p>
              <a:pPr marL="0" marR="0" lvl="0" indent="0" algn="l" defTabSz="932472" rtl="0" eaLnBrk="1" fontAlgn="base" latinLnBrk="0" hangingPunct="1">
                <a:lnSpc>
                  <a:spcPct val="100000"/>
                </a:lnSpc>
                <a:spcBef>
                  <a:spcPts val="100"/>
                </a:spcBef>
                <a:spcAft>
                  <a:spcPct val="0"/>
                </a:spcAft>
                <a:buClrTx/>
                <a:buSzTx/>
                <a:buFontTx/>
                <a:buNone/>
                <a:tabLst/>
                <a:defRPr/>
              </a:pPr>
              <a:r>
                <a:rPr kumimoji="0" lang="en-US" sz="1000" b="0" i="0" u="none" strike="noStrike" kern="1200" cap="none" spc="0" normalizeH="0" baseline="0" noProof="0">
                  <a:ln>
                    <a:noFill/>
                  </a:ln>
                  <a:solidFill>
                    <a:srgbClr val="081F2C"/>
                  </a:solidFill>
                  <a:effectLst/>
                  <a:uLnTx/>
                  <a:uFillTx/>
                  <a:latin typeface="Segoe UI"/>
                  <a:ea typeface="+mn-ea"/>
                  <a:cs typeface="+mn-cs"/>
                </a:rPr>
                <a:t>Drive upsell from M365 BB/BS/BP to M365 B SKU + M365 Copilot Business bundle offer. Drive Wall-To-Wall Copilot coverage by </a:t>
              </a:r>
              <a:r>
                <a:rPr kumimoji="0" lang="en-US" sz="900" b="0" i="0" u="none" strike="noStrike" kern="1200" cap="none" spc="0" normalizeH="0" baseline="0" noProof="0">
                  <a:ln>
                    <a:noFill/>
                  </a:ln>
                  <a:solidFill>
                    <a:srgbClr val="081F2C"/>
                  </a:solidFill>
                  <a:effectLst/>
                  <a:uLnTx/>
                  <a:uFillTx/>
                  <a:latin typeface="Segoe UI"/>
                  <a:ea typeface="+mn-ea"/>
                  <a:cs typeface="+mn-cs"/>
                </a:rPr>
                <a:t>attaching</a:t>
              </a:r>
              <a:r>
                <a:rPr kumimoji="0" lang="en-US" sz="1000" b="0" i="0" u="none" strike="noStrike" kern="1200" cap="none" spc="0" normalizeH="0" baseline="0" noProof="0">
                  <a:ln>
                    <a:noFill/>
                  </a:ln>
                  <a:solidFill>
                    <a:srgbClr val="081F2C"/>
                  </a:solidFill>
                  <a:effectLst/>
                  <a:uLnTx/>
                  <a:uFillTx/>
                  <a:latin typeface="Segoe UI"/>
                  <a:ea typeface="+mn-ea"/>
                  <a:cs typeface="+mn-cs"/>
                </a:rPr>
                <a:t> Copilot Chat to bundles</a:t>
              </a:r>
            </a:p>
          </p:txBody>
        </p:sp>
      </p:grpSp>
    </p:spTree>
    <p:extLst>
      <p:ext uri="{BB962C8B-B14F-4D97-AF65-F5344CB8AC3E}">
        <p14:creationId xmlns:p14="http://schemas.microsoft.com/office/powerpoint/2010/main" val="2558275031"/>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73A21-346C-1568-B244-69914A648C09}"/>
            </a:ext>
          </a:extLst>
        </p:cNvPr>
        <p:cNvGrpSpPr/>
        <p:nvPr/>
      </p:nvGrpSpPr>
      <p:grpSpPr>
        <a:xfrm>
          <a:off x="0" y="0"/>
          <a:ext cx="0" cy="0"/>
          <a:chOff x="0" y="0"/>
          <a:chExt cx="0" cy="0"/>
        </a:xfrm>
      </p:grpSpPr>
      <p:grpSp>
        <p:nvGrpSpPr>
          <p:cNvPr id="388" name="Group 387">
            <a:extLst>
              <a:ext uri="{FF2B5EF4-FFF2-40B4-BE49-F238E27FC236}">
                <a16:creationId xmlns:a16="http://schemas.microsoft.com/office/drawing/2014/main" id="{E6A436EF-16A5-F445-6607-79595451621B}"/>
              </a:ext>
            </a:extLst>
          </p:cNvPr>
          <p:cNvGrpSpPr/>
          <p:nvPr/>
        </p:nvGrpSpPr>
        <p:grpSpPr>
          <a:xfrm>
            <a:off x="0" y="0"/>
            <a:ext cx="12191998" cy="1121626"/>
            <a:chOff x="6349" y="-1"/>
            <a:chExt cx="12191998" cy="1121626"/>
          </a:xfrm>
        </p:grpSpPr>
        <p:pic>
          <p:nvPicPr>
            <p:cNvPr id="389" name="Picture 388">
              <a:extLst>
                <a:ext uri="{FF2B5EF4-FFF2-40B4-BE49-F238E27FC236}">
                  <a16:creationId xmlns:a16="http://schemas.microsoft.com/office/drawing/2014/main" id="{13EDCE2F-9991-EAEB-D8BC-5211832A9114}"/>
                </a:ext>
                <a:ext uri="{C183D7F6-B498-43B3-948B-1728B52AA6E4}">
                  <adec:decorative xmlns:adec="http://schemas.microsoft.com/office/drawing/2017/decorative" val="1"/>
                </a:ext>
              </a:extLst>
            </p:cNvPr>
            <p:cNvPicPr>
              <a:picLocks/>
            </p:cNvPicPr>
            <p:nvPr/>
          </p:nvPicPr>
          <p:blipFill rotWithShape="1">
            <a:blip r:embed="rId3">
              <a:extLst>
                <a:ext uri="{28A0092B-C50C-407E-A947-70E740481C1C}">
                  <a14:useLocalDpi xmlns:a14="http://schemas.microsoft.com/office/drawing/2010/main" val="0"/>
                </a:ext>
              </a:extLst>
            </a:blip>
            <a:srcRect/>
            <a:stretch>
              <a:fillRect/>
            </a:stretch>
          </p:blipFill>
          <p:spPr>
            <a:xfrm>
              <a:off x="6349" y="-1"/>
              <a:ext cx="12191998" cy="1121624"/>
            </a:xfrm>
            <a:custGeom>
              <a:avLst/>
              <a:gdLst>
                <a:gd name="connsiteX0" fmla="*/ 0 w 12191998"/>
                <a:gd name="connsiteY0" fmla="*/ 0 h 1358900"/>
                <a:gd name="connsiteX1" fmla="*/ 12191998 w 12191998"/>
                <a:gd name="connsiteY1" fmla="*/ 0 h 1358900"/>
                <a:gd name="connsiteX2" fmla="*/ 12191998 w 12191998"/>
                <a:gd name="connsiteY2" fmla="*/ 1358900 h 1358900"/>
                <a:gd name="connsiteX3" fmla="*/ 0 w 12191998"/>
                <a:gd name="connsiteY3" fmla="*/ 1358900 h 1358900"/>
              </a:gdLst>
              <a:ahLst/>
              <a:cxnLst>
                <a:cxn ang="0">
                  <a:pos x="connsiteX0" y="connsiteY0"/>
                </a:cxn>
                <a:cxn ang="0">
                  <a:pos x="connsiteX1" y="connsiteY1"/>
                </a:cxn>
                <a:cxn ang="0">
                  <a:pos x="connsiteX2" y="connsiteY2"/>
                </a:cxn>
                <a:cxn ang="0">
                  <a:pos x="connsiteX3" y="connsiteY3"/>
                </a:cxn>
              </a:cxnLst>
              <a:rect l="l" t="t" r="r" b="b"/>
              <a:pathLst>
                <a:path w="12191998" h="1358900">
                  <a:moveTo>
                    <a:pt x="0" y="0"/>
                  </a:moveTo>
                  <a:lnTo>
                    <a:pt x="12191998" y="0"/>
                  </a:lnTo>
                  <a:lnTo>
                    <a:pt x="12191998" y="1358900"/>
                  </a:lnTo>
                  <a:lnTo>
                    <a:pt x="0" y="1358900"/>
                  </a:lnTo>
                  <a:close/>
                </a:path>
              </a:pathLst>
            </a:custGeom>
          </p:spPr>
        </p:pic>
        <p:sp>
          <p:nvSpPr>
            <p:cNvPr id="390" name="Freeform: Shape 389">
              <a:extLst>
                <a:ext uri="{FF2B5EF4-FFF2-40B4-BE49-F238E27FC236}">
                  <a16:creationId xmlns:a16="http://schemas.microsoft.com/office/drawing/2014/main" id="{09A1CC3B-E070-CE6F-668E-8D3AE6A22011}"/>
                </a:ext>
                <a:ext uri="{C183D7F6-B498-43B3-948B-1728B52AA6E4}">
                  <adec:decorative xmlns:adec="http://schemas.microsoft.com/office/drawing/2017/decorative" val="1"/>
                </a:ext>
              </a:extLst>
            </p:cNvPr>
            <p:cNvSpPr>
              <a:spLocks/>
            </p:cNvSpPr>
            <p:nvPr/>
          </p:nvSpPr>
          <p:spPr>
            <a:xfrm>
              <a:off x="6349" y="-1"/>
              <a:ext cx="12191998" cy="1121624"/>
            </a:xfrm>
            <a:custGeom>
              <a:avLst/>
              <a:gdLst>
                <a:gd name="connsiteX0" fmla="*/ 0 w 12191998"/>
                <a:gd name="connsiteY0" fmla="*/ 0 h 1358900"/>
                <a:gd name="connsiteX1" fmla="*/ 12191998 w 12191998"/>
                <a:gd name="connsiteY1" fmla="*/ 0 h 1358900"/>
                <a:gd name="connsiteX2" fmla="*/ 12191998 w 12191998"/>
                <a:gd name="connsiteY2" fmla="*/ 1358900 h 1358900"/>
                <a:gd name="connsiteX3" fmla="*/ 0 w 12191998"/>
                <a:gd name="connsiteY3" fmla="*/ 1358900 h 1358900"/>
              </a:gdLst>
              <a:ahLst/>
              <a:cxnLst>
                <a:cxn ang="0">
                  <a:pos x="connsiteX0" y="connsiteY0"/>
                </a:cxn>
                <a:cxn ang="0">
                  <a:pos x="connsiteX1" y="connsiteY1"/>
                </a:cxn>
                <a:cxn ang="0">
                  <a:pos x="connsiteX2" y="connsiteY2"/>
                </a:cxn>
                <a:cxn ang="0">
                  <a:pos x="connsiteX3" y="connsiteY3"/>
                </a:cxn>
              </a:cxnLst>
              <a:rect l="l" t="t" r="r" b="b"/>
              <a:pathLst>
                <a:path w="12191998" h="1358900">
                  <a:moveTo>
                    <a:pt x="0" y="0"/>
                  </a:moveTo>
                  <a:lnTo>
                    <a:pt x="12191998" y="0"/>
                  </a:lnTo>
                  <a:lnTo>
                    <a:pt x="12191998" y="1358900"/>
                  </a:lnTo>
                  <a:lnTo>
                    <a:pt x="0" y="1358900"/>
                  </a:lnTo>
                  <a:close/>
                </a:path>
              </a:pathLst>
            </a:custGeom>
            <a:solidFill>
              <a:schemeClr val="bg1">
                <a:alpha val="7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sp>
          <p:nvSpPr>
            <p:cNvPr id="391" name="Graphic 34_1">
              <a:extLst>
                <a:ext uri="{FF2B5EF4-FFF2-40B4-BE49-F238E27FC236}">
                  <a16:creationId xmlns:a16="http://schemas.microsoft.com/office/drawing/2014/main" id="{06652369-66B0-AFA6-B1E9-86014077A604}"/>
                </a:ext>
                <a:ext uri="{C183D7F6-B498-43B3-948B-1728B52AA6E4}">
                  <adec:decorative xmlns:adec="http://schemas.microsoft.com/office/drawing/2017/decorative" val="1"/>
                </a:ext>
              </a:extLst>
            </p:cNvPr>
            <p:cNvSpPr>
              <a:spLocks/>
            </p:cNvSpPr>
            <p:nvPr/>
          </p:nvSpPr>
          <p:spPr>
            <a:xfrm>
              <a:off x="6349" y="1121625"/>
              <a:ext cx="12191998" cy="0"/>
            </a:xfrm>
            <a:custGeom>
              <a:avLst/>
              <a:gdLst>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0 w 12191998"/>
                <a:gd name="connsiteY4" fmla="*/ 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4" fmla="*/ 91440 w 12191998"/>
                <a:gd name="connsiteY4" fmla="*/ 91440 h 863854"/>
                <a:gd name="connsiteX0" fmla="*/ 0 w 12191998"/>
                <a:gd name="connsiteY0" fmla="*/ 0 h 863854"/>
                <a:gd name="connsiteX1" fmla="*/ 12191998 w 12191998"/>
                <a:gd name="connsiteY1" fmla="*/ 0 h 863854"/>
                <a:gd name="connsiteX2" fmla="*/ 12191998 w 12191998"/>
                <a:gd name="connsiteY2" fmla="*/ 863854 h 863854"/>
                <a:gd name="connsiteX3" fmla="*/ 0 w 12191998"/>
                <a:gd name="connsiteY3" fmla="*/ 863854 h 863854"/>
                <a:gd name="connsiteX0" fmla="*/ 12191998 w 12191998"/>
                <a:gd name="connsiteY0" fmla="*/ 0 h 863854"/>
                <a:gd name="connsiteX1" fmla="*/ 12191998 w 12191998"/>
                <a:gd name="connsiteY1" fmla="*/ 863854 h 863854"/>
                <a:gd name="connsiteX2" fmla="*/ 0 w 12191998"/>
                <a:gd name="connsiteY2" fmla="*/ 863854 h 863854"/>
                <a:gd name="connsiteX0" fmla="*/ 12191998 w 12191998"/>
                <a:gd name="connsiteY0" fmla="*/ 0 h 0"/>
                <a:gd name="connsiteX1" fmla="*/ 0 w 12191998"/>
                <a:gd name="connsiteY1" fmla="*/ 0 h 0"/>
              </a:gdLst>
              <a:ahLst/>
              <a:cxnLst>
                <a:cxn ang="0">
                  <a:pos x="connsiteX0" y="connsiteY0"/>
                </a:cxn>
                <a:cxn ang="0">
                  <a:pos x="connsiteX1" y="connsiteY1"/>
                </a:cxn>
              </a:cxnLst>
              <a:rect l="l" t="t" r="r" b="b"/>
              <a:pathLst>
                <a:path w="12191998">
                  <a:moveTo>
                    <a:pt x="12191998" y="0"/>
                  </a:moveTo>
                  <a:lnTo>
                    <a:pt x="0" y="0"/>
                  </a:lnTo>
                </a:path>
              </a:pathLst>
            </a:custGeom>
            <a:noFill/>
            <a:ln w="50800">
              <a:gradFill flip="none" rotWithShape="1">
                <a:gsLst>
                  <a:gs pos="0">
                    <a:srgbClr val="FFA38B">
                      <a:lumMod val="98000"/>
                    </a:srgbClr>
                  </a:gs>
                  <a:gs pos="35000">
                    <a:srgbClr val="D361FF"/>
                  </a:gs>
                  <a:gs pos="70000">
                    <a:srgbClr val="2CB1FE"/>
                  </a:gs>
                  <a:gs pos="100000">
                    <a:schemeClr val="accent1"/>
                  </a:gs>
                </a:gsLst>
                <a:lin ang="10800000" scaled="1"/>
                <a:tileRect/>
              </a:gra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mn-ea"/>
                <a:cs typeface="Segoe UI" pitchFamily="34" charset="0"/>
              </a:endParaRPr>
            </a:p>
          </p:txBody>
        </p:sp>
      </p:grpSp>
      <p:grpSp>
        <p:nvGrpSpPr>
          <p:cNvPr id="19" name="Group 18">
            <a:extLst>
              <a:ext uri="{FF2B5EF4-FFF2-40B4-BE49-F238E27FC236}">
                <a16:creationId xmlns:a16="http://schemas.microsoft.com/office/drawing/2014/main" id="{4DA4B662-DA8B-69DD-C5D3-39584592F532}"/>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11" name="Rectangle: Single Corner Rounded 10">
              <a:extLst>
                <a:ext uri="{FF2B5EF4-FFF2-40B4-BE49-F238E27FC236}">
                  <a16:creationId xmlns:a16="http://schemas.microsoft.com/office/drawing/2014/main" id="{AD10799D-2286-1B11-D539-04EACC87D903}"/>
                </a:ext>
                <a:ext uri="{C183D7F6-B498-43B3-948B-1728B52AA6E4}">
                  <adec:decorative xmlns:adec="http://schemas.microsoft.com/office/drawing/2017/decorative" val="1"/>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631B46E3-FF4C-0BE1-AFD4-7ADD5ACD6B60}"/>
                </a:ext>
                <a:ext uri="{C183D7F6-B498-43B3-948B-1728B52AA6E4}">
                  <adec:decorative xmlns:adec="http://schemas.microsoft.com/office/drawing/2017/decorative" val="1"/>
                </a:ext>
              </a:extLst>
            </p:cNvPr>
            <p:cNvCxnSpPr>
              <a:cxnSpLocks/>
            </p:cNvCxnSpPr>
            <p:nvPr/>
          </p:nvCxnSpPr>
          <p:spPr>
            <a:xfrm>
              <a:off x="11695960" y="6549367"/>
              <a:ext cx="0" cy="18288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Isosceles Triangle 12">
              <a:hlinkClick r:id="" action="ppaction://hlinkshowjump?jump=previousslide"/>
              <a:extLst>
                <a:ext uri="{FF2B5EF4-FFF2-40B4-BE49-F238E27FC236}">
                  <a16:creationId xmlns:a16="http://schemas.microsoft.com/office/drawing/2014/main" id="{18224F44-4A57-0980-6C2C-A4D487DF5039}"/>
                </a:ext>
                <a:ext uri="{C183D7F6-B498-43B3-948B-1728B52AA6E4}">
                  <adec:decorative xmlns:adec="http://schemas.microsoft.com/office/drawing/2017/decorative" val="1"/>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16" name="Isosceles Triangle 15">
              <a:hlinkClick r:id="" action="ppaction://hlinkshowjump?jump=nextslide"/>
              <a:extLst>
                <a:ext uri="{FF2B5EF4-FFF2-40B4-BE49-F238E27FC236}">
                  <a16:creationId xmlns:a16="http://schemas.microsoft.com/office/drawing/2014/main" id="{07FB3116-49DA-568F-F979-82BBB2EFF7C9}"/>
                </a:ext>
                <a:ext uri="{C183D7F6-B498-43B3-948B-1728B52AA6E4}">
                  <adec:decorative xmlns:adec="http://schemas.microsoft.com/office/drawing/2017/decorative" val="1"/>
                </a:ext>
              </a:extLst>
            </p:cNvPr>
            <p:cNvSpPr/>
            <p:nvPr/>
          </p:nvSpPr>
          <p:spPr bwMode="auto">
            <a:xfrm rot="5400000" flipH="1">
              <a:off x="11812645"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18" name="Graphic 17">
              <a:hlinkClick r:id="rId4" action="ppaction://hlinksldjump"/>
              <a:extLst>
                <a:ext uri="{FF2B5EF4-FFF2-40B4-BE49-F238E27FC236}">
                  <a16:creationId xmlns:a16="http://schemas.microsoft.com/office/drawing/2014/main" id="{97F49A5E-D03A-4259-9867-63E4D03DEECB}"/>
                </a:ext>
                <a:ext uri="{C183D7F6-B498-43B3-948B-1728B52AA6E4}">
                  <adec:decorative xmlns:adec="http://schemas.microsoft.com/office/drawing/2017/decorative" val="1"/>
                </a:ext>
              </a:extLst>
            </p:cNvPr>
            <p:cNvPicPr>
              <a:picLocks noChangeAspect="1"/>
            </p:cNvPicPr>
            <p:nvPr/>
          </p:nvPicPr>
          <p:blipFill>
            <a:blip r:embed="rId5">
              <a:extLst>
                <a:ext uri="{96DAC541-7B7A-43D3-8B79-37D633B846F1}">
                  <asvg:svgBlip xmlns:asvg="http://schemas.microsoft.com/office/drawing/2016/SVG/main" r:embed="rId6"/>
                </a:ext>
              </a:extLst>
            </a:blip>
            <a:srcRect l="69" r="69"/>
            <a:stretch/>
          </p:blipFill>
          <p:spPr>
            <a:xfrm>
              <a:off x="10995722" y="6495372"/>
              <a:ext cx="290467" cy="290871"/>
            </a:xfrm>
            <a:prstGeom prst="rect">
              <a:avLst/>
            </a:prstGeom>
          </p:spPr>
        </p:pic>
      </p:grpSp>
      <p:sp>
        <p:nvSpPr>
          <p:cNvPr id="193" name="TextBox 192">
            <a:extLst>
              <a:ext uri="{FF2B5EF4-FFF2-40B4-BE49-F238E27FC236}">
                <a16:creationId xmlns:a16="http://schemas.microsoft.com/office/drawing/2014/main" id="{968EBFE4-1C62-29D3-F6CE-9B24C1757A62}"/>
              </a:ext>
            </a:extLst>
          </p:cNvPr>
          <p:cNvSpPr txBox="1"/>
          <p:nvPr/>
        </p:nvSpPr>
        <p:spPr>
          <a:xfrm>
            <a:off x="709752" y="6451357"/>
            <a:ext cx="6264302" cy="123111"/>
          </a:xfrm>
          <a:prstGeom prst="rect">
            <a:avLst/>
          </a:prstGeom>
          <a:noFill/>
        </p:spPr>
        <p:txBody>
          <a:bodyPr wrap="square" lIns="0" tIns="0" rIns="0" bIns="0" anchor="t">
            <a:spAutoFit/>
          </a:bodyPr>
          <a:lstStyle/>
          <a:p>
            <a:pPr marL="0" marR="0" lvl="0" indent="0" algn="l" defTabSz="913963" rtl="0" eaLnBrk="1" fontAlgn="auto" latinLnBrk="0" hangingPunct="1">
              <a:lnSpc>
                <a:spcPct val="100000"/>
              </a:lnSpc>
              <a:spcBef>
                <a:spcPts val="270"/>
              </a:spcBef>
              <a:spcAft>
                <a:spcPts val="0"/>
              </a:spcAft>
              <a:buClrTx/>
              <a:buSzTx/>
              <a:buFontTx/>
              <a:buNone/>
              <a:tabLst/>
              <a:defRPr/>
            </a:pPr>
            <a:r>
              <a:rPr kumimoji="0" lang="en-US" sz="800" b="0" i="0" u="none" strike="noStrike" kern="1200" cap="none" spc="0" normalizeH="0" baseline="0" noProof="0">
                <a:ln>
                  <a:noFill/>
                </a:ln>
                <a:solidFill>
                  <a:srgbClr val="091F2C"/>
                </a:solidFill>
                <a:effectLst/>
                <a:uLnTx/>
                <a:uFillTx/>
                <a:latin typeface="Segoe Sans Display" pitchFamily="2" charset="0"/>
                <a:ea typeface="+mn-ea"/>
                <a:cs typeface="Segoe Sans Display" pitchFamily="2" charset="0"/>
              </a:rPr>
              <a:t>Note: Not all features/product logos shown. Price is subject to change based on subscription term, currency and region.</a:t>
            </a:r>
          </a:p>
        </p:txBody>
      </p:sp>
      <p:sp>
        <p:nvSpPr>
          <p:cNvPr id="382" name="Rectangle: Top Corners Rounded 381">
            <a:extLst>
              <a:ext uri="{FF2B5EF4-FFF2-40B4-BE49-F238E27FC236}">
                <a16:creationId xmlns:a16="http://schemas.microsoft.com/office/drawing/2014/main" id="{4076F1CB-024C-EFDB-8C65-462CDD20D24E}"/>
              </a:ext>
              <a:ext uri="{C183D7F6-B498-43B3-948B-1728B52AA6E4}">
                <adec:decorative xmlns:adec="http://schemas.microsoft.com/office/drawing/2017/decorative" val="1"/>
              </a:ext>
            </a:extLst>
          </p:cNvPr>
          <p:cNvSpPr/>
          <p:nvPr/>
        </p:nvSpPr>
        <p:spPr bwMode="auto">
          <a:xfrm>
            <a:off x="709752" y="2223963"/>
            <a:ext cx="10855513" cy="896730"/>
          </a:xfrm>
          <a:prstGeom prst="round2SameRect">
            <a:avLst/>
          </a:prstGeom>
          <a:gradFill>
            <a:gsLst>
              <a:gs pos="100000">
                <a:schemeClr val="accent3"/>
              </a:gs>
              <a:gs pos="30000">
                <a:schemeClr val="accent1">
                  <a:lumMod val="60000"/>
                  <a:lumOff val="40000"/>
                  <a:alpha val="70000"/>
                </a:schemeClr>
              </a:gs>
              <a:gs pos="67000">
                <a:schemeClr val="accent2">
                  <a:lumMod val="75000"/>
                  <a:lumOff val="25000"/>
                  <a:alpha val="97000"/>
                </a:schemeClr>
              </a:gs>
              <a:gs pos="0">
                <a:schemeClr val="accent1">
                  <a:alpha val="70000"/>
                </a:scheme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graphicFrame>
        <p:nvGraphicFramePr>
          <p:cNvPr id="383" name="Table 382">
            <a:extLst>
              <a:ext uri="{FF2B5EF4-FFF2-40B4-BE49-F238E27FC236}">
                <a16:creationId xmlns:a16="http://schemas.microsoft.com/office/drawing/2014/main" id="{EBDBE3A4-FC73-E153-66A8-4283EC861009}"/>
              </a:ext>
            </a:extLst>
          </p:cNvPr>
          <p:cNvGraphicFramePr>
            <a:graphicFrameLocks noGrp="1"/>
          </p:cNvGraphicFramePr>
          <p:nvPr>
            <p:extLst>
              <p:ext uri="{D42A27DB-BD31-4B8C-83A1-F6EECF244321}">
                <p14:modId xmlns:p14="http://schemas.microsoft.com/office/powerpoint/2010/main" val="2844121044"/>
              </p:ext>
            </p:extLst>
          </p:nvPr>
        </p:nvGraphicFramePr>
        <p:xfrm>
          <a:off x="709752" y="2228287"/>
          <a:ext cx="10855513" cy="3131596"/>
        </p:xfrm>
        <a:graphic>
          <a:graphicData uri="http://schemas.openxmlformats.org/drawingml/2006/table">
            <a:tbl>
              <a:tblPr firstRow="1">
                <a:effectLst>
                  <a:outerShdw blurRad="127000" dist="127000" dir="2700000" algn="tl" rotWithShape="0">
                    <a:prstClr val="black">
                      <a:alpha val="15000"/>
                    </a:prstClr>
                  </a:outerShdw>
                </a:effectLst>
              </a:tblPr>
              <a:tblGrid>
                <a:gridCol w="1188622">
                  <a:extLst>
                    <a:ext uri="{9D8B030D-6E8A-4147-A177-3AD203B41FA5}">
                      <a16:colId xmlns:a16="http://schemas.microsoft.com/office/drawing/2014/main" val="3928843669"/>
                    </a:ext>
                  </a:extLst>
                </a:gridCol>
                <a:gridCol w="2202675">
                  <a:extLst>
                    <a:ext uri="{9D8B030D-6E8A-4147-A177-3AD203B41FA5}">
                      <a16:colId xmlns:a16="http://schemas.microsoft.com/office/drawing/2014/main" val="349440479"/>
                    </a:ext>
                  </a:extLst>
                </a:gridCol>
                <a:gridCol w="1866054">
                  <a:extLst>
                    <a:ext uri="{9D8B030D-6E8A-4147-A177-3AD203B41FA5}">
                      <a16:colId xmlns:a16="http://schemas.microsoft.com/office/drawing/2014/main" val="21148088"/>
                    </a:ext>
                  </a:extLst>
                </a:gridCol>
                <a:gridCol w="1866054">
                  <a:extLst>
                    <a:ext uri="{9D8B030D-6E8A-4147-A177-3AD203B41FA5}">
                      <a16:colId xmlns:a16="http://schemas.microsoft.com/office/drawing/2014/main" val="1891102241"/>
                    </a:ext>
                  </a:extLst>
                </a:gridCol>
                <a:gridCol w="1866054">
                  <a:extLst>
                    <a:ext uri="{9D8B030D-6E8A-4147-A177-3AD203B41FA5}">
                      <a16:colId xmlns:a16="http://schemas.microsoft.com/office/drawing/2014/main" val="272621946"/>
                    </a:ext>
                  </a:extLst>
                </a:gridCol>
                <a:gridCol w="1866054">
                  <a:extLst>
                    <a:ext uri="{9D8B030D-6E8A-4147-A177-3AD203B41FA5}">
                      <a16:colId xmlns:a16="http://schemas.microsoft.com/office/drawing/2014/main" val="2380053566"/>
                    </a:ext>
                  </a:extLst>
                </a:gridCol>
              </a:tblGrid>
              <a:tr h="572217">
                <a:tc>
                  <a:txBody>
                    <a:bodyPr/>
                    <a:lstStyle/>
                    <a:p>
                      <a:pPr algn="l" fontAlgn="b"/>
                      <a:endParaRPr lang="en-US" sz="1200" b="1" i="0" u="none" strike="noStrike">
                        <a:solidFill>
                          <a:srgbClr val="FFFFFF"/>
                        </a:solidFill>
                        <a:effectLst>
                          <a:outerShdw blurRad="38100" dist="38100" dir="2700000" algn="tl">
                            <a:srgbClr val="000000">
                              <a:alpha val="43137"/>
                            </a:srgbClr>
                          </a:outerShdw>
                        </a:effectLst>
                        <a:latin typeface="+mj-lt"/>
                      </a:endParaRPr>
                    </a:p>
                  </a:txBody>
                  <a:tcPr marT="91440" marB="91440" anchor="ctr">
                    <a:lnL w="63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t>Microsoft 365 </a:t>
                      </a:r>
                      <a:b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br>
                      <a:r>
                        <a:rPr kumimoji="0" lang="en-US" sz="14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t>Copilot Business</a:t>
                      </a: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kumimoji="0" lang="en-US" sz="1400" b="0" i="0" u="none" strike="noStrike" kern="1200" cap="none" spc="0" normalizeH="0" baseline="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t>Business Basic </a:t>
                      </a:r>
                      <a:br>
                        <a:rPr kumimoji="0" lang="en-US" sz="1400" b="0" i="0" u="none" strike="noStrike" kern="1200" cap="none" spc="0" normalizeH="0" baseline="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br>
                      <a:r>
                        <a:rPr kumimoji="0" lang="en-US" sz="1400" b="0" i="0" u="none" strike="noStrike" kern="1200" cap="none" spc="0" normalizeH="0" baseline="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t>and Copilot Business</a:t>
                      </a: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kumimoji="0" lang="en-US" sz="1400" b="0" i="0" u="none" strike="noStrike" kern="1200" cap="none" spc="0" normalizeH="0" baseline="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t>Business Standard and Copilot Business</a:t>
                      </a: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kumimoji="0" lang="en-US" sz="1400" b="0" i="0" u="none" strike="noStrike" kern="1200" cap="none" spc="0" normalizeH="0" baseline="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t>Business Premium and Copilot Business</a:t>
                      </a: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kumimoji="0" lang="en-US" sz="1400" b="0" i="0" u="none" strike="noStrike" kern="1200" cap="none" spc="0" normalizeH="0" baseline="0">
                          <a:ln>
                            <a:noFill/>
                          </a:ln>
                          <a:solidFill>
                            <a:srgbClr val="FFFFFF"/>
                          </a:solidFill>
                          <a:effectLst>
                            <a:outerShdw blurRad="38100" dist="38100" dir="2700000" algn="tl">
                              <a:srgbClr val="000000">
                                <a:alpha val="43137"/>
                              </a:srgbClr>
                            </a:outerShdw>
                          </a:effectLst>
                          <a:uLnTx/>
                          <a:uFillTx/>
                          <a:latin typeface="Segoe Sans Display Semibold"/>
                          <a:ea typeface="+mn-ea"/>
                          <a:cs typeface="+mn-cs"/>
                        </a:rPr>
                        <a:t>Purview Suite for Business Premium* </a:t>
                      </a:r>
                    </a:p>
                  </a:txBody>
                  <a:tcPr marT="91440" marB="91440" anchor="ctr">
                    <a:lnL w="1270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9540979"/>
                  </a:ext>
                </a:extLst>
              </a:tr>
              <a:tr h="630499">
                <a:tc>
                  <a:txBody>
                    <a:bodyPr/>
                    <a:lstStyle/>
                    <a:p>
                      <a:pPr algn="l" fontAlgn="b"/>
                      <a:r>
                        <a:rPr lang="en-US" sz="1200" b="1" i="0" u="none" strike="noStrike">
                          <a:solidFill>
                            <a:srgbClr val="000000"/>
                          </a:solidFill>
                          <a:effectLst/>
                          <a:latin typeface="+mn-lt"/>
                        </a:rPr>
                        <a:t>ERP</a:t>
                      </a:r>
                      <a:br>
                        <a:rPr lang="en-US" sz="1200" b="1" i="0" u="none" strike="noStrike">
                          <a:solidFill>
                            <a:srgbClr val="000000"/>
                          </a:solidFill>
                          <a:effectLst/>
                          <a:latin typeface="+mn-lt"/>
                        </a:rPr>
                      </a:br>
                      <a:r>
                        <a:rPr lang="en-US" sz="900" b="0" i="0" u="none" strike="noStrike">
                          <a:solidFill>
                            <a:srgbClr val="000000"/>
                          </a:solidFill>
                          <a:effectLst/>
                          <a:latin typeface="+mn-lt"/>
                        </a:rPr>
                        <a:t>(</a:t>
                      </a:r>
                      <a:r>
                        <a:rPr lang="en-US" sz="1050" b="0" i="0" u="none" strike="noStrike" kern="1200">
                          <a:solidFill>
                            <a:srgbClr val="000000"/>
                          </a:solidFill>
                          <a:effectLst/>
                          <a:latin typeface="+mn-lt"/>
                          <a:ea typeface="+mn-ea"/>
                          <a:cs typeface="+mn-cs"/>
                        </a:rPr>
                        <a:t>per user/month)</a:t>
                      </a:r>
                      <a:endParaRPr lang="en-US" sz="1200" b="0" i="0" u="none" strike="noStrike" kern="1200">
                        <a:solidFill>
                          <a:srgbClr val="000000"/>
                        </a:solidFill>
                        <a:effectLst/>
                        <a:latin typeface="+mn-lt"/>
                        <a:ea typeface="+mn-ea"/>
                        <a:cs typeface="+mn-cs"/>
                      </a:endParaRP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kumimoji="0" lang="en-US" sz="1600" b="0" i="0" u="none" strike="noStrike" kern="1200" cap="none" spc="0" normalizeH="0" baseline="0">
                          <a:ln>
                            <a:noFill/>
                          </a:ln>
                          <a:solidFill>
                            <a:srgbClr val="000000"/>
                          </a:solidFill>
                          <a:effectLst/>
                          <a:uLnTx/>
                          <a:uFillTx/>
                          <a:latin typeface="+mn-lt"/>
                          <a:ea typeface="+mn-ea"/>
                          <a:cs typeface="+mn-cs"/>
                        </a:rPr>
                        <a:t>$21</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$27</a:t>
                      </a:r>
                      <a:br>
                        <a:rPr kumimoji="0" lang="en-US" sz="1600" b="0" i="0" u="none" strike="noStrike" kern="1200" cap="none" spc="0" normalizeH="0" baseline="0" noProof="0">
                          <a:ln>
                            <a:noFill/>
                          </a:ln>
                          <a:solidFill>
                            <a:srgbClr val="000000"/>
                          </a:solidFill>
                          <a:effectLst/>
                          <a:uLnTx/>
                          <a:uFillTx/>
                          <a:latin typeface="+mn-lt"/>
                          <a:ea typeface="+mn-ea"/>
                          <a:cs typeface="+mn-cs"/>
                        </a:rPr>
                      </a:br>
                      <a:r>
                        <a:rPr kumimoji="0" lang="en-US" sz="1050" b="0" i="0" u="none" strike="noStrike" kern="1200" cap="none" spc="0" normalizeH="0" baseline="0" noProof="0">
                          <a:ln>
                            <a:noFill/>
                          </a:ln>
                          <a:solidFill>
                            <a:srgbClr val="000000"/>
                          </a:solidFill>
                          <a:effectLst/>
                          <a:uLnTx/>
                          <a:uFillTx/>
                          <a:latin typeface="+mn-lt"/>
                          <a:ea typeface="+mn-ea"/>
                          <a:cs typeface="+mn-cs"/>
                        </a:rPr>
                        <a:t>($6 + $21)</a:t>
                      </a:r>
                      <a:endParaRPr kumimoji="0" lang="en-US" sz="1600" b="0" i="0" u="none" strike="noStrike" kern="1200" cap="none" spc="0" normalizeH="0" baseline="0" noProof="0">
                        <a:ln>
                          <a:noFill/>
                        </a:ln>
                        <a:solidFill>
                          <a:srgbClr val="000000"/>
                        </a:solidFill>
                        <a:effectLst/>
                        <a:uLnTx/>
                        <a:uFillTx/>
                        <a:latin typeface="+mn-lt"/>
                        <a:ea typeface="+mn-ea"/>
                        <a:cs typeface="+mn-cs"/>
                      </a:endParaRP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$33.50</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($12.50 + $21)</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$43</a:t>
                      </a:r>
                      <a:endParaRPr kumimoji="0" lang="en-US" sz="1200" b="0" i="0" u="none" strike="noStrike" kern="1200" cap="none" spc="0" normalizeH="0" baseline="0" noProof="0">
                        <a:ln>
                          <a:noFill/>
                        </a:ln>
                        <a:solidFill>
                          <a:srgbClr val="000000"/>
                        </a:solidFill>
                        <a:effectLst/>
                        <a:uLnTx/>
                        <a:uFillTx/>
                        <a:latin typeface="+mn-lt"/>
                        <a:ea typeface="+mn-ea"/>
                        <a:cs typeface="+mn-cs"/>
                      </a:endParaRP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($22 + $21)</a:t>
                      </a:r>
                      <a:endParaRPr lang="en-US" sz="1050" b="0" i="0" u="none" strike="noStrike">
                        <a:solidFill>
                          <a:srgbClr val="000000"/>
                        </a:solidFill>
                        <a:effectLst/>
                        <a:latin typeface="+mn-lt"/>
                      </a:endParaRP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kumimoji="0" lang="en-US" sz="1600" b="0" i="0" u="none" strike="noStrike" kern="1200" cap="none" spc="0" normalizeH="0" baseline="0">
                          <a:ln>
                            <a:noFill/>
                          </a:ln>
                          <a:solidFill>
                            <a:srgbClr val="000000"/>
                          </a:solidFill>
                          <a:effectLst/>
                          <a:uLnTx/>
                          <a:uFillTx/>
                          <a:latin typeface="+mn-lt"/>
                          <a:ea typeface="+mn-ea"/>
                          <a:cs typeface="+mn-cs"/>
                        </a:rPr>
                        <a:t>$10</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6547181"/>
                  </a:ext>
                </a:extLst>
              </a:tr>
              <a:tr h="630499">
                <a:tc>
                  <a:txBody>
                    <a:bodyPr/>
                    <a:lstStyle/>
                    <a:p>
                      <a:pPr algn="l" fontAlgn="b"/>
                      <a:r>
                        <a:rPr lang="en-US" sz="1200" b="1" i="0" u="none" strike="noStrike">
                          <a:solidFill>
                            <a:srgbClr val="000000"/>
                          </a:solidFill>
                          <a:effectLst/>
                          <a:latin typeface="+mn-lt"/>
                        </a:rPr>
                        <a:t>Promo price</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$18</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(~15% off)</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32742" rtl="0" eaLnBrk="1" fontAlgn="ctr" latinLnBrk="0" hangingPunct="1">
                        <a:lnSpc>
                          <a:spcPct val="100000"/>
                        </a:lnSpc>
                        <a:spcBef>
                          <a:spcPts val="0"/>
                        </a:spcBef>
                        <a:spcAft>
                          <a:spcPts val="0"/>
                        </a:spcAft>
                        <a:buClrTx/>
                        <a:buSzTx/>
                        <a:buFontTx/>
                        <a:buNone/>
                        <a:tabLst/>
                        <a:defRPr/>
                      </a:pPr>
                      <a:r>
                        <a:rPr kumimoji="0" lang="en-US" sz="1050" b="0" i="0" u="none" strike="noStrike" kern="1200" cap="none" spc="0" normalizeH="0" baseline="0">
                          <a:ln>
                            <a:noFill/>
                          </a:ln>
                          <a:solidFill>
                            <a:srgbClr val="000000"/>
                          </a:solidFill>
                          <a:effectLst/>
                          <a:uLnTx/>
                          <a:uFillTx/>
                          <a:latin typeface="+mn-lt"/>
                          <a:ea typeface="+mn-ea"/>
                          <a:cs typeface="+mn-cs"/>
                        </a:rPr>
                        <a:t>N/A</a:t>
                      </a:r>
                    </a:p>
                    <a:p>
                      <a:pPr algn="ctr" fontAlgn="ctr"/>
                      <a:endParaRPr lang="en-US" sz="1050" b="0" i="0" u="none" strike="noStrike">
                        <a:solidFill>
                          <a:srgbClr val="000000"/>
                        </a:solidFill>
                        <a:effectLst/>
                        <a:latin typeface="+mn-lt"/>
                      </a:endParaRP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$22</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(~35% off)</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$32</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(~25% off)</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n-lt"/>
                          <a:ea typeface="+mn-ea"/>
                          <a:cs typeface="+mn-cs"/>
                        </a:rPr>
                        <a:t>$5</a:t>
                      </a:r>
                    </a:p>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(~30% off)</a:t>
                      </a:r>
                      <a:endParaRPr lang="en-US" sz="1050" b="0" i="0" u="none" strike="noStrike">
                        <a:solidFill>
                          <a:srgbClr val="000000"/>
                        </a:solidFill>
                        <a:effectLst/>
                        <a:latin typeface="+mn-lt"/>
                      </a:endParaRP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7761560"/>
                  </a:ext>
                </a:extLst>
              </a:tr>
              <a:tr h="630499">
                <a:tc>
                  <a:txBody>
                    <a:bodyPr/>
                    <a:lstStyle/>
                    <a:p>
                      <a:pPr algn="l" fontAlgn="b"/>
                      <a:r>
                        <a:rPr lang="en-US" sz="1200" b="1" i="0" u="none" strike="noStrike">
                          <a:solidFill>
                            <a:srgbClr val="000000"/>
                          </a:solidFill>
                          <a:effectLst/>
                          <a:latin typeface="+mn-lt"/>
                        </a:rPr>
                        <a:t>Promo Seats</a:t>
                      </a:r>
                    </a:p>
                    <a:p>
                      <a:pPr algn="l" fontAlgn="b"/>
                      <a:r>
                        <a:rPr lang="en-US" sz="1050" b="0" i="0" u="none" strike="noStrike" kern="1200">
                          <a:solidFill>
                            <a:srgbClr val="000000"/>
                          </a:solidFill>
                          <a:effectLst/>
                          <a:latin typeface="+mn-lt"/>
                          <a:ea typeface="+mn-ea"/>
                          <a:cs typeface="+mn-cs"/>
                        </a:rPr>
                        <a:t>(min/max)</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kumimoji="0" lang="en-US" sz="1600" b="0" i="0" u="none" strike="noStrike" kern="1200" cap="none" spc="0" normalizeH="0" baseline="0">
                          <a:ln>
                            <a:noFill/>
                          </a:ln>
                          <a:solidFill>
                            <a:srgbClr val="000000"/>
                          </a:solidFill>
                          <a:effectLst/>
                          <a:uLnTx/>
                          <a:uFillTx/>
                          <a:latin typeface="+mn-lt"/>
                          <a:ea typeface="+mn-ea"/>
                          <a:cs typeface="+mn-cs"/>
                        </a:rPr>
                        <a:t>1 to 300</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kumimoji="0" lang="en-US" sz="1600" b="0" i="0" u="none" strike="noStrike" kern="1200" cap="none" spc="0" normalizeH="0" baseline="0">
                          <a:ln>
                            <a:noFill/>
                          </a:ln>
                          <a:solidFill>
                            <a:srgbClr val="000000"/>
                          </a:solidFill>
                          <a:effectLst/>
                          <a:uLnTx/>
                          <a:uFillTx/>
                          <a:latin typeface="+mn-lt"/>
                          <a:ea typeface="+mn-ea"/>
                          <a:cs typeface="+mn-cs"/>
                        </a:rPr>
                        <a:t>10 to 300</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32742" rtl="0" eaLnBrk="1" fontAlgn="ctr"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10 to 300</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32742" rtl="0" eaLnBrk="1" fontAlgn="ctr" latinLnBrk="0" hangingPunct="1">
                        <a:lnSpc>
                          <a:spcPct val="100000"/>
                        </a:lnSpc>
                        <a:spcBef>
                          <a:spcPts val="0"/>
                        </a:spcBef>
                        <a:spcAft>
                          <a:spcPts val="0"/>
                        </a:spcAft>
                        <a:buClrTx/>
                        <a:buSzTx/>
                        <a:buFontTx/>
                        <a:buNone/>
                        <a:tabLst/>
                        <a:defRPr/>
                      </a:pPr>
                      <a:r>
                        <a:rPr kumimoji="0" lang="en-US" sz="1600" b="0" i="0" u="none" strike="noStrike" kern="1200" cap="none" spc="0" normalizeH="0" baseline="0">
                          <a:ln>
                            <a:noFill/>
                          </a:ln>
                          <a:solidFill>
                            <a:srgbClr val="000000"/>
                          </a:solidFill>
                          <a:effectLst/>
                          <a:uLnTx/>
                          <a:uFillTx/>
                          <a:latin typeface="+mn-lt"/>
                          <a:ea typeface="+mn-ea"/>
                          <a:cs typeface="+mn-cs"/>
                        </a:rPr>
                        <a:t>10 to 300</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9187702"/>
                  </a:ext>
                </a:extLst>
              </a:tr>
              <a:tr h="630499">
                <a:tc>
                  <a:txBody>
                    <a:bodyPr/>
                    <a:lstStyle/>
                    <a:p>
                      <a:pPr algn="l" fontAlgn="b"/>
                      <a:r>
                        <a:rPr lang="en-US" sz="1200" b="1" i="0" u="none" strike="noStrike">
                          <a:solidFill>
                            <a:srgbClr val="000000"/>
                          </a:solidFill>
                          <a:effectLst/>
                          <a:latin typeface="+mn-lt"/>
                        </a:rPr>
                        <a:t>Promo term</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kumimoji="0" lang="en-US" sz="1400" b="0" i="0" u="none" strike="noStrike" kern="1200" cap="none" spc="0" normalizeH="0" baseline="0">
                          <a:ln>
                            <a:noFill/>
                          </a:ln>
                          <a:solidFill>
                            <a:srgbClr val="000000"/>
                          </a:solidFill>
                          <a:effectLst/>
                          <a:uLnTx/>
                          <a:uFillTx/>
                          <a:latin typeface="+mn-lt"/>
                          <a:ea typeface="+mn-ea"/>
                          <a:cs typeface="+mn-cs"/>
                        </a:rPr>
                        <a:t>December 1, 2025 – March 31, 2026</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r>
                        <a:rPr kumimoji="0" lang="en-US" sz="1050" b="0" i="0" u="none" strike="noStrike" kern="1200" cap="none" spc="0" normalizeH="0" baseline="0">
                          <a:ln>
                            <a:noFill/>
                          </a:ln>
                          <a:solidFill>
                            <a:srgbClr val="000000"/>
                          </a:solidFill>
                          <a:effectLst/>
                          <a:uLnTx/>
                          <a:uFillTx/>
                          <a:latin typeface="+mn-lt"/>
                          <a:ea typeface="+mn-ea"/>
                          <a:cs typeface="+mn-cs"/>
                        </a:rPr>
                        <a:t>N/A</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algn="ctr" fontAlgn="ctr"/>
                      <a:r>
                        <a:rPr kumimoji="0" lang="en-US" sz="1400" b="0" i="0" u="none" strike="noStrike" kern="1200" cap="none" spc="0" normalizeH="0" baseline="0">
                          <a:ln>
                            <a:noFill/>
                          </a:ln>
                          <a:solidFill>
                            <a:srgbClr val="000000"/>
                          </a:solidFill>
                          <a:effectLst/>
                          <a:uLnTx/>
                          <a:uFillTx/>
                          <a:latin typeface="+mn-lt"/>
                          <a:ea typeface="+mn-ea"/>
                          <a:cs typeface="+mn-cs"/>
                        </a:rPr>
                        <a:t>December 1, 2025 – March 31, 2026</a:t>
                      </a: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12700" cap="flat" cmpd="sng" algn="ctr">
                      <a:solidFill>
                        <a:schemeClr val="accent6">
                          <a:lumMod val="20000"/>
                          <a:lumOff val="8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marT="54864" marB="548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9525" cap="flat" cmpd="sng" algn="ctr">
                      <a:solidFill>
                        <a:schemeClr val="accent3">
                          <a:lumMod val="40000"/>
                          <a:lumOff val="60000"/>
                        </a:schemeClr>
                      </a:solidFill>
                      <a:prstDash val="solid"/>
                      <a:round/>
                      <a:headEnd type="none" w="med" len="med"/>
                      <a:tailEnd type="none" w="med" len="med"/>
                    </a:lnT>
                    <a:lnB w="9525" cap="flat" cmpd="sng" algn="ctr">
                      <a:solidFill>
                        <a:schemeClr val="accent3">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54474662"/>
                  </a:ext>
                </a:extLst>
              </a:tr>
            </a:tbl>
          </a:graphicData>
        </a:graphic>
      </p:graphicFrame>
      <p:sp>
        <p:nvSpPr>
          <p:cNvPr id="386" name="Title 3">
            <a:extLst>
              <a:ext uri="{FF2B5EF4-FFF2-40B4-BE49-F238E27FC236}">
                <a16:creationId xmlns:a16="http://schemas.microsoft.com/office/drawing/2014/main" id="{FE59B5A7-88F2-5904-41EB-F919CBF5B4A4}"/>
              </a:ext>
            </a:extLst>
          </p:cNvPr>
          <p:cNvSpPr txBox="1">
            <a:spLocks/>
          </p:cNvSpPr>
          <p:nvPr/>
        </p:nvSpPr>
        <p:spPr>
          <a:xfrm>
            <a:off x="226010" y="384040"/>
            <a:ext cx="11018520" cy="584775"/>
          </a:xfrm>
          <a:prstGeom prst="rect">
            <a:avLst/>
          </a:prstGeom>
        </p:spPr>
        <p:txBody>
          <a:bodyPr vert="horz">
            <a:spAutoFit/>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n-lt"/>
                <a:ea typeface="+mn-ea"/>
                <a:cs typeface="Segoe Sans Display" pitchFamily="2" charset="0"/>
              </a:defRPr>
            </a:lvl1pPr>
          </a:lstStyle>
          <a:p>
            <a:pPr defTabSz="914400">
              <a:spcBef>
                <a:spcPts val="0"/>
              </a:spcBef>
              <a:defRPr/>
            </a:pPr>
            <a:r>
              <a:rPr lang="en-US" sz="3200">
                <a:solidFill>
                  <a:srgbClr val="091F2C"/>
                </a:solidFill>
                <a:latin typeface="Segoe Sans Display Semibold"/>
              </a:rPr>
              <a:t>Microsoft 365 Copilot Business Promotional offers</a:t>
            </a:r>
          </a:p>
        </p:txBody>
      </p:sp>
      <p:sp>
        <p:nvSpPr>
          <p:cNvPr id="387" name="Text Placeholder 2">
            <a:extLst>
              <a:ext uri="{FF2B5EF4-FFF2-40B4-BE49-F238E27FC236}">
                <a16:creationId xmlns:a16="http://schemas.microsoft.com/office/drawing/2014/main" id="{054BAD71-4D92-3AAA-EA1D-50B6672678DE}"/>
              </a:ext>
            </a:extLst>
          </p:cNvPr>
          <p:cNvSpPr txBox="1">
            <a:spLocks/>
          </p:cNvSpPr>
          <p:nvPr/>
        </p:nvSpPr>
        <p:spPr>
          <a:xfrm>
            <a:off x="267669" y="252915"/>
            <a:ext cx="11018520" cy="184666"/>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6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4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2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a:solidFill>
                  <a:schemeClr val="accent2"/>
                </a:solidFill>
                <a:latin typeface="Segoe UI Semibold" panose="020B0702040204020203" pitchFamily="34" charset="0"/>
                <a:cs typeface="Segoe UI Semibold" panose="020B0702040204020203" pitchFamily="34" charset="0"/>
              </a:rPr>
              <a:t>Resources</a:t>
            </a:r>
          </a:p>
        </p:txBody>
      </p:sp>
      <p:sp>
        <p:nvSpPr>
          <p:cNvPr id="392" name="TextBox 391">
            <a:extLst>
              <a:ext uri="{FF2B5EF4-FFF2-40B4-BE49-F238E27FC236}">
                <a16:creationId xmlns:a16="http://schemas.microsoft.com/office/drawing/2014/main" id="{331BA296-7660-EC29-47C2-338E4333478A}"/>
              </a:ext>
            </a:extLst>
          </p:cNvPr>
          <p:cNvSpPr txBox="1"/>
          <p:nvPr/>
        </p:nvSpPr>
        <p:spPr>
          <a:xfrm>
            <a:off x="201727" y="1432494"/>
            <a:ext cx="11621580" cy="430887"/>
          </a:xfrm>
          <a:prstGeom prst="rect">
            <a:avLst/>
          </a:prstGeom>
          <a:noFill/>
        </p:spPr>
        <p:txBody>
          <a:bodyPr wrap="square" lIns="0" tIns="0" rIns="0" bIns="0" rtlCol="0">
            <a:spAutoFit/>
          </a:bodyPr>
          <a:lstStyle/>
          <a:p>
            <a:pPr marR="0" lvl="0" algn="ctr" defTabSz="914400" rtl="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a:ln>
                  <a:noFill/>
                </a:ln>
                <a:solidFill>
                  <a:srgbClr val="091F2C"/>
                </a:solidFill>
                <a:effectLst/>
                <a:uLnTx/>
                <a:uFillTx/>
                <a:latin typeface="Segoe Sans Display"/>
                <a:ea typeface="+mn-ea"/>
                <a:cs typeface="+mn-cs"/>
              </a:rPr>
              <a:t>Introductory promotional pricing available for new offers from December 1, 2025, through March 31, 2026. </a:t>
            </a:r>
          </a:p>
          <a:p>
            <a:pPr marR="0" lvl="0" algn="ctr" defTabSz="914400" rtl="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a:ln>
                  <a:noFill/>
                </a:ln>
                <a:solidFill>
                  <a:srgbClr val="091F2C"/>
                </a:solidFill>
                <a:effectLst/>
                <a:uLnTx/>
                <a:uFillTx/>
                <a:latin typeface="Segoe Sans Display"/>
                <a:ea typeface="+mn-ea"/>
                <a:cs typeface="+mn-cs"/>
              </a:rPr>
              <a:t>Microsoft 365 Business + Copilot bundle offers require a minimum purchase of 10 seats to qualify for promotional pricing</a:t>
            </a:r>
          </a:p>
        </p:txBody>
      </p:sp>
      <p:sp>
        <p:nvSpPr>
          <p:cNvPr id="2" name="TextBox 1">
            <a:extLst>
              <a:ext uri="{FF2B5EF4-FFF2-40B4-BE49-F238E27FC236}">
                <a16:creationId xmlns:a16="http://schemas.microsoft.com/office/drawing/2014/main" id="{7427584F-8B31-A171-7844-29C688F50798}"/>
              </a:ext>
            </a:extLst>
          </p:cNvPr>
          <p:cNvSpPr txBox="1"/>
          <p:nvPr/>
        </p:nvSpPr>
        <p:spPr>
          <a:xfrm>
            <a:off x="709752" y="6206866"/>
            <a:ext cx="9195371" cy="138499"/>
          </a:xfrm>
          <a:prstGeom prst="rect">
            <a:avLst/>
          </a:prstGeom>
          <a:noFill/>
        </p:spPr>
        <p:txBody>
          <a:bodyPr wrap="square" lIns="0" tIns="0" rIns="0" bIns="0" rtlCol="0">
            <a:spAutoFit/>
          </a:bodyPr>
          <a:lstStyle/>
          <a:p>
            <a:r>
              <a:rPr lang="en-US" sz="900"/>
              <a:t>*Purview Suite for Business Premium can only be added to customers that have purchase Business Premium and Copilot Business Or Microsoft 365 Copilot Business </a:t>
            </a:r>
          </a:p>
        </p:txBody>
      </p:sp>
    </p:spTree>
    <p:extLst>
      <p:ext uri="{BB962C8B-B14F-4D97-AF65-F5344CB8AC3E}">
        <p14:creationId xmlns:p14="http://schemas.microsoft.com/office/powerpoint/2010/main" val="136360294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2">
            <a:extLst>
              <a:ext uri="{FF2B5EF4-FFF2-40B4-BE49-F238E27FC236}">
                <a16:creationId xmlns:a16="http://schemas.microsoft.com/office/drawing/2014/main" id="{C631A278-C509-376D-E197-2FCE84D72F76}"/>
              </a:ext>
            </a:extLst>
          </p:cNvPr>
          <p:cNvGraphicFramePr>
            <a:graphicFrameLocks noGrp="1"/>
          </p:cNvGraphicFramePr>
          <p:nvPr>
            <p:extLst>
              <p:ext uri="{D42A27DB-BD31-4B8C-83A1-F6EECF244321}">
                <p14:modId xmlns:p14="http://schemas.microsoft.com/office/powerpoint/2010/main" val="3832499384"/>
              </p:ext>
            </p:extLst>
          </p:nvPr>
        </p:nvGraphicFramePr>
        <p:xfrm>
          <a:off x="560892" y="1287661"/>
          <a:ext cx="11033700" cy="4196304"/>
        </p:xfrm>
        <a:graphic>
          <a:graphicData uri="http://schemas.openxmlformats.org/drawingml/2006/table">
            <a:tbl>
              <a:tblPr firstRow="1" bandRow="1">
                <a:tableStyleId>{5C22544A-7EE6-4342-B048-85BDC9FD1C3A}</a:tableStyleId>
              </a:tblPr>
              <a:tblGrid>
                <a:gridCol w="3677900">
                  <a:extLst>
                    <a:ext uri="{9D8B030D-6E8A-4147-A177-3AD203B41FA5}">
                      <a16:colId xmlns:a16="http://schemas.microsoft.com/office/drawing/2014/main" val="2420531045"/>
                    </a:ext>
                  </a:extLst>
                </a:gridCol>
                <a:gridCol w="3677900">
                  <a:extLst>
                    <a:ext uri="{9D8B030D-6E8A-4147-A177-3AD203B41FA5}">
                      <a16:colId xmlns:a16="http://schemas.microsoft.com/office/drawing/2014/main" val="1377584685"/>
                    </a:ext>
                  </a:extLst>
                </a:gridCol>
                <a:gridCol w="3677900">
                  <a:extLst>
                    <a:ext uri="{9D8B030D-6E8A-4147-A177-3AD203B41FA5}">
                      <a16:colId xmlns:a16="http://schemas.microsoft.com/office/drawing/2014/main" val="1736626263"/>
                    </a:ext>
                  </a:extLst>
                </a:gridCol>
              </a:tblGrid>
              <a:tr h="689864">
                <a:tc>
                  <a:txBody>
                    <a:bodyPr/>
                    <a:lstStyle/>
                    <a:p>
                      <a:pPr marL="0" marR="0" lvl="0" indent="0" algn="ctr">
                        <a:lnSpc>
                          <a:spcPct val="90000"/>
                        </a:lnSpc>
                        <a:spcBef>
                          <a:spcPts val="0"/>
                        </a:spcBef>
                        <a:spcAft>
                          <a:spcPts val="600"/>
                        </a:spcAft>
                        <a:buNone/>
                      </a:pPr>
                      <a: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t>Copilot Practice Development &amp; GTM</a:t>
                      </a:r>
                      <a:b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b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hlinkClick r:id="rId2"/>
                        </a:rPr>
                        <a:t>Copilot CSP Landing Page</a:t>
                      </a:r>
                      <a: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t> </a:t>
                      </a:r>
                      <a:endParaRPr kumimoji="0"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endParaRPr>
                    </a:p>
                  </a:txBody>
                  <a:tcPr marT="91440" anchor="ctr">
                    <a:lnL w="12700" cmpd="sng">
                      <a:noFill/>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a:lnSpc>
                          <a:spcPct val="100000"/>
                        </a:lnSpc>
                        <a:spcBef>
                          <a:spcPts val="0"/>
                        </a:spcBef>
                        <a:spcAft>
                          <a:spcPts val="0"/>
                        </a:spcAft>
                        <a:buNone/>
                      </a:pP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rPr>
                        <a:t>Copilot Getting Started Offer Landing Kit</a:t>
                      </a:r>
                      <a:b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b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hlinkClick r:id="rId3"/>
                        </a:rPr>
                        <a:t>Copilot Getting Started Landing Page</a:t>
                      </a:r>
                      <a: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t> </a:t>
                      </a:r>
                      <a:endParaRPr lang="en-US" sz="1200">
                        <a:latin typeface="Segoe Sans Display" pitchFamily="2" charset="0"/>
                        <a:cs typeface="Segoe Sans Display" pitchFamily="2" charset="0"/>
                      </a:endParaRPr>
                    </a:p>
                  </a:txBody>
                  <a:tcPr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auto" latinLnBrk="0" hangingPunct="1">
                        <a:lnSpc>
                          <a:spcPct val="90000"/>
                        </a:lnSpc>
                        <a:spcBef>
                          <a:spcPts val="0"/>
                        </a:spcBef>
                        <a:spcAft>
                          <a:spcPts val="1200"/>
                        </a:spcAft>
                        <a:buClrTx/>
                        <a:buSzTx/>
                        <a:buFontTx/>
                        <a:buNone/>
                      </a:pPr>
                      <a:r>
                        <a:rPr lang="en-US" sz="1200" kern="1200">
                          <a:solidFill>
                            <a:schemeClr val="tx1"/>
                          </a:solidFill>
                          <a:latin typeface="Segoe Sans Display" pitchFamily="2" charset="0"/>
                          <a:ea typeface="Calibri"/>
                          <a:cs typeface="Segoe Sans Display" pitchFamily="2" charset="0"/>
                        </a:rPr>
                        <a:t>UPDATED! Copilot QuickStart Training</a:t>
                      </a:r>
                      <a:br>
                        <a:rPr lang="en-US" sz="1200" kern="1200">
                          <a:solidFill>
                            <a:srgbClr val="091F2C"/>
                          </a:solidFill>
                          <a:latin typeface="Segoe Sans Display" pitchFamily="2" charset="0"/>
                          <a:ea typeface="Calibri"/>
                          <a:cs typeface="Segoe Sans Display" pitchFamily="2" charset="0"/>
                        </a:rPr>
                      </a:br>
                      <a:r>
                        <a:rPr lang="en-US" sz="1200" b="0" i="0" u="none" strike="noStrike" kern="1200" noProof="0">
                          <a:latin typeface="Segoe Sans Display" pitchFamily="2" charset="0"/>
                          <a:cs typeface="Segoe Sans Display" pitchFamily="2" charset="0"/>
                          <a:hlinkClick r:id="rId4"/>
                        </a:rPr>
                        <a:t>QuickStart Training Registration Page</a:t>
                      </a:r>
                      <a:r>
                        <a:rPr lang="en-US" sz="1200" b="0" i="0" u="none" strike="noStrike" kern="1200" noProof="0">
                          <a:latin typeface="Segoe Sans Display" pitchFamily="2" charset="0"/>
                          <a:cs typeface="Segoe Sans Display" pitchFamily="2" charset="0"/>
                        </a:rPr>
                        <a:t> </a:t>
                      </a:r>
                      <a:endParaRPr kumimoji="0" lang="en-US" sz="1200" kern="1200">
                        <a:solidFill>
                          <a:schemeClr val="tx1"/>
                        </a:solidFill>
                        <a:latin typeface="Segoe Sans Display" pitchFamily="2" charset="0"/>
                        <a:ea typeface="Calibri" panose="020F0502020204030204" pitchFamily="34" charset="0"/>
                        <a:cs typeface="Segoe Sans Display" pitchFamily="2" charset="0"/>
                      </a:endParaRPr>
                    </a:p>
                  </a:txBody>
                  <a:tcPr marT="0" marB="0" anchor="ctr">
                    <a:lnL w="12700" cap="flat" cmpd="sng" algn="ctr">
                      <a:noFill/>
                      <a:prstDash val="sysDot"/>
                      <a:round/>
                      <a:headEnd type="none" w="med" len="med"/>
                      <a:tailEnd type="none" w="med" len="med"/>
                    </a:lnL>
                    <a:lnR w="12700" cmpd="sng">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2107637"/>
                  </a:ext>
                </a:extLst>
              </a:tr>
              <a:tr h="746984">
                <a:tc>
                  <a:txBody>
                    <a:bodyPr/>
                    <a:lstStyle/>
                    <a:p>
                      <a:pPr marL="0" marR="0" lvl="0" indent="0" algn="ctr">
                        <a:lnSpc>
                          <a:spcPct val="90000"/>
                        </a:lnSpc>
                        <a:spcBef>
                          <a:spcPts val="0"/>
                        </a:spcBef>
                        <a:spcAft>
                          <a:spcPts val="600"/>
                        </a:spcAft>
                        <a:buNone/>
                      </a:pP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rPr>
                        <a:t>Copilot &amp; agents CSP Briefings</a:t>
                      </a:r>
                      <a:b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b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hlinkClick r:id="rId5"/>
                        </a:rPr>
                        <a:t>Copilot Briefings Kit</a:t>
                      </a:r>
                      <a: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t> </a:t>
                      </a:r>
                      <a:endParaRPr kumimoji="0" lang="en-US" sz="1200">
                        <a:latin typeface="Segoe Sans Display" pitchFamily="2" charset="0"/>
                        <a:cs typeface="Segoe Sans Display" pitchFamily="2" charset="0"/>
                      </a:endParaRPr>
                    </a:p>
                  </a:txBody>
                  <a:tcPr marT="91440" anchor="ctr">
                    <a:lnL w="12700" cmpd="sng">
                      <a:noFill/>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a:lnSpc>
                          <a:spcPct val="100000"/>
                        </a:lnSpc>
                        <a:spcBef>
                          <a:spcPts val="0"/>
                        </a:spcBef>
                        <a:spcAft>
                          <a:spcPts val="0"/>
                        </a:spcAft>
                        <a:buNone/>
                      </a:pP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rPr>
                        <a:t>Copilot Partner Services Blueprint</a:t>
                      </a:r>
                      <a:b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b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hlinkClick r:id="rId6"/>
                        </a:rPr>
                        <a:t>Download the Blueprint</a:t>
                      </a:r>
                      <a: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t> </a:t>
                      </a:r>
                      <a:endParaRPr lang="en-US" sz="1200">
                        <a:latin typeface="Segoe Sans Display" pitchFamily="2" charset="0"/>
                        <a:cs typeface="Segoe Sans Display" pitchFamily="2" charset="0"/>
                      </a:endParaRPr>
                    </a:p>
                  </a:txBody>
                  <a:tcPr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a:lnSpc>
                          <a:spcPct val="100000"/>
                        </a:lnSpc>
                        <a:spcBef>
                          <a:spcPts val="0"/>
                        </a:spcBef>
                        <a:spcAft>
                          <a:spcPts val="0"/>
                        </a:spcAft>
                        <a:buNone/>
                      </a:pPr>
                      <a:r>
                        <a:rPr lang="en-US" sz="1200" b="0" i="0" u="none" strike="noStrike" kern="1200" noProof="0">
                          <a:solidFill>
                            <a:schemeClr val="tx1"/>
                          </a:solidFill>
                          <a:latin typeface="Segoe Sans Display" pitchFamily="2" charset="0"/>
                          <a:cs typeface="Segoe Sans Display" pitchFamily="2" charset="0"/>
                        </a:rPr>
                        <a:t>Copilot Success Kit</a:t>
                      </a:r>
                      <a:br>
                        <a:rPr lang="en-US" sz="1200" b="0" i="0" u="none" strike="noStrike" kern="1200" noProof="0">
                          <a:solidFill>
                            <a:srgbClr val="091F2C"/>
                          </a:solidFill>
                          <a:latin typeface="Segoe Sans Display" pitchFamily="2" charset="0"/>
                          <a:cs typeface="Segoe Sans Display" pitchFamily="2" charset="0"/>
                        </a:rPr>
                      </a:br>
                      <a:r>
                        <a:rPr lang="en-US" sz="1200" b="0" i="0" u="none" strike="noStrike" kern="1200" noProof="0">
                          <a:solidFill>
                            <a:schemeClr val="tx1"/>
                          </a:solidFill>
                          <a:latin typeface="Segoe Sans Display" pitchFamily="2" charset="0"/>
                          <a:cs typeface="Segoe Sans Display" pitchFamily="2" charset="0"/>
                          <a:hlinkClick r:id="rId7"/>
                        </a:rPr>
                        <a:t>Download the Copilot Success Kit</a:t>
                      </a:r>
                      <a:r>
                        <a:rPr lang="en-US" sz="1200" b="0" i="0" u="none" strike="noStrike" kern="1200" noProof="0">
                          <a:solidFill>
                            <a:srgbClr val="091F2C"/>
                          </a:solidFill>
                          <a:latin typeface="Segoe Sans Display" pitchFamily="2" charset="0"/>
                          <a:cs typeface="Segoe Sans Display" pitchFamily="2" charset="0"/>
                        </a:rPr>
                        <a:t> </a:t>
                      </a:r>
                      <a:endParaRPr kumimoji="0" lang="en-US" sz="1200">
                        <a:latin typeface="Segoe Sans Display" pitchFamily="2" charset="0"/>
                        <a:cs typeface="Segoe Sans Display" pitchFamily="2" charset="0"/>
                      </a:endParaRPr>
                    </a:p>
                  </a:txBody>
                  <a:tcPr marT="0" marB="0" anchor="ctr">
                    <a:lnL w="12700" cap="flat" cmpd="sng" algn="ctr">
                      <a:noFill/>
                      <a:prstDash val="sysDot"/>
                      <a:round/>
                      <a:headEnd type="none" w="med" len="med"/>
                      <a:tailEnd type="none" w="med" len="med"/>
                    </a:lnL>
                    <a:lnR w="12700" cmpd="sng">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5978913"/>
                  </a:ext>
                </a:extLst>
              </a:tr>
              <a:tr h="689864">
                <a:tc>
                  <a:txBody>
                    <a:bodyPr/>
                    <a:lstStyle/>
                    <a:p>
                      <a:pPr marL="0" marR="0" lvl="0" indent="0" algn="ctr">
                        <a:lnSpc>
                          <a:spcPct val="90000"/>
                        </a:lnSpc>
                        <a:spcBef>
                          <a:spcPts val="0"/>
                        </a:spcBef>
                        <a:spcAft>
                          <a:spcPts val="600"/>
                        </a:spcAft>
                        <a:buNone/>
                      </a:pP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rPr>
                        <a:t>M365 Lighthouse (Copilot Insights)</a:t>
                      </a:r>
                      <a:b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b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hlinkClick r:id="rId8"/>
                        </a:rPr>
                        <a:t>Lighthouse for Partners</a:t>
                      </a:r>
                      <a:endParaRPr lang="en-US" sz="1200">
                        <a:latin typeface="Segoe Sans Display" pitchFamily="2" charset="0"/>
                        <a:cs typeface="Segoe Sans Display" pitchFamily="2" charset="0"/>
                      </a:endParaRPr>
                    </a:p>
                  </a:txBody>
                  <a:tcPr marT="91440" anchor="ctr">
                    <a:lnL w="12700" cmpd="sng">
                      <a:noFill/>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a:lnSpc>
                          <a:spcPct val="100000"/>
                        </a:lnSpc>
                        <a:spcBef>
                          <a:spcPts val="0"/>
                        </a:spcBef>
                        <a:spcAft>
                          <a:spcPts val="0"/>
                        </a:spcAft>
                        <a:buNone/>
                      </a:pP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rPr>
                        <a:t>M365 Copilot 15% Promo FAQ</a:t>
                      </a:r>
                      <a:b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b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hlinkClick r:id="rId9"/>
                        </a:rPr>
                        <a:t>To-Partner FAQ</a:t>
                      </a:r>
                      <a: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t> </a:t>
                      </a:r>
                      <a:endParaRPr lang="en-US" sz="1200">
                        <a:latin typeface="Segoe Sans Display" pitchFamily="2" charset="0"/>
                        <a:cs typeface="Segoe Sans Display" pitchFamily="2" charset="0"/>
                      </a:endParaRPr>
                    </a:p>
                  </a:txBody>
                  <a:tcPr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a:lnSpc>
                          <a:spcPct val="100000"/>
                        </a:lnSpc>
                        <a:spcBef>
                          <a:spcPts val="0"/>
                        </a:spcBef>
                        <a:spcAft>
                          <a:spcPts val="0"/>
                        </a:spcAft>
                        <a:buNone/>
                      </a:pPr>
                      <a:r>
                        <a:rPr lang="en-US" sz="1200" b="0" i="0" u="none" strike="noStrike" kern="1200" noProof="0">
                          <a:solidFill>
                            <a:schemeClr val="tx1"/>
                          </a:solidFill>
                          <a:latin typeface="Segoe Sans Display" pitchFamily="2" charset="0"/>
                          <a:cs typeface="Segoe Sans Display" pitchFamily="2" charset="0"/>
                        </a:rPr>
                        <a:t>Copilot Scenario Library</a:t>
                      </a:r>
                      <a:br>
                        <a:rPr lang="en-US" sz="1200" b="0" i="0" u="none" strike="noStrike" kern="1200" noProof="0">
                          <a:solidFill>
                            <a:srgbClr val="091F2C"/>
                          </a:solidFill>
                          <a:latin typeface="Segoe Sans Display" pitchFamily="2" charset="0"/>
                          <a:cs typeface="Segoe Sans Display" pitchFamily="2" charset="0"/>
                        </a:rPr>
                      </a:br>
                      <a:r>
                        <a:rPr lang="en-US" sz="1200" b="0" i="0" u="none" strike="noStrike" kern="1200" noProof="0">
                          <a:solidFill>
                            <a:schemeClr val="tx1"/>
                          </a:solidFill>
                          <a:latin typeface="Segoe Sans Display" pitchFamily="2" charset="0"/>
                          <a:cs typeface="Segoe Sans Display" pitchFamily="2" charset="0"/>
                          <a:hlinkClick r:id="rId10"/>
                        </a:rPr>
                        <a:t>See the latest scenarios</a:t>
                      </a:r>
                      <a:endParaRPr kumimoji="0" lang="en-US" sz="1200">
                        <a:latin typeface="Segoe Sans Display" pitchFamily="2" charset="0"/>
                        <a:cs typeface="Segoe Sans Display" pitchFamily="2" charset="0"/>
                      </a:endParaRPr>
                    </a:p>
                  </a:txBody>
                  <a:tcPr marT="0" marB="0" anchor="ctr">
                    <a:lnL w="12700" cap="flat" cmpd="sng" algn="ctr">
                      <a:noFill/>
                      <a:prstDash val="sysDot"/>
                      <a:round/>
                      <a:headEnd type="none" w="med" len="med"/>
                      <a:tailEnd type="none" w="med" len="med"/>
                    </a:lnL>
                    <a:lnR w="12700" cmpd="sng">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303624"/>
                  </a:ext>
                </a:extLst>
              </a:tr>
              <a:tr h="689864">
                <a:tc>
                  <a:txBody>
                    <a:bodyPr/>
                    <a:lstStyle/>
                    <a:p>
                      <a:pPr marL="0" marR="0" lvl="0" indent="0" algn="ctr">
                        <a:lnSpc>
                          <a:spcPct val="100000"/>
                        </a:lnSpc>
                        <a:spcBef>
                          <a:spcPts val="0"/>
                        </a:spcBef>
                        <a:spcAft>
                          <a:spcPts val="0"/>
                        </a:spcAft>
                        <a:buNone/>
                      </a:pP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rPr>
                        <a:t>Level Up CSP (Digital &amp; In-Person)</a:t>
                      </a:r>
                      <a:br>
                        <a:rPr lang="en-US" sz="1200" b="0" i="0" u="none" strike="noStrike" kern="1200" cap="none" spc="0" normalizeH="0" baseline="0" noProof="0">
                          <a:ln>
                            <a:noFill/>
                          </a:ln>
                          <a:solidFill>
                            <a:srgbClr val="091F2C"/>
                          </a:solidFill>
                          <a:effectLst/>
                          <a:uLnTx/>
                          <a:uFillTx/>
                          <a:latin typeface="Segoe Sans Display" pitchFamily="2" charset="0"/>
                          <a:cs typeface="Segoe Sans Display" pitchFamily="2" charset="0"/>
                        </a:rPr>
                      </a:b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hlinkClick r:id="rId11"/>
                        </a:rPr>
                        <a:t>Level Up CSP Bootcamps</a:t>
                      </a:r>
                      <a:endPar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endParaRPr>
                    </a:p>
                    <a:p>
                      <a:pPr marL="0" marR="0" lvl="0" indent="0" algn="ctr">
                        <a:lnSpc>
                          <a:spcPct val="100000"/>
                        </a:lnSpc>
                        <a:spcBef>
                          <a:spcPts val="0"/>
                        </a:spcBef>
                        <a:spcAft>
                          <a:spcPts val="0"/>
                        </a:spcAft>
                        <a:buNone/>
                      </a:pPr>
                      <a:r>
                        <a:rPr lang="en-US" sz="1200" b="0" i="0" u="none" strike="noStrike" kern="1200" cap="none" spc="0" normalizeH="0" baseline="0" noProof="0">
                          <a:ln>
                            <a:noFill/>
                          </a:ln>
                          <a:solidFill>
                            <a:schemeClr val="tx1"/>
                          </a:solidFill>
                          <a:effectLst/>
                          <a:uLnTx/>
                          <a:uFillTx/>
                          <a:latin typeface="Segoe Sans Display" pitchFamily="2" charset="0"/>
                          <a:cs typeface="Segoe Sans Display" pitchFamily="2" charset="0"/>
                          <a:hlinkClick r:id="rId12"/>
                        </a:rPr>
                        <a:t>Level Up CSP agents hands on labs</a:t>
                      </a:r>
                      <a:endParaRPr lang="en-US" sz="1200">
                        <a:latin typeface="Segoe Sans Display" pitchFamily="2" charset="0"/>
                        <a:cs typeface="Segoe Sans Display" pitchFamily="2" charset="0"/>
                      </a:endParaRPr>
                    </a:p>
                  </a:txBody>
                  <a:tcPr marT="91440" anchor="ctr">
                    <a:lnL w="12700" cmpd="sng">
                      <a:noFill/>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ln>
                            <a:noFill/>
                          </a:ln>
                          <a:solidFill>
                            <a:schemeClr val="tx1"/>
                          </a:solidFill>
                          <a:effectLst/>
                          <a:uLnTx/>
                          <a:uFillTx/>
                          <a:latin typeface="Segoe Sans Display" pitchFamily="2" charset="0"/>
                          <a:ea typeface="+mn-ea"/>
                          <a:cs typeface="Segoe Sans Display" pitchFamily="2" charset="0"/>
                        </a:rPr>
                        <a:t>Agents CSP Deck</a:t>
                      </a:r>
                      <a:endParaRPr lang="en-US" sz="1200" b="0" i="0" u="none" strike="noStrike" kern="1200" cap="none" spc="0" normalizeH="0" baseline="0" noProof="0">
                        <a:ln>
                          <a:noFill/>
                        </a:ln>
                        <a:solidFill>
                          <a:schemeClr val="tx1"/>
                        </a:solidFill>
                        <a:effectLst/>
                        <a:uLnTx/>
                        <a:uFillTx/>
                        <a:latin typeface="Segoe Sans Display" pitchFamily="2" charset="0"/>
                        <a:ea typeface="+mn-ea"/>
                        <a:cs typeface="Segoe Sans Display" pitchFamily="2" charset="0"/>
                        <a:hlinkClick r:id="rId13"/>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ln>
                            <a:noFill/>
                          </a:ln>
                          <a:solidFill>
                            <a:schemeClr val="tx1"/>
                          </a:solidFill>
                          <a:effectLst/>
                          <a:uLnTx/>
                          <a:uFillTx/>
                          <a:latin typeface="Segoe Sans Display" pitchFamily="2" charset="0"/>
                          <a:ea typeface="+mn-ea"/>
                          <a:cs typeface="Segoe Sans Display" pitchFamily="2" charset="0"/>
                          <a:hlinkClick r:id="rId13"/>
                        </a:rPr>
                        <a:t>Accelerate your CSP business with agents</a:t>
                      </a:r>
                      <a:endParaRPr lang="en-US" sz="1200" b="0" i="0" u="none" strike="noStrike" kern="1200" cap="none" spc="0" normalizeH="0" baseline="0" noProof="0">
                        <a:ln>
                          <a:noFill/>
                        </a:ln>
                        <a:solidFill>
                          <a:schemeClr val="tx1"/>
                        </a:solidFill>
                        <a:effectLst/>
                        <a:uLnTx/>
                        <a:uFillTx/>
                        <a:latin typeface="Segoe Sans Display" pitchFamily="2" charset="0"/>
                        <a:ea typeface="+mn-ea"/>
                        <a:cs typeface="Segoe Sans Display" pitchFamily="2" charset="0"/>
                      </a:endParaRPr>
                    </a:p>
                  </a:txBody>
                  <a:tcPr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a:ln>
                            <a:noFill/>
                          </a:ln>
                          <a:solidFill>
                            <a:schemeClr val="tx1"/>
                          </a:solidFill>
                          <a:effectLst/>
                          <a:uLnTx/>
                          <a:uFillTx/>
                          <a:latin typeface="Segoe Sans Display" pitchFamily="2" charset="0"/>
                          <a:ea typeface="Calibri" panose="020F0502020204030204" pitchFamily="34" charset="0"/>
                          <a:cs typeface="Segoe Sans Display" pitchFamily="2" charset="0"/>
                        </a:rPr>
                        <a:t>Global Promo Readiness Guide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a:ln>
                            <a:noFill/>
                          </a:ln>
                          <a:solidFill>
                            <a:schemeClr val="tx1"/>
                          </a:solidFill>
                          <a:effectLst/>
                          <a:uLnTx/>
                          <a:uFillTx/>
                          <a:latin typeface="Segoe Sans Display" pitchFamily="2" charset="0"/>
                          <a:ea typeface="Calibri" panose="020F0502020204030204" pitchFamily="34" charset="0"/>
                          <a:cs typeface="Segoe Sans Display" pitchFamily="2" charset="0"/>
                          <a:hlinkClick r:id="rId14"/>
                        </a:rPr>
                        <a:t>See the latest Promo Guide</a:t>
                      </a:r>
                      <a:endParaRPr lang="en-US" sz="1200" b="0" i="0" u="none" strike="noStrike" kern="1200" cap="none" spc="0" normalizeH="0" baseline="0">
                        <a:ln>
                          <a:noFill/>
                        </a:ln>
                        <a:solidFill>
                          <a:schemeClr val="tx1"/>
                        </a:solidFill>
                        <a:effectLst/>
                        <a:uLnTx/>
                        <a:uFillTx/>
                        <a:latin typeface="Segoe Sans Display" pitchFamily="2" charset="0"/>
                        <a:ea typeface="Calibri" panose="020F0502020204030204" pitchFamily="34" charset="0"/>
                        <a:cs typeface="Segoe Sans Display" pitchFamily="2" charset="0"/>
                      </a:endParaRPr>
                    </a:p>
                  </a:txBody>
                  <a:tcPr marT="0" marB="0" anchor="ctr">
                    <a:lnL w="12700" cap="flat" cmpd="sng" algn="ctr">
                      <a:noFill/>
                      <a:prstDash val="sysDot"/>
                      <a:round/>
                      <a:headEnd type="none" w="med" len="med"/>
                      <a:tailEnd type="none" w="med" len="med"/>
                    </a:lnL>
                    <a:lnR w="12700" cmpd="sng">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3100717"/>
                  </a:ext>
                </a:extLst>
              </a:tr>
              <a:tr h="689864">
                <a:tc>
                  <a:txBody>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Display" pitchFamily="2" charset="0"/>
                          <a:ea typeface="Calibri" panose="020F0502020204030204" pitchFamily="34" charset="0"/>
                          <a:cs typeface="Segoe Sans Display" pitchFamily="2" charset="0"/>
                        </a:rPr>
                        <a:t>Copilot Wave 2: Spring Release</a:t>
                      </a:r>
                      <a:br>
                        <a:rPr kumimoji="0" lang="en-US" sz="1200" b="0" i="0" u="none" strike="noStrike" kern="1200" cap="none" spc="0" normalizeH="0" baseline="0" noProof="0">
                          <a:ln>
                            <a:noFill/>
                          </a:ln>
                          <a:solidFill>
                            <a:srgbClr val="000000"/>
                          </a:solidFill>
                          <a:effectLst/>
                          <a:uLnTx/>
                          <a:uFillTx/>
                          <a:latin typeface="Segoe Sans Display" pitchFamily="2" charset="0"/>
                          <a:ea typeface="Calibri" panose="020F0502020204030204" pitchFamily="34" charset="0"/>
                          <a:cs typeface="Segoe Sans Display" pitchFamily="2" charset="0"/>
                        </a:rPr>
                      </a:br>
                      <a:r>
                        <a:rPr kumimoji="0" lang="en-US" sz="1200" b="0" i="0" u="none" strike="noStrike" kern="1200" cap="none" spc="0" normalizeH="0" baseline="0" noProof="0">
                          <a:ln>
                            <a:noFill/>
                          </a:ln>
                          <a:solidFill>
                            <a:srgbClr val="000000"/>
                          </a:solidFill>
                          <a:effectLst/>
                          <a:uLnTx/>
                          <a:uFillTx/>
                          <a:latin typeface="Segoe Sans Display" pitchFamily="2" charset="0"/>
                          <a:ea typeface="Calibri" panose="020F0502020204030204" pitchFamily="34" charset="0"/>
                          <a:cs typeface="Segoe Sans Display" pitchFamily="2" charset="0"/>
                          <a:hlinkClick r:id="rId15"/>
                        </a:rPr>
                        <a:t>Read the Apr. 23 blog</a:t>
                      </a:r>
                      <a:endParaRPr kumimoji="0" lang="en-US" sz="1200" b="0" i="0" u="none" strike="noStrike" kern="1200" cap="none" spc="0" normalizeH="0" baseline="0" noProof="0">
                        <a:ln>
                          <a:noFill/>
                        </a:ln>
                        <a:solidFill>
                          <a:srgbClr val="000000"/>
                        </a:solidFill>
                        <a:effectLst/>
                        <a:uLnTx/>
                        <a:uFillTx/>
                        <a:latin typeface="Segoe Sans Display" pitchFamily="2" charset="0"/>
                        <a:ea typeface="Calibri" panose="020F0502020204030204" pitchFamily="34" charset="0"/>
                        <a:cs typeface="Segoe Sans Display" pitchFamily="2" charset="0"/>
                      </a:endParaRPr>
                    </a:p>
                  </a:txBody>
                  <a:tcPr marT="91440" anchor="ctr">
                    <a:lnL w="12700" cmpd="sng">
                      <a:noFill/>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auto" latinLnBrk="0" hangingPunct="1">
                        <a:lnSpc>
                          <a:spcPct val="100000"/>
                        </a:lnSpc>
                        <a:spcBef>
                          <a:spcPts val="0"/>
                        </a:spcBef>
                        <a:spcAft>
                          <a:spcPts val="0"/>
                        </a:spcAft>
                        <a:buClrTx/>
                        <a:buSzTx/>
                        <a:buFontTx/>
                        <a:buNone/>
                      </a:pPr>
                      <a:r>
                        <a:rPr lang="en-US" sz="1200" b="0" i="0" u="none" strike="noStrike" kern="1200" cap="none" spc="0" normalizeH="0" baseline="0" noProof="0">
                          <a:ln>
                            <a:noFill/>
                          </a:ln>
                          <a:solidFill>
                            <a:schemeClr val="tx1"/>
                          </a:solidFill>
                          <a:effectLst/>
                          <a:uLnTx/>
                          <a:uFillTx/>
                          <a:latin typeface="Segoe Sans Display" pitchFamily="2" charset="0"/>
                          <a:ea typeface="Calibri" panose="020F0502020204030204" pitchFamily="34" charset="0"/>
                          <a:cs typeface="Segoe Sans Display" pitchFamily="2" charset="0"/>
                        </a:rPr>
                        <a:t>Agent simulated demos</a:t>
                      </a:r>
                    </a:p>
                    <a:p>
                      <a:pPr marL="0" marR="0" lvl="0" indent="0" algn="ctr" defTabSz="932742" rtl="0" eaLnBrk="1" fontAlgn="auto" latinLnBrk="0" hangingPunct="1">
                        <a:lnSpc>
                          <a:spcPct val="100000"/>
                        </a:lnSpc>
                        <a:spcBef>
                          <a:spcPts val="0"/>
                        </a:spcBef>
                        <a:spcAft>
                          <a:spcPts val="0"/>
                        </a:spcAft>
                        <a:buClrTx/>
                        <a:buSzTx/>
                        <a:buFontTx/>
                        <a:buNone/>
                        <a:tabLst/>
                        <a:defRPr/>
                      </a:pPr>
                      <a:r>
                        <a:rPr lang="en-US" sz="1200" b="0" i="0" u="none" strike="noStrike" kern="1200" cap="none" spc="0" normalizeH="0" baseline="0" noProof="0">
                          <a:ln>
                            <a:noFill/>
                          </a:ln>
                          <a:solidFill>
                            <a:schemeClr val="tx1"/>
                          </a:solidFill>
                          <a:effectLst/>
                          <a:uLnTx/>
                          <a:uFillTx/>
                          <a:latin typeface="Segoe Sans Display" pitchFamily="2" charset="0"/>
                          <a:ea typeface="+mn-ea"/>
                          <a:cs typeface="Segoe Sans Display" pitchFamily="2" charset="0"/>
                          <a:hlinkClick r:id="rId16"/>
                        </a:rPr>
                        <a:t>Download demos here</a:t>
                      </a:r>
                      <a:endParaRPr lang="en-US" sz="1200" b="0" i="0" u="none" strike="noStrike" kern="1200" cap="none" spc="0" normalizeH="0" baseline="0">
                        <a:ln>
                          <a:noFill/>
                        </a:ln>
                        <a:solidFill>
                          <a:schemeClr val="tx1"/>
                        </a:solidFill>
                        <a:effectLst/>
                        <a:uLnTx/>
                        <a:uFillTx/>
                        <a:latin typeface="Segoe Sans Display" pitchFamily="2" charset="0"/>
                        <a:ea typeface="+mn-ea"/>
                        <a:cs typeface="Segoe Sans Display" pitchFamily="2" charset="0"/>
                      </a:endParaRPr>
                    </a:p>
                  </a:txBody>
                  <a:tcPr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auto" latinLnBrk="0" hangingPunct="1">
                        <a:lnSpc>
                          <a:spcPct val="100000"/>
                        </a:lnSpc>
                        <a:spcBef>
                          <a:spcPts val="0"/>
                        </a:spcBef>
                        <a:spcAft>
                          <a:spcPts val="0"/>
                        </a:spcAft>
                        <a:buClrTx/>
                        <a:buSzTx/>
                        <a:buFontTx/>
                        <a:buNone/>
                      </a:pPr>
                      <a:endParaRPr kumimoji="0" lang="en-US" sz="1200" b="0" i="0" u="sng" strike="noStrike" kern="100" cap="none" spc="0" normalizeH="0" baseline="0" noProof="0">
                        <a:ln>
                          <a:noFill/>
                        </a:ln>
                        <a:solidFill>
                          <a:schemeClr val="accent5"/>
                        </a:solidFill>
                        <a:effectLst/>
                        <a:uLnTx/>
                        <a:uFillTx/>
                        <a:latin typeface="Segoe Sans Display" pitchFamily="2" charset="0"/>
                        <a:ea typeface="Calibri" panose="020F0502020204030204" pitchFamily="34" charset="0"/>
                        <a:cs typeface="Segoe Sans Display" pitchFamily="2" charset="0"/>
                      </a:endParaRPr>
                    </a:p>
                  </a:txBody>
                  <a:tcPr marT="0" marB="0" anchor="ctr">
                    <a:lnL w="12700" cap="flat" cmpd="sng" algn="ctr">
                      <a:noFill/>
                      <a:prstDash val="sysDot"/>
                      <a:round/>
                      <a:headEnd type="none" w="med" len="med"/>
                      <a:tailEnd type="none" w="med" len="med"/>
                    </a:lnL>
                    <a:lnR w="12700" cmpd="sng">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8334036"/>
                  </a:ext>
                </a:extLst>
              </a:tr>
              <a:tr h="689864">
                <a:tc>
                  <a:txBody>
                    <a:bodyPr/>
                    <a:lstStyle/>
                    <a:p>
                      <a:pPr algn="ctr"/>
                      <a:endParaRPr lang="en-US" sz="1200" b="0" i="0" u="none" strike="noStrike" kern="1200" cap="none" spc="0" normalizeH="0" baseline="0">
                        <a:ln>
                          <a:noFill/>
                        </a:ln>
                        <a:solidFill>
                          <a:schemeClr val="tx1"/>
                        </a:solidFill>
                        <a:effectLst/>
                        <a:uLnTx/>
                        <a:uFillTx/>
                        <a:latin typeface="Segoe Sans Display" pitchFamily="2" charset="0"/>
                        <a:ea typeface="Calibri" panose="020F0502020204030204" pitchFamily="34" charset="0"/>
                        <a:cs typeface="Segoe Sans Display" pitchFamily="2" charset="0"/>
                      </a:endParaRPr>
                    </a:p>
                  </a:txBody>
                  <a:tcPr marT="91440" anchor="ctr">
                    <a:lnL w="12700" cmpd="sng">
                      <a:noFill/>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auto" latinLnBrk="0" hangingPunct="1">
                        <a:lnSpc>
                          <a:spcPct val="100000"/>
                        </a:lnSpc>
                        <a:spcBef>
                          <a:spcPts val="0"/>
                        </a:spcBef>
                        <a:spcAft>
                          <a:spcPts val="0"/>
                        </a:spcAft>
                        <a:buClrTx/>
                        <a:buSzTx/>
                        <a:buFontTx/>
                        <a:buNone/>
                      </a:pPr>
                      <a:endParaRPr lang="en-US" sz="1200" b="0" i="0" u="none" strike="noStrike" kern="1200" cap="none" spc="0" normalizeH="0" baseline="0" noProof="0">
                        <a:ln>
                          <a:noFill/>
                        </a:ln>
                        <a:solidFill>
                          <a:schemeClr val="tx1"/>
                        </a:solidFill>
                        <a:effectLst/>
                        <a:uLnTx/>
                        <a:uFillTx/>
                        <a:latin typeface="Segoe Sans Display" pitchFamily="2" charset="0"/>
                        <a:ea typeface="Calibri" panose="020F0502020204030204" pitchFamily="34" charset="0"/>
                        <a:cs typeface="Segoe Sans Display" pitchFamily="2" charset="0"/>
                      </a:endParaRPr>
                    </a:p>
                  </a:txBody>
                  <a:tcPr marT="0" marB="0" anchor="ctr">
                    <a:lnL w="12700" cap="flat" cmpd="sng" algn="ctr">
                      <a:noFill/>
                      <a:prstDash val="sysDot"/>
                      <a:round/>
                      <a:headEnd type="none" w="med" len="med"/>
                      <a:tailEnd type="none" w="med" len="med"/>
                    </a:lnL>
                    <a:lnR w="12700" cap="flat" cmpd="sng" algn="ctr">
                      <a:noFill/>
                      <a:prstDash val="sysDot"/>
                      <a:round/>
                      <a:headEnd type="none" w="med" len="med"/>
                      <a:tailEnd type="none" w="med" len="med"/>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rtl="0" eaLnBrk="1" fontAlgn="auto" latinLnBrk="0" hangingPunct="1">
                        <a:lnSpc>
                          <a:spcPct val="100000"/>
                        </a:lnSpc>
                        <a:spcBef>
                          <a:spcPts val="0"/>
                        </a:spcBef>
                        <a:spcAft>
                          <a:spcPts val="0"/>
                        </a:spcAft>
                        <a:buClrTx/>
                        <a:buSzTx/>
                        <a:buFontTx/>
                        <a:buNone/>
                      </a:pPr>
                      <a:endParaRPr kumimoji="0" lang="en-US" sz="1200" b="0" i="0" u="sng" strike="noStrike" kern="100" cap="none" spc="0" normalizeH="0" baseline="0" noProof="0">
                        <a:ln>
                          <a:noFill/>
                        </a:ln>
                        <a:solidFill>
                          <a:schemeClr val="accent5"/>
                        </a:solidFill>
                        <a:effectLst/>
                        <a:uLnTx/>
                        <a:uFillTx/>
                        <a:latin typeface="Segoe Sans Display" pitchFamily="2" charset="0"/>
                        <a:ea typeface="Calibri" panose="020F0502020204030204" pitchFamily="34" charset="0"/>
                        <a:cs typeface="Segoe Sans Display" pitchFamily="2" charset="0"/>
                      </a:endParaRPr>
                    </a:p>
                  </a:txBody>
                  <a:tcPr marT="0" marB="0" anchor="ctr">
                    <a:lnL w="12700" cap="flat" cmpd="sng" algn="ctr">
                      <a:noFill/>
                      <a:prstDash val="sysDot"/>
                      <a:round/>
                      <a:headEnd type="none" w="med" len="med"/>
                      <a:tailEnd type="none" w="med" len="med"/>
                    </a:lnL>
                    <a:lnR w="12700" cmpd="sng">
                      <a:noFill/>
                    </a:lnR>
                    <a:lnT w="12700" cap="flat" cmpd="sng" algn="ctr">
                      <a:no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8941194"/>
                  </a:ext>
                </a:extLst>
              </a:tr>
            </a:tbl>
          </a:graphicData>
        </a:graphic>
      </p:graphicFrame>
      <p:sp>
        <p:nvSpPr>
          <p:cNvPr id="11" name="Title 17">
            <a:extLst>
              <a:ext uri="{FF2B5EF4-FFF2-40B4-BE49-F238E27FC236}">
                <a16:creationId xmlns:a16="http://schemas.microsoft.com/office/drawing/2014/main" id="{EC89BBB3-0E88-9333-E5B2-2C77366E00F1}"/>
              </a:ext>
            </a:extLst>
          </p:cNvPr>
          <p:cNvSpPr txBox="1">
            <a:spLocks/>
          </p:cNvSpPr>
          <p:nvPr/>
        </p:nvSpPr>
        <p:spPr>
          <a:xfrm>
            <a:off x="576072" y="512064"/>
            <a:ext cx="11018520" cy="430887"/>
          </a:xfrm>
          <a:prstGeom prst="rect">
            <a:avLst/>
          </a:prstGeom>
        </p:spPr>
        <p:txBody>
          <a:bodyPr/>
          <a:lstStyle>
            <a:lvl1pPr algn="l" defTabSz="932742" rtl="0" eaLnBrk="1" latinLnBrk="0" hangingPunct="1">
              <a:lnSpc>
                <a:spcPct val="100000"/>
              </a:lnSpc>
              <a:spcBef>
                <a:spcPct val="0"/>
              </a:spcBef>
              <a:buNone/>
              <a:defRPr lang="en-US" sz="2800" b="0" kern="1200" cap="none" spc="-50" baseline="0" dirty="0" smtClean="0">
                <a:ln w="3175">
                  <a:noFill/>
                </a:ln>
                <a:solidFill>
                  <a:schemeClr val="tx2"/>
                </a:solidFill>
                <a:effectLst/>
                <a:latin typeface="+mj-lt"/>
                <a:ea typeface="+mn-ea"/>
                <a:cs typeface="Segoe Sans Display" pitchFamily="2" charset="0"/>
              </a:defRPr>
            </a:lvl1pPr>
          </a:lstStyle>
          <a:p>
            <a:r>
              <a:rPr lang="en-US"/>
              <a:t>Partner resources</a:t>
            </a:r>
          </a:p>
        </p:txBody>
      </p:sp>
      <p:sp>
        <p:nvSpPr>
          <p:cNvPr id="12" name="Text Placeholder 2">
            <a:extLst>
              <a:ext uri="{FF2B5EF4-FFF2-40B4-BE49-F238E27FC236}">
                <a16:creationId xmlns:a16="http://schemas.microsoft.com/office/drawing/2014/main" id="{D3272516-DF5C-D1BE-AA18-BBD7F6327C49}"/>
              </a:ext>
            </a:extLst>
          </p:cNvPr>
          <p:cNvSpPr txBox="1">
            <a:spLocks/>
          </p:cNvSpPr>
          <p:nvPr/>
        </p:nvSpPr>
        <p:spPr>
          <a:xfrm>
            <a:off x="597408" y="356180"/>
            <a:ext cx="11018520" cy="230832"/>
          </a:xfrm>
          <a:prstGeom prst="rect">
            <a:avLst/>
          </a:prstGeom>
        </p:spPr>
        <p:txBody>
          <a:bodyPr/>
          <a:lst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chemeClr val="tx2"/>
                </a:solidFill>
                <a:latin typeface="+mj-lt"/>
                <a:ea typeface="+mn-ea"/>
                <a:cs typeface="Segoe Sans Display" pitchFamily="2"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chemeClr val="tx2"/>
                </a:solidFill>
                <a:latin typeface="+mn-lt"/>
                <a:ea typeface="+mn-ea"/>
                <a:cs typeface="+mn-cs"/>
              </a:defRPr>
            </a:lvl2pPr>
            <a:lvl3pPr marL="201168" marR="0" indent="-201168"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600" kern="1200" spc="0" baseline="0">
                <a:solidFill>
                  <a:schemeClr val="tx2"/>
                </a:solidFill>
                <a:latin typeface="+mn-lt"/>
                <a:ea typeface="+mn-ea"/>
                <a:cs typeface="+mn-cs"/>
              </a:defRPr>
            </a:lvl3pPr>
            <a:lvl4pPr marL="402336"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4pPr>
            <a:lvl5pPr marL="603504" marR="0" indent="-201168" algn="l" defTabSz="932742" rtl="0" eaLnBrk="1" fontAlgn="auto" latinLnBrk="0" hangingPunct="1">
              <a:lnSpc>
                <a:spcPct val="100000"/>
              </a:lnSpc>
              <a:spcBef>
                <a:spcPts val="300"/>
              </a:spcBef>
              <a:spcAft>
                <a:spcPts val="0"/>
              </a:spcAft>
              <a:buClrTx/>
              <a:buSzPct val="90000"/>
              <a:buFont typeface="Wingdings" panose="05000000000000000000" pitchFamily="2" charset="2"/>
              <a:buChar char=""/>
              <a:tabLst/>
              <a:defRPr sz="1400" kern="1200" spc="0" baseline="0">
                <a:solidFill>
                  <a:schemeClr val="tx2"/>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200" cap="all">
                <a:solidFill>
                  <a:schemeClr val="accent2"/>
                </a:solidFill>
              </a:rPr>
              <a:t>Resources</a:t>
            </a:r>
          </a:p>
        </p:txBody>
      </p:sp>
    </p:spTree>
    <p:extLst>
      <p:ext uri="{BB962C8B-B14F-4D97-AF65-F5344CB8AC3E}">
        <p14:creationId xmlns:p14="http://schemas.microsoft.com/office/powerpoint/2010/main" val="781892291"/>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Nav bar">
            <a:extLst>
              <a:ext uri="{FF2B5EF4-FFF2-40B4-BE49-F238E27FC236}">
                <a16:creationId xmlns:a16="http://schemas.microsoft.com/office/drawing/2014/main" id="{415F7F73-3944-15AF-EA6F-0F8F71E71343}"/>
              </a:ext>
              <a:ext uri="{C183D7F6-B498-43B3-948B-1728B52AA6E4}">
                <adec:decorative xmlns:adec="http://schemas.microsoft.com/office/drawing/2017/decorative" val="1"/>
              </a:ext>
            </a:extLst>
          </p:cNvPr>
          <p:cNvGrpSpPr/>
          <p:nvPr/>
        </p:nvGrpSpPr>
        <p:grpSpPr>
          <a:xfrm>
            <a:off x="10794205" y="6423682"/>
            <a:ext cx="1397795" cy="434250"/>
            <a:chOff x="10794205" y="6423682"/>
            <a:chExt cx="1397795" cy="434250"/>
          </a:xfrm>
        </p:grpSpPr>
        <p:sp>
          <p:nvSpPr>
            <p:cNvPr id="3" name="Rectangle: Single Corner Rounded 2">
              <a:extLst>
                <a:ext uri="{FF2B5EF4-FFF2-40B4-BE49-F238E27FC236}">
                  <a16:creationId xmlns:a16="http://schemas.microsoft.com/office/drawing/2014/main" id="{92E6C232-C6D9-422A-533C-D08E20A457D8}"/>
                </a:ext>
                <a:ext uri="{C183D7F6-B498-43B3-948B-1728B52AA6E4}">
                  <adec:decorative xmlns:adec="http://schemas.microsoft.com/office/drawing/2017/decorative" val="1"/>
                </a:ext>
              </a:extLst>
            </p:cNvPr>
            <p:cNvSpPr/>
            <p:nvPr/>
          </p:nvSpPr>
          <p:spPr bwMode="auto">
            <a:xfrm flipH="1">
              <a:off x="10794205" y="6423682"/>
              <a:ext cx="1397795" cy="434250"/>
            </a:xfrm>
            <a:prstGeom prst="round1Rect">
              <a:avLst>
                <a:gd name="adj" fmla="val 24558"/>
              </a:avLst>
            </a:prstGeom>
            <a:gradFill>
              <a:gsLst>
                <a:gs pos="0">
                  <a:srgbClr val="C03BC3"/>
                </a:gs>
                <a:gs pos="100000">
                  <a:srgbClr val="DD4A84"/>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sp>
          <p:nvSpPr>
            <p:cNvPr id="5" name="Isosceles Triangle 4">
              <a:hlinkClick r:id="" action="ppaction://hlinkshowjump?jump=previousslide"/>
              <a:extLst>
                <a:ext uri="{FF2B5EF4-FFF2-40B4-BE49-F238E27FC236}">
                  <a16:creationId xmlns:a16="http://schemas.microsoft.com/office/drawing/2014/main" id="{71558001-8AE6-3AD2-5315-BB55DFE28FA7}"/>
                </a:ext>
              </a:extLst>
            </p:cNvPr>
            <p:cNvSpPr/>
            <p:nvPr/>
          </p:nvSpPr>
          <p:spPr bwMode="auto">
            <a:xfrm rot="16200000">
              <a:off x="11421321" y="6574167"/>
              <a:ext cx="154606" cy="133281"/>
            </a:xfrm>
            <a:prstGeom prst="triangle">
              <a:avLst/>
            </a:prstGeom>
            <a:noFill/>
            <a:ln w="127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Sans Display"/>
                <a:ea typeface="Segoe UI" pitchFamily="34" charset="0"/>
                <a:cs typeface="Segoe UI" pitchFamily="34" charset="0"/>
              </a:endParaRPr>
            </a:p>
          </p:txBody>
        </p:sp>
        <p:pic>
          <p:nvPicPr>
            <p:cNvPr id="7" name="Graphic 6" descr="Home outline">
              <a:hlinkClick r:id="rId2" action="ppaction://hlinksldjump"/>
              <a:extLst>
                <a:ext uri="{FF2B5EF4-FFF2-40B4-BE49-F238E27FC236}">
                  <a16:creationId xmlns:a16="http://schemas.microsoft.com/office/drawing/2014/main" id="{E8EF291B-055E-DC96-26B0-736D555D77D0}"/>
                </a:ext>
              </a:extLst>
            </p:cNvPr>
            <p:cNvPicPr>
              <a:picLocks noChangeAspect="1"/>
            </p:cNvPicPr>
            <p:nvPr/>
          </p:nvPicPr>
          <p:blipFill>
            <a:blip r:embed="rId3">
              <a:extLst>
                <a:ext uri="{96DAC541-7B7A-43D3-8B79-37D633B846F1}">
                  <asvg:svgBlip xmlns:asvg="http://schemas.microsoft.com/office/drawing/2016/SVG/main" r:embed="rId4"/>
                </a:ext>
              </a:extLst>
            </a:blip>
            <a:srcRect l="69" r="69"/>
            <a:stretch/>
          </p:blipFill>
          <p:spPr>
            <a:xfrm>
              <a:off x="10995722" y="6495372"/>
              <a:ext cx="290467" cy="290871"/>
            </a:xfrm>
            <a:prstGeom prst="rect">
              <a:avLst/>
            </a:prstGeom>
          </p:spPr>
        </p:pic>
      </p:grpSp>
    </p:spTree>
    <p:extLst>
      <p:ext uri="{BB962C8B-B14F-4D97-AF65-F5344CB8AC3E}">
        <p14:creationId xmlns:p14="http://schemas.microsoft.com/office/powerpoint/2010/main" val="21978633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Microsoft 365 Copilot Template Diamond Edition">
  <a:themeElements>
    <a:clrScheme name="Microsoft 365 Copilot">
      <a:dk1>
        <a:srgbClr val="091F2C"/>
      </a:dk1>
      <a:lt1>
        <a:srgbClr val="FFFFFF"/>
      </a:lt1>
      <a:dk2>
        <a:srgbClr val="000000"/>
      </a:dk2>
      <a:lt2>
        <a:srgbClr val="FFF8F5"/>
      </a:lt2>
      <a:accent1>
        <a:srgbClr val="0078D4"/>
      </a:accent1>
      <a:accent2>
        <a:srgbClr val="C03BC4"/>
      </a:accent2>
      <a:accent3>
        <a:srgbClr val="FFA38B"/>
      </a:accent3>
      <a:accent4>
        <a:srgbClr val="8661C5"/>
      </a:accent4>
      <a:accent5>
        <a:srgbClr val="8DC8E8"/>
      </a:accent5>
      <a:accent6>
        <a:srgbClr val="FF5C39"/>
      </a:accent6>
      <a:hlink>
        <a:srgbClr val="0078D4"/>
      </a:hlink>
      <a:folHlink>
        <a:srgbClr val="C03BC4"/>
      </a:folHlink>
    </a:clrScheme>
    <a:fontScheme name="Microsoft 2025">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Presentation1" id="{37823CB9-DC0F-DE49-A7F7-325A4228CCF9}" vid="{6CB80000-F9EA-4D40-9817-2B5CD0D7D27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5E4FF88926DE4D8EBFD40472F33552" ma:contentTypeVersion="33" ma:contentTypeDescription="Create a new document." ma:contentTypeScope="" ma:versionID="948f0e1a1505ade759f8839cc957d66a">
  <xsd:schema xmlns:xsd="http://www.w3.org/2001/XMLSchema" xmlns:xs="http://www.w3.org/2001/XMLSchema" xmlns:p="http://schemas.microsoft.com/office/2006/metadata/properties" xmlns:ns1="http://schemas.microsoft.com/sharepoint/v3" xmlns:ns2="45b0b320-c1ad-4efd-8138-0825bb5fbbc0" xmlns:ns3="5a69c1ac-c916-4f5e-9023-48da1b1a0d0f" xmlns:ns4="230e9df3-be65-4c73-a93b-d1236ebd677e" targetNamespace="http://schemas.microsoft.com/office/2006/metadata/properties" ma:root="true" ma:fieldsID="c5737a4ebadb61f3d2cbf74be68e67d2" ns1:_="" ns2:_="" ns3:_="" ns4:_="">
    <xsd:import namespace="http://schemas.microsoft.com/sharepoint/v3"/>
    <xsd:import namespace="45b0b320-c1ad-4efd-8138-0825bb5fbbc0"/>
    <xsd:import namespace="5a69c1ac-c916-4f5e-9023-48da1b1a0d0f"/>
    <xsd:import namespace="230e9df3-be65-4c73-a93b-d1236ebd677e"/>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ImageTagsTaxHTField" minOccurs="0"/>
                <xsd:element ref="ns4:TaxCatchAll" minOccurs="0"/>
                <xsd:element ref="ns3:MediaServiceAutoKeyPoints" minOccurs="0"/>
                <xsd:element ref="ns3:MediaServiceKeyPoints" minOccurs="0"/>
                <xsd:element ref="ns3:MediaServiceDateTaken" minOccurs="0"/>
                <xsd:element ref="ns3:MediaLengthInSeconds" minOccurs="0"/>
                <xsd:element ref="ns1:_ip_UnifiedCompliancePolicyProperties" minOccurs="0"/>
                <xsd:element ref="ns1:_ip_UnifiedCompliancePolicyUIAction" minOccurs="0"/>
                <xsd:element ref="ns3:MediaServiceSearchProperties" minOccurs="0"/>
                <xsd:element ref="ns3:MediaServiceObjectDetectorVersions" minOccurs="0"/>
                <xsd:element ref="ns3:MediaServiceOCR" minOccurs="0"/>
                <xsd:element ref="ns3:MediaServiceGenerationTime" minOccurs="0"/>
                <xsd:element ref="ns3:MediaServiceEventHashCode" minOccurs="0"/>
                <xsd:element ref="ns3:MediaServiceLocation" minOccurs="0"/>
                <xsd:element ref="ns3:MediaServiceBillingMetadata" minOccurs="0"/>
                <xsd:element ref="ns3:HasDigitalSignature" minOccurs="0"/>
                <xsd:element ref="ns3:DigitalSignatureProvide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b0b320-c1ad-4efd-8138-0825bb5fbbc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a69c1ac-c916-4f5e-9023-48da1b1a0d0f"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ImageTagsTaxHTField" ma:index="13"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GenerationTime" ma:index="24" nillable="true" ma:displayName="MediaServiceGenerationTime" ma:hidden="true" ma:internalName="MediaServiceGenerationTime" ma:readOnly="true">
      <xsd:simpleType>
        <xsd:restriction base="dms:Text"/>
      </xsd:simpleType>
    </xsd:element>
    <xsd:element name="MediaServiceEventHashCode" ma:index="25" nillable="true" ma:displayName="MediaServiceEventHashCode" ma:hidden="true" ma:internalName="MediaServiceEventHashCode" ma:readOnly="true">
      <xsd:simpleType>
        <xsd:restriction base="dms:Text"/>
      </xsd:simpleType>
    </xsd:element>
    <xsd:element name="MediaServiceLocation" ma:index="26" nillable="true" ma:displayName="Location" ma:indexed="true" ma:internalName="MediaServiceLocation"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Text"/>
      </xsd:simpleType>
    </xsd:element>
    <xsd:element name="HasDigitalSignature" ma:index="28" nillable="true" ma:displayName="Signed electronically" ma:internalName="HasDigitalSignature" ma:readOnly="true">
      <xsd:simpleType>
        <xsd:restriction base="dms:Boolean"/>
      </xsd:simpleType>
    </xsd:element>
    <xsd:element name="DigitalSignatureProvider" ma:index="29" nillable="true" ma:displayName="Signature provider" ma:internalName="DigitalSignatureProvider"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8af803c-be60-400c-9f91-58d5646696aa}" ma:internalName="TaxCatchAll" ma:showField="CatchAllData" ma:web="45b0b320-c1ad-4efd-8138-0825bb5fbbc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mageTagsTaxHTField xmlns="5a69c1ac-c916-4f5e-9023-48da1b1a0d0f">
      <Terms xmlns="http://schemas.microsoft.com/office/infopath/2007/PartnerControls"/>
    </ImageTagsTaxHTField>
    <_ip_UnifiedCompliancePolicyUIAction xmlns="http://schemas.microsoft.com/sharepoint/v3" xsi:nil="true"/>
    <_ip_UnifiedCompliancePolicyProperties xmlns="http://schemas.microsoft.com/sharepoint/v3" xsi:nil="true"/>
    <TaxCatchAll xmlns="230e9df3-be65-4c73-a93b-d1236ebd677e" xsi:nil="true"/>
  </documentManagement>
</p:properties>
</file>

<file path=customXml/itemProps1.xml><?xml version="1.0" encoding="utf-8"?>
<ds:datastoreItem xmlns:ds="http://schemas.openxmlformats.org/officeDocument/2006/customXml" ds:itemID="{35AD52EC-EEC8-4549-89F0-287047FF863D}"/>
</file>

<file path=customXml/itemProps2.xml><?xml version="1.0" encoding="utf-8"?>
<ds:datastoreItem xmlns:ds="http://schemas.openxmlformats.org/officeDocument/2006/customXml" ds:itemID="{5D98596D-2B80-446C-86D9-2AB45B42D4B1}"/>
</file>

<file path=customXml/itemProps3.xml><?xml version="1.0" encoding="utf-8"?>
<ds:datastoreItem xmlns:ds="http://schemas.openxmlformats.org/officeDocument/2006/customXml" ds:itemID="{6BD60204-4A75-404C-AF50-1E1187682C65}"/>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32</Slides>
  <Notes>12</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1_Microsoft 365 Copilot Template Diamond Edition</vt:lpstr>
      <vt:lpstr>Microsoft 365 Copilot Business  GTM Playbook</vt:lpstr>
      <vt:lpstr>Welcome</vt:lpstr>
      <vt:lpstr>The largest untapped market for AI productivity</vt:lpstr>
      <vt:lpstr>PowerPoint Presentation</vt:lpstr>
      <vt:lpstr>PowerPoint Presentation</vt:lpstr>
      <vt:lpstr>PowerPoint Presentation</vt:lpstr>
      <vt:lpstr>How to position Microsoft 365 Copilot Business</vt:lpstr>
      <vt:lpstr>Positioning Microsoft 365 and Copilot Business bundles</vt:lpstr>
      <vt:lpstr>Tailoring the message for SMB focused industries</vt:lpstr>
      <vt:lpstr>Introductory Pricing: A catalyst for AI adoption</vt:lpstr>
      <vt:lpstr>Scaling AI adoption: Moving from add‑on to essential</vt:lpstr>
      <vt:lpstr>Tapping into the immediate growth opportunity</vt:lpstr>
      <vt:lpstr>Turn every renewal into an AI upgrade</vt:lpstr>
      <vt:lpstr>PowerPoint Presentation</vt:lpstr>
      <vt:lpstr>PowerPoint Presentation</vt:lpstr>
      <vt:lpstr>PowerPoint Presentation</vt:lpstr>
      <vt:lpstr>Microsoft 365 Copilot Business Marketing </vt:lpstr>
      <vt:lpstr>Promotion one-sliders</vt:lpstr>
      <vt:lpstr>Email:  To-Customer </vt:lpstr>
      <vt:lpstr>Email:  Partner enablement </vt:lpstr>
      <vt:lpstr>Offer one-pager: announcement</vt:lpstr>
      <vt:lpstr>Website template</vt:lpstr>
      <vt:lpstr>Digital banner</vt:lpstr>
      <vt:lpstr>PowerPoint Presentation</vt:lpstr>
      <vt:lpstr>Microsoft 365 Copilot Business offer line up</vt:lpstr>
      <vt:lpstr>Mid-Term Upgrades: Flexible, Fast, and Cost-Effective</vt:lpstr>
      <vt:lpstr>Flexible billing options through annual/monthly </vt:lpstr>
      <vt:lpstr>Sample messaging</vt:lpstr>
      <vt:lpstr>AI Business Solutions – M365 Business SKU + M365 Copilot Business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2025-11-18T19:55:13Z</dcterms:created>
  <dcterms:modified xsi:type="dcterms:W3CDTF">2025-11-18T19:55:22Z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0x010100E55E4FF88926DE4D8EBFD40472F33552</vt:lpwstr>
  </property>
</Properties>
</file>