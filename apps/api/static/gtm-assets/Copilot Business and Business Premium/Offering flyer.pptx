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4" r:id="rId4"/>
    <p:sldMasterId id="2147483725" r:id="rId5"/>
    <p:sldMasterId id="2147483727" r:id="rId6"/>
  </p:sldMasterIdLst>
  <p:notesMasterIdLst>
    <p:notesMasterId r:id="rId8"/>
  </p:notesMasterIdLst>
  <p:sldIdLst>
    <p:sldId id="262" r:id="rId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4"/>
    <a:srgbClr val="3C6DD1"/>
    <a:srgbClr val="EFEBE9"/>
    <a:srgbClr val="866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73F859-E2D9-4A16-A3B9-25F9442A0460}" v="5" dt="2025-11-18T18:09:41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324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02D68-DF9D-4958-BAC8-E14D924B4A8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BEE83-DAA3-4DC6-AF54-26E621582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5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4.png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5.jpeg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8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4.wdp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9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jpe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6.wdp"/></Relationships>
</file>

<file path=ppt/slideLayouts/_rels/slideLayout1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71B9C-7F80-112D-55FE-96A7F1D573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pic>
        <p:nvPicPr>
          <p:cNvPr id="4" name="Picture 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268DB5E-29D3-B5B6-0FEE-60C561F465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974" y="3339761"/>
            <a:ext cx="2913293" cy="29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467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59642E-DAE4-3CDB-B869-A1EB3385A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372428" y="4476525"/>
            <a:ext cx="3555873" cy="706347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59462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72428" y="5811519"/>
            <a:ext cx="2856357" cy="17665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48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0" name="MS logo gray - EMF" descr="Microsoft logo, gray text version">
            <a:extLst>
              <a:ext uri="{FF2B5EF4-FFF2-40B4-BE49-F238E27FC236}">
                <a16:creationId xmlns:a16="http://schemas.microsoft.com/office/drawing/2014/main" id="{0B239259-0303-68D8-B73B-ADBE8E17A7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7" y="859156"/>
            <a:ext cx="871106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83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72428" y="4790457"/>
            <a:ext cx="5829300" cy="392415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2550" spc="-32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2428" y="5811521"/>
            <a:ext cx="5829300" cy="17665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48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7" y="859156"/>
            <a:ext cx="871106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85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2428" y="2104813"/>
            <a:ext cx="7024509" cy="10283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598086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3"/>
            <a:ext cx="7024307" cy="102835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33" indent="0">
              <a:buNone/>
              <a:defRPr/>
            </a:lvl2pPr>
            <a:lvl3pPr marL="291465" indent="0">
              <a:buNone/>
              <a:defRPr/>
            </a:lvl3pPr>
            <a:lvl4pPr marL="437198" indent="0">
              <a:buNone/>
              <a:defRPr/>
            </a:lvl4pPr>
            <a:lvl5pPr marL="58293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37928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2428" y="2104813"/>
            <a:ext cx="3322499" cy="1028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3426" y="2104813"/>
            <a:ext cx="3327559" cy="1028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80342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2428" y="2104813"/>
            <a:ext cx="3322701" cy="1028358"/>
          </a:xfrm>
        </p:spPr>
        <p:txBody>
          <a:bodyPr wrap="square">
            <a:spAutoFit/>
          </a:bodyPr>
          <a:lstStyle>
            <a:lvl1pPr marL="0" indent="0">
              <a:spcBef>
                <a:spcPts val="78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785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62937" indent="0">
              <a:buFont typeface="Wingdings" panose="05000000000000000000" pitchFamily="2" charset="2"/>
              <a:buNone/>
              <a:defRPr sz="1275" b="0"/>
            </a:lvl2pPr>
            <a:lvl3pPr marL="287417" indent="0">
              <a:buFont typeface="Wingdings" panose="05000000000000000000" pitchFamily="2" charset="2"/>
              <a:buNone/>
              <a:tabLst/>
              <a:defRPr sz="1020" b="0"/>
            </a:lvl3pPr>
            <a:lvl4pPr marL="415945" indent="0">
              <a:buFont typeface="Wingdings" panose="05000000000000000000" pitchFamily="2" charset="2"/>
              <a:buNone/>
              <a:defRPr sz="893" b="0"/>
            </a:lvl4pPr>
            <a:lvl5pPr marL="544473" indent="0">
              <a:buFont typeface="Wingdings" panose="05000000000000000000" pitchFamily="2" charset="2"/>
              <a:buNone/>
              <a:tabLst/>
              <a:defRPr sz="893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8197" y="2104813"/>
            <a:ext cx="3322701" cy="1028358"/>
          </a:xfrm>
        </p:spPr>
        <p:txBody>
          <a:bodyPr wrap="square">
            <a:spAutoFit/>
          </a:bodyPr>
          <a:lstStyle>
            <a:lvl1pPr marL="0" indent="0">
              <a:spcBef>
                <a:spcPts val="78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785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62937" indent="0">
              <a:buFont typeface="Wingdings" panose="05000000000000000000" pitchFamily="2" charset="2"/>
              <a:buNone/>
              <a:defRPr sz="1275" b="0"/>
            </a:lvl2pPr>
            <a:lvl3pPr marL="287417" indent="0">
              <a:buFont typeface="Wingdings" panose="05000000000000000000" pitchFamily="2" charset="2"/>
              <a:buNone/>
              <a:tabLst/>
              <a:defRPr sz="1020" b="0"/>
            </a:lvl3pPr>
            <a:lvl4pPr marL="415945" indent="0">
              <a:buFont typeface="Wingdings" panose="05000000000000000000" pitchFamily="2" charset="2"/>
              <a:buNone/>
              <a:defRPr sz="893" b="0"/>
            </a:lvl4pPr>
            <a:lvl5pPr marL="544473" indent="0">
              <a:buFont typeface="Wingdings" panose="05000000000000000000" pitchFamily="2" charset="2"/>
              <a:buNone/>
              <a:tabLst/>
              <a:defRPr sz="893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30352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057103"/>
            <a:ext cx="3327559" cy="98911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25053" indent="-9715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8486" y="3057103"/>
            <a:ext cx="3327559" cy="98911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37198" indent="-8703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4344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5464" y="3052445"/>
            <a:ext cx="3324522" cy="989117"/>
          </a:xfrm>
        </p:spPr>
        <p:txBody>
          <a:bodyPr/>
          <a:lstStyle>
            <a:lvl1pPr>
              <a:defRPr sz="153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6463" y="3052445"/>
            <a:ext cx="3324522" cy="989117"/>
          </a:xfrm>
        </p:spPr>
        <p:txBody>
          <a:bodyPr/>
          <a:lstStyle>
            <a:lvl1pPr>
              <a:defRPr sz="153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97195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6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3076" y="3506470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05443" indent="-96143">
              <a:defRPr lang="en-US" sz="1148" dirty="0"/>
            </a:lvl2pPr>
            <a:lvl3pPr marL="297537" indent="-88047">
              <a:defRPr lang="en-US" dirty="0"/>
            </a:lvl3pPr>
            <a:lvl4pPr marL="379512" indent="-81975">
              <a:defRPr lang="en-US" dirty="0"/>
            </a:lvl4pPr>
            <a:lvl5pPr marL="466547" indent="-77927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45670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5670" y="3496731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54020" indent="-108288">
              <a:defRPr lang="en-US" sz="1148" dirty="0"/>
            </a:lvl2pPr>
            <a:lvl3pPr marL="354211" indent="-100191">
              <a:defRPr lang="en-US" dirty="0"/>
            </a:lvl3pPr>
            <a:lvl4pPr marL="437198" indent="-87035">
              <a:defRPr lang="en-US" dirty="0"/>
            </a:lvl4pPr>
            <a:lvl5pPr marL="510064" indent="-70842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18264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18264" y="3506470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54020" indent="-108288">
              <a:defRPr lang="en-US" sz="1148" dirty="0"/>
            </a:lvl2pPr>
            <a:lvl3pPr marL="354211" indent="-100191">
              <a:defRPr lang="en-US" dirty="0"/>
            </a:lvl3pPr>
            <a:lvl4pPr marL="437198" indent="-87035">
              <a:defRPr lang="en-US" dirty="0"/>
            </a:lvl4pPr>
            <a:lvl5pPr marL="510064" indent="-70842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4750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8" y="2109471"/>
            <a:ext cx="1614190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8" y="3348569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75867" y="2109471"/>
            <a:ext cx="1615202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5868" y="3338831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80683" y="2109471"/>
            <a:ext cx="1614190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80683" y="3348569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84122" y="2109471"/>
            <a:ext cx="1615202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84123" y="3338831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4567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427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348569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16242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6242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60056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0056" y="3348569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3871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03871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47685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47685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0509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54359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8" y="4676027"/>
            <a:ext cx="2631404" cy="706347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1796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8" y="670560"/>
            <a:ext cx="3511617" cy="260841"/>
          </a:xfrm>
        </p:spPr>
        <p:txBody>
          <a:bodyPr tIns="64008"/>
          <a:lstStyle>
            <a:lvl1pPr>
              <a:defRPr sz="1275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888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3875811"/>
            <a:ext cx="2650956" cy="70634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5185459"/>
            <a:ext cx="2653546" cy="215893"/>
          </a:xfrm>
        </p:spPr>
        <p:txBody>
          <a:bodyPr/>
          <a:lstStyle>
            <a:lvl1pPr marL="0" indent="0">
              <a:buNone/>
              <a:defRPr sz="1403">
                <a:latin typeface="+mn-lt"/>
              </a:defRPr>
            </a:lvl1pPr>
            <a:lvl2pPr marL="145733" indent="0">
              <a:buNone/>
              <a:defRPr/>
            </a:lvl2pPr>
            <a:lvl3pPr marL="291465" indent="0">
              <a:buNone/>
              <a:defRPr/>
            </a:lvl3pPr>
            <a:lvl4pPr marL="422017" indent="0">
              <a:buNone/>
              <a:defRPr/>
            </a:lvl4pPr>
            <a:lvl5pPr marL="54548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006648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8" y="4673698"/>
            <a:ext cx="2651968" cy="706347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81472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370282"/>
            <a:ext cx="2653992" cy="549381"/>
          </a:xfrm>
        </p:spPr>
        <p:txBody>
          <a:bodyPr anchor="t"/>
          <a:lstStyle>
            <a:lvl1pPr>
              <a:defRPr sz="1785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88560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5364480"/>
            <a:ext cx="7772400" cy="469392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542723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2" y="0"/>
            <a:ext cx="3614166" cy="100584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877180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4158234" y="0"/>
            <a:ext cx="3614166" cy="100584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05459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8202666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7772400" cy="67056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893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497228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23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1518" y="3352800"/>
            <a:ext cx="7772400" cy="67056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893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784500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8344747"/>
            <a:ext cx="3421799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3"/>
            <a:ext cx="3421799" cy="5096256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638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79186" y="8344747"/>
            <a:ext cx="3421799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77525" y="2970953"/>
            <a:ext cx="3421799" cy="5096256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638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30922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16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3"/>
            <a:ext cx="2215134" cy="5096256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78633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778633" y="2970953"/>
            <a:ext cx="2215134" cy="5096256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85649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5184190" y="2970953"/>
            <a:ext cx="2215134" cy="5096256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459209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16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4"/>
            <a:ext cx="1614716" cy="3714902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76366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176366" y="2970954"/>
            <a:ext cx="1614716" cy="3714902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81318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81318" y="2970954"/>
            <a:ext cx="1614716" cy="3714902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86269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784608" y="2970954"/>
            <a:ext cx="1614716" cy="3714902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584328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823201"/>
            <a:ext cx="3118676" cy="17665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3864826" cy="411723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80649" y="7823200"/>
            <a:ext cx="3118676" cy="17665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907574" y="3352800"/>
            <a:ext cx="3864826" cy="411723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44124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0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040881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2564892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76829" y="7039134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603754" y="3352800"/>
            <a:ext cx="2564892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80583" y="7039135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5207508" y="3352800"/>
            <a:ext cx="2564892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3454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040881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1912010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26538" y="7039134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1953463" y="3352800"/>
            <a:ext cx="1912010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80002" y="7039135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06927" y="3352800"/>
            <a:ext cx="1912010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465" y="7039134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60390" y="3352800"/>
            <a:ext cx="1912010" cy="33528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98398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538" y="7040881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1521447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49276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1562738" y="3352800"/>
            <a:ext cx="1521447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12014" y="7039135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125477" y="3352800"/>
            <a:ext cx="1521447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74752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4688215" y="3352800"/>
            <a:ext cx="1521447" cy="33528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37490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6250953" y="3352800"/>
            <a:ext cx="1521447" cy="33528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8402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5307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1299165" y="3352800"/>
            <a:ext cx="1474813" cy="3393034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9165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148794" y="3352800"/>
            <a:ext cx="1474813" cy="33930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48794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4998423" y="3352800"/>
            <a:ext cx="1474813" cy="3393034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98423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783615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496573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372427" y="3352800"/>
            <a:ext cx="1474813" cy="3393034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223122" y="3352800"/>
            <a:ext cx="1474813" cy="33930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23122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4073816" y="3352800"/>
            <a:ext cx="1474813" cy="3393034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73816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5924511" y="3352800"/>
            <a:ext cx="1474813" cy="3393034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24511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023714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496573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372428" y="3352800"/>
            <a:ext cx="1107567" cy="2548128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8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1852260" y="3352800"/>
            <a:ext cx="1107567" cy="254812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52260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3332417" y="3352800"/>
            <a:ext cx="1107567" cy="254812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2417" y="6211995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4811925" y="3352800"/>
            <a:ext cx="1107567" cy="2548128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11925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6291757" y="3352800"/>
            <a:ext cx="1107567" cy="2548128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1757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15148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3387725"/>
            <a:ext cx="2028542" cy="353174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7014" y="3387725"/>
            <a:ext cx="4623971" cy="274691"/>
          </a:xfrm>
        </p:spPr>
        <p:txBody>
          <a:bodyPr anchor="t"/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3075" y="2961640"/>
            <a:ext cx="2028596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776009" y="2961640"/>
            <a:ext cx="4624976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903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850285"/>
            <a:ext cx="2028542" cy="35317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0454" y="4889526"/>
            <a:ext cx="4250531" cy="274691"/>
          </a:xfrm>
        </p:spPr>
        <p:txBody>
          <a:bodyPr anchor="ctr"/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777014" y="3781214"/>
            <a:ext cx="0" cy="2495973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760302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107142"/>
            <a:ext cx="7772400" cy="7951258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107143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017" y="3078988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928" indent="0">
              <a:buNone/>
              <a:tabLst>
                <a:tab pos="219611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687" indent="0">
              <a:buNone/>
              <a:tabLst>
                <a:tab pos="363320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284" indent="0">
              <a:buNone/>
              <a:tabLst>
                <a:tab pos="510064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70011" indent="0">
              <a:buNone/>
              <a:tabLst>
                <a:tab pos="655796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1812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823" y="1804999"/>
            <a:ext cx="7024307" cy="235449"/>
          </a:xfrm>
        </p:spPr>
        <p:txBody>
          <a:bodyPr wrap="square">
            <a:spAutoFit/>
          </a:bodyPr>
          <a:lstStyle>
            <a:lvl1pPr marL="0" indent="0">
              <a:spcBef>
                <a:spcPts val="383"/>
              </a:spcBef>
              <a:spcAft>
                <a:spcPts val="0"/>
              </a:spcAft>
              <a:buNone/>
              <a:defRPr sz="153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145689" indent="0">
              <a:buNone/>
              <a:defRPr sz="153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4146469"/>
            <a:ext cx="7772400" cy="5911931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46469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823" y="5120455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758173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7772400" cy="5911931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196051"/>
            <a:ext cx="7024307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823" y="968745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859" y="7328207"/>
            <a:ext cx="7024307" cy="235449"/>
          </a:xfrm>
        </p:spPr>
        <p:txBody>
          <a:bodyPr wrap="square">
            <a:spAutoFit/>
          </a:bodyPr>
          <a:lstStyle>
            <a:lvl1pPr marL="0" indent="0">
              <a:spcBef>
                <a:spcPts val="383"/>
              </a:spcBef>
              <a:spcAft>
                <a:spcPts val="0"/>
              </a:spcAft>
              <a:buNone/>
              <a:defRPr sz="153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145689" indent="0">
              <a:buNone/>
              <a:defRPr sz="153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421477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670561"/>
            <a:ext cx="2576065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5465" y="1962604"/>
            <a:ext cx="2575618" cy="23544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None/>
              <a:defRPr sz="153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38"/>
              </a:spcBef>
              <a:spcAft>
                <a:spcPts val="38"/>
              </a:spcAft>
              <a:buNone/>
              <a:defRPr sz="153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318815" y="0"/>
            <a:ext cx="4453585" cy="100584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2499" y="0"/>
            <a:ext cx="2415078" cy="380745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97963" y="1040141"/>
            <a:ext cx="3698750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46527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" y="0"/>
            <a:ext cx="4453585" cy="100584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9413" y="670561"/>
            <a:ext cx="2569911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2415078" cy="380745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427" y="1035483"/>
            <a:ext cx="3710107" cy="235449"/>
          </a:xfrm>
        </p:spPr>
        <p:txBody>
          <a:bodyPr/>
          <a:lstStyle>
            <a:lvl1pPr marL="0" indent="0">
              <a:buNone/>
              <a:defRPr sz="153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29413" y="1960457"/>
            <a:ext cx="2571572" cy="23544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None/>
              <a:defRPr sz="153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38"/>
              </a:spcBef>
              <a:spcAft>
                <a:spcPts val="38"/>
              </a:spcAft>
              <a:buNone/>
              <a:defRPr sz="153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074225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598781-713D-A153-D7DE-A0B8C9FEA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26830"/>
            <a:ext cx="3963924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3075" y="5833402"/>
            <a:ext cx="3963924" cy="156966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360649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26830"/>
            <a:ext cx="5829300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3075" y="5833402"/>
            <a:ext cx="5829300" cy="156966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2712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ED2F1E-B11D-7B75-2BE7-2C2CAA4F0E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30621"/>
            <a:ext cx="4255389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90926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30621"/>
            <a:ext cx="5829300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86588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2066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935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8" y="859156"/>
            <a:ext cx="870981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49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372428" y="2107143"/>
            <a:ext cx="7024509" cy="1412759"/>
          </a:xfrm>
        </p:spPr>
        <p:txBody>
          <a:bodyPr>
            <a:spAutoFit/>
          </a:bodyPr>
          <a:lstStyle>
            <a:lvl1pPr>
              <a:defRPr sz="2295">
                <a:latin typeface="+mn-lt"/>
              </a:defRPr>
            </a:lvl1pPr>
            <a:lvl2pPr>
              <a:defRPr sz="1785">
                <a:latin typeface="+mn-lt"/>
              </a:defRPr>
            </a:lvl2pPr>
            <a:lvl3pPr>
              <a:defRPr sz="1530">
                <a:latin typeface="+mn-lt"/>
              </a:defRPr>
            </a:lvl3pPr>
            <a:lvl4pPr>
              <a:defRPr sz="1275">
                <a:latin typeface="+mn-lt"/>
              </a:defRPr>
            </a:lvl4pPr>
            <a:lvl5pPr>
              <a:defRPr sz="1148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9194590"/>
            <a:ext cx="7772401" cy="863812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2359" spc="-33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487519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3004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EA2940-0BC3-26FF-E029-024ACDAC8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397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F57E1-D90B-3263-EC4A-6FCDB0179C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17380" y="0"/>
            <a:ext cx="6555020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2123030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F72C55-425F-8D6A-BC10-2DCB8A20D2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73" r="3273"/>
          <a:stretch/>
        </p:blipFill>
        <p:spPr>
          <a:xfrm>
            <a:off x="1643701" y="0"/>
            <a:ext cx="6128699" cy="10058397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29295745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F72C55-425F-8D6A-BC10-2DCB8A20D2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723" t="12613" r="39384" b="6779"/>
          <a:stretch/>
        </p:blipFill>
        <p:spPr>
          <a:xfrm>
            <a:off x="1643701" y="-18857"/>
            <a:ext cx="6128699" cy="10058397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42612425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and person sitting at a table looking at a computer&#10;&#10;Description automatically generated">
            <a:extLst>
              <a:ext uri="{FF2B5EF4-FFF2-40B4-BE49-F238E27FC236}">
                <a16:creationId xmlns:a16="http://schemas.microsoft.com/office/drawing/2014/main" id="{5A6A6047-942D-C4D9-2F35-FF615ECDC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4856"/>
          <a:stretch/>
        </p:blipFill>
        <p:spPr>
          <a:xfrm>
            <a:off x="2193042" y="-1"/>
            <a:ext cx="5579358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1243301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6AA1AC67-13BA-ADC6-4602-1C5E14B15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282" y="3553680"/>
            <a:ext cx="5440681" cy="2951040"/>
          </a:xfrm>
          <a:prstGeom prst="roundRect">
            <a:avLst>
              <a:gd name="adj" fmla="val 1288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F5EDB2-62CD-FCD3-37F1-2EA7B51C3CF8}"/>
              </a:ext>
            </a:extLst>
          </p:cNvPr>
          <p:cNvSpPr/>
          <p:nvPr userDrawn="1"/>
        </p:nvSpPr>
        <p:spPr>
          <a:xfrm>
            <a:off x="360283" y="3552338"/>
            <a:ext cx="5440680" cy="2951040"/>
          </a:xfrm>
          <a:prstGeom prst="roundRect">
            <a:avLst>
              <a:gd name="adj" fmla="val 12640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C02737-1995-7747-7303-F1115CC1989C}"/>
              </a:ext>
            </a:extLst>
          </p:cNvPr>
          <p:cNvSpPr/>
          <p:nvPr userDrawn="1"/>
        </p:nvSpPr>
        <p:spPr>
          <a:xfrm>
            <a:off x="654099" y="4172375"/>
            <a:ext cx="4814918" cy="1794974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E714C5-EE7A-4758-F77D-9AD34E9A3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517" y="4932516"/>
            <a:ext cx="4524502" cy="274691"/>
          </a:xfrm>
        </p:spPr>
        <p:txBody>
          <a:bodyPr anchor="ctr" anchorCtr="0"/>
          <a:lstStyle>
            <a:lvl1pPr marL="0" indent="0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042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118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F20055C-12D9-5C48-BC85-FE7DCECB4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6445" y="4504785"/>
            <a:ext cx="3228290" cy="627864"/>
          </a:xfrm>
        </p:spPr>
        <p:txBody>
          <a:bodyPr anchor="ctr"/>
          <a:lstStyle>
            <a:lvl1pPr>
              <a:defRPr sz="204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6D4A09-38E0-4150-617F-2150E0FAC774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pic>
        <p:nvPicPr>
          <p:cNvPr id="2" name="Picture Placeholder 10" descr="A person sitting on a couch using a computer&#10;&#10;Description automatically generated">
            <a:extLst>
              <a:ext uri="{FF2B5EF4-FFF2-40B4-BE49-F238E27FC236}">
                <a16:creationId xmlns:a16="http://schemas.microsoft.com/office/drawing/2014/main" id="{FC9630D6-2093-4A30-D4E0-937D24073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3295" y="1"/>
            <a:ext cx="4569105" cy="9812245"/>
          </a:xfrm>
          <a:custGeom>
            <a:avLst/>
            <a:gdLst>
              <a:gd name="connsiteX0" fmla="*/ 0 w 7167224"/>
              <a:gd name="connsiteY0" fmla="*/ 0 h 6858000"/>
              <a:gd name="connsiteX1" fmla="*/ 7167224 w 7167224"/>
              <a:gd name="connsiteY1" fmla="*/ 0 h 6858000"/>
              <a:gd name="connsiteX2" fmla="*/ 7167224 w 7167224"/>
              <a:gd name="connsiteY2" fmla="*/ 6858000 h 6858000"/>
              <a:gd name="connsiteX3" fmla="*/ 4685072 w 7167224"/>
              <a:gd name="connsiteY3" fmla="*/ 6858000 h 6858000"/>
              <a:gd name="connsiteX4" fmla="*/ 4664236 w 7167224"/>
              <a:gd name="connsiteY4" fmla="*/ 6583993 h 6858000"/>
              <a:gd name="connsiteX5" fmla="*/ 58369 w 7167224"/>
              <a:gd name="connsiteY5" fmla="*/ 2638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67224" h="6858000">
                <a:moveTo>
                  <a:pt x="0" y="0"/>
                </a:moveTo>
                <a:lnTo>
                  <a:pt x="7167224" y="0"/>
                </a:lnTo>
                <a:lnTo>
                  <a:pt x="7167224" y="6858000"/>
                </a:lnTo>
                <a:lnTo>
                  <a:pt x="4685072" y="6858000"/>
                </a:lnTo>
                <a:lnTo>
                  <a:pt x="4664236" y="6583993"/>
                </a:lnTo>
                <a:cubicBezTo>
                  <a:pt x="4370084" y="3687525"/>
                  <a:pt x="2569527" y="1236388"/>
                  <a:pt x="58369" y="26388"/>
                </a:cubicBezTo>
                <a:close/>
              </a:path>
            </a:pathLst>
          </a:custGeom>
          <a:effectLst>
            <a:outerShdw blurRad="101600" dist="38100" dir="10800000" algn="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79541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F20055C-12D9-5C48-BC85-FE7DCECB4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6445" y="4504785"/>
            <a:ext cx="3228290" cy="627864"/>
          </a:xfrm>
        </p:spPr>
        <p:txBody>
          <a:bodyPr anchor="ctr"/>
          <a:lstStyle>
            <a:lvl1pPr>
              <a:defRPr sz="204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Placeholder 12" descr="Smiling woman using laptop">
            <a:extLst>
              <a:ext uri="{FF2B5EF4-FFF2-40B4-BE49-F238E27FC236}">
                <a16:creationId xmlns:a16="http://schemas.microsoft.com/office/drawing/2014/main" id="{A2DBEBFD-A42A-83EF-20FD-B4DEA689B7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86200" y="1"/>
            <a:ext cx="3886200" cy="9816252"/>
          </a:xfrm>
          <a:custGeom>
            <a:avLst/>
            <a:gdLst>
              <a:gd name="connsiteX0" fmla="*/ 0 w 6096000"/>
              <a:gd name="connsiteY0" fmla="*/ 0 h 6692899"/>
              <a:gd name="connsiteX1" fmla="*/ 6096000 w 6096000"/>
              <a:gd name="connsiteY1" fmla="*/ 0 h 6692899"/>
              <a:gd name="connsiteX2" fmla="*/ 6096000 w 6096000"/>
              <a:gd name="connsiteY2" fmla="*/ 6692899 h 6692899"/>
              <a:gd name="connsiteX3" fmla="*/ 1181405 w 6096000"/>
              <a:gd name="connsiteY3" fmla="*/ 6692899 h 6692899"/>
              <a:gd name="connsiteX4" fmla="*/ 0 w 6096000"/>
              <a:gd name="connsiteY4" fmla="*/ 5511494 h 6692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692899">
                <a:moveTo>
                  <a:pt x="0" y="0"/>
                </a:moveTo>
                <a:lnTo>
                  <a:pt x="6096000" y="0"/>
                </a:lnTo>
                <a:lnTo>
                  <a:pt x="6096000" y="6692899"/>
                </a:lnTo>
                <a:lnTo>
                  <a:pt x="1181405" y="6692899"/>
                </a:lnTo>
                <a:cubicBezTo>
                  <a:pt x="528933" y="6692899"/>
                  <a:pt x="0" y="6163966"/>
                  <a:pt x="0" y="5511494"/>
                </a:cubicBez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6D4A09-38E0-4150-617F-2150E0FAC774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17321861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4A7036-07F3-B266-6945-ADE081D4B86C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5C40B06-A260-9D9D-4EAD-700D31A9650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C6D69F-71B6-0477-FC5D-60C21E517FCC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8717946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1628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1588936"/>
            <a:ext cx="7379153" cy="695405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2624378"/>
            <a:ext cx="1677467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0572" y="2624377"/>
            <a:ext cx="5110413" cy="227948"/>
          </a:xfrm>
        </p:spPr>
        <p:txBody>
          <a:bodyPr numCol="2" anchor="t"/>
          <a:lstStyle>
            <a:lvl1pPr marL="147757" indent="-147757">
              <a:spcBef>
                <a:spcPts val="383"/>
              </a:spcBef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290572" y="2198293"/>
            <a:ext cx="5110413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198293"/>
            <a:ext cx="1677467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402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20743303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blonde hair and a white shirt&#10;&#10;Description automatically generated">
            <a:extLst>
              <a:ext uri="{FF2B5EF4-FFF2-40B4-BE49-F238E27FC236}">
                <a16:creationId xmlns:a16="http://schemas.microsoft.com/office/drawing/2014/main" id="{F30F57E1-D90B-3263-EC4A-6FCDB0179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6076456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88F72-9E5E-E54F-FF24-1FA052D60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43701" y="-1"/>
            <a:ext cx="6128699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32005092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88F72-9E5E-E54F-FF24-1FA052D608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3701" y="-1"/>
            <a:ext cx="6128699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7257584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nernat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48904D2-33E0-3461-BD3C-159853CA3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D53EC2-149B-8491-E5CC-F6AA28319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21107" y="-1"/>
            <a:ext cx="4451293" cy="10058401"/>
          </a:xfrm>
          <a:custGeom>
            <a:avLst/>
            <a:gdLst>
              <a:gd name="connsiteX0" fmla="*/ 0 w 7122432"/>
              <a:gd name="connsiteY0" fmla="*/ 3497262 h 6994526"/>
              <a:gd name="connsiteX1" fmla="*/ 1 w 7122432"/>
              <a:gd name="connsiteY1" fmla="*/ 3497263 h 6994526"/>
              <a:gd name="connsiteX2" fmla="*/ 0 w 7122432"/>
              <a:gd name="connsiteY2" fmla="*/ 3497263 h 6994526"/>
              <a:gd name="connsiteX3" fmla="*/ 3497263 w 7122432"/>
              <a:gd name="connsiteY3" fmla="*/ 0 h 6994526"/>
              <a:gd name="connsiteX4" fmla="*/ 7122432 w 7122432"/>
              <a:gd name="connsiteY4" fmla="*/ 0 h 6994526"/>
              <a:gd name="connsiteX5" fmla="*/ 7122432 w 7122432"/>
              <a:gd name="connsiteY5" fmla="*/ 6994526 h 6994526"/>
              <a:gd name="connsiteX6" fmla="*/ 3497263 w 7122432"/>
              <a:gd name="connsiteY6" fmla="*/ 6994525 h 6994526"/>
              <a:gd name="connsiteX7" fmla="*/ 18056 w 7122432"/>
              <a:gd name="connsiteY7" fmla="*/ 3854837 h 6994526"/>
              <a:gd name="connsiteX8" fmla="*/ 1 w 7122432"/>
              <a:gd name="connsiteY8" fmla="*/ 3497263 h 6994526"/>
              <a:gd name="connsiteX9" fmla="*/ 18056 w 7122432"/>
              <a:gd name="connsiteY9" fmla="*/ 3139688 h 6994526"/>
              <a:gd name="connsiteX10" fmla="*/ 3497263 w 7122432"/>
              <a:gd name="connsiteY10" fmla="*/ 0 h 699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22432" h="6994526">
                <a:moveTo>
                  <a:pt x="0" y="3497262"/>
                </a:moveTo>
                <a:lnTo>
                  <a:pt x="1" y="3497263"/>
                </a:lnTo>
                <a:lnTo>
                  <a:pt x="0" y="3497263"/>
                </a:lnTo>
                <a:close/>
                <a:moveTo>
                  <a:pt x="3497263" y="0"/>
                </a:moveTo>
                <a:lnTo>
                  <a:pt x="7122432" y="0"/>
                </a:lnTo>
                <a:lnTo>
                  <a:pt x="7122432" y="6994526"/>
                </a:lnTo>
                <a:lnTo>
                  <a:pt x="3497263" y="6994525"/>
                </a:lnTo>
                <a:cubicBezTo>
                  <a:pt x="1686496" y="6994525"/>
                  <a:pt x="197151" y="5618353"/>
                  <a:pt x="18056" y="3854837"/>
                </a:cubicBezTo>
                <a:lnTo>
                  <a:pt x="1" y="3497263"/>
                </a:lnTo>
                <a:lnTo>
                  <a:pt x="18056" y="3139688"/>
                </a:lnTo>
                <a:cubicBezTo>
                  <a:pt x="197151" y="1376172"/>
                  <a:pt x="1686496" y="0"/>
                  <a:pt x="3497263" y="0"/>
                </a:cubicBez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2011680" rIns="0" bIns="0" rtlCol="0" anchor="t" anchorCtr="0">
            <a:noAutofit/>
          </a:bodyPr>
          <a:lstStyle>
            <a:lvl1pPr>
              <a:defRPr lang="en-US" sz="1020" b="1">
                <a:latin typeface="+mn-lt"/>
                <a:cs typeface="Segoe UI" panose="020B0502040204020203" pitchFamily="34" charset="0"/>
              </a:defRPr>
            </a:lvl1pPr>
          </a:lstStyle>
          <a:p>
            <a:pPr marL="0" marR="0" lvl="0" indent="0" algn="ctr" defTabSz="594623" rtl="0" eaLnBrk="1" fontAlgn="auto" latinLnBrk="0" hangingPunct="1">
              <a:lnSpc>
                <a:spcPct val="100000"/>
              </a:lnSpc>
              <a:spcBef>
                <a:spcPts val="1148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89E955A-D68E-FC9C-6BF1-3CF59CB465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accent2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70DCD0C-F263-40A0-B5EC-0435B77458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923100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6AA1AC67-13BA-ADC6-4602-1C5E14B15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282" y="3553680"/>
            <a:ext cx="5440681" cy="2951040"/>
          </a:xfrm>
          <a:prstGeom prst="roundRect">
            <a:avLst>
              <a:gd name="adj" fmla="val 1288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F5EDB2-62CD-FCD3-37F1-2EA7B51C3CF8}"/>
              </a:ext>
            </a:extLst>
          </p:cNvPr>
          <p:cNvSpPr/>
          <p:nvPr userDrawn="1"/>
        </p:nvSpPr>
        <p:spPr>
          <a:xfrm>
            <a:off x="360283" y="3552338"/>
            <a:ext cx="5440680" cy="2951040"/>
          </a:xfrm>
          <a:prstGeom prst="roundRect">
            <a:avLst>
              <a:gd name="adj" fmla="val 12640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C02737-1995-7747-7303-F1115CC1989C}"/>
              </a:ext>
            </a:extLst>
          </p:cNvPr>
          <p:cNvSpPr/>
          <p:nvPr userDrawn="1"/>
        </p:nvSpPr>
        <p:spPr>
          <a:xfrm>
            <a:off x="654099" y="4172375"/>
            <a:ext cx="4814918" cy="1794974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E714C5-EE7A-4758-F77D-9AD34E9A3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517" y="4932516"/>
            <a:ext cx="4524502" cy="274691"/>
          </a:xfrm>
        </p:spPr>
        <p:txBody>
          <a:bodyPr anchor="ctr" anchorCtr="0"/>
          <a:lstStyle>
            <a:lvl1pPr marL="402788" indent="-402788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711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7FA841F1-8E81-2937-76CC-2118FF3FC4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3CCB3F9-433B-EA43-176B-A9B99587601E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FBEF05-44CE-10D3-01F5-40B6347F4A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2155565776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DF1E218-2AA9-E59E-CD79-58EC82F9A52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2" name="Picture 1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D5AAD626-0FF6-FBA0-BA7F-1E92B724834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64BF0F-965B-5914-4627-2C9273E020F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104814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08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nt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0D0933-331C-20E6-8B54-189E355842BD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7" name="Picture 6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309D89FB-9578-9875-2B29-70D7CE5F7AB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BE598B-F121-F2AE-9B69-D8971CDF6C99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7" y="1769534"/>
            <a:ext cx="6505337" cy="396968"/>
          </a:xfrm>
        </p:spPr>
        <p:txBody>
          <a:bodyPr/>
          <a:lstStyle>
            <a:lvl1pPr>
              <a:defRPr sz="893">
                <a:latin typeface="+mn-lt"/>
              </a:defRPr>
            </a:lvl1pPr>
            <a:lvl2pPr>
              <a:defRPr sz="102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29CF6A1-2A54-EAFF-779A-CAFDF3C03C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428" y="3537847"/>
            <a:ext cx="7028557" cy="935064"/>
          </a:xfrm>
        </p:spPr>
        <p:txBody>
          <a:bodyPr/>
          <a:lstStyle>
            <a:lvl1pPr>
              <a:defRPr sz="1020"/>
            </a:lvl1pPr>
            <a:lvl2pPr>
              <a:defRPr sz="1020"/>
            </a:lvl2pPr>
            <a:lvl3pPr>
              <a:defRPr sz="893"/>
            </a:lvl3pPr>
            <a:lvl4pPr>
              <a:defRPr sz="893"/>
            </a:lvl4pPr>
            <a:lvl5pPr>
              <a:defRPr sz="8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D0DB0521-F5C1-19DD-E8E1-A51202BCE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459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600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178E1B-908A-F34D-06CD-1931EB203EC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948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ribbon&#10;&#10;Description automatically generated">
            <a:extLst>
              <a:ext uri="{FF2B5EF4-FFF2-40B4-BE49-F238E27FC236}">
                <a16:creationId xmlns:a16="http://schemas.microsoft.com/office/drawing/2014/main" id="{2D01368F-CBC2-3A98-51E0-572AB4513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923E10-A0DD-9107-F976-70EDBED7C272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78E1B-908A-F34D-06CD-1931EB203EC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127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round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64BF0F-965B-5914-4627-2C9273E020F2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104814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808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round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852273-B857-20CA-59FC-EB5BE3F4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0255C-FB5A-E644-85A2-27A97D45B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427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99D8670-E78C-69F4-3EAE-0C5C4F91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6462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22BDE9B7-BF0F-DF45-BCD0-D6165D547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469473"/>
            <a:ext cx="7028557" cy="158186"/>
          </a:xfrm>
          <a:prstGeom prst="rect">
            <a:avLst/>
          </a:prstGeom>
        </p:spPr>
        <p:txBody>
          <a:bodyPr/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C1368-183A-6A5B-98F3-79A3F801C10B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6537288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3">
          <p15:clr>
            <a:srgbClr val="FBAE40"/>
          </p15:clr>
        </p15:guide>
        <p15:guide id="5" pos="4027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background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9C7A637-9C83-8E2C-B673-0817ED3CE231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4B2161EF-6401-91A8-EFC2-CEF94AC79E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542778-2116-B763-7B8E-64EDCA14B275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F2852273-B857-20CA-59FC-EB5BE3F4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0255C-FB5A-E644-85A2-27A97D45B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427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99D8670-E78C-69F4-3EAE-0C5C4F91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6462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22BDE9B7-BF0F-DF45-BCD0-D6165D547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469473"/>
            <a:ext cx="7028557" cy="158186"/>
          </a:xfrm>
          <a:prstGeom prst="rect">
            <a:avLst/>
          </a:prstGeom>
        </p:spPr>
        <p:txBody>
          <a:bodyPr/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C1368-183A-6A5B-98F3-79A3F801C10B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9345569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3">
          <p15:clr>
            <a:srgbClr val="FBAE40"/>
          </p15:clr>
        </p15:guide>
        <p15:guide id="5" pos="4027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EF4037-A609-A9B8-078B-CE087FCC2FBE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CB1914C-784C-0230-3C4C-01B077CCF6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938F55-19E6-E840-1084-01B2A085047D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961641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8522C0CB-7CA6-6339-77AF-EA5B1984F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25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eyebrow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25B0F14-1D8E-05BE-E630-B3456823C54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30EA2969-34DD-DAA8-1D7E-246D83F086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DED292-DED9-217C-A2C7-706F1148EA1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Eyebrow placeholder">
            <a:extLst>
              <a:ext uri="{FF2B5EF4-FFF2-40B4-BE49-F238E27FC236}">
                <a16:creationId xmlns:a16="http://schemas.microsoft.com/office/drawing/2014/main" id="{48B9C26C-7246-D5C5-B758-D00063873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726B72F-F30C-C802-754B-00F8619DF7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428" y="2961641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93345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979E47-BD7E-F57A-4D56-BEEC52979CA6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7" name="Picture 6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AFCF619-AC26-2E4C-2904-F86EAFD2B3C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D6185B-31C8-DCA6-A9FA-7806DF771DD8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ABDF8D8-0F08-FD6F-E5FE-7EE6DC72BE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Eyebrow placeholder">
            <a:extLst>
              <a:ext uri="{FF2B5EF4-FFF2-40B4-BE49-F238E27FC236}">
                <a16:creationId xmlns:a16="http://schemas.microsoft.com/office/drawing/2014/main" id="{7A979B28-27F8-3F49-0EE7-BF83B791B9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89215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4A7036-07F3-B266-6945-ADE081D4B86C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5C40B06-A260-9D9D-4EAD-700D31A9650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C6D69F-71B6-0477-FC5D-60C21E517FCC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176405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FDF0EE6-10BF-3375-600E-D7D82456A675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5594B1F8-FC13-CF06-C949-7E92A50B16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218ED4-3869-4937-C6A4-76DB2C1B9A43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Eyebrow placeholder">
            <a:extLst>
              <a:ext uri="{FF2B5EF4-FFF2-40B4-BE49-F238E27FC236}">
                <a16:creationId xmlns:a16="http://schemas.microsoft.com/office/drawing/2014/main" id="{23E98592-EE2D-456F-76E2-F8BED7A0F2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69612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half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DF1E218-2AA9-E59E-CD79-58EC82F9A52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2" name="Picture 1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D5AAD626-0FF6-FBA0-BA7F-1E92B724834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64BF0F-965B-5914-4627-2C9273E020F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749449"/>
            <a:ext cx="3553260" cy="5493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799822"/>
            <a:ext cx="3555410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973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48072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1588936"/>
            <a:ext cx="7379153" cy="695405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2624378"/>
            <a:ext cx="1677467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0572" y="2624377"/>
            <a:ext cx="5110413" cy="227948"/>
          </a:xfrm>
        </p:spPr>
        <p:txBody>
          <a:bodyPr numCol="2" anchor="t"/>
          <a:lstStyle>
            <a:lvl1pPr marL="147757" indent="-147757">
              <a:spcBef>
                <a:spcPts val="383"/>
              </a:spcBef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290572" y="2198293"/>
            <a:ext cx="5110413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198293"/>
            <a:ext cx="1677467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080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35053446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&#10;&#10;Description automatically generated">
            <a:extLst>
              <a:ext uri="{FF2B5EF4-FFF2-40B4-BE49-F238E27FC236}">
                <a16:creationId xmlns:a16="http://schemas.microsoft.com/office/drawing/2014/main" id="{4F5CE529-272F-D619-67D6-09FCFE939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993112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>
          <a:xfrm>
            <a:off x="375017" y="749450"/>
            <a:ext cx="7024307" cy="274691"/>
          </a:xfrm>
        </p:spPr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372428" y="2107143"/>
            <a:ext cx="7024509" cy="1464632"/>
          </a:xfrm>
        </p:spPr>
        <p:txBody>
          <a:bodyPr>
            <a:spAutoFit/>
          </a:bodyPr>
          <a:lstStyle>
            <a:lvl1pPr>
              <a:defRPr sz="2295">
                <a:latin typeface="+mn-lt"/>
              </a:defRPr>
            </a:lvl1pPr>
            <a:lvl2pPr>
              <a:defRPr sz="1785">
                <a:latin typeface="+mn-lt"/>
              </a:defRPr>
            </a:lvl2pPr>
            <a:lvl3pPr>
              <a:defRPr sz="1530">
                <a:latin typeface="+mn-lt"/>
              </a:defRPr>
            </a:lvl3pPr>
            <a:lvl4pPr>
              <a:defRPr sz="1275">
                <a:latin typeface="+mn-lt"/>
              </a:defRPr>
            </a:lvl4pPr>
            <a:lvl5pPr>
              <a:defRPr sz="1148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9194590"/>
            <a:ext cx="7772401" cy="863812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2359" spc="-33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494040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</p:spTree>
    <p:extLst>
      <p:ext uri="{BB962C8B-B14F-4D97-AF65-F5344CB8AC3E}">
        <p14:creationId xmlns:p14="http://schemas.microsoft.com/office/powerpoint/2010/main" val="168680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AD58F4-D255-D330-4E5D-A82F308095F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0C8AED29-A2C9-D869-28FB-33C34244E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68816" cy="985350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36FB7E5-87C4-6FBF-8057-6A49387F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694" y="692912"/>
            <a:ext cx="3491845" cy="824200"/>
          </a:xfrm>
        </p:spPr>
        <p:txBody>
          <a:bodyPr/>
          <a:lstStyle>
            <a:lvl1pPr>
              <a:defRPr sz="267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07EF33-243D-F899-378F-5B2E5E1462A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27693" y="2402840"/>
            <a:ext cx="3494544" cy="954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FBA23A4-F1C1-BC53-6BDE-D0642CBCD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163" y="9300413"/>
            <a:ext cx="3119045" cy="3611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582930">
              <a:defRPr/>
            </a:pPr>
            <a:r>
              <a:rPr lang="en-US" sz="638">
                <a:solidFill>
                  <a:prstClr val="white"/>
                </a:solidFill>
                <a:latin typeface="Segoe UI"/>
              </a:rPr>
              <a:t>Data Security and Information Protection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6AF72F4-0DE1-2DD9-3037-A847E283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582930">
              <a:defRPr/>
            </a:pPr>
            <a:fld id="{C67CA0B0-04EF-433A-8113-67BC344D39D3}" type="slidenum">
              <a:rPr lang="en-US" sz="638" smtClean="0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pPr algn="r" defTabSz="582930">
                <a:defRPr/>
              </a:pPr>
              <a:t>‹#›</a:t>
            </a:fld>
            <a:endParaRPr lang="en-US" sz="638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474967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!!Rectangle: Rounded Corners 5">
            <a:extLst>
              <a:ext uri="{FF2B5EF4-FFF2-40B4-BE49-F238E27FC236}">
                <a16:creationId xmlns:a16="http://schemas.microsoft.com/office/drawing/2014/main" id="{1AA36030-2EFC-F7BC-0E57-DEE9AF686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72428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!!Rectangle: Rounded Corners 5">
            <a:extLst>
              <a:ext uri="{FF2B5EF4-FFF2-40B4-BE49-F238E27FC236}">
                <a16:creationId xmlns:a16="http://schemas.microsoft.com/office/drawing/2014/main" id="{4D8E68CF-84CA-B8E7-9A71-0C8D0C00E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2151404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!!Rectangle: Rounded Corners 5">
            <a:extLst>
              <a:ext uri="{FF2B5EF4-FFF2-40B4-BE49-F238E27FC236}">
                <a16:creationId xmlns:a16="http://schemas.microsoft.com/office/drawing/2014/main" id="{32B064D2-AE97-A947-10A8-DC12852C7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930379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!!Rectangle: Rounded Corners 5">
            <a:extLst>
              <a:ext uri="{FF2B5EF4-FFF2-40B4-BE49-F238E27FC236}">
                <a16:creationId xmlns:a16="http://schemas.microsoft.com/office/drawing/2014/main" id="{29460811-B3CD-4FC2-8523-33502A66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709356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61F64DC-A7DF-105D-5C8E-9AC3F7AAA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483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C23470F8-9AB1-6470-3C40-61250E2D0A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90459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8B355D2-EC24-5978-F34B-2CF4EA1536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69434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925EE363-54E2-1AC9-B00B-AC5B2D03EB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48411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4C1742-A0D1-F02B-7F27-A5BAE99AC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9409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829F7D7-0C89-EAB3-BD65-9B7FFD20E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78385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9F0A84-B0CA-FA9E-4A54-B7483EC385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57361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047C8B0A-158E-87F6-0048-38FB0DD877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36337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A4D0286E-7ACD-709F-792D-38E7E5575F03}"/>
              </a:ext>
            </a:extLst>
          </p:cNvPr>
          <p:cNvSpPr/>
          <p:nvPr userDrawn="1"/>
        </p:nvSpPr>
        <p:spPr bwMode="auto">
          <a:xfrm rot="5400000" flipH="1">
            <a:off x="117677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A497D684-C702-7F2D-5874-A7A95E0D6BB4}"/>
              </a:ext>
            </a:extLst>
          </p:cNvPr>
          <p:cNvSpPr/>
          <p:nvPr userDrawn="1"/>
        </p:nvSpPr>
        <p:spPr bwMode="auto">
          <a:xfrm rot="5400000" flipH="1">
            <a:off x="2959159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07C271D0-1620-837F-239A-A0673A7506AB}"/>
              </a:ext>
            </a:extLst>
          </p:cNvPr>
          <p:cNvSpPr/>
          <p:nvPr userDrawn="1"/>
        </p:nvSpPr>
        <p:spPr bwMode="auto">
          <a:xfrm rot="5400000" flipH="1">
            <a:off x="4741546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77EA4304-1259-82AF-9FCC-C49DE1BBA8F5}"/>
              </a:ext>
            </a:extLst>
          </p:cNvPr>
          <p:cNvSpPr/>
          <p:nvPr userDrawn="1"/>
        </p:nvSpPr>
        <p:spPr bwMode="auto">
          <a:xfrm rot="5400000" flipH="1">
            <a:off x="652393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3029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!!Rectangle: Rounded Corners 5">
            <a:extLst>
              <a:ext uri="{FF2B5EF4-FFF2-40B4-BE49-F238E27FC236}">
                <a16:creationId xmlns:a16="http://schemas.microsoft.com/office/drawing/2014/main" id="{6E7D73A1-CC68-CDD9-3A42-BC2E9689E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22538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!!Rectangle: Rounded Corners 5">
            <a:extLst>
              <a:ext uri="{FF2B5EF4-FFF2-40B4-BE49-F238E27FC236}">
                <a16:creationId xmlns:a16="http://schemas.microsoft.com/office/drawing/2014/main" id="{B17704B4-7BAA-2073-EFE5-D29CD8A18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051665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!!Rectangle: Rounded Corners 5">
            <a:extLst>
              <a:ext uri="{FF2B5EF4-FFF2-40B4-BE49-F238E27FC236}">
                <a16:creationId xmlns:a16="http://schemas.microsoft.com/office/drawing/2014/main" id="{E5ACD919-D680-CEB8-159B-C634EE07C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280792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A8695A8-BF42-A059-EC59-A0D9F6009D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1593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C141EA98-B316-2F10-F358-D11A31DC50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90720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95B9D1D-5182-52C9-08B5-2FAB1607170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19847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14A8E37E-FC06-5AB5-5DAD-300CFC5E9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9519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58AAD40C-9609-F1AB-1FD2-020941D493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78646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6A4D71A4-2023-1C8F-11AC-90B25526FF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07774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C27D28B-030E-A19C-00FC-C40703AA4F09}"/>
              </a:ext>
            </a:extLst>
          </p:cNvPr>
          <p:cNvSpPr/>
          <p:nvPr userDrawn="1"/>
        </p:nvSpPr>
        <p:spPr bwMode="auto">
          <a:xfrm rot="5400000" flipH="1">
            <a:off x="162688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9175E04D-460A-1047-315E-813094F0AEFA}"/>
              </a:ext>
            </a:extLst>
          </p:cNvPr>
          <p:cNvSpPr/>
          <p:nvPr userDrawn="1"/>
        </p:nvSpPr>
        <p:spPr bwMode="auto">
          <a:xfrm rot="5400000" flipH="1">
            <a:off x="3859420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E4909B20-1614-F54F-D68D-8D4B92F1C149}"/>
              </a:ext>
            </a:extLst>
          </p:cNvPr>
          <p:cNvSpPr/>
          <p:nvPr userDrawn="1"/>
        </p:nvSpPr>
        <p:spPr bwMode="auto">
          <a:xfrm rot="5400000" flipH="1">
            <a:off x="6091959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6290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11" name="Picture 10" descr="A close up of a glass object&#10;&#10;Description automatically generated">
            <a:extLst>
              <a:ext uri="{FF2B5EF4-FFF2-40B4-BE49-F238E27FC236}">
                <a16:creationId xmlns:a16="http://schemas.microsoft.com/office/drawing/2014/main" id="{25A20842-B0F3-33B4-B5FB-75ED20351C43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5860" y="2340344"/>
            <a:ext cx="5440681" cy="5343759"/>
          </a:xfrm>
          <a:prstGeom prst="roundRect">
            <a:avLst>
              <a:gd name="adj" fmla="val 12880"/>
            </a:avLst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B3C7CA-FBC1-2F83-BBAD-4410888E8606}"/>
              </a:ext>
            </a:extLst>
          </p:cNvPr>
          <p:cNvSpPr>
            <a:spLocks/>
          </p:cNvSpPr>
          <p:nvPr userDrawn="1"/>
        </p:nvSpPr>
        <p:spPr>
          <a:xfrm>
            <a:off x="1165860" y="2340344"/>
            <a:ext cx="5440681" cy="5343759"/>
          </a:xfrm>
          <a:prstGeom prst="roundRect">
            <a:avLst>
              <a:gd name="adj" fmla="val 12757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592146-89FF-D4E4-AE53-15DF889C9CBA}"/>
              </a:ext>
            </a:extLst>
          </p:cNvPr>
          <p:cNvSpPr/>
          <p:nvPr userDrawn="1"/>
        </p:nvSpPr>
        <p:spPr>
          <a:xfrm>
            <a:off x="1478741" y="3539779"/>
            <a:ext cx="4814918" cy="2944888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40D7A70-23D2-BE33-369E-E877BE321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6095" y="4908832"/>
            <a:ext cx="4524502" cy="274691"/>
          </a:xfrm>
        </p:spPr>
        <p:txBody>
          <a:bodyPr anchor="ctr" anchorCtr="0"/>
          <a:lstStyle>
            <a:lvl1pPr marL="0" indent="0" algn="ctr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57057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29C3C374-A664-D7F0-45D0-0450091390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4784F0-D959-7D20-3CA8-6E0D5AAE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88" y="367877"/>
            <a:ext cx="6703695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FE1D8-1E7C-8A86-A01A-514505B42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888" y="2509944"/>
            <a:ext cx="6703695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734CD-7B05-0092-D5B9-837ACCA6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2888" y="9155007"/>
            <a:ext cx="1748790" cy="535517"/>
          </a:xfrm>
          <a:prstGeom prst="rect">
            <a:avLst/>
          </a:prstGeom>
        </p:spPr>
        <p:txBody>
          <a:bodyPr/>
          <a:lstStyle/>
          <a:p>
            <a:pPr defTabSz="582930">
              <a:defRPr/>
            </a:pPr>
            <a:endParaRPr lang="en-US" sz="1148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8CC31-DAE6-D4D7-A480-A8D61B23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3143" y="9155007"/>
            <a:ext cx="2623185" cy="535517"/>
          </a:xfrm>
        </p:spPr>
        <p:txBody>
          <a:bodyPr/>
          <a:lstStyle/>
          <a:p>
            <a:pPr defTabSz="582930">
              <a:defRPr/>
            </a:pPr>
            <a:r>
              <a:rPr lang="en-US" sz="638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t>Data Security and Information Protection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09B1-270B-7393-59C8-6EE9EFCA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97793" y="9155007"/>
            <a:ext cx="1748790" cy="535517"/>
          </a:xfrm>
        </p:spPr>
        <p:txBody>
          <a:bodyPr/>
          <a:lstStyle/>
          <a:p>
            <a:pPr algn="r" defTabSz="582930">
              <a:defRPr/>
            </a:pPr>
            <a:fld id="{C67CA0B0-04EF-433A-8113-67BC344D39D3}" type="slidenum">
              <a:rPr lang="en-US" sz="638" smtClean="0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pPr algn="r" defTabSz="582930">
                <a:defRPr/>
              </a:pPr>
              <a:t>‹#›</a:t>
            </a:fld>
            <a:endParaRPr lang="en-US" sz="638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118B41-A307-0DD1-5000-30B9B4FBE2D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49719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losing log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&#10;&#10;Description automatically generated">
            <a:extLst>
              <a:ext uri="{FF2B5EF4-FFF2-40B4-BE49-F238E27FC236}">
                <a16:creationId xmlns:a16="http://schemas.microsoft.com/office/drawing/2014/main" id="{4F5CE529-272F-D619-67D6-09FCFE939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3542229-5950-782A-DC44-AA56DDDD77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3701" y="4489116"/>
            <a:ext cx="2653546" cy="313932"/>
          </a:xfrm>
        </p:spPr>
        <p:txBody>
          <a:bodyPr/>
          <a:lstStyle/>
          <a:p>
            <a:r>
              <a:rPr lang="en-US" sz="204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522062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bbon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AC871D7A-C89B-F090-4E20-507E04C5B4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906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</p:spTree>
    <p:extLst>
      <p:ext uri="{BB962C8B-B14F-4D97-AF65-F5344CB8AC3E}">
        <p14:creationId xmlns:p14="http://schemas.microsoft.com/office/powerpoint/2010/main" val="19642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on softe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9B8D5D-8099-AA72-3D38-457B1AD8BB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95BB0A4-0465-8375-17C6-6AC6C5A8BC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2173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ed text layou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Highlighted text layout blue</a:t>
            </a:r>
          </a:p>
        </p:txBody>
      </p:sp>
    </p:spTree>
    <p:extLst>
      <p:ext uri="{BB962C8B-B14F-4D97-AF65-F5344CB8AC3E}">
        <p14:creationId xmlns:p14="http://schemas.microsoft.com/office/powerpoint/2010/main" val="1516806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65951"/>
            <a:ext cx="5829300" cy="31784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95" b="0" kern="1200" cap="none" spc="-32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199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723486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Ribbon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E4EAFBEA-2574-08F5-7DC9-59F584D2A3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E3305C83-1C45-7907-6FE5-D4BCFB3E8276}"/>
              </a:ext>
            </a:extLst>
          </p:cNvPr>
          <p:cNvSpPr/>
          <p:nvPr userDrawn="1"/>
        </p:nvSpPr>
        <p:spPr bwMode="auto">
          <a:xfrm rot="5400000">
            <a:off x="289096" y="3613190"/>
            <a:ext cx="2421464" cy="299966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301F92-A51A-5A32-7363-3D4F5A4EE877}"/>
              </a:ext>
            </a:extLst>
          </p:cNvPr>
          <p:cNvSpPr/>
          <p:nvPr userDrawn="1"/>
        </p:nvSpPr>
        <p:spPr bwMode="auto">
          <a:xfrm>
            <a:off x="3598783" y="0"/>
            <a:ext cx="4173617" cy="10058400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6586" rtlCol="0" anchor="ctr"/>
          <a:lstStyle/>
          <a:p>
            <a:pPr algn="ctr" defTabSz="582930"/>
            <a:endParaRPr lang="en-US" sz="765" err="1">
              <a:solidFill>
                <a:prstClr val="white"/>
              </a:solidFill>
              <a:latin typeface="Segoe Sans Display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A9A13-CFF1-D36F-13A3-967874123A78}"/>
              </a:ext>
            </a:extLst>
          </p:cNvPr>
          <p:cNvSpPr txBox="1"/>
          <p:nvPr userDrawn="1"/>
        </p:nvSpPr>
        <p:spPr>
          <a:xfrm>
            <a:off x="366445" y="4634929"/>
            <a:ext cx="1592486" cy="22974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l" defTabSz="582930">
              <a:defRPr/>
            </a:pPr>
            <a:r>
              <a:rPr lang="en-US" sz="893">
                <a:latin typeface="+mj-lt"/>
              </a:rPr>
              <a:t>Microsoft 365 Copilot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4975504"/>
            <a:ext cx="1992458" cy="274691"/>
          </a:xfrm>
        </p:spPr>
        <p:txBody>
          <a:bodyPr anchor="t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3062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pos="5616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3+ lines with eyebr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158157"/>
            <a:ext cx="3524164" cy="274691"/>
          </a:xfrm>
        </p:spPr>
        <p:txBody>
          <a:bodyPr wrap="square" rIns="0" anchor="t" anchorCtr="0">
            <a:spAutoFit/>
          </a:bodyPr>
          <a:lstStyle>
            <a:lvl1pPr>
              <a:lnSpc>
                <a:spcPct val="100000"/>
              </a:lnSpc>
              <a:defRPr sz="1785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BA670-3255-B519-B113-2AE45BA5B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469" y="3911262"/>
            <a:ext cx="3065442" cy="176651"/>
          </a:xfrm>
        </p:spPr>
        <p:txBody>
          <a:bodyPr anchor="b"/>
          <a:lstStyle>
            <a:lvl1pPr>
              <a:defRPr sz="1148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12801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6" name="Picture 5" descr="A close up of a glass object&#10;&#10;Description automatically generated">
            <a:extLst>
              <a:ext uri="{FF2B5EF4-FFF2-40B4-BE49-F238E27FC236}">
                <a16:creationId xmlns:a16="http://schemas.microsoft.com/office/drawing/2014/main" id="{721E07E1-FDEA-E098-17EA-259DC8625F11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5860" y="2340344"/>
            <a:ext cx="5440681" cy="5343759"/>
          </a:xfrm>
          <a:prstGeom prst="roundRect">
            <a:avLst>
              <a:gd name="adj" fmla="val 12880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4E1BCB-6588-0B8E-9627-FD6B4D7A00A4}"/>
              </a:ext>
            </a:extLst>
          </p:cNvPr>
          <p:cNvSpPr>
            <a:spLocks/>
          </p:cNvSpPr>
          <p:nvPr userDrawn="1"/>
        </p:nvSpPr>
        <p:spPr>
          <a:xfrm>
            <a:off x="1165860" y="2340344"/>
            <a:ext cx="5440681" cy="5343759"/>
          </a:xfrm>
          <a:prstGeom prst="roundRect">
            <a:avLst>
              <a:gd name="adj" fmla="val 12757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D4E2A7-BED1-DAE7-84FF-B449A467D5CB}"/>
              </a:ext>
            </a:extLst>
          </p:cNvPr>
          <p:cNvSpPr/>
          <p:nvPr userDrawn="1"/>
        </p:nvSpPr>
        <p:spPr>
          <a:xfrm>
            <a:off x="1478741" y="3539779"/>
            <a:ext cx="4814918" cy="2944888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BC5F7F6-3787-662E-0880-F9E0EACD25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6095" y="4908832"/>
            <a:ext cx="4524502" cy="274691"/>
          </a:xfrm>
        </p:spPr>
        <p:txBody>
          <a:bodyPr anchor="ctr" anchorCtr="0"/>
          <a:lstStyle>
            <a:lvl1pPr marL="0" indent="0" algn="l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Sans Display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897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1-2 lines with eyebr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557056"/>
            <a:ext cx="3524164" cy="274691"/>
          </a:xfrm>
        </p:spPr>
        <p:txBody>
          <a:bodyPr wrap="square" rIns="0" anchor="t" anchorCtr="0">
            <a:spAutoFit/>
          </a:bodyPr>
          <a:lstStyle>
            <a:lvl1pPr>
              <a:lnSpc>
                <a:spcPct val="100000"/>
              </a:lnSpc>
              <a:defRPr sz="1785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BA670-3255-B519-B113-2AE45BA5B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469" y="4310160"/>
            <a:ext cx="3065442" cy="176651"/>
          </a:xfrm>
        </p:spPr>
        <p:txBody>
          <a:bodyPr anchor="b"/>
          <a:lstStyle>
            <a:lvl1pPr>
              <a:defRPr sz="1148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37711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square Win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078397"/>
            <a:ext cx="2325558" cy="549381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Eyebrow placeholder">
            <a:extLst>
              <a:ext uri="{FF2B5EF4-FFF2-40B4-BE49-F238E27FC236}">
                <a16:creationId xmlns:a16="http://schemas.microsoft.com/office/drawing/2014/main" id="{C22EE292-45FF-74B6-ACAD-CA4A4A140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4826068"/>
            <a:ext cx="2028596" cy="176651"/>
          </a:xfrm>
        </p:spPr>
        <p:txBody>
          <a:bodyPr/>
          <a:lstStyle>
            <a:lvl1pPr marL="0" indent="0">
              <a:buNone/>
              <a:defRPr sz="1148">
                <a:solidFill>
                  <a:srgbClr val="5D5BD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-2"/>
          <a:stretch/>
        </p:blipFill>
        <p:spPr>
          <a:xfrm>
            <a:off x="3011805" y="0"/>
            <a:ext cx="4760595" cy="98162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1363582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 gradient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 r="61250"/>
          <a:stretch/>
        </p:blipFill>
        <p:spPr>
          <a:xfrm>
            <a:off x="1" y="0"/>
            <a:ext cx="3011805" cy="9816253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754510"/>
            <a:ext cx="2325558" cy="549381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916D0-3271-3180-703D-A618916FDF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88281" y="4473695"/>
            <a:ext cx="3841792" cy="1111010"/>
          </a:xfrm>
        </p:spPr>
        <p:txBody>
          <a:bodyPr anchor="ctr" anchorCtr="0"/>
          <a:lstStyle>
            <a:lvl2pPr>
              <a:spcBef>
                <a:spcPts val="1148"/>
              </a:spcBef>
              <a:defRPr sz="1020"/>
            </a:lvl2pPr>
            <a:lvl3pPr>
              <a:spcBef>
                <a:spcPts val="765"/>
              </a:spcBef>
              <a:defRPr sz="1020"/>
            </a:lvl3pPr>
            <a:lvl4pPr>
              <a:defRPr sz="1020"/>
            </a:lvl4pPr>
            <a:lvl5pPr>
              <a:defRPr sz="10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949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content w/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F873FA-F8B5-3094-F472-F4ECF93C8C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302472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7895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 lines subtitle content w/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889439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749449"/>
            <a:ext cx="3234361" cy="5493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F873FA-F8B5-3094-F472-F4ECF93C8C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984972"/>
            <a:ext cx="3234361" cy="221599"/>
          </a:xfrm>
        </p:spPr>
        <p:txBody>
          <a:bodyPr tIns="64008"/>
          <a:lstStyle>
            <a:lvl1pPr>
              <a:defRPr sz="102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961640"/>
            <a:ext cx="3234362" cy="58394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838006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Square Photo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EF5A5C43-7C76-6807-9619-2045D4156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012F5D-DBC1-8921-28A4-A564E69C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2684747" cy="5493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F682AC5-612F-0EE5-4FDA-A422726F1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2427" y="2605153"/>
            <a:ext cx="2678765" cy="954749"/>
          </a:xfrm>
        </p:spPr>
        <p:txBody>
          <a:bodyPr/>
          <a:lstStyle>
            <a:lvl1pPr>
              <a:defRPr sz="1148"/>
            </a:lvl1pPr>
            <a:lvl2pPr>
              <a:defRPr sz="1020"/>
            </a:lvl2pPr>
            <a:lvl3pPr>
              <a:defRPr sz="893"/>
            </a:lvl3pPr>
            <a:lvl4pPr>
              <a:defRPr sz="893"/>
            </a:lvl4pPr>
            <a:lvl5pPr>
              <a:defRPr sz="8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50285C0-813F-A744-BFD3-CF358EAC8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78160" y="0"/>
            <a:ext cx="4394240" cy="9816253"/>
          </a:xfrm>
          <a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algn="ctr">
              <a:defRPr lang="en-US" sz="893" b="1"/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87D68E-0E2A-B050-66EC-FBEC3EA140F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2668905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8" pos="3160">
          <p15:clr>
            <a:srgbClr val="A4A3A4"/>
          </p15:clr>
        </p15:guide>
        <p15:guide id="19" pos="3341">
          <p15:clr>
            <a:srgbClr val="A4A3A4"/>
          </p15:clr>
        </p15:guide>
        <p15:guide id="28" orient="horz" pos="905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3DB3A-52AD-5804-E6F5-4DE010B844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4227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1"/>
            <a:ext cx="7024307" cy="95474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04" indent="0">
              <a:buNone/>
              <a:defRPr/>
            </a:lvl2pPr>
            <a:lvl3pPr marL="291409" indent="0">
              <a:buNone/>
              <a:defRPr/>
            </a:lvl3pPr>
            <a:lvl4pPr marL="437113" indent="0">
              <a:buNone/>
              <a:defRPr/>
            </a:lvl4pPr>
            <a:lvl5pPr marL="58281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51496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2">
          <p15:clr>
            <a:srgbClr val="5ACBF0"/>
          </p15:clr>
        </p15:guide>
        <p15:guide id="2" orient="horz" pos="887">
          <p15:clr>
            <a:srgbClr val="5ACBF0"/>
          </p15:clr>
        </p15:guide>
        <p15:guide id="4" orient="horz" pos="1247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5D25-8D93-1882-B375-8C6D3010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240017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Bar Window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ribbon&#10;&#10;Description automatically generated">
            <a:extLst>
              <a:ext uri="{FF2B5EF4-FFF2-40B4-BE49-F238E27FC236}">
                <a16:creationId xmlns:a16="http://schemas.microsoft.com/office/drawing/2014/main" id="{7D58299E-9AC2-FCD6-ED21-D29674FD1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3886200" cy="10058400"/>
          </a:xfrm>
          <a:prstGeom prst="rect">
            <a:avLst/>
          </a:prstGeom>
        </p:spPr>
      </p:pic>
      <p:pic>
        <p:nvPicPr>
          <p:cNvPr id="10" name="Background blur crop" descr="A close-up of a ribbon&#10;&#10;Description automatically generated">
            <a:extLst>
              <a:ext uri="{FF2B5EF4-FFF2-40B4-BE49-F238E27FC236}">
                <a16:creationId xmlns:a16="http://schemas.microsoft.com/office/drawing/2014/main" id="{735CCDD1-6D25-F844-4FE0-E4D2BFE30A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1005" y="3548380"/>
            <a:ext cx="3123129" cy="2961640"/>
          </a:xfrm>
          <a:prstGeom prst="roundRect">
            <a:avLst>
              <a:gd name="adj" fmla="val 8491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AE7281-C62E-0DB0-56E2-6CFEC213AC04}"/>
              </a:ext>
            </a:extLst>
          </p:cNvPr>
          <p:cNvSpPr/>
          <p:nvPr userDrawn="1"/>
        </p:nvSpPr>
        <p:spPr>
          <a:xfrm>
            <a:off x="315754" y="3371427"/>
            <a:ext cx="3333632" cy="3312863"/>
          </a:xfrm>
          <a:prstGeom prst="roundRect">
            <a:avLst>
              <a:gd name="adj" fmla="val 8434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84155-66BC-DAC5-5E10-46E1D44CF33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137BAB-C03C-A736-8E50-9B7D49E3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71" y="4559696"/>
            <a:ext cx="2995613" cy="939014"/>
          </a:xfrm>
          <a:prstGeom prst="roundRect">
            <a:avLst>
              <a:gd name="adj" fmla="val 15039"/>
            </a:avLst>
          </a:prstGeom>
          <a:solidFill>
            <a:schemeClr val="bg1"/>
          </a:solidFill>
        </p:spPr>
        <p:txBody>
          <a:bodyPr lIns="182880" tIns="182880" rIns="182880" bIns="182880" anchor="ctr" anchorCtr="0"/>
          <a:lstStyle>
            <a:lvl1pPr>
              <a:lnSpc>
                <a:spcPct val="90000"/>
              </a:lnSpc>
              <a:defRPr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96000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13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D37B89-BBEE-1D6D-0CB4-2887DAE55BF8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022A6913-32FA-3175-2B8B-B7DFEEB209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35B21F-3F76-3A2A-3F90-8BF863B82BCA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601737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So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BC5F7F6-3787-662E-0880-F9E0EACD25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9509" y="4870256"/>
            <a:ext cx="3691163" cy="274691"/>
          </a:xfrm>
        </p:spPr>
        <p:txBody>
          <a:bodyPr anchor="ctr" anchorCtr="0"/>
          <a:lstStyle>
            <a:lvl1pPr marL="0" indent="0" algn="l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324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3DB3A-52AD-5804-E6F5-4DE010B844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4" y="746763"/>
            <a:ext cx="6703695" cy="274691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87229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88A8B-7381-2287-CF94-E2B0F2018A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4" y="746762"/>
            <a:ext cx="6703695" cy="274691"/>
          </a:xfrm>
        </p:spPr>
        <p:txBody>
          <a:bodyPr lIns="0" tIns="0" rIns="0" bIns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7411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77DBA8-8C7E-FD96-362D-3ED0D33369AE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3" name="Picture 2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83EB57F5-A352-975C-9B11-90D5F4E7A17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0C2A6CC-1176-D894-9ACE-8C8D2DF94B5A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1"/>
            <a:ext cx="7024307" cy="95474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04" indent="0">
              <a:buNone/>
              <a:defRPr/>
            </a:lvl2pPr>
            <a:lvl3pPr marL="291409" indent="0">
              <a:buNone/>
              <a:defRPr/>
            </a:lvl3pPr>
            <a:lvl4pPr marL="437113" indent="0">
              <a:buNone/>
              <a:defRPr/>
            </a:lvl4pPr>
            <a:lvl5pPr marL="58281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7752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2">
          <p15:clr>
            <a:srgbClr val="5ACBF0"/>
          </p15:clr>
        </p15:guide>
        <p15:guide id="2" orient="horz" pos="887">
          <p15:clr>
            <a:srgbClr val="5ACBF0"/>
          </p15:clr>
        </p15:guide>
        <p15:guide id="4" orient="horz" pos="1247">
          <p15:clr>
            <a:srgbClr val="5ACBF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 square Win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7B86C3-3070-C5B9-78CF-8959A6F56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H="1">
            <a:off x="2737558" y="0"/>
            <a:ext cx="5034842" cy="10058400"/>
          </a:xfrm>
          <a:prstGeom prst="rect">
            <a:avLst/>
          </a:prstGeom>
          <a:solidFill>
            <a:srgbClr val="5D5B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9445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3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078397"/>
            <a:ext cx="2030045" cy="549381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Eyebrow placeholder">
            <a:extLst>
              <a:ext uri="{FF2B5EF4-FFF2-40B4-BE49-F238E27FC236}">
                <a16:creationId xmlns:a16="http://schemas.microsoft.com/office/drawing/2014/main" id="{C22EE292-45FF-74B6-ACAD-CA4A4A140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4826068"/>
            <a:ext cx="2028596" cy="176651"/>
          </a:xfrm>
        </p:spPr>
        <p:txBody>
          <a:bodyPr/>
          <a:lstStyle>
            <a:lvl1pPr marL="0" indent="0">
              <a:buNone/>
              <a:defRPr sz="1148">
                <a:solidFill>
                  <a:srgbClr val="5D5BD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7558" y="0"/>
            <a:ext cx="5034842" cy="98162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9529050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9B8D5D-8099-AA72-3D38-457B1AD8BB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28718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0C8AED29-A2C9-D869-28FB-33C34244E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3531768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732" y="746763"/>
            <a:ext cx="3699987" cy="274691"/>
          </a:xfrm>
        </p:spPr>
        <p:txBody>
          <a:bodyPr/>
          <a:lstStyle>
            <a:lvl1pPr>
              <a:defRPr sz="1785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797141" y="2105396"/>
            <a:ext cx="3699987" cy="903517"/>
          </a:xfrm>
        </p:spPr>
        <p:txBody>
          <a:bodyPr/>
          <a:lstStyle>
            <a:lvl1pPr>
              <a:defRPr sz="1275">
                <a:solidFill>
                  <a:srgbClr val="000000"/>
                </a:solidFill>
                <a:latin typeface="+mn-lt"/>
              </a:defRPr>
            </a:lvl1pPr>
            <a:lvl2pPr>
              <a:defRPr sz="1020">
                <a:solidFill>
                  <a:srgbClr val="000000"/>
                </a:solidFill>
              </a:defRPr>
            </a:lvl2pPr>
            <a:lvl3pPr>
              <a:defRPr sz="893">
                <a:solidFill>
                  <a:srgbClr val="000000"/>
                </a:solidFill>
              </a:defRPr>
            </a:lvl3pPr>
            <a:lvl4pPr>
              <a:defRPr sz="765">
                <a:solidFill>
                  <a:srgbClr val="000000"/>
                </a:solidFill>
              </a:defRPr>
            </a:lvl4pPr>
            <a:lvl5pPr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5656356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2352282"/>
            <a:ext cx="7379153" cy="592860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3047838"/>
            <a:ext cx="2028542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7014" y="3047838"/>
            <a:ext cx="4623971" cy="5165135"/>
          </a:xfrm>
        </p:spPr>
        <p:txBody>
          <a:bodyPr anchor="t">
            <a:noAutofit/>
          </a:bodyPr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776009" y="2961640"/>
            <a:ext cx="4624976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961640"/>
            <a:ext cx="2028596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9360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glass&#10;&#10;Description automatically generated">
            <a:extLst>
              <a:ext uri="{FF2B5EF4-FFF2-40B4-BE49-F238E27FC236}">
                <a16:creationId xmlns:a16="http://schemas.microsoft.com/office/drawing/2014/main" id="{E4A7D264-6542-222D-A85C-1DDE77B0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Title 15">
            <a:extLst>
              <a:ext uri="{FF2B5EF4-FFF2-40B4-BE49-F238E27FC236}">
                <a16:creationId xmlns:a16="http://schemas.microsoft.com/office/drawing/2014/main" id="{8B6C65E9-0C68-FA0C-B271-01384C3B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7" y="5044094"/>
            <a:ext cx="4232141" cy="392415"/>
          </a:xfrm>
        </p:spPr>
        <p:txBody>
          <a:bodyPr anchor="b" anchorCtr="0"/>
          <a:lstStyle>
            <a:lvl1pPr>
              <a:defRPr kumimoji="0" lang="en-US" sz="2550" b="0" i="0" u="none" strike="noStrike" kern="1200" cap="none" spc="-32" normalizeH="0" baseline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5946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F3FBF97E-9A9C-9D5C-3946-69F9588A6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7" y="5641288"/>
            <a:ext cx="4232142" cy="255134"/>
          </a:xfrm>
        </p:spPr>
        <p:txBody>
          <a:bodyPr/>
          <a:lstStyle>
            <a:lvl1pPr marL="0" indent="0">
              <a:buNone/>
              <a:defRPr sz="1658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910C16B4-5053-1D97-9604-ECF21C7E08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80602" y="413174"/>
            <a:ext cx="1555594" cy="132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09815"/>
      </p:ext>
    </p:extLst>
  </p:cSld>
  <p:clrMapOvr>
    <a:masterClrMapping/>
  </p:clrMapOvr>
  <p:transition>
    <p:fade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glass&#10;&#10;Description automatically generated">
            <a:extLst>
              <a:ext uri="{FF2B5EF4-FFF2-40B4-BE49-F238E27FC236}">
                <a16:creationId xmlns:a16="http://schemas.microsoft.com/office/drawing/2014/main" id="{E4A7D264-6542-222D-A85C-1DDE77B0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8" name="Picture 7" descr="Microsoft 365 logo">
            <a:extLst>
              <a:ext uri="{FF2B5EF4-FFF2-40B4-BE49-F238E27FC236}">
                <a16:creationId xmlns:a16="http://schemas.microsoft.com/office/drawing/2014/main" id="{5D219040-D069-EB51-9BC1-CB528F978A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511" y="948589"/>
            <a:ext cx="1091375" cy="619516"/>
          </a:xfrm>
          <a:prstGeom prst="rect">
            <a:avLst/>
          </a:prstGeom>
          <a:ln w="18256" cap="flat">
            <a:noFill/>
            <a:prstDash val="solid"/>
            <a:miter/>
          </a:ln>
          <a:effectLst>
            <a:glow rad="1905000">
              <a:schemeClr val="bg1">
                <a:alpha val="48000"/>
              </a:schemeClr>
            </a:glow>
          </a:effectLst>
        </p:spPr>
      </p:pic>
      <p:sp>
        <p:nvSpPr>
          <p:cNvPr id="2" name="Title 15">
            <a:extLst>
              <a:ext uri="{FF2B5EF4-FFF2-40B4-BE49-F238E27FC236}">
                <a16:creationId xmlns:a16="http://schemas.microsoft.com/office/drawing/2014/main" id="{1F4A8530-B89C-88B2-9BF1-34CC2A975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26" y="4123747"/>
            <a:ext cx="4898231" cy="274691"/>
          </a:xfr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6"/>
                    </a:gs>
                  </a:gsLst>
                  <a:lin ang="16200000" scaled="1"/>
                  <a:tileRect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E76921E-13E1-55F5-E255-F9D4FDA2F1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4859" y="5641288"/>
            <a:ext cx="4349710" cy="17665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2143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72428" y="4398041"/>
            <a:ext cx="5829300" cy="78483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2550" spc="-32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2428" y="5811521"/>
            <a:ext cx="5829300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6" name="Picture 15" descr="A logo of a company&#10;&#10;Description automatically generated">
            <a:extLst>
              <a:ext uri="{FF2B5EF4-FFF2-40B4-BE49-F238E27FC236}">
                <a16:creationId xmlns:a16="http://schemas.microsoft.com/office/drawing/2014/main" id="{DD0AF0F7-CB9D-430F-0371-DEAB62BB5B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448" t="32535" r="14401" b="28160"/>
          <a:stretch/>
        </p:blipFill>
        <p:spPr>
          <a:xfrm>
            <a:off x="364331" y="853568"/>
            <a:ext cx="927424" cy="50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06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1"/>
            <a:ext cx="7024307" cy="274691"/>
          </a:xfrm>
        </p:spPr>
        <p:txBody>
          <a:bodyPr/>
          <a:lstStyle>
            <a:lvl1pPr>
              <a:defRPr sz="1785" b="1" i="0"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79920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8486" y="3057103"/>
            <a:ext cx="3327559" cy="101354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37198" indent="-8703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2"/>
            <a:ext cx="3327559" cy="23544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53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057103"/>
            <a:ext cx="3327559" cy="101354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25053" indent="-9715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2"/>
            <a:ext cx="3327559" cy="23544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53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234FC4D5-DD95-271F-83C3-A4DBBDBB6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1"/>
            <a:ext cx="7024307" cy="274691"/>
          </a:xfrm>
        </p:spPr>
        <p:txBody>
          <a:bodyPr/>
          <a:lstStyle>
            <a:lvl1pPr>
              <a:defRPr sz="1785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44487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Lin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B973DD2-1476-E74C-99DF-240F2E50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939479"/>
            <a:ext cx="7024307" cy="274691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17710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s Dark - Flexi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128DE6-1999-48A7-B346-A9684E7C6B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585" y="701697"/>
            <a:ext cx="7024509" cy="549381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US" sz="2295" b="0" kern="1200" cap="none" spc="-32" baseline="0" smtClean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  <a:lvl2pPr marL="0" indent="0">
              <a:spcBef>
                <a:spcPts val="0"/>
              </a:spcBef>
              <a:buNone/>
              <a:defRPr lang="en-US" sz="1275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3A43672B-8E20-4558-9677-6CF28C0699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6940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FB9E4768-7E5D-44DC-A376-935B1C7C9F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1557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A7B18E8-AABF-42B2-A056-BEB2E738E6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33138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30905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71.xml"/><Relationship Id="rId42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7.xml"/><Relationship Id="rId63" Type="http://schemas.openxmlformats.org/officeDocument/2006/relationships/slideLayout" Target="../slideLayouts/slideLayout113.xml"/><Relationship Id="rId68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7.xml"/><Relationship Id="rId53" Type="http://schemas.openxmlformats.org/officeDocument/2006/relationships/slideLayout" Target="../slideLayouts/slideLayout103.xml"/><Relationship Id="rId58" Type="http://schemas.openxmlformats.org/officeDocument/2006/relationships/slideLayout" Target="../slideLayouts/slideLayout108.xml"/><Relationship Id="rId74" Type="http://schemas.openxmlformats.org/officeDocument/2006/relationships/slideLayout" Target="../slideLayouts/slideLayout124.xml"/><Relationship Id="rId79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55.xml"/><Relationship Id="rId61" Type="http://schemas.openxmlformats.org/officeDocument/2006/relationships/slideLayout" Target="../slideLayouts/slideLayout111.xml"/><Relationship Id="rId1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5.xml"/><Relationship Id="rId43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8.xml"/><Relationship Id="rId56" Type="http://schemas.openxmlformats.org/officeDocument/2006/relationships/slideLayout" Target="../slideLayouts/slideLayout106.xml"/><Relationship Id="rId64" Type="http://schemas.openxmlformats.org/officeDocument/2006/relationships/slideLayout" Target="../slideLayouts/slideLayout114.xml"/><Relationship Id="rId69" Type="http://schemas.openxmlformats.org/officeDocument/2006/relationships/slideLayout" Target="../slideLayouts/slideLayout119.xml"/><Relationship Id="rId77" Type="http://schemas.openxmlformats.org/officeDocument/2006/relationships/slideLayout" Target="../slideLayouts/slideLayout127.xml"/><Relationship Id="rId8" Type="http://schemas.openxmlformats.org/officeDocument/2006/relationships/slideLayout" Target="../slideLayouts/slideLayout58.xml"/><Relationship Id="rId51" Type="http://schemas.openxmlformats.org/officeDocument/2006/relationships/slideLayout" Target="../slideLayouts/slideLayout101.xml"/><Relationship Id="rId72" Type="http://schemas.openxmlformats.org/officeDocument/2006/relationships/slideLayout" Target="../slideLayouts/slideLayout122.xml"/><Relationship Id="rId80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96.xml"/><Relationship Id="rId59" Type="http://schemas.openxmlformats.org/officeDocument/2006/relationships/slideLayout" Target="../slideLayouts/slideLayout109.xml"/><Relationship Id="rId67" Type="http://schemas.openxmlformats.org/officeDocument/2006/relationships/slideLayout" Target="../slideLayouts/slideLayout117.xml"/><Relationship Id="rId2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91.xml"/><Relationship Id="rId54" Type="http://schemas.openxmlformats.org/officeDocument/2006/relationships/slideLayout" Target="../slideLayouts/slideLayout104.xml"/><Relationship Id="rId62" Type="http://schemas.openxmlformats.org/officeDocument/2006/relationships/slideLayout" Target="../slideLayouts/slideLayout112.xml"/><Relationship Id="rId70" Type="http://schemas.openxmlformats.org/officeDocument/2006/relationships/slideLayout" Target="../slideLayouts/slideLayout120.xml"/><Relationship Id="rId75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99.xml"/><Relationship Id="rId57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94.xml"/><Relationship Id="rId52" Type="http://schemas.openxmlformats.org/officeDocument/2006/relationships/slideLayout" Target="../slideLayouts/slideLayout102.xml"/><Relationship Id="rId60" Type="http://schemas.openxmlformats.org/officeDocument/2006/relationships/slideLayout" Target="../slideLayouts/slideLayout110.xml"/><Relationship Id="rId65" Type="http://schemas.openxmlformats.org/officeDocument/2006/relationships/slideLayout" Target="../slideLayouts/slideLayout115.xml"/><Relationship Id="rId73" Type="http://schemas.openxmlformats.org/officeDocument/2006/relationships/slideLayout" Target="../slideLayouts/slideLayout123.xml"/><Relationship Id="rId78" Type="http://schemas.openxmlformats.org/officeDocument/2006/relationships/slideLayout" Target="../slideLayouts/slideLayout128.xml"/><Relationship Id="rId81" Type="http://schemas.openxmlformats.org/officeDocument/2006/relationships/theme" Target="../theme/theme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9.xml"/><Relationship Id="rId34" Type="http://schemas.openxmlformats.org/officeDocument/2006/relationships/slideLayout" Target="../slideLayouts/slideLayout84.xml"/><Relationship Id="rId50" Type="http://schemas.openxmlformats.org/officeDocument/2006/relationships/slideLayout" Target="../slideLayouts/slideLayout100.xml"/><Relationship Id="rId55" Type="http://schemas.openxmlformats.org/officeDocument/2006/relationships/slideLayout" Target="../slideLayouts/slideLayout105.xml"/><Relationship Id="rId76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57.xml"/><Relationship Id="rId71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74.xml"/><Relationship Id="rId40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5.xml"/><Relationship Id="rId66" Type="http://schemas.openxmlformats.org/officeDocument/2006/relationships/slideLayout" Target="../slideLayouts/slideLayout1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31EC52-4DBF-75D2-D4EC-CD790402A4A9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0" y="-13334"/>
            <a:ext cx="7772400" cy="1007173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72427" y="2105405"/>
            <a:ext cx="7024307" cy="10283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 rot="5400000">
            <a:off x="3219361" y="4592003"/>
            <a:ext cx="10058400" cy="87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7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2295" b="0" kern="1200" cap="none" spc="-32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45733" marR="0" indent="-145733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785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91465" marR="0" indent="-145733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75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418981" marR="0" indent="-127516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2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5373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652760" marR="0" indent="-10727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6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646">
          <p15:clr>
            <a:srgbClr val="F26B43"/>
          </p15:clr>
        </p15:guide>
        <p15:guide id="2" pos="1561">
          <p15:clr>
            <a:srgbClr val="F26B43"/>
          </p15:clr>
        </p15:guide>
        <p15:guide id="3" pos="184">
          <p15:clr>
            <a:srgbClr val="F26B43"/>
          </p15:clr>
        </p15:guide>
        <p15:guide id="4" pos="2938">
          <p15:clr>
            <a:srgbClr val="F26B43"/>
          </p15:clr>
        </p15:guide>
        <p15:guide id="5" pos="1988">
          <p15:clr>
            <a:srgbClr val="5ACBF0"/>
          </p15:clr>
        </p15:guide>
        <p15:guide id="6" pos="2081">
          <p15:clr>
            <a:srgbClr val="5ACBF0"/>
          </p15:clr>
        </p15:guide>
        <p15:guide id="7" pos="1039">
          <p15:clr>
            <a:srgbClr val="5ACBF0"/>
          </p15:clr>
        </p15:guide>
        <p15:guide id="8" pos="1132">
          <p15:clr>
            <a:srgbClr val="5ACBF0"/>
          </p15:clr>
        </p15:guide>
        <p15:guide id="9" pos="1607">
          <p15:clr>
            <a:srgbClr val="C35EA4"/>
          </p15:clr>
        </p15:guide>
        <p15:guide id="10" pos="1515">
          <p15:clr>
            <a:srgbClr val="C35EA4"/>
          </p15:clr>
        </p15:guide>
        <p15:guide id="11" orient="horz" pos="422">
          <p15:clr>
            <a:srgbClr val="F26B43"/>
          </p15:clr>
        </p15:guide>
        <p15:guide id="12" orient="horz" pos="887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84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1" r:id="rId43"/>
    <p:sldLayoutId id="2147483772" r:id="rId44"/>
    <p:sldLayoutId id="2147483773" r:id="rId45"/>
    <p:sldLayoutId id="2147483774" r:id="rId46"/>
    <p:sldLayoutId id="2147483775" r:id="rId47"/>
    <p:sldLayoutId id="2147483776" r:id="rId48"/>
    <p:sldLayoutId id="2147483777" r:id="rId49"/>
    <p:sldLayoutId id="2147483778" r:id="rId50"/>
    <p:sldLayoutId id="2147483779" r:id="rId51"/>
    <p:sldLayoutId id="2147483780" r:id="rId52"/>
    <p:sldLayoutId id="2147483781" r:id="rId53"/>
    <p:sldLayoutId id="2147483782" r:id="rId54"/>
    <p:sldLayoutId id="2147483783" r:id="rId55"/>
    <p:sldLayoutId id="2147483784" r:id="rId56"/>
    <p:sldLayoutId id="2147483785" r:id="rId57"/>
    <p:sldLayoutId id="2147483786" r:id="rId58"/>
    <p:sldLayoutId id="2147483787" r:id="rId59"/>
    <p:sldLayoutId id="2147483788" r:id="rId60"/>
    <p:sldLayoutId id="2147483789" r:id="rId61"/>
    <p:sldLayoutId id="2147483790" r:id="rId62"/>
    <p:sldLayoutId id="2147483791" r:id="rId63"/>
    <p:sldLayoutId id="2147483792" r:id="rId64"/>
    <p:sldLayoutId id="2147483793" r:id="rId65"/>
    <p:sldLayoutId id="2147483794" r:id="rId66"/>
    <p:sldLayoutId id="2147483795" r:id="rId67"/>
    <p:sldLayoutId id="2147483796" r:id="rId68"/>
    <p:sldLayoutId id="2147483797" r:id="rId69"/>
    <p:sldLayoutId id="2147483798" r:id="rId70"/>
    <p:sldLayoutId id="2147483799" r:id="rId71"/>
    <p:sldLayoutId id="2147483800" r:id="rId72"/>
    <p:sldLayoutId id="2147483801" r:id="rId73"/>
    <p:sldLayoutId id="2147483802" r:id="rId74"/>
    <p:sldLayoutId id="2147483803" r:id="rId75"/>
    <p:sldLayoutId id="2147483804" r:id="rId76"/>
    <p:sldLayoutId id="2147483805" r:id="rId77"/>
    <p:sldLayoutId id="2147483806" r:id="rId78"/>
    <p:sldLayoutId id="2147483807" r:id="rId79"/>
    <p:sldLayoutId id="2147483808" r:id="rId80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540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13" Type="http://schemas.openxmlformats.org/officeDocument/2006/relationships/image" Target="../media/image82.svg"/><Relationship Id="rId18" Type="http://schemas.openxmlformats.org/officeDocument/2006/relationships/image" Target="../media/image87.png"/><Relationship Id="rId26" Type="http://schemas.openxmlformats.org/officeDocument/2006/relationships/image" Target="../media/image95.svg"/><Relationship Id="rId3" Type="http://schemas.openxmlformats.org/officeDocument/2006/relationships/image" Target="../media/image72.png"/><Relationship Id="rId21" Type="http://schemas.openxmlformats.org/officeDocument/2006/relationships/image" Target="../media/image90.sv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svg"/><Relationship Id="rId25" Type="http://schemas.openxmlformats.org/officeDocument/2006/relationships/image" Target="../media/image94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29" Type="http://schemas.openxmlformats.org/officeDocument/2006/relationships/image" Target="../media/image98.png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75.svg"/><Relationship Id="rId11" Type="http://schemas.openxmlformats.org/officeDocument/2006/relationships/image" Target="../media/image80.svg"/><Relationship Id="rId24" Type="http://schemas.openxmlformats.org/officeDocument/2006/relationships/image" Target="../media/image93.png"/><Relationship Id="rId5" Type="http://schemas.openxmlformats.org/officeDocument/2006/relationships/image" Target="../media/image74.png"/><Relationship Id="rId15" Type="http://schemas.openxmlformats.org/officeDocument/2006/relationships/image" Target="../media/image84.svg"/><Relationship Id="rId23" Type="http://schemas.openxmlformats.org/officeDocument/2006/relationships/image" Target="../media/image92.svg"/><Relationship Id="rId28" Type="http://schemas.openxmlformats.org/officeDocument/2006/relationships/image" Target="../media/image97.png"/><Relationship Id="rId10" Type="http://schemas.openxmlformats.org/officeDocument/2006/relationships/image" Target="../media/image79.png"/><Relationship Id="rId19" Type="http://schemas.openxmlformats.org/officeDocument/2006/relationships/image" Target="../media/image88.svg"/><Relationship Id="rId4" Type="http://schemas.openxmlformats.org/officeDocument/2006/relationships/image" Target="../media/image73.sv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6">
                <a:lumMod val="20000"/>
                <a:lumOff val="80000"/>
              </a:schemeClr>
            </a:gs>
            <a:gs pos="0">
              <a:schemeClr val="tx2">
                <a:lumMod val="10000"/>
                <a:lumOff val="9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2A78E-01DA-42E1-543D-58517A9F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C83FE0-A0B2-0F76-505D-8429B5F76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0" y="2563311"/>
            <a:ext cx="7772401" cy="8590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2" descr="Copilot in M365 Apps">
            <a:extLst>
              <a:ext uri="{FF2B5EF4-FFF2-40B4-BE49-F238E27FC236}">
                <a16:creationId xmlns:a16="http://schemas.microsoft.com/office/drawing/2014/main" id="{2E331A5B-2AE8-68D9-4DAE-3933D5046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069" y="448088"/>
            <a:ext cx="4052681" cy="211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6" name="Text Placeholder 8">
            <a:extLst>
              <a:ext uri="{FF2B5EF4-FFF2-40B4-BE49-F238E27FC236}">
                <a16:creationId xmlns:a16="http://schemas.microsoft.com/office/drawing/2014/main" id="{84092B24-A6C8-1C03-C3EA-C9BD00D01978}"/>
              </a:ext>
            </a:extLst>
          </p:cNvPr>
          <p:cNvSpPr txBox="1">
            <a:spLocks/>
          </p:cNvSpPr>
          <p:nvPr/>
        </p:nvSpPr>
        <p:spPr>
          <a:xfrm>
            <a:off x="152007" y="2575446"/>
            <a:ext cx="7400123" cy="784830"/>
          </a:xfrm>
          <a:prstGeom prst="rect">
            <a:avLst/>
          </a:prstGeom>
        </p:spPr>
        <p:txBody>
          <a:bodyPr vert="horz" wrap="square" lIns="0" tIns="91440" rIns="0" bIns="0" numCol="1" spcCol="228600" rtlCol="0" anchor="t" anchorCtr="0">
            <a:spAutoFit/>
          </a:bodyPr>
          <a:lstStyle>
            <a:lvl1pPr marL="0" indent="0" algn="l" defTabSz="77724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" indent="-118872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 defTabSz="529912">
              <a:defRPr/>
            </a:pP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Get more value with one, simplified solution.</a:t>
            </a:r>
          </a:p>
          <a:p>
            <a:pPr lvl="3" algn="ctr" defTabSz="529912">
              <a:defRPr/>
            </a:pPr>
            <a:r>
              <a:rPr lang="en-US" sz="1200" dirty="0">
                <a:solidFill>
                  <a:srgbClr val="091F2C"/>
                </a:solidFill>
                <a:ea typeface="+mn-lt"/>
                <a:cs typeface="Segoe Sans Display"/>
              </a:rPr>
              <a:t>All Microsoft 365 desktop apps and cloud services, now with</a:t>
            </a:r>
            <a:r>
              <a:rPr lang="en-US" sz="1200" dirty="0">
                <a:solidFill>
                  <a:srgbClr val="091F2C"/>
                </a:solidFill>
              </a:rPr>
              <a:t> built-in AI. </a:t>
            </a:r>
            <a:r>
              <a:rPr lang="en-US" sz="1200" dirty="0">
                <a:solidFill>
                  <a:srgbClr val="091F2C"/>
                </a:solidFill>
                <a:latin typeface="Segoe Sans Display"/>
              </a:rPr>
              <a:t>Save time and money by bringing together your productivity apps, AI and advanced security in one bundle. No need to manage separate tools.  </a:t>
            </a:r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6DF24C75-95E3-909A-F027-10A8B2DBB8DC}"/>
              </a:ext>
            </a:extLst>
          </p:cNvPr>
          <p:cNvSpPr txBox="1">
            <a:spLocks/>
          </p:cNvSpPr>
          <p:nvPr/>
        </p:nvSpPr>
        <p:spPr>
          <a:xfrm>
            <a:off x="297054" y="1103902"/>
            <a:ext cx="4394646" cy="132343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26462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73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32742">
              <a:lnSpc>
                <a:spcPct val="100000"/>
              </a:lnSpc>
              <a:defRPr/>
            </a:pPr>
            <a:r>
              <a:rPr lang="en-US" sz="28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Your plan just got </a:t>
            </a:r>
            <a:br>
              <a:rPr lang="en-US" sz="28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</a:br>
            <a:r>
              <a:rPr lang="en-US" sz="28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smarter with Copilot. </a:t>
            </a:r>
            <a:endParaRPr kumimoji="0" lang="en-US" sz="800" b="0" i="0" u="none" strike="noStrike" kern="1200" cap="none" spc="-50" normalizeH="0" baseline="0" noProof="0" dirty="0">
              <a:ln w="3175">
                <a:noFill/>
              </a:ln>
              <a:gradFill flip="none">
                <a:gsLst>
                  <a:gs pos="12000">
                    <a:srgbClr val="0078D4"/>
                  </a:gs>
                  <a:gs pos="100000">
                    <a:srgbClr val="C73ECC"/>
                  </a:gs>
                </a:gsLst>
                <a:lin ang="0" scaled="1"/>
                <a:tileRect/>
              </a:gradFill>
              <a:effectLst/>
              <a:uLnTx/>
              <a:uFillTx/>
              <a:latin typeface="Segoe Sans Display Semibold"/>
              <a:ea typeface="+mj-ea"/>
              <a:cs typeface="Segoe Sans Display Semibold"/>
            </a:endParaRPr>
          </a:p>
          <a:p>
            <a:pPr algn="l" defTabSz="932742">
              <a:lnSpc>
                <a:spcPct val="100000"/>
              </a:lnSpc>
              <a:defRPr/>
            </a:pPr>
            <a:r>
              <a:rPr lang="en-US" sz="2400" dirty="0"/>
              <a:t>AI built for work. </a:t>
            </a:r>
            <a:endParaRPr lang="en-US" sz="2000" dirty="0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B6C5D9C3-9F22-69A7-4987-E954AC268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2977001" y="5253775"/>
            <a:ext cx="1818399" cy="7772398"/>
          </a:xfrm>
          <a:custGeom>
            <a:avLst/>
            <a:gdLst>
              <a:gd name="connsiteX0" fmla="*/ 0 w 7924800"/>
              <a:gd name="connsiteY0" fmla="*/ 0 h 10277475"/>
              <a:gd name="connsiteX1" fmla="*/ 7924800 w 7924800"/>
              <a:gd name="connsiteY1" fmla="*/ 0 h 10277475"/>
              <a:gd name="connsiteX2" fmla="*/ 7924800 w 7924800"/>
              <a:gd name="connsiteY2" fmla="*/ 10277475 h 10277475"/>
              <a:gd name="connsiteX3" fmla="*/ 0 w 7924800"/>
              <a:gd name="connsiteY3" fmla="*/ 10277475 h 10277475"/>
              <a:gd name="connsiteX4" fmla="*/ 0 w 7924800"/>
              <a:gd name="connsiteY4" fmla="*/ 0 h 10277475"/>
              <a:gd name="connsiteX0" fmla="*/ 0 w 7924800"/>
              <a:gd name="connsiteY0" fmla="*/ 0 h 10291762"/>
              <a:gd name="connsiteX1" fmla="*/ 7924800 w 7924800"/>
              <a:gd name="connsiteY1" fmla="*/ 0 h 10291762"/>
              <a:gd name="connsiteX2" fmla="*/ 7924800 w 7924800"/>
              <a:gd name="connsiteY2" fmla="*/ 10277475 h 10291762"/>
              <a:gd name="connsiteX3" fmla="*/ 500063 w 7924800"/>
              <a:gd name="connsiteY3" fmla="*/ 10291762 h 10291762"/>
              <a:gd name="connsiteX4" fmla="*/ 0 w 7924800"/>
              <a:gd name="connsiteY4" fmla="*/ 0 h 10291762"/>
              <a:gd name="connsiteX0" fmla="*/ 29273 w 7954073"/>
              <a:gd name="connsiteY0" fmla="*/ 0 h 10291762"/>
              <a:gd name="connsiteX1" fmla="*/ 7954073 w 7954073"/>
              <a:gd name="connsiteY1" fmla="*/ 0 h 10291762"/>
              <a:gd name="connsiteX2" fmla="*/ 7954073 w 7954073"/>
              <a:gd name="connsiteY2" fmla="*/ 10277475 h 10291762"/>
              <a:gd name="connsiteX3" fmla="*/ 529336 w 7954073"/>
              <a:gd name="connsiteY3" fmla="*/ 10291762 h 10291762"/>
              <a:gd name="connsiteX4" fmla="*/ 29273 w 7954073"/>
              <a:gd name="connsiteY4" fmla="*/ 0 h 10291762"/>
              <a:gd name="connsiteX0" fmla="*/ 0 w 7924800"/>
              <a:gd name="connsiteY0" fmla="*/ 0 h 10291762"/>
              <a:gd name="connsiteX1" fmla="*/ 7924800 w 7924800"/>
              <a:gd name="connsiteY1" fmla="*/ 0 h 10291762"/>
              <a:gd name="connsiteX2" fmla="*/ 7924800 w 7924800"/>
              <a:gd name="connsiteY2" fmla="*/ 10277475 h 10291762"/>
              <a:gd name="connsiteX3" fmla="*/ 500063 w 7924800"/>
              <a:gd name="connsiteY3" fmla="*/ 10291762 h 10291762"/>
              <a:gd name="connsiteX4" fmla="*/ 0 w 7924800"/>
              <a:gd name="connsiteY4" fmla="*/ 0 h 10291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4800" h="10291762">
                <a:moveTo>
                  <a:pt x="0" y="0"/>
                </a:moveTo>
                <a:lnTo>
                  <a:pt x="7924800" y="0"/>
                </a:lnTo>
                <a:lnTo>
                  <a:pt x="7924800" y="10277475"/>
                </a:lnTo>
                <a:lnTo>
                  <a:pt x="500063" y="10291762"/>
                </a:lnTo>
                <a:cubicBezTo>
                  <a:pt x="-409575" y="6975475"/>
                  <a:pt x="1938338" y="3402012"/>
                  <a:pt x="0" y="0"/>
                </a:cubicBezTo>
                <a:close/>
              </a:path>
            </a:pathLst>
          </a:cu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16586" tIns="93269" rIns="116586" bIns="932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>
              <a:spcBef>
                <a:spcPct val="0"/>
              </a:spcBef>
              <a:spcAft>
                <a:spcPct val="0"/>
              </a:spcAft>
            </a:pPr>
            <a:endParaRPr lang="en-AU" sz="1400" b="1" kern="0">
              <a:solidFill>
                <a:srgbClr val="FFFFFF"/>
              </a:solidFill>
              <a:latin typeface="Segoe UI Semibold"/>
              <a:cs typeface="Segoe UI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6CB84-D85E-74E2-9D7F-590F7551AC53}"/>
              </a:ext>
            </a:extLst>
          </p:cNvPr>
          <p:cNvSpPr txBox="1"/>
          <p:nvPr/>
        </p:nvSpPr>
        <p:spPr>
          <a:xfrm>
            <a:off x="430528" y="8581578"/>
            <a:ext cx="3779063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2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Ready to get started?</a:t>
            </a:r>
          </a:p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2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Contact the </a:t>
            </a:r>
            <a:r>
              <a:rPr kumimoji="0" lang="en-GB" sz="1320" b="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&lt;Partner Name&gt; </a:t>
            </a:r>
            <a:r>
              <a:rPr kumimoji="0" lang="en-GB" sz="132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team.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D1E6E60-1198-C650-258D-803B6C323E89}"/>
              </a:ext>
            </a:extLst>
          </p:cNvPr>
          <p:cNvGrpSpPr/>
          <p:nvPr/>
        </p:nvGrpSpPr>
        <p:grpSpPr>
          <a:xfrm>
            <a:off x="534506" y="9185623"/>
            <a:ext cx="1850302" cy="244682"/>
            <a:chOff x="496508" y="8973327"/>
            <a:chExt cx="1682093" cy="22243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DF1EF9-28E6-68F2-B3D8-7BB4DC0EC0F5}"/>
                </a:ext>
              </a:extLst>
            </p:cNvPr>
            <p:cNvSpPr txBox="1"/>
            <p:nvPr/>
          </p:nvSpPr>
          <p:spPr>
            <a:xfrm>
              <a:off x="664200" y="8973327"/>
              <a:ext cx="1514401" cy="222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user.name@</a:t>
              </a:r>
              <a:r>
                <a:rPr kumimoji="0" lang="en-AU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company</a:t>
              </a: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.com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6FF95A93-D306-0A22-E9A1-62C609B13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6508" y="8974321"/>
              <a:ext cx="195136" cy="19513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81A66E-F1A2-84FE-FD62-557C64F6C4A7}"/>
              </a:ext>
            </a:extLst>
          </p:cNvPr>
          <p:cNvGrpSpPr/>
          <p:nvPr/>
        </p:nvGrpSpPr>
        <p:grpSpPr>
          <a:xfrm>
            <a:off x="2657824" y="9176762"/>
            <a:ext cx="1568356" cy="259496"/>
            <a:chOff x="496508" y="9282105"/>
            <a:chExt cx="1425778" cy="2359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370F916-96A2-3198-F57D-3911868A24A2}"/>
                </a:ext>
              </a:extLst>
            </p:cNvPr>
            <p:cNvSpPr txBox="1"/>
            <p:nvPr/>
          </p:nvSpPr>
          <p:spPr>
            <a:xfrm>
              <a:off x="660707" y="9295572"/>
              <a:ext cx="1261579" cy="222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company</a:t>
              </a: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.com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2395CC6C-037C-AAC3-DFAB-FD458C116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6508" y="9282105"/>
              <a:ext cx="195136" cy="19513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4C2541-B1B4-DCE7-17F3-F73A46E2DE62}"/>
              </a:ext>
            </a:extLst>
          </p:cNvPr>
          <p:cNvGrpSpPr/>
          <p:nvPr/>
        </p:nvGrpSpPr>
        <p:grpSpPr>
          <a:xfrm>
            <a:off x="4006929" y="9176762"/>
            <a:ext cx="1693775" cy="254928"/>
            <a:chOff x="4858222" y="9007317"/>
            <a:chExt cx="1539796" cy="231752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C16BD97-68ED-142B-1450-69390B494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58222" y="9007317"/>
              <a:ext cx="213098" cy="21309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96A9F3-37E9-59E8-5A4F-641A499F7DFB}"/>
                </a:ext>
              </a:extLst>
            </p:cNvPr>
            <p:cNvSpPr txBox="1"/>
            <p:nvPr/>
          </p:nvSpPr>
          <p:spPr>
            <a:xfrm>
              <a:off x="5042460" y="9016631"/>
              <a:ext cx="1355558" cy="222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linkedin.com/username</a:t>
              </a:r>
              <a:endParaRPr kumimoji="0" lang="en-FR" sz="99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pic>
        <p:nvPicPr>
          <p:cNvPr id="26" name="Picture 2">
            <a:extLst>
              <a:ext uri="{FF2B5EF4-FFF2-40B4-BE49-F238E27FC236}">
                <a16:creationId xmlns:a16="http://schemas.microsoft.com/office/drawing/2014/main" id="{1DD08F61-559B-8A20-7E77-2036015FA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046" y="9523824"/>
            <a:ext cx="1245077" cy="417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EC21F9D-3B4B-9C04-E13F-C8B94F64E167}"/>
              </a:ext>
            </a:extLst>
          </p:cNvPr>
          <p:cNvSpPr txBox="1"/>
          <p:nvPr/>
        </p:nvSpPr>
        <p:spPr>
          <a:xfrm>
            <a:off x="451725" y="9532203"/>
            <a:ext cx="5794058" cy="4032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  <a:t>© Microsoft 2025. All rights reserved.</a:t>
            </a:r>
          </a:p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  <a:t>MICROSOFT MAKES NO WARRANTIES, EXPRESS OR IMPLIED, IN THIS SUMMARY</a:t>
            </a:r>
            <a:endParaRPr kumimoji="0" lang="en-US" sz="6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8CCC73D-5485-91EB-204A-FCA6D3398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1725" y="6884950"/>
            <a:ext cx="6948398" cy="873917"/>
          </a:xfrm>
          <a:prstGeom prst="roundRect">
            <a:avLst>
              <a:gd name="adj" fmla="val 8949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ts val="1200"/>
              </a:spcAft>
            </a:pPr>
            <a:endParaRPr lang="en-US" sz="1600" spc="-50" dirty="0">
              <a:ln w="3175">
                <a:noFill/>
              </a:ln>
              <a:gradFill flip="none">
                <a:gsLst>
                  <a:gs pos="12000">
                    <a:srgbClr val="0078D4"/>
                  </a:gs>
                  <a:gs pos="100000">
                    <a:srgbClr val="C73ECC"/>
                  </a:gs>
                </a:gsLst>
                <a:lin ang="0" scaled="1"/>
                <a:tileRect/>
              </a:gradFill>
              <a:latin typeface="Segoe Sans Display Semibold"/>
              <a:ea typeface="+mj-ea"/>
              <a:cs typeface="Segoe Sans Display Semibold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FA019D-58B8-5B92-4B77-1DFE6FA984D3}"/>
              </a:ext>
            </a:extLst>
          </p:cNvPr>
          <p:cNvSpPr txBox="1">
            <a:spLocks/>
          </p:cNvSpPr>
          <p:nvPr/>
        </p:nvSpPr>
        <p:spPr>
          <a:xfrm>
            <a:off x="461493" y="7852594"/>
            <a:ext cx="6849373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lang="en-US" sz="800" b="1" dirty="0">
                <a:solidFill>
                  <a:prstClr val="black"/>
                </a:solidFill>
                <a:latin typeface="Segoe Sans Display"/>
                <a:ea typeface="Times New Roman" panose="02020603050405020304" pitchFamily="18" charset="0"/>
                <a:cs typeface="Times New Roman"/>
              </a:rPr>
              <a:t>Purchase requirements: </a:t>
            </a:r>
            <a:r>
              <a:rPr lang="en-US" sz="800" dirty="0">
                <a:solidFill>
                  <a:prstClr val="black"/>
                </a:solidFill>
                <a:latin typeface="Segoe Sans Display"/>
                <a:cs typeface="Times New Roman"/>
              </a:rPr>
              <a:t>Qualified purchase of 10 to 300 licenses required during the promotion period of December 1, 2025 – March 31, 2026.</a:t>
            </a:r>
            <a:endParaRPr lang="en-US" sz="10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33D6A5-88F0-4046-6D45-219FD5817310}"/>
              </a:ext>
            </a:extLst>
          </p:cNvPr>
          <p:cNvSpPr/>
          <p:nvPr/>
        </p:nvSpPr>
        <p:spPr>
          <a:xfrm>
            <a:off x="3043719" y="6791223"/>
            <a:ext cx="1944118" cy="238743"/>
          </a:xfrm>
          <a:prstGeom prst="roundRect">
            <a:avLst>
              <a:gd name="adj" fmla="val 50000"/>
            </a:avLst>
          </a:pr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16586" tIns="93269" rIns="116586" bIns="932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>
                <a:solidFill>
                  <a:srgbClr val="FFFFFF"/>
                </a:solidFill>
                <a:latin typeface="Segoe UI Semibold"/>
                <a:cs typeface="Segoe UI Semibold"/>
              </a:rPr>
              <a:t>Limited time offer!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16DE13-C985-566C-56D0-7B78BC2DEF6D}"/>
              </a:ext>
            </a:extLst>
          </p:cNvPr>
          <p:cNvSpPr txBox="1"/>
          <p:nvPr/>
        </p:nvSpPr>
        <p:spPr>
          <a:xfrm>
            <a:off x="308051" y="332384"/>
            <a:ext cx="1100942" cy="49244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txBody>
          <a:bodyPr wrap="none" lIns="137160" tIns="91440" rIns="137160" bIns="9144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+mn-cs"/>
              </a:rPr>
              <a:t>Insert Partner</a:t>
            </a:r>
            <a:b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+mn-cs"/>
              </a:rPr>
            </a:b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+mn-cs"/>
              </a:rPr>
              <a:t>Logo Here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88555F57-F848-4D84-B4FF-653A04A0366A}"/>
              </a:ext>
            </a:extLst>
          </p:cNvPr>
          <p:cNvSpPr txBox="1">
            <a:spLocks/>
          </p:cNvSpPr>
          <p:nvPr/>
        </p:nvSpPr>
        <p:spPr>
          <a:xfrm>
            <a:off x="530123" y="7077357"/>
            <a:ext cx="6809499" cy="5745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400"/>
              </a:spcBef>
              <a:defRPr/>
            </a:pPr>
            <a:r>
              <a:rPr lang="en-US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Your all-in-one AI solution for only $</a:t>
            </a:r>
            <a:r>
              <a:rPr lang="en-US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highlight>
                  <a:srgbClr val="FFFF00"/>
                </a:highlight>
                <a:latin typeface="Segoe Sans Display Semibold"/>
                <a:ea typeface="+mj-ea"/>
                <a:cs typeface="Segoe Sans Display Semibold"/>
              </a:rPr>
              <a:t>10</a:t>
            </a:r>
            <a:r>
              <a:rPr lang="en-US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 more per user/month</a:t>
            </a:r>
          </a:p>
          <a:p>
            <a:pPr algn="ctr">
              <a:spcBef>
                <a:spcPts val="4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Segoe Sans Display"/>
                <a:ea typeface="Times New Roman" panose="02020603050405020304" pitchFamily="18" charset="0"/>
                <a:cs typeface="Times New Roman"/>
              </a:rPr>
              <a:t>Microsoft 365 Business Premium + Copilot Business</a:t>
            </a: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Display"/>
              <a:ea typeface="Times New Roman" panose="02020603050405020304" pitchFamily="18" charset="0"/>
              <a:cs typeface="Times New Roman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069DCA9-2B21-591F-C6C1-E62F7B54AF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30123" y="3734129"/>
            <a:ext cx="3255963" cy="2356045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200"/>
              </a:spcAft>
              <a:defRPr/>
            </a:pPr>
            <a:r>
              <a:rPr lang="en-CA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Best-in-class productivity</a:t>
            </a:r>
          </a:p>
          <a:p>
            <a:pPr>
              <a:spcAft>
                <a:spcPts val="1200"/>
              </a:spcAft>
              <a:defRPr/>
            </a:pPr>
            <a:endParaRPr lang="en-CA" sz="1400" kern="0" dirty="0">
              <a:solidFill>
                <a:schemeClr val="accent5"/>
              </a:solidFill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0B7B672F-43DD-ECD0-7658-8DB1D1A3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9279" y="5957580"/>
            <a:ext cx="2737648" cy="487933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ea typeface="+mn-ea"/>
              <a:cs typeface="Segoe Sans Display"/>
            </a:endParaRPr>
          </a:p>
        </p:txBody>
      </p:sp>
      <p:sp>
        <p:nvSpPr>
          <p:cNvPr id="12" name="TextBox 1062">
            <a:extLst>
              <a:ext uri="{FF2B5EF4-FFF2-40B4-BE49-F238E27FC236}">
                <a16:creationId xmlns:a16="http://schemas.microsoft.com/office/drawing/2014/main" id="{1173712A-329B-FEE8-410E-043FD950B87E}"/>
              </a:ext>
            </a:extLst>
          </p:cNvPr>
          <p:cNvSpPr txBox="1"/>
          <p:nvPr/>
        </p:nvSpPr>
        <p:spPr>
          <a:xfrm>
            <a:off x="749156" y="5976618"/>
            <a:ext cx="2737647" cy="5693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cs typeface="Segoe Sans Text" pitchFamily="2" charset="0"/>
              </a:rPr>
              <a:t>Microsoft 365 Business Plan </a:t>
            </a:r>
            <a:br>
              <a:rPr lang="en-US" sz="1200" b="1" kern="0" dirty="0">
                <a:cs typeface="Segoe Sans Text" pitchFamily="2" charset="0"/>
              </a:rPr>
            </a:br>
            <a:r>
              <a:rPr lang="en-US" sz="1200" b="1" kern="0" dirty="0">
                <a:cs typeface="Segoe Sans Text" pitchFamily="2" charset="0"/>
              </a:rPr>
              <a:t>(Basic, Standard, Premium)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30000" noProof="0" dirty="0">
              <a:ln>
                <a:noFill/>
              </a:ln>
              <a:effectLst/>
              <a:uLnTx/>
              <a:uFillTx/>
              <a:cs typeface="Segoe Sans Display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DDB037-4C4E-BE2C-6F3C-96157A3DE43D}"/>
              </a:ext>
            </a:extLst>
          </p:cNvPr>
          <p:cNvSpPr txBox="1"/>
          <p:nvPr/>
        </p:nvSpPr>
        <p:spPr>
          <a:xfrm>
            <a:off x="1564477" y="5641160"/>
            <a:ext cx="118725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/>
              <a:t>+ more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D912AD-C419-6A61-9FFA-C34E3E77E6B0}"/>
              </a:ext>
            </a:extLst>
          </p:cNvPr>
          <p:cNvGrpSpPr/>
          <p:nvPr/>
        </p:nvGrpSpPr>
        <p:grpSpPr>
          <a:xfrm>
            <a:off x="901568" y="4366993"/>
            <a:ext cx="2536106" cy="1201793"/>
            <a:chOff x="789171" y="4536976"/>
            <a:chExt cx="2536106" cy="1201793"/>
          </a:xfrm>
        </p:grpSpPr>
        <p:pic>
          <p:nvPicPr>
            <p:cNvPr id="14" name="Graphic 13" descr="Outlook">
              <a:extLst>
                <a:ext uri="{FF2B5EF4-FFF2-40B4-BE49-F238E27FC236}">
                  <a16:creationId xmlns:a16="http://schemas.microsoft.com/office/drawing/2014/main" id="{9A5C5D61-8E8B-E4AB-1A93-534CB8F18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09093" y="5164836"/>
              <a:ext cx="560226" cy="560226"/>
            </a:xfrm>
            <a:prstGeom prst="rect">
              <a:avLst/>
            </a:prstGeom>
          </p:spPr>
        </p:pic>
        <p:pic>
          <p:nvPicPr>
            <p:cNvPr id="16" name="Graphic 15" descr="Microsoft Teams">
              <a:extLst>
                <a:ext uri="{FF2B5EF4-FFF2-40B4-BE49-F238E27FC236}">
                  <a16:creationId xmlns:a16="http://schemas.microsoft.com/office/drawing/2014/main" id="{A82DF334-48AB-AC96-C3FD-1F6851FA6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53126" y="5164836"/>
              <a:ext cx="560226" cy="560226"/>
            </a:xfrm>
            <a:prstGeom prst="rect">
              <a:avLst/>
            </a:prstGeom>
          </p:spPr>
        </p:pic>
        <p:pic>
          <p:nvPicPr>
            <p:cNvPr id="17" name="Graphic 16" descr="OneNote">
              <a:extLst>
                <a:ext uri="{FF2B5EF4-FFF2-40B4-BE49-F238E27FC236}">
                  <a16:creationId xmlns:a16="http://schemas.microsoft.com/office/drawing/2014/main" id="{60BE5D9D-4873-7747-8CE4-0F9D16801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89171" y="5178543"/>
              <a:ext cx="560226" cy="560226"/>
            </a:xfrm>
            <a:prstGeom prst="rect">
              <a:avLst/>
            </a:prstGeom>
          </p:spPr>
        </p:pic>
        <p:pic>
          <p:nvPicPr>
            <p:cNvPr id="18" name="Graphic 17" descr="PowerPoint">
              <a:extLst>
                <a:ext uri="{FF2B5EF4-FFF2-40B4-BE49-F238E27FC236}">
                  <a16:creationId xmlns:a16="http://schemas.microsoft.com/office/drawing/2014/main" id="{19A85955-DE53-A51C-1E18-E24650750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869319" y="4555185"/>
              <a:ext cx="560226" cy="560226"/>
            </a:xfrm>
            <a:prstGeom prst="rect">
              <a:avLst/>
            </a:prstGeom>
          </p:spPr>
        </p:pic>
        <p:pic>
          <p:nvPicPr>
            <p:cNvPr id="23" name="Graphic 22" descr="Word">
              <a:extLst>
                <a:ext uri="{FF2B5EF4-FFF2-40B4-BE49-F238E27FC236}">
                  <a16:creationId xmlns:a16="http://schemas.microsoft.com/office/drawing/2014/main" id="{613B7D9C-6EF6-6EB1-B94A-DFF7BC9DE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89384" y="4536976"/>
              <a:ext cx="560226" cy="560226"/>
            </a:xfrm>
            <a:prstGeom prst="rect">
              <a:avLst/>
            </a:prstGeom>
          </p:spPr>
        </p:pic>
        <p:pic>
          <p:nvPicPr>
            <p:cNvPr id="28" name="Graphic 27" descr="Excel">
              <a:extLst>
                <a:ext uri="{FF2B5EF4-FFF2-40B4-BE49-F238E27FC236}">
                  <a16:creationId xmlns:a16="http://schemas.microsoft.com/office/drawing/2014/main" id="{644054E3-7EAC-DD93-0DF1-7D572D63F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328462" y="4536976"/>
              <a:ext cx="560226" cy="560226"/>
            </a:xfrm>
            <a:prstGeom prst="rect">
              <a:avLst/>
            </a:prstGeom>
          </p:spPr>
        </p:pic>
        <p:pic>
          <p:nvPicPr>
            <p:cNvPr id="31" name="Graphic 30" descr="Microsoft Entra ID">
              <a:extLst>
                <a:ext uri="{FF2B5EF4-FFF2-40B4-BE49-F238E27FC236}">
                  <a16:creationId xmlns:a16="http://schemas.microsoft.com/office/drawing/2014/main" id="{FA63CF7C-4511-A1DC-F1B8-349C408D4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453136" y="4598032"/>
              <a:ext cx="451804" cy="438113"/>
            </a:xfrm>
            <a:prstGeom prst="rect">
              <a:avLst/>
            </a:prstGeom>
          </p:spPr>
        </p:pic>
        <p:pic>
          <p:nvPicPr>
            <p:cNvPr id="32" name="Picture 31" descr="Intune">
              <a:extLst>
                <a:ext uri="{FF2B5EF4-FFF2-40B4-BE49-F238E27FC236}">
                  <a16:creationId xmlns:a16="http://schemas.microsoft.com/office/drawing/2014/main" id="{AF838B91-F77C-1B99-E42B-6D8312053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429545" y="5233737"/>
              <a:ext cx="455179" cy="455179"/>
            </a:xfrm>
            <a:prstGeom prst="rect">
              <a:avLst/>
            </a:prstGeom>
          </p:spPr>
        </p:pic>
        <p:pic>
          <p:nvPicPr>
            <p:cNvPr id="33" name="Graphic 32" descr="Microsoft Defender">
              <a:extLst>
                <a:ext uri="{FF2B5EF4-FFF2-40B4-BE49-F238E27FC236}">
                  <a16:creationId xmlns:a16="http://schemas.microsoft.com/office/drawing/2014/main" id="{65D32464-5236-B774-A0AA-751CCAC0E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949254" y="4635544"/>
              <a:ext cx="363088" cy="363088"/>
            </a:xfrm>
            <a:prstGeom prst="rect">
              <a:avLst/>
            </a:prstGeom>
          </p:spPr>
        </p:pic>
        <p:pic>
          <p:nvPicPr>
            <p:cNvPr id="34" name="Picture 33" descr="Windows 11">
              <a:extLst>
                <a:ext uri="{FF2B5EF4-FFF2-40B4-BE49-F238E27FC236}">
                  <a16:creationId xmlns:a16="http://schemas.microsoft.com/office/drawing/2014/main" id="{ED6BF591-DD78-42C1-6E1F-D56687E1D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931322" y="5245922"/>
              <a:ext cx="393955" cy="393955"/>
            </a:xfrm>
            <a:prstGeom prst="rect">
              <a:avLst/>
            </a:prstGeom>
          </p:spPr>
        </p:pic>
      </p:grpSp>
      <p:sp>
        <p:nvSpPr>
          <p:cNvPr id="35" name="Title 3">
            <a:extLst>
              <a:ext uri="{FF2B5EF4-FFF2-40B4-BE49-F238E27FC236}">
                <a16:creationId xmlns:a16="http://schemas.microsoft.com/office/drawing/2014/main" id="{12B1B420-8729-E971-C518-AC206AC0F9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157353" y="3737776"/>
            <a:ext cx="3255963" cy="2352398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200"/>
              </a:spcAft>
              <a:defRPr/>
            </a:pPr>
            <a:r>
              <a:rPr lang="en-CA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AI built for work</a:t>
            </a:r>
          </a:p>
          <a:p>
            <a:pPr>
              <a:spcAft>
                <a:spcPts val="1200"/>
              </a:spcAft>
              <a:defRPr/>
            </a:pPr>
            <a:endParaRPr lang="en-CA" sz="1400" kern="0" dirty="0">
              <a:solidFill>
                <a:schemeClr val="accent5"/>
              </a:solidFill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36" name="Title 3">
            <a:extLst>
              <a:ext uri="{FF2B5EF4-FFF2-40B4-BE49-F238E27FC236}">
                <a16:creationId xmlns:a16="http://schemas.microsoft.com/office/drawing/2014/main" id="{08D8D42D-711E-E616-A7EF-F3EFE7966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416510" y="5933627"/>
            <a:ext cx="2737648" cy="487934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ea typeface="+mn-ea"/>
              <a:cs typeface="Segoe Sans Display"/>
            </a:endParaRPr>
          </a:p>
        </p:txBody>
      </p:sp>
      <p:sp>
        <p:nvSpPr>
          <p:cNvPr id="37" name="TextBox 1062">
            <a:extLst>
              <a:ext uri="{FF2B5EF4-FFF2-40B4-BE49-F238E27FC236}">
                <a16:creationId xmlns:a16="http://schemas.microsoft.com/office/drawing/2014/main" id="{B5FB5EAC-5FFD-E079-F7C6-664EBE23BA85}"/>
              </a:ext>
            </a:extLst>
          </p:cNvPr>
          <p:cNvSpPr txBox="1"/>
          <p:nvPr/>
        </p:nvSpPr>
        <p:spPr>
          <a:xfrm>
            <a:off x="4416510" y="6038604"/>
            <a:ext cx="2737647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cs typeface="Segoe Sans Text" pitchFamily="2" charset="0"/>
              </a:rPr>
              <a:t>Microsoft 365 Copilot Business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30000" noProof="0" dirty="0">
              <a:ln>
                <a:noFill/>
              </a:ln>
              <a:effectLst/>
              <a:uLnTx/>
              <a:uFillTx/>
              <a:cs typeface="Segoe Sans Display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10E4028-86EF-AF6E-7102-9FFD05F4F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699863" y="4701826"/>
            <a:ext cx="554957" cy="560226"/>
            <a:chOff x="6400800" y="2451609"/>
            <a:chExt cx="380436" cy="384048"/>
          </a:xfrm>
        </p:grpSpPr>
        <p:sp>
          <p:nvSpPr>
            <p:cNvPr id="39" name="Title 3">
              <a:extLst>
                <a:ext uri="{FF2B5EF4-FFF2-40B4-BE49-F238E27FC236}">
                  <a16:creationId xmlns:a16="http://schemas.microsoft.com/office/drawing/2014/main" id="{47F0296F-B3F5-0D81-9033-D5311FE2637B}"/>
                </a:ext>
              </a:extLst>
            </p:cNvPr>
            <p:cNvSpPr txBox="1"/>
            <p:nvPr/>
          </p:nvSpPr>
          <p:spPr>
            <a:xfrm>
              <a:off x="6400800" y="2451609"/>
              <a:ext cx="380436" cy="384048"/>
            </a:xfrm>
            <a:prstGeom prst="roundRect">
              <a:avLst>
                <a:gd name="adj" fmla="val 10660"/>
              </a:avLst>
            </a:prstGeom>
            <a:solidFill>
              <a:schemeClr val="bg1"/>
            </a:solidFill>
            <a:ln>
              <a:noFill/>
            </a:ln>
            <a:effectLst>
              <a:outerShdw blurRad="100206" dist="38100" dir="8100000" algn="tr" rotWithShape="0">
                <a:prstClr val="black">
                  <a:alpha val="15000"/>
                </a:prstClr>
              </a:outerShdw>
            </a:effectLst>
          </p:spPr>
          <p:txBody>
            <a:bodyPr rot="0" spcFirstLastPara="0" vert="horz" wrap="square" lIns="288000" tIns="251999" rIns="288000" bIns="28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225B62"/>
                  </a:solidFill>
                  <a:effectLst/>
                  <a:uLnTx/>
                  <a:uFillTx/>
                  <a:latin typeface="Segoe Sans Display"/>
                  <a:ea typeface="+mn-ea"/>
                  <a:cs typeface="Segoe Sans Dis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pic>
          <p:nvPicPr>
            <p:cNvPr id="40" name="Picture 39" descr="A purple cross on a black background&#10;&#10;AI-generated content may be incorrect.">
              <a:extLst>
                <a:ext uri="{FF2B5EF4-FFF2-40B4-BE49-F238E27FC236}">
                  <a16:creationId xmlns:a16="http://schemas.microsoft.com/office/drawing/2014/main" id="{D939EE61-ED41-2884-D7F1-825E6BCE55B7}"/>
                </a:ext>
              </a:extLst>
            </p:cNvPr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6466164" y="2529333"/>
              <a:ext cx="228600" cy="228600"/>
            </a:xfrm>
            <a:prstGeom prst="rect">
              <a:avLst/>
            </a:prstGeom>
          </p:spPr>
        </p:pic>
      </p:grpSp>
      <p:pic>
        <p:nvPicPr>
          <p:cNvPr id="43" name="!!Copilot">
            <a:extLst>
              <a:ext uri="{FF2B5EF4-FFF2-40B4-BE49-F238E27FC236}">
                <a16:creationId xmlns:a16="http://schemas.microsoft.com/office/drawing/2014/main" id="{75A71DA3-9031-FCE1-560B-6DBC6A808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9"/>
          <a:stretch>
            <a:fillRect/>
          </a:stretch>
        </p:blipFill>
        <p:spPr>
          <a:xfrm>
            <a:off x="5226103" y="4457266"/>
            <a:ext cx="971158" cy="971156"/>
          </a:xfrm>
          <a:prstGeom prst="rect">
            <a:avLst/>
          </a:prstGeom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856332"/>
      </p:ext>
    </p:extLst>
  </p:cSld>
  <p:clrMapOvr>
    <a:masterClrMapping/>
  </p:clrMapOvr>
</p:sld>
</file>

<file path=ppt/theme/theme1.xml><?xml version="1.0" encoding="utf-8"?>
<a:theme xmlns:a="http://schemas.openxmlformats.org/drawingml/2006/main" name="6_Microsoft AI Tour 16:9 Template Light">
  <a:themeElements>
    <a:clrScheme name="Custom 1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49C5B1"/>
      </a:accent2>
      <a:accent3>
        <a:srgbClr val="2A446F"/>
      </a:accent3>
      <a:accent4>
        <a:srgbClr val="BF9474"/>
      </a:accent4>
      <a:accent5>
        <a:srgbClr val="8661C5"/>
      </a:accent5>
      <a:accent6>
        <a:srgbClr val="B1B3B3"/>
      </a:accent6>
      <a:hlink>
        <a:srgbClr val="0078D4"/>
      </a:hlink>
      <a:folHlink>
        <a:srgbClr val="0078D4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4" id="{132193F1-52ED-4B7E-891E-8F377557E42A}" vid="{10158B7C-243E-434A-B902-9727AF24F1AA}"/>
    </a:ext>
  </a:extLst>
</a:theme>
</file>

<file path=ppt/theme/theme2.xml><?xml version="1.0" encoding="utf-8"?>
<a:theme xmlns:a="http://schemas.openxmlformats.org/drawingml/2006/main" name="1_Office Theme">
  <a:themeElements>
    <a:clrScheme name="Copilot Colors">
      <a:dk1>
        <a:srgbClr val="454141"/>
      </a:dk1>
      <a:lt1>
        <a:srgbClr val="FFFFFF"/>
      </a:lt1>
      <a:dk2>
        <a:srgbClr val="091F2B"/>
      </a:dk2>
      <a:lt2>
        <a:srgbClr val="F4F3F4"/>
      </a:lt2>
      <a:accent1>
        <a:srgbClr val="C4B3E2"/>
      </a:accent1>
      <a:accent2>
        <a:srgbClr val="8661C4"/>
      </a:accent2>
      <a:accent3>
        <a:srgbClr val="453668"/>
      </a:accent3>
      <a:accent4>
        <a:srgbClr val="0078D3"/>
      </a:accent4>
      <a:accent5>
        <a:srgbClr val="2A446E"/>
      </a:accent5>
      <a:accent6>
        <a:srgbClr val="C03AC4"/>
      </a:accent6>
      <a:hlink>
        <a:srgbClr val="8661C4"/>
      </a:hlink>
      <a:folHlink>
        <a:srgbClr val="453668"/>
      </a:folHlink>
    </a:clrScheme>
    <a:fontScheme name="Office Them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4_CSP Copilot Template - CONDENSED - Diamond 12/23">
  <a:themeElements>
    <a:clrScheme name="CSR Copilot hybrid">
      <a:dk1>
        <a:sysClr val="windowText" lastClr="000000"/>
      </a:dk1>
      <a:lt1>
        <a:sysClr val="window" lastClr="FFFFFF"/>
      </a:lt1>
      <a:dk2>
        <a:srgbClr val="091F2C"/>
      </a:dk2>
      <a:lt2>
        <a:srgbClr val="F4F3F5"/>
      </a:lt2>
      <a:accent1>
        <a:srgbClr val="C5B4E3"/>
      </a:accent1>
      <a:accent2>
        <a:srgbClr val="8661C5"/>
      </a:accent2>
      <a:accent3>
        <a:srgbClr val="463668"/>
      </a:accent3>
      <a:accent4>
        <a:srgbClr val="0078D4"/>
      </a:accent4>
      <a:accent5>
        <a:srgbClr val="2A446F"/>
      </a:accent5>
      <a:accent6>
        <a:srgbClr val="C03BC4"/>
      </a:accent6>
      <a:hlink>
        <a:srgbClr val="0078D4"/>
      </a:hlink>
      <a:folHlink>
        <a:srgbClr val="2A446F"/>
      </a:folHlink>
    </a:clrScheme>
    <a:fontScheme name="Microsoft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TagsTaxHTField xmlns="5a69c1ac-c916-4f5e-9023-48da1b1a0d0f">
      <Terms xmlns="http://schemas.microsoft.com/office/infopath/2007/PartnerControls"/>
    </ImageTagsTaxHTField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5E4FF88926DE4D8EBFD40472F33552" ma:contentTypeVersion="33" ma:contentTypeDescription="Create a new document." ma:contentTypeScope="" ma:versionID="948f0e1a1505ade759f8839cc957d66a">
  <xsd:schema xmlns:xsd="http://www.w3.org/2001/XMLSchema" xmlns:xs="http://www.w3.org/2001/XMLSchema" xmlns:p="http://schemas.microsoft.com/office/2006/metadata/properties" xmlns:ns1="http://schemas.microsoft.com/sharepoint/v3" xmlns:ns2="45b0b320-c1ad-4efd-8138-0825bb5fbbc0" xmlns:ns3="5a69c1ac-c916-4f5e-9023-48da1b1a0d0f" xmlns:ns4="230e9df3-be65-4c73-a93b-d1236ebd677e" targetNamespace="http://schemas.microsoft.com/office/2006/metadata/properties" ma:root="true" ma:fieldsID="c5737a4ebadb61f3d2cbf74be68e67d2" ns1:_="" ns2:_="" ns3:_="" ns4:_="">
    <xsd:import namespace="http://schemas.microsoft.com/sharepoint/v3"/>
    <xsd:import namespace="45b0b320-c1ad-4efd-8138-0825bb5fbbc0"/>
    <xsd:import namespace="5a69c1ac-c916-4f5e-9023-48da1b1a0d0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ImageTagsTaxHTField" minOccurs="0"/>
                <xsd:element ref="ns4:TaxCatchAll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  <xsd:element ref="ns3:MediaServiceSearchProperties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BillingMetadata" minOccurs="0"/>
                <xsd:element ref="ns3:HasDigitalSignature" minOccurs="0"/>
                <xsd:element ref="ns3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0b320-c1ad-4efd-8138-0825bb5fbb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69c1ac-c916-4f5e-9023-48da1b1a0d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ImageTagsTaxHTField" ma:index="13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28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29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af803c-be60-400c-9f91-58d5646696aa}" ma:internalName="TaxCatchAll" ma:showField="CatchAllData" ma:web="45b0b320-c1ad-4efd-8138-0825bb5fbb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8C2EBE-606A-44DE-BCD8-1C9225C113E8}">
  <ds:schemaRefs>
    <ds:schemaRef ds:uri="http://schemas.microsoft.com/office/2006/metadata/properties"/>
    <ds:schemaRef ds:uri="http://schemas.microsoft.com/office/infopath/2007/PartnerControls"/>
    <ds:schemaRef ds:uri="5a69c1ac-c916-4f5e-9023-48da1b1a0d0f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C2C6E36-DE11-4514-A04B-2C07D146B3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FDBBFA-FD36-4C72-BAB7-A6AB467F78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5b0b320-c1ad-4efd-8138-0825bb5fbbc0"/>
    <ds:schemaRef ds:uri="5a69c1ac-c916-4f5e-9023-48da1b1a0d0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190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6_Microsoft AI Tour 16:9 Template Light</vt:lpstr>
      <vt:lpstr>1_Office Theme</vt:lpstr>
      <vt:lpstr>4_CSP Copilot Template - CONDENSED - Diamond 12/23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2025-11-18T18:09:41Z</dcterms:created>
  <dcterms:modified xsi:type="dcterms:W3CDTF">2025-11-19T19:13:45Z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0x010100E55E4FF88926DE4D8EBFD40472F33552</vt:lpwstr>
  </property>
  <property fmtid="{D5CDD505-2E9C-101B-9397-08002B2CF9AE}" pid="3" name="MediaServiceImageTags">
    <vt:lpwstr/>
  </property>
</Properties>
</file>