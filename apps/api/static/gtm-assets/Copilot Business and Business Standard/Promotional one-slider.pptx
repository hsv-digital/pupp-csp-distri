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theme/theme3.xml" ContentType="application/vnd.openxmlformats-officedocument.theme+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 id="2147483677" r:id="rId5"/>
    <p:sldMasterId id="2147483759" r:id="rId6"/>
    <p:sldMasterId id="2147483857" r:id="rId7"/>
    <p:sldMasterId id="2147483953" r:id="rId8"/>
  </p:sldMasterIdLst>
  <p:notesMasterIdLst>
    <p:notesMasterId r:id="rId11"/>
  </p:notesMasterIdLst>
  <p:sldIdLst>
    <p:sldId id="268" r:id="rId9"/>
    <p:sldId id="31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B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C44130-9F98-479D-8877-4A4CA33AD5CC}" v="4" dt="2025-11-19T18:37:33.048"/>
    <p1510:client id="{AC965735-E46F-4C9A-A9DF-D229D9346FDC}" v="14" dt="2025-11-19T18:03:50.1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7" autoAdjust="0"/>
  </p:normalViewPr>
  <p:slideViewPr>
    <p:cSldViewPr snapToGrid="0">
      <p:cViewPr varScale="1">
        <p:scale>
          <a:sx n="95" d="100"/>
          <a:sy n="95" d="100"/>
        </p:scale>
        <p:origin x="44" y="8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2.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AC0BB0-CABC-4063-9C5A-EB8B2873F7F0}"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320217-EFE2-44AC-9CAC-3A1D5B77C3E8}" type="slidenum">
              <a:rPr lang="en-US" smtClean="0"/>
              <a:t>‹#›</a:t>
            </a:fld>
            <a:endParaRPr lang="en-US"/>
          </a:p>
        </p:txBody>
      </p:sp>
    </p:spTree>
    <p:extLst>
      <p:ext uri="{BB962C8B-B14F-4D97-AF65-F5344CB8AC3E}">
        <p14:creationId xmlns:p14="http://schemas.microsoft.com/office/powerpoint/2010/main" val="4089127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159940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jpeg"/></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2.xml"/><Relationship Id="rId4" Type="http://schemas.microsoft.com/office/2007/relationships/hdphoto" Target="../media/hdphoto3.wdp"/></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5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30.jpe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Master" Target="../slideMasters/slideMaster2.xml"/><Relationship Id="rId4" Type="http://schemas.microsoft.com/office/2007/relationships/hdphoto" Target="../media/hdphoto5.wdp"/></Relationships>
</file>

<file path=ppt/slideLayouts/_rels/slideLayout8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0.jpeg"/><Relationship Id="rId1" Type="http://schemas.openxmlformats.org/officeDocument/2006/relationships/slideMaster" Target="../slideMasters/slideMaster3.xml"/><Relationship Id="rId4" Type="http://schemas.openxmlformats.org/officeDocument/2006/relationships/image" Target="../media/image52.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3.jpe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3.xml"/><Relationship Id="rId4" Type="http://schemas.openxmlformats.org/officeDocument/2006/relationships/image" Target="../media/image54.jpe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8.png"/><Relationship Id="rId1" Type="http://schemas.openxmlformats.org/officeDocument/2006/relationships/slideMaster" Target="../slideMasters/slideMaster3.xml"/><Relationship Id="rId4" Type="http://schemas.openxmlformats.org/officeDocument/2006/relationships/image" Target="../media/image57.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3.xml"/><Relationship Id="rId4" Type="http://schemas.openxmlformats.org/officeDocument/2006/relationships/image" Target="../media/image60.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Master" Target="../slideMasters/slideMaster3.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Master" Target="../slideMasters/slideMaster3.xml"/><Relationship Id="rId4" Type="http://schemas.openxmlformats.org/officeDocument/2006/relationships/image" Target="../media/image73.pn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Master" Target="../slideMasters/slideMaster3.xml"/><Relationship Id="rId5" Type="http://schemas.openxmlformats.org/officeDocument/2006/relationships/image" Target="../media/image77.jpeg"/><Relationship Id="rId4" Type="http://schemas.openxmlformats.org/officeDocument/2006/relationships/image" Target="../media/image76.pn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Master" Target="../slideMasters/slideMaster3.xml"/><Relationship Id="rId4" Type="http://schemas.openxmlformats.org/officeDocument/2006/relationships/image" Target="../media/image82.pn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Master" Target="../slideMasters/slideMaster3.xml"/><Relationship Id="rId5" Type="http://schemas.openxmlformats.org/officeDocument/2006/relationships/image" Target="../media/image86.jpeg"/><Relationship Id="rId4" Type="http://schemas.openxmlformats.org/officeDocument/2006/relationships/image" Target="../media/image85.pn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Master" Target="../slideMasters/slideMaster3.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pn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3.xml"/><Relationship Id="rId4" Type="http://schemas.openxmlformats.org/officeDocument/2006/relationships/image" Target="../media/image94.pn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3.xml"/><Relationship Id="rId5" Type="http://schemas.openxmlformats.org/officeDocument/2006/relationships/image" Target="../media/image95.jpeg"/><Relationship Id="rId4" Type="http://schemas.openxmlformats.org/officeDocument/2006/relationships/image" Target="../media/image94.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Master" Target="../slideMasters/slideMaster3.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01.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Master" Target="../slideMasters/slideMaster3.xml"/><Relationship Id="rId4" Type="http://schemas.microsoft.com/office/2007/relationships/hdphoto" Target="../media/hdphoto8.wdp"/></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Master" Target="../slideMasters/slideMaster3.xml"/><Relationship Id="rId4" Type="http://schemas.openxmlformats.org/officeDocument/2006/relationships/image" Target="../media/image118.svg"/></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Master" Target="../slideMasters/slideMaster3.xml"/><Relationship Id="rId5" Type="http://schemas.openxmlformats.org/officeDocument/2006/relationships/image" Target="../media/image123.svg"/><Relationship Id="rId4" Type="http://schemas.openxmlformats.org/officeDocument/2006/relationships/image" Target="../media/image122.pn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image" Target="../media/image124.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10.jpe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jpeg"/><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0.jpeg"/><Relationship Id="rId1" Type="http://schemas.openxmlformats.org/officeDocument/2006/relationships/slideMaster" Target="../slideMasters/slideMaster4.xml"/><Relationship Id="rId4" Type="http://schemas.openxmlformats.org/officeDocument/2006/relationships/image" Target="../media/image52.png"/></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3.jpeg"/><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4.xml"/><Relationship Id="rId4" Type="http://schemas.openxmlformats.org/officeDocument/2006/relationships/image" Target="../media/image54.jpe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8.png"/><Relationship Id="rId1" Type="http://schemas.openxmlformats.org/officeDocument/2006/relationships/slideMaster" Target="../slideMasters/slideMaster4.xml"/><Relationship Id="rId4" Type="http://schemas.openxmlformats.org/officeDocument/2006/relationships/image" Target="../media/image57.png"/></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4.xml"/><Relationship Id="rId4" Type="http://schemas.openxmlformats.org/officeDocument/2006/relationships/image" Target="../media/image60.png"/></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Master" Target="../slideMasters/slideMaster4.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Master" Target="../slideMasters/slideMaster4.xml"/><Relationship Id="rId4" Type="http://schemas.openxmlformats.org/officeDocument/2006/relationships/image" Target="../media/image73.pn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Master" Target="../slideMasters/slideMaster4.xml"/><Relationship Id="rId5" Type="http://schemas.openxmlformats.org/officeDocument/2006/relationships/image" Target="../media/image77.jpeg"/><Relationship Id="rId4" Type="http://schemas.openxmlformats.org/officeDocument/2006/relationships/image" Target="../media/image76.png"/></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Master" Target="../slideMasters/slideMaster4.xml"/><Relationship Id="rId4" Type="http://schemas.openxmlformats.org/officeDocument/2006/relationships/image" Target="../media/image82.png"/></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Master" Target="../slideMasters/slideMaster4.xml"/><Relationship Id="rId5" Type="http://schemas.openxmlformats.org/officeDocument/2006/relationships/image" Target="../media/image86.jpeg"/><Relationship Id="rId4" Type="http://schemas.openxmlformats.org/officeDocument/2006/relationships/image" Target="../media/image85.pn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Master" Target="../slideMasters/slideMaster4.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pn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4.xml"/><Relationship Id="rId4" Type="http://schemas.openxmlformats.org/officeDocument/2006/relationships/image" Target="../media/image94.pn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4.xml"/><Relationship Id="rId5" Type="http://schemas.openxmlformats.org/officeDocument/2006/relationships/image" Target="../media/image95.jpeg"/><Relationship Id="rId4" Type="http://schemas.openxmlformats.org/officeDocument/2006/relationships/image" Target="../media/image94.pn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Master" Target="../slideMasters/slideMaster4.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01.png"/><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Master" Target="../slideMasters/slideMaster4.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Master" Target="../slideMasters/slideMaster4.xml"/><Relationship Id="rId4" Type="http://schemas.microsoft.com/office/2007/relationships/hdphoto" Target="../media/hdphoto8.wdp"/></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Master" Target="../slideMasters/slideMaster4.xml"/><Relationship Id="rId4" Type="http://schemas.openxmlformats.org/officeDocument/2006/relationships/image" Target="../media/image118.svg"/></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Master" Target="../slideMasters/slideMaster4.xml"/><Relationship Id="rId5" Type="http://schemas.openxmlformats.org/officeDocument/2006/relationships/image" Target="../media/image123.svg"/><Relationship Id="rId4" Type="http://schemas.openxmlformats.org/officeDocument/2006/relationships/image" Target="../media/image122.png"/></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image" Target="../media/image124.png"/><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10.jpeg"/><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jpeg"/><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Master" Target="../slideMasters/slideMaster5.xml"/><Relationship Id="rId6" Type="http://schemas.openxmlformats.org/officeDocument/2006/relationships/image" Target="../media/image41.png"/><Relationship Id="rId5" Type="http://schemas.openxmlformats.org/officeDocument/2006/relationships/image" Target="../media/image132.png"/><Relationship Id="rId4" Type="http://schemas.openxmlformats.org/officeDocument/2006/relationships/image" Target="../media/image131.svg"/></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5.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5.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5.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33.png"/><Relationship Id="rId1" Type="http://schemas.openxmlformats.org/officeDocument/2006/relationships/slideMaster" Target="../slideMasters/slideMaster5.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40.jpeg"/><Relationship Id="rId1" Type="http://schemas.openxmlformats.org/officeDocument/2006/relationships/slideMaster" Target="../slideMasters/slideMaster5.xml"/><Relationship Id="rId4" Type="http://schemas.openxmlformats.org/officeDocument/2006/relationships/image" Target="../media/image41.png"/></Relationships>
</file>

<file path=ppt/slideLayouts/_rels/slideLayout299.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5.jpe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36.jpe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0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5.jpe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04.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5.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 Id="rId4" Type="http://schemas.openxmlformats.org/officeDocument/2006/relationships/image" Target="../media/image55.jpeg"/></Relationships>
</file>

<file path=ppt/slideLayouts/_rels/slideLayout30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07.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55.jpeg"/><Relationship Id="rId4" Type="http://schemas.openxmlformats.org/officeDocument/2006/relationships/image" Target="../media/image135.svg"/></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56.png"/><Relationship Id="rId1" Type="http://schemas.openxmlformats.org/officeDocument/2006/relationships/slideMaster" Target="../slideMasters/slideMaster5.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55.jpeg"/></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5.jpe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1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8.png"/><Relationship Id="rId1" Type="http://schemas.openxmlformats.org/officeDocument/2006/relationships/slideMaster" Target="../slideMasters/slideMaster5.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57.png"/></Relationships>
</file>

<file path=ppt/slideLayouts/_rels/slideLayout3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60.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5.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60.png"/></Relationships>
</file>

<file path=ppt/slideLayouts/_rels/slideLayout326.xml.rels><?xml version="1.0" encoding="UTF-8" standalone="yes"?>
<Relationships xmlns="http://schemas.openxmlformats.org/package/2006/relationships"><Relationship Id="rId8" Type="http://schemas.openxmlformats.org/officeDocument/2006/relationships/image" Target="../media/image135.svg"/><Relationship Id="rId3" Type="http://schemas.openxmlformats.org/officeDocument/2006/relationships/image" Target="../media/image64.png"/><Relationship Id="rId7" Type="http://schemas.openxmlformats.org/officeDocument/2006/relationships/image" Target="../media/image134.png"/><Relationship Id="rId2" Type="http://schemas.openxmlformats.org/officeDocument/2006/relationships/image" Target="../media/image63.png"/><Relationship Id="rId1" Type="http://schemas.openxmlformats.org/officeDocument/2006/relationships/slideMaster" Target="../slideMasters/slideMaster5.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Master" Target="../slideMasters/slideMaster5.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5.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5.xml"/></Relationships>
</file>

<file path=ppt/slideLayouts/_rels/slideLayout33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Master" Target="../slideMasters/slideMaster5.xml"/><Relationship Id="rId4" Type="http://schemas.openxmlformats.org/officeDocument/2006/relationships/image" Target="../media/image73.png"/></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Master" Target="../slideMasters/slideMaster5.xml"/><Relationship Id="rId5" Type="http://schemas.openxmlformats.org/officeDocument/2006/relationships/image" Target="../media/image77.jpeg"/><Relationship Id="rId4" Type="http://schemas.openxmlformats.org/officeDocument/2006/relationships/image" Target="../media/image76.png"/></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Master" Target="../slideMasters/slideMaster5.xml"/></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Master" Target="../slideMasters/slideMaster5.xml"/><Relationship Id="rId4" Type="http://schemas.openxmlformats.org/officeDocument/2006/relationships/image" Target="../media/image82.png"/></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Master" Target="../slideMasters/slideMaster5.xml"/><Relationship Id="rId5" Type="http://schemas.openxmlformats.org/officeDocument/2006/relationships/image" Target="../media/image86.jpeg"/><Relationship Id="rId4" Type="http://schemas.openxmlformats.org/officeDocument/2006/relationships/image" Target="../media/image85.png"/></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Master" Target="../slideMasters/slideMaster5.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png"/></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5.xml"/><Relationship Id="rId4" Type="http://schemas.openxmlformats.org/officeDocument/2006/relationships/image" Target="../media/image94.png"/></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5.xml"/><Relationship Id="rId5" Type="http://schemas.openxmlformats.org/officeDocument/2006/relationships/image" Target="../media/image95.jpeg"/><Relationship Id="rId4" Type="http://schemas.openxmlformats.org/officeDocument/2006/relationships/image" Target="../media/image94.png"/></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Master" Target="../slideMasters/slideMaster5.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01.png"/><Relationship Id="rId1" Type="http://schemas.openxmlformats.org/officeDocument/2006/relationships/slideMaster" Target="../slideMasters/slideMaster5.xml"/></Relationships>
</file>

<file path=ppt/slideLayouts/_rels/slideLayout344.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Master" Target="../slideMasters/slideMaster5.xml"/></Relationships>
</file>

<file path=ppt/slideLayouts/_rels/slideLayout345.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Master" Target="../slideMasters/slideMaster5.xml"/></Relationships>
</file>

<file path=ppt/slideLayouts/_rels/slideLayout34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5.xml"/></Relationships>
</file>

<file path=ppt/slideLayouts/_rels/slideLayout348.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5.xml"/></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8.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Master" Target="../slideMasters/slideMaster5.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5.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5.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5.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5.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5.xml"/></Relationships>
</file>

<file path=ppt/slideLayouts/_rels/slideLayout36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5.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5.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5.xml"/></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Master" Target="../slideMasters/slideMaster5.xml"/><Relationship Id="rId4" Type="http://schemas.microsoft.com/office/2007/relationships/hdphoto" Target="../media/hdphoto8.wdp"/></Relationships>
</file>

<file path=ppt/slideLayouts/_rels/slideLayout36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Master" Target="../slideMasters/slideMaster5.xml"/><Relationship Id="rId4" Type="http://schemas.openxmlformats.org/officeDocument/2006/relationships/image" Target="../media/image118.svg"/></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Master" Target="../slideMasters/slideMaster5.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Master" Target="../slideMasters/slideMaster5.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Master" Target="../slideMasters/slideMaster5.xml"/></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Master" Target="../slideMasters/slideMaster5.xml"/><Relationship Id="rId5" Type="http://schemas.openxmlformats.org/officeDocument/2006/relationships/image" Target="../media/image123.svg"/><Relationship Id="rId4" Type="http://schemas.openxmlformats.org/officeDocument/2006/relationships/image" Target="../media/image122.png"/></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image" Target="../media/image124.png"/><Relationship Id="rId1" Type="http://schemas.openxmlformats.org/officeDocument/2006/relationships/slideMaster" Target="../slideMasters/slideMaster5.xml"/></Relationships>
</file>

<file path=ppt/slideLayouts/_rels/slideLayout371.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5.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10.jpeg"/><Relationship Id="rId1" Type="http://schemas.openxmlformats.org/officeDocument/2006/relationships/slideMaster" Target="../slideMasters/slideMaster5.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jpeg"/><Relationship Id="rId1" Type="http://schemas.openxmlformats.org/officeDocument/2006/relationships/slideMaster" Target="../slideMasters/slideMaster5.xml"/></Relationships>
</file>

<file path=ppt/slideLayouts/_rels/slideLayout38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38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5.xml"/></Relationships>
</file>

<file path=ppt/slideLayouts/_rels/slideLayout38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5.xml"/><Relationship Id="rId4" Type="http://schemas.openxmlformats.org/officeDocument/2006/relationships/image" Target="../media/image60.png"/></Relationships>
</file>

<file path=ppt/slideLayouts/_rels/slideLayout38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Master" Target="../slideMasters/slideMaster5.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38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Titl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A8F596-547C-B5A5-29A4-C0DF26B8B3AF}"/>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3" name="Title 1">
            <a:extLst>
              <a:ext uri="{FF2B5EF4-FFF2-40B4-BE49-F238E27FC236}">
                <a16:creationId xmlns:a16="http://schemas.microsoft.com/office/drawing/2014/main" id="{4C4137C1-5AB0-04F6-B131-357385A94C29}"/>
              </a:ext>
            </a:extLst>
          </p:cNvPr>
          <p:cNvSpPr>
            <a:spLocks noGrp="1"/>
          </p:cNvSpPr>
          <p:nvPr>
            <p:ph type="title" hasCustomPrompt="1"/>
          </p:nvPr>
        </p:nvSpPr>
        <p:spPr>
          <a:xfrm>
            <a:off x="582043" y="2875002"/>
            <a:ext cx="3616326"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7" name="Graphic 6" descr="Microsoft 365 logo">
            <a:extLst>
              <a:ext uri="{FF2B5EF4-FFF2-40B4-BE49-F238E27FC236}">
                <a16:creationId xmlns:a16="http://schemas.microsoft.com/office/drawing/2014/main" id="{8E4092CF-FA50-AAC8-776C-9625BE10200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0322744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eneric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4ECF35-723D-F2B7-1D90-B4C36BB5B1C0}"/>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2" name="Text Placeholder 6">
            <a:extLst>
              <a:ext uri="{FF2B5EF4-FFF2-40B4-BE49-F238E27FC236}">
                <a16:creationId xmlns:a16="http://schemas.microsoft.com/office/drawing/2014/main" id="{3D422FFC-EA02-C1BD-8FF4-CB3C908099CE}"/>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3" name="Text Placeholder 6">
            <a:extLst>
              <a:ext uri="{FF2B5EF4-FFF2-40B4-BE49-F238E27FC236}">
                <a16:creationId xmlns:a16="http://schemas.microsoft.com/office/drawing/2014/main" id="{6728B42B-9012-5BF6-DA67-E5DFCDD58F87}"/>
              </a:ext>
            </a:extLst>
          </p:cNvPr>
          <p:cNvSpPr>
            <a:spLocks noGrp="1"/>
          </p:cNvSpPr>
          <p:nvPr>
            <p:ph type="body" sz="quarter" idx="11"/>
          </p:nvPr>
        </p:nvSpPr>
        <p:spPr>
          <a:xfrm>
            <a:off x="415771" y="864830"/>
            <a:ext cx="7369175" cy="215444"/>
          </a:xfrm>
        </p:spPr>
        <p:txBody>
          <a:bodyPr/>
          <a:lstStyle>
            <a:lvl1pPr marL="0" indent="0">
              <a:buNone/>
              <a:defRPr sz="1400">
                <a:solidFill>
                  <a:schemeClr val="tx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9256079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C112AB-8E9F-E783-5858-FE7A4FA3BDFA}"/>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2" name="Content Placeholder 3">
            <a:extLst>
              <a:ext uri="{FF2B5EF4-FFF2-40B4-BE49-F238E27FC236}">
                <a16:creationId xmlns:a16="http://schemas.microsoft.com/office/drawing/2014/main" id="{A401D12F-2BC3-7B54-DC2B-87E89B7980E6}"/>
              </a:ext>
            </a:extLst>
          </p:cNvPr>
          <p:cNvSpPr>
            <a:spLocks noGrp="1"/>
          </p:cNvSpPr>
          <p:nvPr>
            <p:ph sz="quarter" idx="12"/>
          </p:nvPr>
        </p:nvSpPr>
        <p:spPr>
          <a:xfrm>
            <a:off x="415771" y="1337911"/>
            <a:ext cx="11375176" cy="5250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1F1EB903-C333-8D9A-6046-4FCB8B25ABA2}"/>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4" name="Text Placeholder 6">
            <a:extLst>
              <a:ext uri="{FF2B5EF4-FFF2-40B4-BE49-F238E27FC236}">
                <a16:creationId xmlns:a16="http://schemas.microsoft.com/office/drawing/2014/main" id="{EC45E19A-4450-1708-9BFC-9F757AD188EA}"/>
              </a:ext>
            </a:extLst>
          </p:cNvPr>
          <p:cNvSpPr>
            <a:spLocks noGrp="1"/>
          </p:cNvSpPr>
          <p:nvPr>
            <p:ph type="body" sz="quarter" idx="11"/>
          </p:nvPr>
        </p:nvSpPr>
        <p:spPr>
          <a:xfrm>
            <a:off x="415771" y="864830"/>
            <a:ext cx="7369175" cy="215444"/>
          </a:xfrm>
        </p:spPr>
        <p:txBody>
          <a:bodyPr/>
          <a:lstStyle>
            <a:lvl1pPr marL="0" indent="0">
              <a:buNone/>
              <a:defRPr sz="1400">
                <a:solidFill>
                  <a:schemeClr val="tx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32709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8BA1C3-7D14-9C81-F7F8-A3A7AFB08566}"/>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5" name="Text Placeholder 6">
            <a:extLst>
              <a:ext uri="{FF2B5EF4-FFF2-40B4-BE49-F238E27FC236}">
                <a16:creationId xmlns:a16="http://schemas.microsoft.com/office/drawing/2014/main" id="{87A16C65-2AB9-B406-D55D-D3E0B29CED77}"/>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1659105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with Cont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E82CCF-B6FF-494E-D7EF-177263462566}"/>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4" name="Content Placeholder 3">
            <a:extLst>
              <a:ext uri="{FF2B5EF4-FFF2-40B4-BE49-F238E27FC236}">
                <a16:creationId xmlns:a16="http://schemas.microsoft.com/office/drawing/2014/main" id="{645F9357-D518-D95A-360B-C3CDE9620E68}"/>
              </a:ext>
            </a:extLst>
          </p:cNvPr>
          <p:cNvSpPr>
            <a:spLocks noGrp="1"/>
          </p:cNvSpPr>
          <p:nvPr>
            <p:ph sz="quarter" idx="10"/>
          </p:nvPr>
        </p:nvSpPr>
        <p:spPr>
          <a:xfrm>
            <a:off x="422758" y="1337911"/>
            <a:ext cx="11267124" cy="5250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id="{392610A9-A4E2-EF10-073C-C14B5008637A}"/>
              </a:ext>
            </a:extLst>
          </p:cNvPr>
          <p:cNvSpPr>
            <a:spLocks noGrp="1"/>
          </p:cNvSpPr>
          <p:nvPr>
            <p:ph type="body" sz="quarter" idx="11"/>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4650959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55652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pilot Title">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B1C4C70-0EAC-2A88-23A7-E7C136EFFAED}"/>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pic>
        <p:nvPicPr>
          <p:cNvPr id="5" name="!Copilot" descr="Copilot icon">
            <a:extLst>
              <a:ext uri="{FF2B5EF4-FFF2-40B4-BE49-F238E27FC236}">
                <a16:creationId xmlns:a16="http://schemas.microsoft.com/office/drawing/2014/main" id="{8AA5F710-21EC-D584-6ABB-E7B060405753}"/>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Tree>
    <p:extLst>
      <p:ext uri="{BB962C8B-B14F-4D97-AF65-F5344CB8AC3E}">
        <p14:creationId xmlns:p14="http://schemas.microsoft.com/office/powerpoint/2010/main" val="15406644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3519775-AD75-0CF4-6146-B7129EC0BAC4}"/>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039757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pilot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53D110-41E3-F8F5-E4E1-0E3FFB4C1532}"/>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schemeClr val="accent6">
                <a:shade val="45000"/>
                <a:satMod val="135000"/>
              </a:schemeClr>
              <a:prstClr val="white"/>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23041873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ndamentals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2BF5E6-3864-88D8-F8D8-5943207DC2FF}"/>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3">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1771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ndamentals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881F1AE-F776-7873-50C3-FFDB2338C8FB}"/>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3">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6108834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doption Planning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18E66E-7394-9BFF-CF23-23FD8F61A698}"/>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1">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33941528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doption Planning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5B35E7-A8FE-50CE-0AE4-8B5E03AE26C9}"/>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1">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37581115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chnical Readiness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BA890C-9AC4-9185-6F8D-7F36450FC550}"/>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4">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5561410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chnical Readiness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6C2E5C-A903-18C8-DBB6-4A939616A29E}"/>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4">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4">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5046114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07816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SP Masters Program - Copilot title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0F57E1-D90B-3263-EC4A-6FCDB0179CBC}"/>
              </a:ext>
            </a:extLst>
          </p:cNvPr>
          <p:cNvPicPr>
            <a:picLocks noChangeAspect="1"/>
          </p:cNvPicPr>
          <p:nvPr userDrawn="1"/>
        </p:nvPicPr>
        <p:blipFill>
          <a:blip r:embed="rId2"/>
          <a:srcRect/>
          <a:stretch/>
        </p:blipFill>
        <p:spPr>
          <a:xfrm>
            <a:off x="1909616" y="2"/>
            <a:ext cx="10282384"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22999281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SP Masters Program - Copilot titl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F72C55-425F-8D6A-BC10-2DCB8A20D29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3273" r="3273"/>
          <a:stretch/>
        </p:blipFill>
        <p:spPr>
          <a:xfrm>
            <a:off x="2578355" y="0"/>
            <a:ext cx="9613645" cy="6857997"/>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420783019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SP Masters Program - Copilot titl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F72C55-425F-8D6A-BC10-2DCB8A20D29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4723" t="12613" r="39384" b="6779"/>
          <a:stretch/>
        </p:blipFill>
        <p:spPr>
          <a:xfrm>
            <a:off x="2578355" y="-12857"/>
            <a:ext cx="9613645" cy="6857997"/>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279730049"/>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SP Masters Program - Copilot title 1">
    <p:spTree>
      <p:nvGrpSpPr>
        <p:cNvPr id="1" name=""/>
        <p:cNvGrpSpPr/>
        <p:nvPr/>
      </p:nvGrpSpPr>
      <p:grpSpPr>
        <a:xfrm>
          <a:off x="0" y="0"/>
          <a:ext cx="0" cy="0"/>
          <a:chOff x="0" y="0"/>
          <a:chExt cx="0" cy="0"/>
        </a:xfrm>
      </p:grpSpPr>
      <p:pic>
        <p:nvPicPr>
          <p:cNvPr id="4" name="Picture 3" descr="A person and person sitting at a table looking at a computer&#10;&#10;Description automatically generated">
            <a:extLst>
              <a:ext uri="{FF2B5EF4-FFF2-40B4-BE49-F238E27FC236}">
                <a16:creationId xmlns:a16="http://schemas.microsoft.com/office/drawing/2014/main" id="{5A6A6047-942D-C4D9-2F35-FF615ECDC261}"/>
              </a:ext>
            </a:extLst>
          </p:cNvPr>
          <p:cNvPicPr>
            <a:picLocks noChangeAspect="1"/>
          </p:cNvPicPr>
          <p:nvPr userDrawn="1"/>
        </p:nvPicPr>
        <p:blipFill rotWithShape="1">
          <a:blip r:embed="rId2"/>
          <a:srcRect r="14856"/>
          <a:stretch/>
        </p:blipFill>
        <p:spPr>
          <a:xfrm>
            <a:off x="3440066" y="2"/>
            <a:ext cx="8751934"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81899649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3" name="Picture 2" descr="A close up of a glass object&#10;&#10;Description automatically generated">
            <a:extLst>
              <a:ext uri="{FF2B5EF4-FFF2-40B4-BE49-F238E27FC236}">
                <a16:creationId xmlns:a16="http://schemas.microsoft.com/office/drawing/2014/main" id="{6AA1AC67-13BA-ADC6-4602-1C5E14B1595C}"/>
              </a:ext>
            </a:extLst>
          </p:cNvPr>
          <p:cNvPicPr>
            <a:picLocks noChangeAspect="1"/>
          </p:cNvPicPr>
          <p:nvPr userDrawn="1"/>
        </p:nvPicPr>
        <p:blipFill rotWithShape="1">
          <a:blip r:embed="rId3" cstate="screen">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a:ext>
            </a:extLst>
          </a:blip>
          <a:srcRect/>
          <a:stretch/>
        </p:blipFill>
        <p:spPr>
          <a:xfrm>
            <a:off x="565149" y="2422965"/>
            <a:ext cx="8534400" cy="2012073"/>
          </a:xfrm>
          <a:prstGeom prst="roundRect">
            <a:avLst>
              <a:gd name="adj" fmla="val 12880"/>
            </a:avLst>
          </a:prstGeom>
        </p:spPr>
      </p:pic>
      <p:sp>
        <p:nvSpPr>
          <p:cNvPr id="4" name="Rectangle: Rounded Corners 3">
            <a:extLst>
              <a:ext uri="{FF2B5EF4-FFF2-40B4-BE49-F238E27FC236}">
                <a16:creationId xmlns:a16="http://schemas.microsoft.com/office/drawing/2014/main" id="{08F5EDB2-62CD-FCD3-37F1-2EA7B51C3CF8}"/>
              </a:ext>
            </a:extLst>
          </p:cNvPr>
          <p:cNvSpPr/>
          <p:nvPr userDrawn="1"/>
        </p:nvSpPr>
        <p:spPr>
          <a:xfrm>
            <a:off x="565151" y="2422049"/>
            <a:ext cx="8534400" cy="2012073"/>
          </a:xfrm>
          <a:prstGeom prst="roundRect">
            <a:avLst>
              <a:gd name="adj" fmla="val 12640"/>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Rectangle: Rounded Corners 4">
            <a:extLst>
              <a:ext uri="{FF2B5EF4-FFF2-40B4-BE49-F238E27FC236}">
                <a16:creationId xmlns:a16="http://schemas.microsoft.com/office/drawing/2014/main" id="{54C02737-1995-7747-7303-F1115CC1989C}"/>
              </a:ext>
            </a:extLst>
          </p:cNvPr>
          <p:cNvSpPr/>
          <p:nvPr userDrawn="1"/>
        </p:nvSpPr>
        <p:spPr>
          <a:xfrm>
            <a:off x="1026037" y="2844799"/>
            <a:ext cx="7552812" cy="1223846"/>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9" name="Text Placeholder 8">
            <a:extLst>
              <a:ext uri="{FF2B5EF4-FFF2-40B4-BE49-F238E27FC236}">
                <a16:creationId xmlns:a16="http://schemas.microsoft.com/office/drawing/2014/main" id="{16E714C5-EE7A-4758-F77D-9AD34E9A3868}"/>
              </a:ext>
            </a:extLst>
          </p:cNvPr>
          <p:cNvSpPr>
            <a:spLocks noGrp="1"/>
          </p:cNvSpPr>
          <p:nvPr>
            <p:ph type="body" sz="quarter" idx="10"/>
          </p:nvPr>
        </p:nvSpPr>
        <p:spPr>
          <a:xfrm>
            <a:off x="1255714" y="3241279"/>
            <a:ext cx="7097257" cy="430887"/>
          </a:xfrm>
        </p:spPr>
        <p:txBody>
          <a:bodyPr anchor="ctr" anchorCtr="0"/>
          <a:lstStyle>
            <a:lvl1pPr marL="0" indent="0">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1613132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917869230"/>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No backgound - title only">
    <p:spTree>
      <p:nvGrpSpPr>
        <p:cNvPr id="1" name=""/>
        <p:cNvGrpSpPr/>
        <p:nvPr/>
      </p:nvGrpSpPr>
      <p:grpSpPr>
        <a:xfrm>
          <a:off x="0" y="0"/>
          <a:ext cx="0" cy="0"/>
          <a:chOff x="0" y="0"/>
          <a:chExt cx="0" cy="0"/>
        </a:xfrm>
      </p:grpSpPr>
      <p:pic>
        <p:nvPicPr>
          <p:cNvPr id="4" name="Picture 3" descr="A blurry image of a person's hand&#10;&#10;Description automatically generated">
            <a:extLst>
              <a:ext uri="{FF2B5EF4-FFF2-40B4-BE49-F238E27FC236}">
                <a16:creationId xmlns:a16="http://schemas.microsoft.com/office/drawing/2014/main" id="{3F20055C-12D9-5C48-BC85-FE7DCECB46C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userDrawn="1">
            <p:ph type="title"/>
          </p:nvPr>
        </p:nvSpPr>
        <p:spPr>
          <a:xfrm>
            <a:off x="574816" y="2793045"/>
            <a:ext cx="5063984" cy="984885"/>
          </a:xfrm>
        </p:spPr>
        <p:txBody>
          <a:bodyPr anchor="ctr"/>
          <a:lstStyle>
            <a:lvl1pPr>
              <a:defRPr sz="3200">
                <a:solidFill>
                  <a:schemeClr val="accent2"/>
                </a:solidFill>
              </a:defRPr>
            </a:lvl1pPr>
          </a:lstStyle>
          <a:p>
            <a:r>
              <a:rPr lang="en-US"/>
              <a:t>Click to edit Master title style</a:t>
            </a:r>
          </a:p>
        </p:txBody>
      </p:sp>
      <p:sp>
        <p:nvSpPr>
          <p:cNvPr id="7" name="Rectangle 6">
            <a:extLst>
              <a:ext uri="{FF2B5EF4-FFF2-40B4-BE49-F238E27FC236}">
                <a16:creationId xmlns:a16="http://schemas.microsoft.com/office/drawing/2014/main" id="{1F6D4A09-38E0-4150-617F-2150E0FAC774}"/>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pic>
        <p:nvPicPr>
          <p:cNvPr id="2" name="Picture Placeholder 10" descr="A person sitting on a couch using a computer&#10;&#10;Description automatically generated">
            <a:extLst>
              <a:ext uri="{FF2B5EF4-FFF2-40B4-BE49-F238E27FC236}">
                <a16:creationId xmlns:a16="http://schemas.microsoft.com/office/drawing/2014/main" id="{FC9630D6-2093-4A30-D4E0-937D240733F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5024775" y="0"/>
            <a:ext cx="7167225" cy="6690166"/>
          </a:xfrm>
          <a:custGeom>
            <a:avLst/>
            <a:gdLst>
              <a:gd name="connsiteX0" fmla="*/ 0 w 7167224"/>
              <a:gd name="connsiteY0" fmla="*/ 0 h 6858000"/>
              <a:gd name="connsiteX1" fmla="*/ 7167224 w 7167224"/>
              <a:gd name="connsiteY1" fmla="*/ 0 h 6858000"/>
              <a:gd name="connsiteX2" fmla="*/ 7167224 w 7167224"/>
              <a:gd name="connsiteY2" fmla="*/ 6858000 h 6858000"/>
              <a:gd name="connsiteX3" fmla="*/ 4685072 w 7167224"/>
              <a:gd name="connsiteY3" fmla="*/ 6858000 h 6858000"/>
              <a:gd name="connsiteX4" fmla="*/ 4664236 w 7167224"/>
              <a:gd name="connsiteY4" fmla="*/ 6583993 h 6858000"/>
              <a:gd name="connsiteX5" fmla="*/ 58369 w 7167224"/>
              <a:gd name="connsiteY5" fmla="*/ 2638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67224" h="6858000">
                <a:moveTo>
                  <a:pt x="0" y="0"/>
                </a:moveTo>
                <a:lnTo>
                  <a:pt x="7167224" y="0"/>
                </a:lnTo>
                <a:lnTo>
                  <a:pt x="7167224" y="6858000"/>
                </a:lnTo>
                <a:lnTo>
                  <a:pt x="4685072" y="6858000"/>
                </a:lnTo>
                <a:lnTo>
                  <a:pt x="4664236" y="6583993"/>
                </a:lnTo>
                <a:cubicBezTo>
                  <a:pt x="4370084" y="3687525"/>
                  <a:pt x="2569527" y="1236388"/>
                  <a:pt x="58369" y="26388"/>
                </a:cubicBezTo>
                <a:close/>
              </a:path>
            </a:pathLst>
          </a:custGeom>
          <a:effectLst>
            <a:outerShdw blurRad="101600" dist="38100" dir="10800000" algn="r" rotWithShape="0">
              <a:prstClr val="black">
                <a:alpha val="20000"/>
              </a:prstClr>
            </a:outerShdw>
          </a:effectLst>
        </p:spPr>
      </p:pic>
    </p:spTree>
    <p:extLst>
      <p:ext uri="{BB962C8B-B14F-4D97-AF65-F5344CB8AC3E}">
        <p14:creationId xmlns:p14="http://schemas.microsoft.com/office/powerpoint/2010/main" val="2555105595"/>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No backgound - title only">
    <p:spTree>
      <p:nvGrpSpPr>
        <p:cNvPr id="1" name=""/>
        <p:cNvGrpSpPr/>
        <p:nvPr/>
      </p:nvGrpSpPr>
      <p:grpSpPr>
        <a:xfrm>
          <a:off x="0" y="0"/>
          <a:ext cx="0" cy="0"/>
          <a:chOff x="0" y="0"/>
          <a:chExt cx="0" cy="0"/>
        </a:xfrm>
      </p:grpSpPr>
      <p:pic>
        <p:nvPicPr>
          <p:cNvPr id="4" name="Picture 3" descr="A blurry image of a person's hand&#10;&#10;Description automatically generated">
            <a:extLst>
              <a:ext uri="{FF2B5EF4-FFF2-40B4-BE49-F238E27FC236}">
                <a16:creationId xmlns:a16="http://schemas.microsoft.com/office/drawing/2014/main" id="{3F20055C-12D9-5C48-BC85-FE7DCECB46C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userDrawn="1">
            <p:ph type="title"/>
          </p:nvPr>
        </p:nvSpPr>
        <p:spPr>
          <a:xfrm>
            <a:off x="574816" y="2793045"/>
            <a:ext cx="5063984" cy="984885"/>
          </a:xfrm>
        </p:spPr>
        <p:txBody>
          <a:bodyPr anchor="ctr"/>
          <a:lstStyle>
            <a:lvl1pPr>
              <a:defRPr sz="3200">
                <a:solidFill>
                  <a:schemeClr val="accent2"/>
                </a:solidFill>
              </a:defRPr>
            </a:lvl1pPr>
          </a:lstStyle>
          <a:p>
            <a:r>
              <a:rPr lang="en-US"/>
              <a:t>Click to edit Master title style</a:t>
            </a:r>
          </a:p>
        </p:txBody>
      </p:sp>
      <p:pic>
        <p:nvPicPr>
          <p:cNvPr id="19" name="Picture Placeholder 12" descr="Smiling woman using laptop">
            <a:extLst>
              <a:ext uri="{FF2B5EF4-FFF2-40B4-BE49-F238E27FC236}">
                <a16:creationId xmlns:a16="http://schemas.microsoft.com/office/drawing/2014/main" id="{A2DBEBFD-A42A-83EF-20FD-B4DEA689B7E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6096000" y="2"/>
            <a:ext cx="6096000" cy="6692900"/>
          </a:xfrm>
          <a:custGeom>
            <a:avLst/>
            <a:gdLst>
              <a:gd name="connsiteX0" fmla="*/ 0 w 6096000"/>
              <a:gd name="connsiteY0" fmla="*/ 0 h 6692899"/>
              <a:gd name="connsiteX1" fmla="*/ 6096000 w 6096000"/>
              <a:gd name="connsiteY1" fmla="*/ 0 h 6692899"/>
              <a:gd name="connsiteX2" fmla="*/ 6096000 w 6096000"/>
              <a:gd name="connsiteY2" fmla="*/ 6692899 h 6692899"/>
              <a:gd name="connsiteX3" fmla="*/ 1181405 w 6096000"/>
              <a:gd name="connsiteY3" fmla="*/ 6692899 h 6692899"/>
              <a:gd name="connsiteX4" fmla="*/ 0 w 6096000"/>
              <a:gd name="connsiteY4" fmla="*/ 5511494 h 669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692899">
                <a:moveTo>
                  <a:pt x="0" y="0"/>
                </a:moveTo>
                <a:lnTo>
                  <a:pt x="6096000" y="0"/>
                </a:lnTo>
                <a:lnTo>
                  <a:pt x="6096000" y="6692899"/>
                </a:lnTo>
                <a:lnTo>
                  <a:pt x="1181405" y="6692899"/>
                </a:lnTo>
                <a:cubicBezTo>
                  <a:pt x="528933" y="6692899"/>
                  <a:pt x="0" y="6163966"/>
                  <a:pt x="0" y="5511494"/>
                </a:cubicBezTo>
                <a:close/>
              </a:path>
            </a:pathLst>
          </a:custGeom>
        </p:spPr>
      </p:pic>
      <p:sp>
        <p:nvSpPr>
          <p:cNvPr id="7" name="Rectangle 6">
            <a:extLst>
              <a:ext uri="{FF2B5EF4-FFF2-40B4-BE49-F238E27FC236}">
                <a16:creationId xmlns:a16="http://schemas.microsoft.com/office/drawing/2014/main" id="{1F6D4A09-38E0-4150-617F-2150E0FAC774}"/>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384940776"/>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subtitle only ">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C4A7036-07F3-B266-6945-ADE081D4B86C}"/>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F5C40B06-A260-9D9D-4EAD-700D31A9650F}"/>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ADC6D69F-71B6-0477-FC5D-60C21E517FCC}"/>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18679418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5883366"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ext Placeholder 2"/>
          <p:cNvSpPr>
            <a:spLocks noGrp="1"/>
          </p:cNvSpPr>
          <p:nvPr>
            <p:ph type="body" sz="quarter" idx="10"/>
          </p:nvPr>
        </p:nvSpPr>
        <p:spPr>
          <a:xfrm>
            <a:off x="574817" y="1828803"/>
            <a:ext cx="4599528" cy="4171948"/>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7" y="510987"/>
            <a:ext cx="4744671" cy="430887"/>
          </a:xfrm>
        </p:spPr>
        <p:txBody>
          <a:bodyPr/>
          <a:lstStyle/>
          <a:p>
            <a:r>
              <a:rPr lang="en-US"/>
              <a:t>Click to edit Master title style</a:t>
            </a:r>
          </a:p>
        </p:txBody>
      </p:sp>
    </p:spTree>
    <p:extLst>
      <p:ext uri="{BB962C8B-B14F-4D97-AF65-F5344CB8AC3E}">
        <p14:creationId xmlns:p14="http://schemas.microsoft.com/office/powerpoint/2010/main" val="110377824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9" name="Picture 8" descr="A close-up of a ribbon&#10;&#10;Description automatically generated">
            <a:extLst>
              <a:ext uri="{FF2B5EF4-FFF2-40B4-BE49-F238E27FC236}">
                <a16:creationId xmlns:a16="http://schemas.microsoft.com/office/drawing/2014/main" id="{3DFB8910-004E-5257-D4F0-2E102B05E2EA}"/>
              </a:ext>
            </a:extLst>
          </p:cNvPr>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10" name="Rectangle 9">
            <a:extLst>
              <a:ext uri="{FF2B5EF4-FFF2-40B4-BE49-F238E27FC236}">
                <a16:creationId xmlns:a16="http://schemas.microsoft.com/office/drawing/2014/main" id="{50721EC1-7566-DFFB-C03A-C7A44D51FCFF}"/>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4893ABC-107F-B31B-E972-89AFC69CADE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Rectangle: Rounded Corners 30">
            <a:extLst>
              <a:ext uri="{FF2B5EF4-FFF2-40B4-BE49-F238E27FC236}">
                <a16:creationId xmlns:a16="http://schemas.microsoft.com/office/drawing/2014/main" id="{84B0C639-5BCA-0F37-5E23-B3B0DB2F85DC}"/>
              </a:ext>
              <a:ext uri="{C183D7F6-B498-43B3-948B-1728B52AA6E4}">
                <adec:decorative xmlns:adec="http://schemas.microsoft.com/office/drawing/2017/decorative" val="1"/>
              </a:ext>
            </a:extLst>
          </p:cNvPr>
          <p:cNvSpPr/>
          <p:nvPr userDrawn="1"/>
        </p:nvSpPr>
        <p:spPr bwMode="auto">
          <a:xfrm>
            <a:off x="333830" y="1083368"/>
            <a:ext cx="11575143" cy="4741400"/>
          </a:xfrm>
          <a:prstGeom prst="roundRect">
            <a:avLst>
              <a:gd name="adj" fmla="val 3266"/>
            </a:avLst>
          </a:prstGeom>
          <a:solidFill>
            <a:schemeClr val="bg1">
              <a:alpha val="53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UI" panose="020B05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1789349"/>
            <a:ext cx="2631321" cy="430887"/>
          </a:xfrm>
        </p:spPr>
        <p:txBody>
          <a:bodyPr anchor="t"/>
          <a:lstStyle>
            <a:lvl1pPr>
              <a:defRPr sz="2800" b="1" i="0">
                <a:solidFill>
                  <a:schemeClr val="accent2"/>
                </a:solidFill>
                <a:latin typeface="+mj-lt"/>
                <a:cs typeface="Segoe UI Semibold" panose="020B0502040204020203" pitchFamily="34" charset="0"/>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3593056" y="1789349"/>
            <a:ext cx="8016334" cy="353943"/>
          </a:xfrm>
        </p:spPr>
        <p:txBody>
          <a:bodyPr numCol="2" anchor="t"/>
          <a:lstStyle>
            <a:lvl1pPr marL="231775" indent="-231775">
              <a:spcBef>
                <a:spcPts val="600"/>
              </a:spcBef>
              <a:spcAft>
                <a:spcPts val="600"/>
              </a:spcAft>
              <a:buFont typeface="Wingdings" panose="05000000000000000000" pitchFamily="2" charset="2"/>
              <a:buChar char=""/>
              <a:defRPr>
                <a:solidFill>
                  <a:schemeClr val="tx1"/>
                </a:solidFill>
                <a:latin typeface="+mn-lt"/>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3593056" y="1498836"/>
            <a:ext cx="8016334"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7" y="1498836"/>
            <a:ext cx="2631321"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934730"/>
      </p:ext>
    </p:extLst>
  </p:cSld>
  <p:clrMapOvr>
    <a:masterClrMapping/>
  </p:clrMapOvr>
  <p:transition>
    <p:fade/>
  </p:transition>
  <p:extLst>
    <p:ext uri="{DCECCB84-F9BA-43D5-87BE-67443E8EF086}">
      <p15:sldGuideLst xmlns:p15="http://schemas.microsoft.com/office/powerpoint/2012/main">
        <p15:guide id="13" pos="2745">
          <p15:clr>
            <a:srgbClr val="5ACBF0"/>
          </p15:clr>
        </p15:guide>
        <p15:guide id="29" orient="horz" pos="1272">
          <p15:clr>
            <a:srgbClr val="5ACBF0"/>
          </p15:clr>
        </p15:guide>
        <p15:guide id="30" pos="2375">
          <p15:clr>
            <a:srgbClr val="5ACBF0"/>
          </p15:clr>
        </p15:guide>
        <p15:guide id="32" orient="horz" pos="1455">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82780"/>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Tree>
    <p:extLst>
      <p:ext uri="{BB962C8B-B14F-4D97-AF65-F5344CB8AC3E}">
        <p14:creationId xmlns:p14="http://schemas.microsoft.com/office/powerpoint/2010/main" val="175252892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SP Masters Program - Copilot title 1">
    <p:spTree>
      <p:nvGrpSpPr>
        <p:cNvPr id="1" name=""/>
        <p:cNvGrpSpPr/>
        <p:nvPr/>
      </p:nvGrpSpPr>
      <p:grpSpPr>
        <a:xfrm>
          <a:off x="0" y="0"/>
          <a:ext cx="0" cy="0"/>
          <a:chOff x="0" y="0"/>
          <a:chExt cx="0" cy="0"/>
        </a:xfrm>
      </p:grpSpPr>
      <p:pic>
        <p:nvPicPr>
          <p:cNvPr id="3" name="Picture 2" descr="A person with blonde hair and a white shirt&#10;&#10;Description automatically generated">
            <a:extLst>
              <a:ext uri="{FF2B5EF4-FFF2-40B4-BE49-F238E27FC236}">
                <a16:creationId xmlns:a16="http://schemas.microsoft.com/office/drawing/2014/main" id="{F30F57E1-D90B-3263-EC4A-6FCDB0179C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
            <a:ext cx="12192000"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42658451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SP Masters Program - Copilot title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88F72-9E5E-E54F-FF24-1FA052D608B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578355" y="2"/>
            <a:ext cx="9613645"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99031907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SP Masters Program - Copilot titl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88F72-9E5E-E54F-FF24-1FA052D608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578355" y="2"/>
            <a:ext cx="9613645"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14065218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ltnernate title slide">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48904D2-33E0-3461-BD3C-159853CA397E}"/>
              </a:ext>
              <a:ext uri="{C183D7F6-B498-43B3-948B-1728B52AA6E4}">
                <adec:decorative xmlns:adec="http://schemas.microsoft.com/office/drawing/2017/decorative" val="1"/>
              </a:ext>
            </a:extLst>
          </p:cNvPr>
          <p:cNvPicPr>
            <a:picLocks noChangeAspect="1"/>
          </p:cNvPicPr>
          <p:nvPr userDrawn="1"/>
        </p:nvPicPr>
        <p:blipFill rotWithShape="1">
          <a:blip r:embed="rId2">
            <a:alphaModFix amt="46000"/>
          </a:blip>
          <a:srcRect l="10595" t="987" r="10595"/>
          <a:stretch/>
        </p:blipFill>
        <p:spPr>
          <a:xfrm>
            <a:off x="0" y="2"/>
            <a:ext cx="12192000" cy="6858000"/>
          </a:xfrm>
          <a:prstGeom prst="rect">
            <a:avLst/>
          </a:prstGeom>
        </p:spPr>
      </p:pic>
      <p:sp>
        <p:nvSpPr>
          <p:cNvPr id="4" name="Picture Placeholder 3">
            <a:extLst>
              <a:ext uri="{FF2B5EF4-FFF2-40B4-BE49-F238E27FC236}">
                <a16:creationId xmlns:a16="http://schemas.microsoft.com/office/drawing/2014/main" id="{37D53EC2-149B-8491-E5CC-F6AA28319A51}"/>
              </a:ext>
              <a:ext uri="{C183D7F6-B498-43B3-948B-1728B52AA6E4}">
                <adec:decorative xmlns:adec="http://schemas.microsoft.com/office/drawing/2017/decorative" val="1"/>
              </a:ext>
            </a:extLst>
          </p:cNvPr>
          <p:cNvSpPr>
            <a:spLocks noGrp="1"/>
          </p:cNvSpPr>
          <p:nvPr>
            <p:ph type="pic" sz="quarter" idx="13" hasCustomPrompt="1"/>
          </p:nvPr>
        </p:nvSpPr>
        <p:spPr>
          <a:xfrm>
            <a:off x="5209579" y="2"/>
            <a:ext cx="6982421" cy="6858000"/>
          </a:xfrm>
          <a:custGeom>
            <a:avLst/>
            <a:gdLst>
              <a:gd name="connsiteX0" fmla="*/ 0 w 7122432"/>
              <a:gd name="connsiteY0" fmla="*/ 3497262 h 6994526"/>
              <a:gd name="connsiteX1" fmla="*/ 1 w 7122432"/>
              <a:gd name="connsiteY1" fmla="*/ 3497263 h 6994526"/>
              <a:gd name="connsiteX2" fmla="*/ 0 w 7122432"/>
              <a:gd name="connsiteY2" fmla="*/ 3497263 h 6994526"/>
              <a:gd name="connsiteX3" fmla="*/ 3497263 w 7122432"/>
              <a:gd name="connsiteY3" fmla="*/ 0 h 6994526"/>
              <a:gd name="connsiteX4" fmla="*/ 7122432 w 7122432"/>
              <a:gd name="connsiteY4" fmla="*/ 0 h 6994526"/>
              <a:gd name="connsiteX5" fmla="*/ 7122432 w 7122432"/>
              <a:gd name="connsiteY5" fmla="*/ 6994526 h 6994526"/>
              <a:gd name="connsiteX6" fmla="*/ 3497263 w 7122432"/>
              <a:gd name="connsiteY6" fmla="*/ 6994525 h 6994526"/>
              <a:gd name="connsiteX7" fmla="*/ 18056 w 7122432"/>
              <a:gd name="connsiteY7" fmla="*/ 3854837 h 6994526"/>
              <a:gd name="connsiteX8" fmla="*/ 1 w 7122432"/>
              <a:gd name="connsiteY8" fmla="*/ 3497263 h 6994526"/>
              <a:gd name="connsiteX9" fmla="*/ 18056 w 7122432"/>
              <a:gd name="connsiteY9" fmla="*/ 3139688 h 6994526"/>
              <a:gd name="connsiteX10" fmla="*/ 3497263 w 7122432"/>
              <a:gd name="connsiteY10" fmla="*/ 0 h 699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22432" h="6994526">
                <a:moveTo>
                  <a:pt x="0" y="3497262"/>
                </a:moveTo>
                <a:lnTo>
                  <a:pt x="1" y="3497263"/>
                </a:lnTo>
                <a:lnTo>
                  <a:pt x="0" y="3497263"/>
                </a:lnTo>
                <a:close/>
                <a:moveTo>
                  <a:pt x="3497263" y="0"/>
                </a:moveTo>
                <a:lnTo>
                  <a:pt x="7122432" y="0"/>
                </a:lnTo>
                <a:lnTo>
                  <a:pt x="7122432" y="6994526"/>
                </a:lnTo>
                <a:lnTo>
                  <a:pt x="3497263" y="6994525"/>
                </a:lnTo>
                <a:cubicBezTo>
                  <a:pt x="1686496" y="6994525"/>
                  <a:pt x="197151" y="5618353"/>
                  <a:pt x="18056" y="3854837"/>
                </a:cubicBezTo>
                <a:lnTo>
                  <a:pt x="1" y="3497263"/>
                </a:lnTo>
                <a:lnTo>
                  <a:pt x="18056" y="3139688"/>
                </a:lnTo>
                <a:cubicBezTo>
                  <a:pt x="197151" y="1376172"/>
                  <a:pt x="1686496" y="0"/>
                  <a:pt x="3497263" y="0"/>
                </a:cubicBezTo>
                <a:close/>
              </a:path>
            </a:pathLst>
          </a:custGeom>
          <a:blipFill>
            <a:blip r:embed="rId3">
              <a:extLst>
                <a:ext uri="{28A0092B-C50C-407E-A947-70E740481C1C}">
                  <a14:useLocalDpi xmlns:a14="http://schemas.microsoft.com/office/drawing/2010/main"/>
                </a:ext>
              </a:extLst>
            </a:blip>
            <a:stretch>
              <a:fillRect/>
            </a:stretch>
          </a:blipFill>
        </p:spPr>
        <p:txBody>
          <a:bodyPr vert="horz" wrap="square" lIns="0" tIns="2011680" rIns="0" bIns="0" rtlCol="0" anchor="t" anchorCtr="0">
            <a:noAutofit/>
          </a:bodyPr>
          <a:lstStyle>
            <a:lvl1pPr>
              <a:defRPr lang="en-US" sz="1600" b="1">
                <a:latin typeface="+mn-lt"/>
                <a:cs typeface="Segoe UI" panose="020B0502040204020203" pitchFamily="34" charset="0"/>
              </a:defRPr>
            </a:lvl1pPr>
          </a:lstStyle>
          <a:p>
            <a:pPr marL="0" marR="0" lvl="0" indent="0" algn="ctr"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p:txBody>
      </p:sp>
      <p:sp>
        <p:nvSpPr>
          <p:cNvPr id="7" name="Title 1">
            <a:extLst>
              <a:ext uri="{FF2B5EF4-FFF2-40B4-BE49-F238E27FC236}">
                <a16:creationId xmlns:a16="http://schemas.microsoft.com/office/drawing/2014/main" id="{889E955A-D68E-FC9C-6BF1-3CF59CB46536}"/>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accent2"/>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770DCD0C-F263-40A0-B5EC-0435B77458FF}"/>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1625571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pic>
        <p:nvPicPr>
          <p:cNvPr id="3" name="Picture 2" descr="A close up of a glass object&#10;&#10;Description automatically generated">
            <a:extLst>
              <a:ext uri="{FF2B5EF4-FFF2-40B4-BE49-F238E27FC236}">
                <a16:creationId xmlns:a16="http://schemas.microsoft.com/office/drawing/2014/main" id="{6AA1AC67-13BA-ADC6-4602-1C5E14B1595C}"/>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val="0"/>
              </a:ext>
            </a:extLst>
          </a:blip>
          <a:srcRect/>
          <a:stretch/>
        </p:blipFill>
        <p:spPr>
          <a:xfrm>
            <a:off x="565149" y="2422965"/>
            <a:ext cx="8534400" cy="2012073"/>
          </a:xfrm>
          <a:prstGeom prst="roundRect">
            <a:avLst>
              <a:gd name="adj" fmla="val 12880"/>
            </a:avLst>
          </a:prstGeom>
        </p:spPr>
      </p:pic>
      <p:sp>
        <p:nvSpPr>
          <p:cNvPr id="4" name="Rectangle: Rounded Corners 3">
            <a:extLst>
              <a:ext uri="{FF2B5EF4-FFF2-40B4-BE49-F238E27FC236}">
                <a16:creationId xmlns:a16="http://schemas.microsoft.com/office/drawing/2014/main" id="{08F5EDB2-62CD-FCD3-37F1-2EA7B51C3CF8}"/>
              </a:ext>
            </a:extLst>
          </p:cNvPr>
          <p:cNvSpPr/>
          <p:nvPr userDrawn="1"/>
        </p:nvSpPr>
        <p:spPr>
          <a:xfrm>
            <a:off x="565151" y="2422049"/>
            <a:ext cx="8534400" cy="2012073"/>
          </a:xfrm>
          <a:prstGeom prst="roundRect">
            <a:avLst>
              <a:gd name="adj" fmla="val 12640"/>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Rectangle: Rounded Corners 4">
            <a:extLst>
              <a:ext uri="{FF2B5EF4-FFF2-40B4-BE49-F238E27FC236}">
                <a16:creationId xmlns:a16="http://schemas.microsoft.com/office/drawing/2014/main" id="{54C02737-1995-7747-7303-F1115CC1989C}"/>
              </a:ext>
            </a:extLst>
          </p:cNvPr>
          <p:cNvSpPr/>
          <p:nvPr userDrawn="1"/>
        </p:nvSpPr>
        <p:spPr>
          <a:xfrm>
            <a:off x="1026037" y="2844799"/>
            <a:ext cx="7552812" cy="1223846"/>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9" name="Text Placeholder 8">
            <a:extLst>
              <a:ext uri="{FF2B5EF4-FFF2-40B4-BE49-F238E27FC236}">
                <a16:creationId xmlns:a16="http://schemas.microsoft.com/office/drawing/2014/main" id="{16E714C5-EE7A-4758-F77D-9AD34E9A3868}"/>
              </a:ext>
            </a:extLst>
          </p:cNvPr>
          <p:cNvSpPr>
            <a:spLocks noGrp="1"/>
          </p:cNvSpPr>
          <p:nvPr>
            <p:ph type="body" sz="quarter" idx="10"/>
          </p:nvPr>
        </p:nvSpPr>
        <p:spPr>
          <a:xfrm>
            <a:off x="1255714" y="3241279"/>
            <a:ext cx="7097257" cy="430887"/>
          </a:xfrm>
        </p:spPr>
        <p:txBody>
          <a:bodyPr anchor="ctr" anchorCtr="0"/>
          <a:lstStyle>
            <a:lvl1pPr marL="631825" indent="-631825">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3981845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_2">
    <p:spTree>
      <p:nvGrpSpPr>
        <p:cNvPr id="1" name=""/>
        <p:cNvGrpSpPr/>
        <p:nvPr/>
      </p:nvGrpSpPr>
      <p:grpSpPr>
        <a:xfrm>
          <a:off x="0" y="0"/>
          <a:ext cx="0" cy="0"/>
          <a:chOff x="0" y="0"/>
          <a:chExt cx="0" cy="0"/>
        </a:xfrm>
      </p:grpSpPr>
      <p:pic>
        <p:nvPicPr>
          <p:cNvPr id="3" name="Picture 2" descr="A close up of a glass object&#10;&#10;Description automatically generated">
            <a:extLst>
              <a:ext uri="{FF2B5EF4-FFF2-40B4-BE49-F238E27FC236}">
                <a16:creationId xmlns:a16="http://schemas.microsoft.com/office/drawing/2014/main" id="{7FA841F1-8E81-2937-76CC-2118FF3FC43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4" name="Freeform: Shape 3">
            <a:extLst>
              <a:ext uri="{FF2B5EF4-FFF2-40B4-BE49-F238E27FC236}">
                <a16:creationId xmlns:a16="http://schemas.microsoft.com/office/drawing/2014/main" id="{F3CCB3F9-433B-EA43-176B-A9B99587601E}"/>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5" name="Title 1">
            <a:extLst>
              <a:ext uri="{FF2B5EF4-FFF2-40B4-BE49-F238E27FC236}">
                <a16:creationId xmlns:a16="http://schemas.microsoft.com/office/drawing/2014/main" id="{45FBEF05-44CE-10D3-01F5-40B6347F4A39}"/>
              </a:ext>
            </a:extLst>
          </p:cNvPr>
          <p:cNvSpPr>
            <a:spLocks noGrp="1"/>
          </p:cNvSpPr>
          <p:nvPr>
            <p:ph type="title" hasCustomPrompt="1"/>
          </p:nvPr>
        </p:nvSpPr>
        <p:spPr>
          <a:xfrm>
            <a:off x="1248938" y="3182780"/>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Tree>
    <p:extLst>
      <p:ext uri="{BB962C8B-B14F-4D97-AF65-F5344CB8AC3E}">
        <p14:creationId xmlns:p14="http://schemas.microsoft.com/office/powerpoint/2010/main" val="177587586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DF1E218-2AA9-E59E-CD79-58EC82F9A527}"/>
              </a:ext>
            </a:extLst>
          </p:cNvPr>
          <p:cNvGrpSpPr/>
          <p:nvPr userDrawn="1"/>
        </p:nvGrpSpPr>
        <p:grpSpPr>
          <a:xfrm>
            <a:off x="0" y="2"/>
            <a:ext cx="12192000" cy="6858000"/>
            <a:chOff x="0" y="0"/>
            <a:chExt cx="12192000" cy="6858000"/>
          </a:xfrm>
        </p:grpSpPr>
        <p:pic>
          <p:nvPicPr>
            <p:cNvPr id="2" name="Picture 1" descr="A blurry image of a person's hand&#10;&#10;Description automatically generated">
              <a:extLst>
                <a:ext uri="{FF2B5EF4-FFF2-40B4-BE49-F238E27FC236}">
                  <a16:creationId xmlns:a16="http://schemas.microsoft.com/office/drawing/2014/main" id="{D5AAD626-0FF6-FBA0-BA7F-1E92B724834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435102"/>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940604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intro tex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30D0933-331C-20E6-8B54-189E355842BD}"/>
              </a:ext>
            </a:extLst>
          </p:cNvPr>
          <p:cNvGrpSpPr/>
          <p:nvPr userDrawn="1"/>
        </p:nvGrpSpPr>
        <p:grpSpPr>
          <a:xfrm>
            <a:off x="0" y="2"/>
            <a:ext cx="12192000" cy="6858000"/>
            <a:chOff x="0" y="0"/>
            <a:chExt cx="12192000" cy="6858000"/>
          </a:xfrm>
        </p:grpSpPr>
        <p:pic>
          <p:nvPicPr>
            <p:cNvPr id="7" name="Picture 6" descr="A blurry image of a person's hand&#10;&#10;Description automatically generated">
              <a:extLst>
                <a:ext uri="{FF2B5EF4-FFF2-40B4-BE49-F238E27FC236}">
                  <a16:creationId xmlns:a16="http://schemas.microsoft.com/office/drawing/2014/main" id="{309D89FB-9578-9875-2B29-70D7CE5F7AB2}"/>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8" name="Rectangle 7">
              <a:extLst>
                <a:ext uri="{FF2B5EF4-FFF2-40B4-BE49-F238E27FC236}">
                  <a16:creationId xmlns:a16="http://schemas.microsoft.com/office/drawing/2014/main" id="{C5BE598B-F121-F2AE-9B69-D8971CDF6C99}"/>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206502"/>
            <a:ext cx="10204449" cy="615553"/>
          </a:xfrm>
        </p:spPr>
        <p:txBody>
          <a:bodyPr/>
          <a:lstStyle>
            <a:lvl1pPr>
              <a:defRPr sz="1400">
                <a:latin typeface="+mn-lt"/>
              </a:defRPr>
            </a:lvl1pPr>
            <a:lvl2pPr>
              <a:defRPr sz="1600"/>
            </a:lvl2pPr>
          </a:lstStyle>
          <a:p>
            <a:pPr lvl="0"/>
            <a:r>
              <a:rPr lang="en-US"/>
              <a:t>Click to edit Master text styles</a:t>
            </a:r>
          </a:p>
          <a:p>
            <a:pPr lvl="1"/>
            <a:endParaRPr lang="en-US"/>
          </a:p>
        </p:txBody>
      </p:sp>
      <p:sp>
        <p:nvSpPr>
          <p:cNvPr id="2" name="Text Placeholder 5">
            <a:extLst>
              <a:ext uri="{FF2B5EF4-FFF2-40B4-BE49-F238E27FC236}">
                <a16:creationId xmlns:a16="http://schemas.microsoft.com/office/drawing/2014/main" id="{A29CF6A1-2A54-EAFF-779A-CAFDF3C03C38}"/>
              </a:ext>
            </a:extLst>
          </p:cNvPr>
          <p:cNvSpPr>
            <a:spLocks noGrp="1"/>
          </p:cNvSpPr>
          <p:nvPr>
            <p:ph type="body" sz="quarter" idx="11"/>
          </p:nvPr>
        </p:nvSpPr>
        <p:spPr>
          <a:xfrm>
            <a:off x="584202" y="2412169"/>
            <a:ext cx="11025188" cy="1455783"/>
          </a:xfrm>
        </p:spPr>
        <p:txBody>
          <a:bodyPr/>
          <a:lstStyle>
            <a:lvl1pPr>
              <a:defRPr sz="1600"/>
            </a:lvl1pPr>
            <a:lvl2pPr>
              <a:defRPr sz="16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0DB0521-F5C1-19DD-E8E1-A51202BCEF01}"/>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20130816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195099559"/>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No backgound - 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502077732"/>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lternate backgound - title only">
    <p:spTree>
      <p:nvGrpSpPr>
        <p:cNvPr id="1" name=""/>
        <p:cNvGrpSpPr/>
        <p:nvPr/>
      </p:nvGrpSpPr>
      <p:grpSpPr>
        <a:xfrm>
          <a:off x="0" y="0"/>
          <a:ext cx="0" cy="0"/>
          <a:chOff x="0" y="0"/>
          <a:chExt cx="0" cy="0"/>
        </a:xfrm>
      </p:grpSpPr>
      <p:pic>
        <p:nvPicPr>
          <p:cNvPr id="3" name="Picture 2" descr="A close-up of a ribbon&#10;&#10;Description automatically generated">
            <a:extLst>
              <a:ext uri="{FF2B5EF4-FFF2-40B4-BE49-F238E27FC236}">
                <a16:creationId xmlns:a16="http://schemas.microsoft.com/office/drawing/2014/main" id="{2D01368F-CBC2-3A98-51E0-572AB45136C9}"/>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4" name="Rectangle 3">
            <a:extLst>
              <a:ext uri="{FF2B5EF4-FFF2-40B4-BE49-F238E27FC236}">
                <a16:creationId xmlns:a16="http://schemas.microsoft.com/office/drawing/2014/main" id="{D6923E10-A0DD-9107-F976-70EDBED7C272}"/>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613876391"/>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 background - 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435102"/>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18618313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o background - Two Column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852273-B857-20CA-59FC-EB5BE3F44C92}"/>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240255C-FB5A-E644-85A2-27A97D45B42A}"/>
              </a:ext>
            </a:extLst>
          </p:cNvPr>
          <p:cNvSpPr>
            <a:spLocks noGrp="1"/>
          </p:cNvSpPr>
          <p:nvPr>
            <p:ph type="body" sz="quarter" idx="13"/>
          </p:nvPr>
        </p:nvSpPr>
        <p:spPr>
          <a:xfrm>
            <a:off x="584201"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699D8670-E78C-69F4-3EAE-0C5C4F91711F}"/>
              </a:ext>
            </a:extLst>
          </p:cNvPr>
          <p:cNvSpPr>
            <a:spLocks noGrp="1"/>
          </p:cNvSpPr>
          <p:nvPr>
            <p:ph type="body" sz="quarter" idx="14"/>
          </p:nvPr>
        </p:nvSpPr>
        <p:spPr>
          <a:xfrm>
            <a:off x="6394452"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10">
            <a:extLst>
              <a:ext uri="{FF2B5EF4-FFF2-40B4-BE49-F238E27FC236}">
                <a16:creationId xmlns:a16="http://schemas.microsoft.com/office/drawing/2014/main" id="{22BDE9B7-BF0F-DF45-BCD0-D6165D547D13}"/>
              </a:ext>
            </a:extLst>
          </p:cNvPr>
          <p:cNvSpPr>
            <a:spLocks noGrp="1"/>
          </p:cNvSpPr>
          <p:nvPr>
            <p:ph type="ftr" sz="quarter" idx="3"/>
          </p:nvPr>
        </p:nvSpPr>
        <p:spPr>
          <a:xfrm>
            <a:off x="584202" y="6456458"/>
            <a:ext cx="11025188" cy="107855"/>
          </a:xfrm>
          <a:prstGeom prst="rect">
            <a:avLst/>
          </a:prstGeom>
        </p:spPr>
        <p:txBody>
          <a:bodyPr/>
          <a:lstStyle>
            <a:lvl1pPr>
              <a:defRPr sz="800">
                <a:solidFill>
                  <a:srgbClr val="000000"/>
                </a:solidFill>
              </a:defRPr>
            </a:lvl1pPr>
          </a:lstStyle>
          <a:p>
            <a:endParaRPr lang="en-US"/>
          </a:p>
        </p:txBody>
      </p:sp>
      <p:sp>
        <p:nvSpPr>
          <p:cNvPr id="3" name="Rectangle 2">
            <a:extLst>
              <a:ext uri="{FF2B5EF4-FFF2-40B4-BE49-F238E27FC236}">
                <a16:creationId xmlns:a16="http://schemas.microsoft.com/office/drawing/2014/main" id="{714C1368-183A-6A5B-98F3-79A3F801C10B}"/>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795810258"/>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1272">
          <p15:clr>
            <a:srgbClr val="5ACBF0"/>
          </p15:clr>
        </p15:guide>
        <p15:guide id="3" orient="horz" pos="905">
          <p15:clr>
            <a:srgbClr val="5ACBF0"/>
          </p15:clr>
        </p15:guide>
        <p15:guide id="4" pos="3653">
          <p15:clr>
            <a:srgbClr val="FBAE40"/>
          </p15:clr>
        </p15:guide>
        <p15:guide id="5" pos="402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No background - Two Column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9C7A637-9C83-8E2C-B673-0817ED3CE231}"/>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4B2161EF-6401-91A8-EFC2-CEF94AC79EE9}"/>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4A542778-2116-B763-7B8E-64EDCA14B275}"/>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9" name="Title 8">
            <a:extLst>
              <a:ext uri="{FF2B5EF4-FFF2-40B4-BE49-F238E27FC236}">
                <a16:creationId xmlns:a16="http://schemas.microsoft.com/office/drawing/2014/main" id="{F2852273-B857-20CA-59FC-EB5BE3F44C92}"/>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240255C-FB5A-E644-85A2-27A97D45B42A}"/>
              </a:ext>
            </a:extLst>
          </p:cNvPr>
          <p:cNvSpPr>
            <a:spLocks noGrp="1"/>
          </p:cNvSpPr>
          <p:nvPr>
            <p:ph type="body" sz="quarter" idx="13"/>
          </p:nvPr>
        </p:nvSpPr>
        <p:spPr>
          <a:xfrm>
            <a:off x="584201"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699D8670-E78C-69F4-3EAE-0C5C4F91711F}"/>
              </a:ext>
            </a:extLst>
          </p:cNvPr>
          <p:cNvSpPr>
            <a:spLocks noGrp="1"/>
          </p:cNvSpPr>
          <p:nvPr>
            <p:ph type="body" sz="quarter" idx="14"/>
          </p:nvPr>
        </p:nvSpPr>
        <p:spPr>
          <a:xfrm>
            <a:off x="6394452"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10">
            <a:extLst>
              <a:ext uri="{FF2B5EF4-FFF2-40B4-BE49-F238E27FC236}">
                <a16:creationId xmlns:a16="http://schemas.microsoft.com/office/drawing/2014/main" id="{22BDE9B7-BF0F-DF45-BCD0-D6165D547D13}"/>
              </a:ext>
            </a:extLst>
          </p:cNvPr>
          <p:cNvSpPr>
            <a:spLocks noGrp="1"/>
          </p:cNvSpPr>
          <p:nvPr>
            <p:ph type="ftr" sz="quarter" idx="3"/>
          </p:nvPr>
        </p:nvSpPr>
        <p:spPr>
          <a:xfrm>
            <a:off x="584202" y="6456458"/>
            <a:ext cx="11025188" cy="107855"/>
          </a:xfrm>
          <a:prstGeom prst="rect">
            <a:avLst/>
          </a:prstGeom>
        </p:spPr>
        <p:txBody>
          <a:bodyPr/>
          <a:lstStyle>
            <a:lvl1pPr>
              <a:defRPr sz="800">
                <a:solidFill>
                  <a:srgbClr val="000000"/>
                </a:solidFill>
              </a:defRPr>
            </a:lvl1pPr>
          </a:lstStyle>
          <a:p>
            <a:endParaRPr lang="en-US"/>
          </a:p>
        </p:txBody>
      </p:sp>
      <p:sp>
        <p:nvSpPr>
          <p:cNvPr id="3" name="Rectangle 2">
            <a:extLst>
              <a:ext uri="{FF2B5EF4-FFF2-40B4-BE49-F238E27FC236}">
                <a16:creationId xmlns:a16="http://schemas.microsoft.com/office/drawing/2014/main" id="{714C1368-183A-6A5B-98F3-79A3F801C10B}"/>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67380192"/>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1272">
          <p15:clr>
            <a:srgbClr val="5ACBF0"/>
          </p15:clr>
        </p15:guide>
        <p15:guide id="3" orient="horz" pos="905">
          <p15:clr>
            <a:srgbClr val="5ACBF0"/>
          </p15:clr>
        </p15:guide>
        <p15:guide id="4" pos="3653">
          <p15:clr>
            <a:srgbClr val="FBAE40"/>
          </p15:clr>
        </p15:guide>
        <p15:guide id="5" pos="402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DEF4037-A609-A9B8-078B-CE087FCC2FBE}"/>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CB1914C-784C-0230-3C4C-01B077CCF6D0}"/>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8" name="Rectangle 7">
              <a:extLst>
                <a:ext uri="{FF2B5EF4-FFF2-40B4-BE49-F238E27FC236}">
                  <a16:creationId xmlns:a16="http://schemas.microsoft.com/office/drawing/2014/main" id="{A9938F55-19E6-E840-1084-01B2A085047D}"/>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2019301"/>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8522C0CB-7CA6-6339-77AF-EA5B1984FA00}"/>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59214571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eyebrow and conten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25B0F14-1D8E-05BE-E630-B3456823C547}"/>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30EA2969-34DD-DAA8-1D7E-246D83F0867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81DED292-DED9-217C-A2C7-706F1148EA1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6" name="Eyebrow placeholder">
            <a:extLst>
              <a:ext uri="{FF2B5EF4-FFF2-40B4-BE49-F238E27FC236}">
                <a16:creationId xmlns:a16="http://schemas.microsoft.com/office/drawing/2014/main" id="{48B9C26C-7246-D5C5-B758-D000638734BF}"/>
              </a:ext>
            </a:extLst>
          </p:cNvPr>
          <p:cNvSpPr>
            <a:spLocks noGrp="1"/>
          </p:cNvSpPr>
          <p:nvPr>
            <p:ph type="body" sz="quarter" idx="10"/>
          </p:nvPr>
        </p:nvSpPr>
        <p:spPr>
          <a:xfrm>
            <a:off x="574816" y="246888"/>
            <a:ext cx="11018839" cy="246221"/>
          </a:xfrm>
        </p:spPr>
        <p:txBody>
          <a:bodyPr/>
          <a:lstStyle>
            <a:lvl1pPr marL="0" indent="0">
              <a:buNone/>
              <a:defRPr sz="1600">
                <a:solidFill>
                  <a:schemeClr val="accent2"/>
                </a:solidFill>
                <a:latin typeface="+mj-lt"/>
              </a:defRPr>
            </a:lvl1pPr>
          </a:lstStyle>
          <a:p>
            <a:pPr lvl="0"/>
            <a:r>
              <a:rPr lang="en-US"/>
              <a:t>Click to edit Master text styles</a:t>
            </a:r>
          </a:p>
        </p:txBody>
      </p:sp>
      <p:sp>
        <p:nvSpPr>
          <p:cNvPr id="3" name="Text Placeholder 5">
            <a:extLst>
              <a:ext uri="{FF2B5EF4-FFF2-40B4-BE49-F238E27FC236}">
                <a16:creationId xmlns:a16="http://schemas.microsoft.com/office/drawing/2014/main" id="{9726B72F-F30C-C802-754B-00F8619DF7CF}"/>
              </a:ext>
            </a:extLst>
          </p:cNvPr>
          <p:cNvSpPr>
            <a:spLocks noGrp="1"/>
          </p:cNvSpPr>
          <p:nvPr>
            <p:ph type="body" sz="quarter" idx="11"/>
          </p:nvPr>
        </p:nvSpPr>
        <p:spPr>
          <a:xfrm>
            <a:off x="584202" y="2019301"/>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7119961"/>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yebrow title and sub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5979E47-BD7E-F57A-4D56-BEEC52979CA6}"/>
              </a:ext>
            </a:extLst>
          </p:cNvPr>
          <p:cNvGrpSpPr/>
          <p:nvPr userDrawn="1"/>
        </p:nvGrpSpPr>
        <p:grpSpPr>
          <a:xfrm>
            <a:off x="0" y="2"/>
            <a:ext cx="12192000" cy="6858000"/>
            <a:chOff x="0" y="0"/>
            <a:chExt cx="12192000" cy="6858000"/>
          </a:xfrm>
        </p:grpSpPr>
        <p:pic>
          <p:nvPicPr>
            <p:cNvPr id="7" name="Picture 6" descr="A blurry image of a person's hand&#10;&#10;Description automatically generated">
              <a:extLst>
                <a:ext uri="{FF2B5EF4-FFF2-40B4-BE49-F238E27FC236}">
                  <a16:creationId xmlns:a16="http://schemas.microsoft.com/office/drawing/2014/main" id="{FAFCF619-AC26-2E4C-2904-F86EAFD2B3C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8" name="Rectangle 7">
              <a:extLst>
                <a:ext uri="{FF2B5EF4-FFF2-40B4-BE49-F238E27FC236}">
                  <a16:creationId xmlns:a16="http://schemas.microsoft.com/office/drawing/2014/main" id="{06D6185B-31C8-DCA6-A9FA-7806DF771D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5" name="Text Placeholder 2">
            <a:extLst>
              <a:ext uri="{FF2B5EF4-FFF2-40B4-BE49-F238E27FC236}">
                <a16:creationId xmlns:a16="http://schemas.microsoft.com/office/drawing/2014/main" id="{3ABDF8D8-0F08-FD6F-E5FE-7EE6DC72BE9E}"/>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
        <p:nvSpPr>
          <p:cNvPr id="3" name="Eyebrow placeholder">
            <a:extLst>
              <a:ext uri="{FF2B5EF4-FFF2-40B4-BE49-F238E27FC236}">
                <a16:creationId xmlns:a16="http://schemas.microsoft.com/office/drawing/2014/main" id="{7A979B28-27F8-3F49-0EE7-BF83B791B93D}"/>
              </a:ext>
            </a:extLst>
          </p:cNvPr>
          <p:cNvSpPr>
            <a:spLocks noGrp="1"/>
          </p:cNvSpPr>
          <p:nvPr>
            <p:ph type="body" sz="quarter" idx="10"/>
          </p:nvPr>
        </p:nvSpPr>
        <p:spPr>
          <a:xfrm>
            <a:off x="574816" y="246888"/>
            <a:ext cx="11018839" cy="246221"/>
          </a:xfrm>
        </p:spPr>
        <p:txBody>
          <a:bodyPr/>
          <a:lstStyle>
            <a:lvl1pPr marL="0" indent="0">
              <a:buNone/>
              <a:defRPr sz="1600">
                <a:solidFill>
                  <a:schemeClr val="accent2"/>
                </a:solidFill>
                <a:latin typeface="+mj-lt"/>
              </a:defRPr>
            </a:lvl1pPr>
          </a:lstStyle>
          <a:p>
            <a:pPr lvl="0"/>
            <a:r>
              <a:rPr lang="en-US"/>
              <a:t>Click to edit Master text styles</a:t>
            </a:r>
          </a:p>
        </p:txBody>
      </p:sp>
    </p:spTree>
    <p:extLst>
      <p:ext uri="{BB962C8B-B14F-4D97-AF65-F5344CB8AC3E}">
        <p14:creationId xmlns:p14="http://schemas.microsoft.com/office/powerpoint/2010/main" val="1027311631"/>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and subtitle only ">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C4A7036-07F3-B266-6945-ADE081D4B86C}"/>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F5C40B06-A260-9D9D-4EAD-700D31A9650F}"/>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ADC6D69F-71B6-0477-FC5D-60C21E517FCC}"/>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91938875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yebrow and title only">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FDF0EE6-10BF-3375-600E-D7D82456A675}"/>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5594B1F8-FC13-CF06-C949-7E92A50B1644}"/>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F3218ED4-3869-4937-C6A4-76DB2C1B9A4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3" name="Eyebrow placeholder">
            <a:extLst>
              <a:ext uri="{FF2B5EF4-FFF2-40B4-BE49-F238E27FC236}">
                <a16:creationId xmlns:a16="http://schemas.microsoft.com/office/drawing/2014/main" id="{23E98592-EE2D-456F-76E2-F8BED7A0F24B}"/>
              </a:ext>
            </a:extLst>
          </p:cNvPr>
          <p:cNvSpPr>
            <a:spLocks noGrp="1"/>
          </p:cNvSpPr>
          <p:nvPr>
            <p:ph type="body" sz="quarter" idx="10"/>
          </p:nvPr>
        </p:nvSpPr>
        <p:spPr>
          <a:xfrm>
            <a:off x="574816" y="246888"/>
            <a:ext cx="11018839" cy="246221"/>
          </a:xfrm>
        </p:spPr>
        <p:txBody>
          <a:bodyPr/>
          <a:lstStyle>
            <a:lvl1pPr marL="0" indent="0">
              <a:buNone/>
              <a:defRPr sz="1600">
                <a:solidFill>
                  <a:schemeClr val="accent2"/>
                </a:solidFill>
                <a:latin typeface="+mj-lt"/>
              </a:defRPr>
            </a:lvl1pPr>
          </a:lstStyle>
          <a:p>
            <a:pPr lvl="0"/>
            <a:r>
              <a:rPr lang="en-US"/>
              <a:t>Click to edit Master text styles</a:t>
            </a:r>
          </a:p>
        </p:txBody>
      </p:sp>
    </p:spTree>
    <p:extLst>
      <p:ext uri="{BB962C8B-B14F-4D97-AF65-F5344CB8AC3E}">
        <p14:creationId xmlns:p14="http://schemas.microsoft.com/office/powerpoint/2010/main" val="987910407"/>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half width">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DF1E218-2AA9-E59E-CD79-58EC82F9A527}"/>
              </a:ext>
            </a:extLst>
          </p:cNvPr>
          <p:cNvGrpSpPr/>
          <p:nvPr userDrawn="1"/>
        </p:nvGrpSpPr>
        <p:grpSpPr>
          <a:xfrm>
            <a:off x="0" y="2"/>
            <a:ext cx="12192000" cy="6858000"/>
            <a:chOff x="0" y="0"/>
            <a:chExt cx="12192000" cy="6858000"/>
          </a:xfrm>
        </p:grpSpPr>
        <p:pic>
          <p:nvPicPr>
            <p:cNvPr id="2" name="Picture 1" descr="A blurry image of a person's hand&#10;&#10;Description automatically generated">
              <a:extLst>
                <a:ext uri="{FF2B5EF4-FFF2-40B4-BE49-F238E27FC236}">
                  <a16:creationId xmlns:a16="http://schemas.microsoft.com/office/drawing/2014/main" id="{D5AAD626-0FF6-FBA0-BA7F-1E92B724834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hasCustomPrompt="1"/>
          </p:nvPr>
        </p:nvSpPr>
        <p:spPr>
          <a:xfrm>
            <a:off x="574817" y="510987"/>
            <a:ext cx="5573742" cy="861774"/>
          </a:xfrm>
        </p:spPr>
        <p:txBody>
          <a:bodyPr/>
          <a:lstStyle>
            <a:lvl1pPr>
              <a:defRPr/>
            </a:lvl1pPr>
          </a:lstStyle>
          <a:p>
            <a:r>
              <a:rPr lang="en-US"/>
              <a:t>Click to edit Master </a:t>
            </a:r>
            <a:br>
              <a:rPr lang="en-US"/>
            </a:br>
            <a:r>
              <a:rPr lang="en-US"/>
              <a:t>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908970"/>
            <a:ext cx="5577114"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03353678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5883366"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ext Placeholder 2"/>
          <p:cNvSpPr>
            <a:spLocks noGrp="1"/>
          </p:cNvSpPr>
          <p:nvPr>
            <p:ph type="body" sz="quarter" idx="10"/>
          </p:nvPr>
        </p:nvSpPr>
        <p:spPr>
          <a:xfrm>
            <a:off x="574817" y="1828803"/>
            <a:ext cx="4599528" cy="4171948"/>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7" y="510987"/>
            <a:ext cx="4744671" cy="430887"/>
          </a:xfrm>
        </p:spPr>
        <p:txBody>
          <a:bodyPr/>
          <a:lstStyle/>
          <a:p>
            <a:r>
              <a:rPr lang="en-US"/>
              <a:t>Click to edit Master title style</a:t>
            </a:r>
          </a:p>
        </p:txBody>
      </p:sp>
    </p:spTree>
    <p:extLst>
      <p:ext uri="{BB962C8B-B14F-4D97-AF65-F5344CB8AC3E}">
        <p14:creationId xmlns:p14="http://schemas.microsoft.com/office/powerpoint/2010/main" val="152454236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9" name="Picture 8" descr="A close-up of a ribbon&#10;&#10;Description automatically generated">
            <a:extLst>
              <a:ext uri="{FF2B5EF4-FFF2-40B4-BE49-F238E27FC236}">
                <a16:creationId xmlns:a16="http://schemas.microsoft.com/office/drawing/2014/main" id="{3DFB8910-004E-5257-D4F0-2E102B05E2EA}"/>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10" name="Rectangle 9">
            <a:extLst>
              <a:ext uri="{FF2B5EF4-FFF2-40B4-BE49-F238E27FC236}">
                <a16:creationId xmlns:a16="http://schemas.microsoft.com/office/drawing/2014/main" id="{50721EC1-7566-DFFB-C03A-C7A44D51FCFF}"/>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4893ABC-107F-B31B-E972-89AFC69CADE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Rectangle: Rounded Corners 30">
            <a:extLst>
              <a:ext uri="{FF2B5EF4-FFF2-40B4-BE49-F238E27FC236}">
                <a16:creationId xmlns:a16="http://schemas.microsoft.com/office/drawing/2014/main" id="{84B0C639-5BCA-0F37-5E23-B3B0DB2F85DC}"/>
              </a:ext>
              <a:ext uri="{C183D7F6-B498-43B3-948B-1728B52AA6E4}">
                <adec:decorative xmlns:adec="http://schemas.microsoft.com/office/drawing/2017/decorative" val="1"/>
              </a:ext>
            </a:extLst>
          </p:cNvPr>
          <p:cNvSpPr/>
          <p:nvPr userDrawn="1"/>
        </p:nvSpPr>
        <p:spPr bwMode="auto">
          <a:xfrm>
            <a:off x="333830" y="1083368"/>
            <a:ext cx="11575143" cy="4741400"/>
          </a:xfrm>
          <a:prstGeom prst="roundRect">
            <a:avLst>
              <a:gd name="adj" fmla="val 3266"/>
            </a:avLst>
          </a:prstGeom>
          <a:solidFill>
            <a:schemeClr val="bg1">
              <a:alpha val="53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UI" panose="020B05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1789349"/>
            <a:ext cx="2631321" cy="430887"/>
          </a:xfrm>
        </p:spPr>
        <p:txBody>
          <a:bodyPr anchor="t"/>
          <a:lstStyle>
            <a:lvl1pPr>
              <a:defRPr sz="2800" b="1" i="0">
                <a:solidFill>
                  <a:schemeClr val="accent2"/>
                </a:solidFill>
                <a:latin typeface="+mj-lt"/>
                <a:cs typeface="Segoe UI Semibold" panose="020B0502040204020203" pitchFamily="34" charset="0"/>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3593056" y="1789349"/>
            <a:ext cx="8016334" cy="353943"/>
          </a:xfrm>
        </p:spPr>
        <p:txBody>
          <a:bodyPr numCol="2" anchor="t"/>
          <a:lstStyle>
            <a:lvl1pPr marL="231775" indent="-231775">
              <a:spcBef>
                <a:spcPts val="600"/>
              </a:spcBef>
              <a:spcAft>
                <a:spcPts val="600"/>
              </a:spcAft>
              <a:buFont typeface="Wingdings" panose="05000000000000000000" pitchFamily="2" charset="2"/>
              <a:buChar char=""/>
              <a:defRPr>
                <a:solidFill>
                  <a:schemeClr val="tx1"/>
                </a:solidFill>
                <a:latin typeface="+mn-lt"/>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3593056" y="1498836"/>
            <a:ext cx="8016334"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7" y="1498836"/>
            <a:ext cx="2631321"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787509"/>
      </p:ext>
    </p:extLst>
  </p:cSld>
  <p:clrMapOvr>
    <a:masterClrMapping/>
  </p:clrMapOvr>
  <p:transition>
    <p:fade/>
  </p:transition>
  <p:extLst>
    <p:ext uri="{DCECCB84-F9BA-43D5-87BE-67443E8EF086}">
      <p15:sldGuideLst xmlns:p15="http://schemas.microsoft.com/office/powerpoint/2012/main">
        <p15:guide id="13" pos="2745">
          <p15:clr>
            <a:srgbClr val="5ACBF0"/>
          </p15:clr>
        </p15:guide>
        <p15:guide id="29" orient="horz" pos="1272">
          <p15:clr>
            <a:srgbClr val="5ACBF0"/>
          </p15:clr>
        </p15:guide>
        <p15:guide id="30" pos="2375">
          <p15:clr>
            <a:srgbClr val="5ACBF0"/>
          </p15:clr>
        </p15:guide>
        <p15:guide id="32" orient="horz" pos="145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Divider">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82780"/>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Tree>
    <p:extLst>
      <p:ext uri="{BB962C8B-B14F-4D97-AF65-F5344CB8AC3E}">
        <p14:creationId xmlns:p14="http://schemas.microsoft.com/office/powerpoint/2010/main" val="420061232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1"/>
        </a:solidFill>
        <a:effectLst/>
      </p:bgPr>
    </p:bg>
    <p:spTree>
      <p:nvGrpSpPr>
        <p:cNvPr id="1" name=""/>
        <p:cNvGrpSpPr/>
        <p:nvPr/>
      </p:nvGrpSpPr>
      <p:grpSpPr>
        <a:xfrm>
          <a:off x="0" y="0"/>
          <a:ext cx="0" cy="0"/>
          <a:chOff x="0" y="0"/>
          <a:chExt cx="0" cy="0"/>
        </a:xfrm>
      </p:grpSpPr>
      <p:pic>
        <p:nvPicPr>
          <p:cNvPr id="3" name="Picture 2" descr="A close up of a glass&#10;&#10;Description automatically generated">
            <a:extLst>
              <a:ext uri="{FF2B5EF4-FFF2-40B4-BE49-F238E27FC236}">
                <a16:creationId xmlns:a16="http://schemas.microsoft.com/office/drawing/2014/main" id="{4F5CE529-272F-D619-67D6-09FCFE939A7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2" name="Text Box 3"/>
          <p:cNvSpPr txBox="1">
            <a:spLocks noChangeArrowheads="1"/>
          </p:cNvSpPr>
          <p:nvPr userDrawn="1"/>
        </p:nvSpPr>
        <p:spPr bwMode="blackWhite">
          <a:xfrm>
            <a:off x="584202" y="6161317"/>
            <a:ext cx="4482123"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368812755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a:xfrm>
            <a:off x="588264" y="510989"/>
            <a:ext cx="11018521" cy="430887"/>
          </a:xfrm>
        </p:spPr>
        <p:txBody>
          <a:bodyPr/>
          <a:lstStyle>
            <a:lvl1pPr>
              <a:defRPr b="0">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199" y="1436690"/>
            <a:ext cx="11018839" cy="2286780"/>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0" cy="588965"/>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84339559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5">
          <p15:clr>
            <a:srgbClr val="5ACBF0"/>
          </p15:clr>
        </p15:guide>
        <p15:guide id="2" orient="horz" pos="287">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oft background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55F9204C-3F26-4B75-3C9A-C84670D7A3BF}"/>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890A04F-278F-1602-9E64-8C8C5A93D3AB}"/>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E16343BD-8AB7-4C7A-F9EE-B2FBF358D3A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Tree>
    <p:extLst>
      <p:ext uri="{BB962C8B-B14F-4D97-AF65-F5344CB8AC3E}">
        <p14:creationId xmlns:p14="http://schemas.microsoft.com/office/powerpoint/2010/main" val="2290582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BAD58F4-D255-D330-4E5D-A82F308095F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pic>
        <p:nvPicPr>
          <p:cNvPr id="5" name="Picture 4" descr="A close-up of a ribbon&#10;&#10;Description automatically generated">
            <a:extLst>
              <a:ext uri="{FF2B5EF4-FFF2-40B4-BE49-F238E27FC236}">
                <a16:creationId xmlns:a16="http://schemas.microsoft.com/office/drawing/2014/main" id="{0C8AED29-A2C9-D869-28FB-33C34244EB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2"/>
            <a:ext cx="5755005" cy="6718302"/>
          </a:xfrm>
          <a:prstGeom prst="rect">
            <a:avLst/>
          </a:prstGeom>
        </p:spPr>
      </p:pic>
      <p:sp>
        <p:nvSpPr>
          <p:cNvPr id="6" name="Title 5">
            <a:extLst>
              <a:ext uri="{FF2B5EF4-FFF2-40B4-BE49-F238E27FC236}">
                <a16:creationId xmlns:a16="http://schemas.microsoft.com/office/drawing/2014/main" id="{D36FB7E5-87C4-6FBF-8057-6A49387F3931}"/>
              </a:ext>
            </a:extLst>
          </p:cNvPr>
          <p:cNvSpPr>
            <a:spLocks noGrp="1"/>
          </p:cNvSpPr>
          <p:nvPr>
            <p:ph type="title"/>
          </p:nvPr>
        </p:nvSpPr>
        <p:spPr>
          <a:xfrm>
            <a:off x="6161089" y="472441"/>
            <a:ext cx="5477403" cy="1292662"/>
          </a:xfrm>
        </p:spPr>
        <p:txBody>
          <a:bodyPr/>
          <a:lstStyle>
            <a:lvl1pPr>
              <a:defRPr sz="4200"/>
            </a:lvl1pPr>
          </a:lstStyle>
          <a:p>
            <a:r>
              <a:rPr lang="en-US"/>
              <a:t>Click to edit Master title style</a:t>
            </a:r>
          </a:p>
        </p:txBody>
      </p:sp>
      <p:sp>
        <p:nvSpPr>
          <p:cNvPr id="8" name="Content Placeholder 7">
            <a:extLst>
              <a:ext uri="{FF2B5EF4-FFF2-40B4-BE49-F238E27FC236}">
                <a16:creationId xmlns:a16="http://schemas.microsoft.com/office/drawing/2014/main" id="{6507EF33-243D-F899-378F-5B2E5E1462AF}"/>
              </a:ext>
            </a:extLst>
          </p:cNvPr>
          <p:cNvSpPr>
            <a:spLocks noGrp="1"/>
          </p:cNvSpPr>
          <p:nvPr>
            <p:ph sz="quarter" idx="10"/>
          </p:nvPr>
        </p:nvSpPr>
        <p:spPr>
          <a:xfrm>
            <a:off x="6161087" y="1638300"/>
            <a:ext cx="5481637" cy="1486561"/>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FBA23A4-F1C1-BC53-6BDE-D0642CBCD4BB}"/>
              </a:ext>
            </a:extLst>
          </p:cNvPr>
          <p:cNvSpPr>
            <a:spLocks noGrp="1"/>
          </p:cNvSpPr>
          <p:nvPr>
            <p:ph type="ftr" sz="quarter" idx="11"/>
          </p:nvPr>
        </p:nvSpPr>
        <p:spPr>
          <a:xfrm>
            <a:off x="549276" y="6341191"/>
            <a:ext cx="4892619" cy="246223"/>
          </a:xfrm>
        </p:spPr>
        <p:txBody>
          <a:bodyPr/>
          <a:lstStyle>
            <a:lvl1pPr>
              <a:defRPr>
                <a:solidFill>
                  <a:schemeClr val="bg1"/>
                </a:solidFill>
              </a:defRPr>
            </a:lvl1pPr>
          </a:lstStyle>
          <a:p>
            <a:pPr defTabSz="914400">
              <a:defRPr/>
            </a:pPr>
            <a:r>
              <a:rPr lang="en-US" sz="1000">
                <a:solidFill>
                  <a:prstClr val="white"/>
                </a:solidFill>
                <a:latin typeface="Segoe UI"/>
              </a:rPr>
              <a:t>Data Security and Information Protection</a:t>
            </a:r>
          </a:p>
        </p:txBody>
      </p:sp>
      <p:sp>
        <p:nvSpPr>
          <p:cNvPr id="10" name="Slide Number Placeholder 9">
            <a:extLst>
              <a:ext uri="{FF2B5EF4-FFF2-40B4-BE49-F238E27FC236}">
                <a16:creationId xmlns:a16="http://schemas.microsoft.com/office/drawing/2014/main" id="{A6AF72F4-0DE1-2DD9-3037-A847E28315EB}"/>
              </a:ext>
            </a:extLst>
          </p:cNvPr>
          <p:cNvSpPr>
            <a:spLocks noGrp="1"/>
          </p:cNvSpPr>
          <p:nvPr>
            <p:ph type="sldNum" sz="quarter" idx="12"/>
          </p:nvPr>
        </p:nvSpPr>
        <p:spPr/>
        <p:txBody>
          <a:bodyPr/>
          <a:lstStyle/>
          <a:p>
            <a:pPr algn="r" defTabSz="914400">
              <a:defRPr/>
            </a:pPr>
            <a:fld id="{C67CA0B0-04EF-433A-8113-67BC344D39D3}" type="slidenum">
              <a:rPr lang="en-US" sz="1000" smtClean="0">
                <a:solidFill>
                  <a:prstClr val="black">
                    <a:lumMod val="50000"/>
                    <a:lumOff val="50000"/>
                  </a:prstClr>
                </a:solidFill>
                <a:latin typeface="Segoe UI"/>
              </a:rPr>
              <a:pPr algn="r" defTabSz="914400">
                <a:defRPr/>
              </a:pPr>
              <a:t>‹#›</a:t>
            </a:fld>
            <a:endParaRPr lang="en-US" sz="1000">
              <a:solidFill>
                <a:prstClr val="black">
                  <a:lumMod val="50000"/>
                  <a:lumOff val="50000"/>
                </a:prstClr>
              </a:solidFill>
              <a:latin typeface="Segoe UI"/>
            </a:endParaRPr>
          </a:p>
        </p:txBody>
      </p:sp>
    </p:spTree>
    <p:extLst>
      <p:ext uri="{BB962C8B-B14F-4D97-AF65-F5344CB8AC3E}">
        <p14:creationId xmlns:p14="http://schemas.microsoft.com/office/powerpoint/2010/main" val="41909828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7" name="!!Rectangle: Rounded Corners 5">
            <a:extLst>
              <a:ext uri="{FF2B5EF4-FFF2-40B4-BE49-F238E27FC236}">
                <a16:creationId xmlns:a16="http://schemas.microsoft.com/office/drawing/2014/main" id="{1AA36030-2EFC-F7BC-0E57-DEE9AF686297}"/>
              </a:ext>
              <a:ext uri="{C183D7F6-B498-43B3-948B-1728B52AA6E4}">
                <adec:decorative xmlns:adec="http://schemas.microsoft.com/office/drawing/2017/decorative" val="1"/>
              </a:ext>
            </a:extLst>
          </p:cNvPr>
          <p:cNvSpPr>
            <a:spLocks/>
          </p:cNvSpPr>
          <p:nvPr userDrawn="1"/>
        </p:nvSpPr>
        <p:spPr>
          <a:xfrm>
            <a:off x="584202"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0" name="!!Rectangle: Rounded Corners 5">
            <a:extLst>
              <a:ext uri="{FF2B5EF4-FFF2-40B4-BE49-F238E27FC236}">
                <a16:creationId xmlns:a16="http://schemas.microsoft.com/office/drawing/2014/main" id="{4D8E68CF-84CA-B8E7-9A71-0C8D0C00E44B}"/>
              </a:ext>
              <a:ext uri="{C183D7F6-B498-43B3-948B-1728B52AA6E4}">
                <adec:decorative xmlns:adec="http://schemas.microsoft.com/office/drawing/2017/decorative" val="1"/>
              </a:ext>
            </a:extLst>
          </p:cNvPr>
          <p:cNvSpPr>
            <a:spLocks/>
          </p:cNvSpPr>
          <p:nvPr userDrawn="1"/>
        </p:nvSpPr>
        <p:spPr>
          <a:xfrm>
            <a:off x="3374752"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1" name="!!Rectangle: Rounded Corners 5">
            <a:extLst>
              <a:ext uri="{FF2B5EF4-FFF2-40B4-BE49-F238E27FC236}">
                <a16:creationId xmlns:a16="http://schemas.microsoft.com/office/drawing/2014/main" id="{32B064D2-AE97-A947-10A8-DC12852C7462}"/>
              </a:ext>
              <a:ext uri="{C183D7F6-B498-43B3-948B-1728B52AA6E4}">
                <adec:decorative xmlns:adec="http://schemas.microsoft.com/office/drawing/2017/decorative" val="1"/>
              </a:ext>
            </a:extLst>
          </p:cNvPr>
          <p:cNvSpPr>
            <a:spLocks/>
          </p:cNvSpPr>
          <p:nvPr userDrawn="1"/>
        </p:nvSpPr>
        <p:spPr>
          <a:xfrm>
            <a:off x="6165302"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3" name="!!Rectangle: Rounded Corners 5">
            <a:extLst>
              <a:ext uri="{FF2B5EF4-FFF2-40B4-BE49-F238E27FC236}">
                <a16:creationId xmlns:a16="http://schemas.microsoft.com/office/drawing/2014/main" id="{29460811-B3CD-4FC2-8523-33502A6608E0}"/>
              </a:ext>
              <a:ext uri="{C183D7F6-B498-43B3-948B-1728B52AA6E4}">
                <adec:decorative xmlns:adec="http://schemas.microsoft.com/office/drawing/2017/decorative" val="1"/>
              </a:ext>
            </a:extLst>
          </p:cNvPr>
          <p:cNvSpPr>
            <a:spLocks/>
          </p:cNvSpPr>
          <p:nvPr userDrawn="1"/>
        </p:nvSpPr>
        <p:spPr>
          <a:xfrm>
            <a:off x="8955853"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8" name="Picture Placeholder 7">
            <a:extLst>
              <a:ext uri="{FF2B5EF4-FFF2-40B4-BE49-F238E27FC236}">
                <a16:creationId xmlns:a16="http://schemas.microsoft.com/office/drawing/2014/main" id="{D61F64DC-A7DF-105D-5C8E-9AC3F7AAA01E}"/>
              </a:ext>
            </a:extLst>
          </p:cNvPr>
          <p:cNvSpPr>
            <a:spLocks noGrp="1"/>
          </p:cNvSpPr>
          <p:nvPr>
            <p:ph type="pic" sz="quarter" idx="10"/>
          </p:nvPr>
        </p:nvSpPr>
        <p:spPr>
          <a:xfrm>
            <a:off x="959190"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2" name="Picture Placeholder 7">
            <a:extLst>
              <a:ext uri="{FF2B5EF4-FFF2-40B4-BE49-F238E27FC236}">
                <a16:creationId xmlns:a16="http://schemas.microsoft.com/office/drawing/2014/main" id="{C23470F8-9AB1-6470-3C40-61250E2D0A6A}"/>
              </a:ext>
            </a:extLst>
          </p:cNvPr>
          <p:cNvSpPr>
            <a:spLocks noGrp="1"/>
          </p:cNvSpPr>
          <p:nvPr>
            <p:ph type="pic" sz="quarter" idx="11"/>
          </p:nvPr>
        </p:nvSpPr>
        <p:spPr>
          <a:xfrm>
            <a:off x="3749739"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4" name="Picture Placeholder 7">
            <a:extLst>
              <a:ext uri="{FF2B5EF4-FFF2-40B4-BE49-F238E27FC236}">
                <a16:creationId xmlns:a16="http://schemas.microsoft.com/office/drawing/2014/main" id="{08B355D2-EC24-5978-F34B-2CF4EA1536C8}"/>
              </a:ext>
            </a:extLst>
          </p:cNvPr>
          <p:cNvSpPr>
            <a:spLocks noGrp="1"/>
          </p:cNvSpPr>
          <p:nvPr>
            <p:ph type="pic" sz="quarter" idx="12"/>
          </p:nvPr>
        </p:nvSpPr>
        <p:spPr>
          <a:xfrm>
            <a:off x="6540289"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5" name="Picture Placeholder 7">
            <a:extLst>
              <a:ext uri="{FF2B5EF4-FFF2-40B4-BE49-F238E27FC236}">
                <a16:creationId xmlns:a16="http://schemas.microsoft.com/office/drawing/2014/main" id="{925EE363-54E2-1AC9-B00B-AC5B2D03EBFD}"/>
              </a:ext>
            </a:extLst>
          </p:cNvPr>
          <p:cNvSpPr>
            <a:spLocks noGrp="1"/>
          </p:cNvSpPr>
          <p:nvPr>
            <p:ph type="pic" sz="quarter" idx="13"/>
          </p:nvPr>
        </p:nvSpPr>
        <p:spPr>
          <a:xfrm>
            <a:off x="9330841"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7" name="Text Placeholder 16">
            <a:extLst>
              <a:ext uri="{FF2B5EF4-FFF2-40B4-BE49-F238E27FC236}">
                <a16:creationId xmlns:a16="http://schemas.microsoft.com/office/drawing/2014/main" id="{244C1742-A0D1-F02B-7F27-A5BAE99ACD4C}"/>
              </a:ext>
            </a:extLst>
          </p:cNvPr>
          <p:cNvSpPr>
            <a:spLocks noGrp="1"/>
          </p:cNvSpPr>
          <p:nvPr>
            <p:ph type="body" sz="quarter" idx="14"/>
          </p:nvPr>
        </p:nvSpPr>
        <p:spPr>
          <a:xfrm>
            <a:off x="783387" y="4337491"/>
            <a:ext cx="2239114" cy="1849948"/>
          </a:xfrm>
        </p:spPr>
        <p:txBody>
          <a:bodyPr>
            <a:noAutofit/>
          </a:bodyPr>
          <a:lstStyle>
            <a:lvl1pPr>
              <a:defRPr sz="1400">
                <a:latin typeface="+mn-lt"/>
              </a:defRPr>
            </a:lvl1pPr>
          </a:lstStyle>
          <a:p>
            <a:pPr lvl="0"/>
            <a:r>
              <a:rPr lang="en-US"/>
              <a:t>Click to edit Master text styles</a:t>
            </a:r>
          </a:p>
        </p:txBody>
      </p:sp>
      <p:sp>
        <p:nvSpPr>
          <p:cNvPr id="18" name="Text Placeholder 16">
            <a:extLst>
              <a:ext uri="{FF2B5EF4-FFF2-40B4-BE49-F238E27FC236}">
                <a16:creationId xmlns:a16="http://schemas.microsoft.com/office/drawing/2014/main" id="{F829F7D7-0C89-EAB3-BD65-9B7FFD20E636}"/>
              </a:ext>
            </a:extLst>
          </p:cNvPr>
          <p:cNvSpPr>
            <a:spLocks noGrp="1"/>
          </p:cNvSpPr>
          <p:nvPr>
            <p:ph type="body" sz="quarter" idx="15"/>
          </p:nvPr>
        </p:nvSpPr>
        <p:spPr>
          <a:xfrm>
            <a:off x="3573936" y="4337491"/>
            <a:ext cx="2239114" cy="1849948"/>
          </a:xfrm>
        </p:spPr>
        <p:txBody>
          <a:bodyPr>
            <a:noAutofit/>
          </a:bodyPr>
          <a:lstStyle>
            <a:lvl1pPr>
              <a:defRPr sz="1400">
                <a:latin typeface="+mn-lt"/>
              </a:defRPr>
            </a:lvl1pPr>
          </a:lstStyle>
          <a:p>
            <a:pPr lvl="0"/>
            <a:r>
              <a:rPr lang="en-US"/>
              <a:t>Click to edit Master text styles</a:t>
            </a:r>
          </a:p>
        </p:txBody>
      </p:sp>
      <p:sp>
        <p:nvSpPr>
          <p:cNvPr id="19" name="Text Placeholder 16">
            <a:extLst>
              <a:ext uri="{FF2B5EF4-FFF2-40B4-BE49-F238E27FC236}">
                <a16:creationId xmlns:a16="http://schemas.microsoft.com/office/drawing/2014/main" id="{F89F0A84-B0CA-FA9E-4A54-B7483EC3857D}"/>
              </a:ext>
            </a:extLst>
          </p:cNvPr>
          <p:cNvSpPr>
            <a:spLocks noGrp="1"/>
          </p:cNvSpPr>
          <p:nvPr>
            <p:ph type="body" sz="quarter" idx="16"/>
          </p:nvPr>
        </p:nvSpPr>
        <p:spPr>
          <a:xfrm>
            <a:off x="6364486" y="4337491"/>
            <a:ext cx="2239114" cy="1849948"/>
          </a:xfrm>
        </p:spPr>
        <p:txBody>
          <a:bodyPr>
            <a:noAutofit/>
          </a:bodyPr>
          <a:lstStyle>
            <a:lvl1pPr>
              <a:defRPr sz="1400">
                <a:latin typeface="+mn-lt"/>
              </a:defRPr>
            </a:lvl1pPr>
          </a:lstStyle>
          <a:p>
            <a:pPr lvl="0"/>
            <a:r>
              <a:rPr lang="en-US"/>
              <a:t>Click to edit Master text styles</a:t>
            </a:r>
          </a:p>
        </p:txBody>
      </p:sp>
      <p:sp>
        <p:nvSpPr>
          <p:cNvPr id="20" name="Text Placeholder 16">
            <a:extLst>
              <a:ext uri="{FF2B5EF4-FFF2-40B4-BE49-F238E27FC236}">
                <a16:creationId xmlns:a16="http://schemas.microsoft.com/office/drawing/2014/main" id="{047C8B0A-158E-87F6-0048-38FB0DD87749}"/>
              </a:ext>
            </a:extLst>
          </p:cNvPr>
          <p:cNvSpPr>
            <a:spLocks noGrp="1"/>
          </p:cNvSpPr>
          <p:nvPr>
            <p:ph type="body" sz="quarter" idx="17"/>
          </p:nvPr>
        </p:nvSpPr>
        <p:spPr>
          <a:xfrm>
            <a:off x="9155038" y="4337491"/>
            <a:ext cx="2239114" cy="1849948"/>
          </a:xfrm>
        </p:spPr>
        <p:txBody>
          <a:bodyPr>
            <a:noAutofit/>
          </a:bodyPr>
          <a:lstStyle>
            <a:lvl1pPr>
              <a:defRPr sz="1400">
                <a:latin typeface="+mn-lt"/>
              </a:defRPr>
            </a:lvl1pPr>
          </a:lstStyle>
          <a:p>
            <a:pPr lvl="0"/>
            <a:r>
              <a:rPr lang="en-US"/>
              <a:t>Click to edit Master text styles</a:t>
            </a:r>
          </a:p>
        </p:txBody>
      </p:sp>
      <p:sp>
        <p:nvSpPr>
          <p:cNvPr id="21" name="Rectangle: Top Corners Rounded 20">
            <a:extLst>
              <a:ext uri="{FF2B5EF4-FFF2-40B4-BE49-F238E27FC236}">
                <a16:creationId xmlns:a16="http://schemas.microsoft.com/office/drawing/2014/main" id="{A4D0286E-7ACD-709F-792D-38E7E5575F03}"/>
              </a:ext>
            </a:extLst>
          </p:cNvPr>
          <p:cNvSpPr/>
          <p:nvPr userDrawn="1"/>
        </p:nvSpPr>
        <p:spPr bwMode="auto">
          <a:xfrm rot="5400000" flipH="1">
            <a:off x="1878158"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2" name="Rectangle: Top Corners Rounded 21">
            <a:extLst>
              <a:ext uri="{FF2B5EF4-FFF2-40B4-BE49-F238E27FC236}">
                <a16:creationId xmlns:a16="http://schemas.microsoft.com/office/drawing/2014/main" id="{A497D684-C702-7F2D-5874-A7A95E0D6BB4}"/>
              </a:ext>
            </a:extLst>
          </p:cNvPr>
          <p:cNvSpPr/>
          <p:nvPr userDrawn="1"/>
        </p:nvSpPr>
        <p:spPr bwMode="auto">
          <a:xfrm rot="5400000" flipH="1">
            <a:off x="4674057"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3" name="Rectangle: Top Corners Rounded 22">
            <a:extLst>
              <a:ext uri="{FF2B5EF4-FFF2-40B4-BE49-F238E27FC236}">
                <a16:creationId xmlns:a16="http://schemas.microsoft.com/office/drawing/2014/main" id="{07C271D0-1620-837F-239A-A0673A7506AB}"/>
              </a:ext>
            </a:extLst>
          </p:cNvPr>
          <p:cNvSpPr/>
          <p:nvPr userDrawn="1"/>
        </p:nvSpPr>
        <p:spPr bwMode="auto">
          <a:xfrm rot="5400000" flipH="1">
            <a:off x="7469959"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4" name="Rectangle: Top Corners Rounded 23">
            <a:extLst>
              <a:ext uri="{FF2B5EF4-FFF2-40B4-BE49-F238E27FC236}">
                <a16:creationId xmlns:a16="http://schemas.microsoft.com/office/drawing/2014/main" id="{77EA4304-1259-82AF-9FCC-C49DE1BBA8F5}"/>
              </a:ext>
            </a:extLst>
          </p:cNvPr>
          <p:cNvSpPr/>
          <p:nvPr userDrawn="1"/>
        </p:nvSpPr>
        <p:spPr bwMode="auto">
          <a:xfrm rot="5400000" flipH="1">
            <a:off x="10265860"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3276508699"/>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7" name="!!Rectangle: Rounded Corners 5">
            <a:extLst>
              <a:ext uri="{FF2B5EF4-FFF2-40B4-BE49-F238E27FC236}">
                <a16:creationId xmlns:a16="http://schemas.microsoft.com/office/drawing/2014/main" id="{6E7D73A1-CC68-CDD9-3A42-BC2E9689EC20}"/>
              </a:ext>
              <a:ext uri="{C183D7F6-B498-43B3-948B-1728B52AA6E4}">
                <adec:decorative xmlns:adec="http://schemas.microsoft.com/office/drawing/2017/decorative" val="1"/>
              </a:ext>
            </a:extLst>
          </p:cNvPr>
          <p:cNvSpPr>
            <a:spLocks/>
          </p:cNvSpPr>
          <p:nvPr userDrawn="1"/>
        </p:nvSpPr>
        <p:spPr>
          <a:xfrm>
            <a:off x="1290257"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9" name="!!Rectangle: Rounded Corners 5">
            <a:extLst>
              <a:ext uri="{FF2B5EF4-FFF2-40B4-BE49-F238E27FC236}">
                <a16:creationId xmlns:a16="http://schemas.microsoft.com/office/drawing/2014/main" id="{B17704B4-7BAA-2073-EFE5-D29CD8A186E6}"/>
              </a:ext>
              <a:ext uri="{C183D7F6-B498-43B3-948B-1728B52AA6E4}">
                <adec:decorative xmlns:adec="http://schemas.microsoft.com/office/drawing/2017/decorative" val="1"/>
              </a:ext>
            </a:extLst>
          </p:cNvPr>
          <p:cNvSpPr>
            <a:spLocks/>
          </p:cNvSpPr>
          <p:nvPr userDrawn="1"/>
        </p:nvSpPr>
        <p:spPr>
          <a:xfrm>
            <a:off x="4786928"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0" name="!!Rectangle: Rounded Corners 5">
            <a:extLst>
              <a:ext uri="{FF2B5EF4-FFF2-40B4-BE49-F238E27FC236}">
                <a16:creationId xmlns:a16="http://schemas.microsoft.com/office/drawing/2014/main" id="{E5ACD919-D680-CEB8-159B-C634EE07CB13}"/>
              </a:ext>
              <a:ext uri="{C183D7F6-B498-43B3-948B-1728B52AA6E4}">
                <adec:decorative xmlns:adec="http://schemas.microsoft.com/office/drawing/2017/decorative" val="1"/>
              </a:ext>
            </a:extLst>
          </p:cNvPr>
          <p:cNvSpPr>
            <a:spLocks/>
          </p:cNvSpPr>
          <p:nvPr userDrawn="1"/>
        </p:nvSpPr>
        <p:spPr>
          <a:xfrm>
            <a:off x="8283597"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3" name="Picture Placeholder 7">
            <a:extLst>
              <a:ext uri="{FF2B5EF4-FFF2-40B4-BE49-F238E27FC236}">
                <a16:creationId xmlns:a16="http://schemas.microsoft.com/office/drawing/2014/main" id="{8A8695A8-BF42-A059-EC59-A0D9F6009D5E}"/>
              </a:ext>
            </a:extLst>
          </p:cNvPr>
          <p:cNvSpPr>
            <a:spLocks noGrp="1"/>
          </p:cNvSpPr>
          <p:nvPr>
            <p:ph type="pic" sz="quarter" idx="10"/>
          </p:nvPr>
        </p:nvSpPr>
        <p:spPr>
          <a:xfrm>
            <a:off x="1665245"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6" name="Picture Placeholder 7">
            <a:extLst>
              <a:ext uri="{FF2B5EF4-FFF2-40B4-BE49-F238E27FC236}">
                <a16:creationId xmlns:a16="http://schemas.microsoft.com/office/drawing/2014/main" id="{C141EA98-B316-2F10-F358-D11A31DC5028}"/>
              </a:ext>
            </a:extLst>
          </p:cNvPr>
          <p:cNvSpPr>
            <a:spLocks noGrp="1"/>
          </p:cNvSpPr>
          <p:nvPr>
            <p:ph type="pic" sz="quarter" idx="11"/>
          </p:nvPr>
        </p:nvSpPr>
        <p:spPr>
          <a:xfrm>
            <a:off x="5161914"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21" name="Picture Placeholder 7">
            <a:extLst>
              <a:ext uri="{FF2B5EF4-FFF2-40B4-BE49-F238E27FC236}">
                <a16:creationId xmlns:a16="http://schemas.microsoft.com/office/drawing/2014/main" id="{395B9D1D-5182-52C9-08B5-2FAB1607170B}"/>
              </a:ext>
            </a:extLst>
          </p:cNvPr>
          <p:cNvSpPr>
            <a:spLocks noGrp="1"/>
          </p:cNvSpPr>
          <p:nvPr>
            <p:ph type="pic" sz="quarter" idx="12"/>
          </p:nvPr>
        </p:nvSpPr>
        <p:spPr>
          <a:xfrm>
            <a:off x="8658584"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23" name="Text Placeholder 16">
            <a:extLst>
              <a:ext uri="{FF2B5EF4-FFF2-40B4-BE49-F238E27FC236}">
                <a16:creationId xmlns:a16="http://schemas.microsoft.com/office/drawing/2014/main" id="{14A8E37E-FC06-5AB5-5DAD-300CFC5E9974}"/>
              </a:ext>
            </a:extLst>
          </p:cNvPr>
          <p:cNvSpPr>
            <a:spLocks noGrp="1"/>
          </p:cNvSpPr>
          <p:nvPr>
            <p:ph type="body" sz="quarter" idx="14"/>
          </p:nvPr>
        </p:nvSpPr>
        <p:spPr>
          <a:xfrm>
            <a:off x="1489442" y="4337491"/>
            <a:ext cx="2239114" cy="1849948"/>
          </a:xfrm>
        </p:spPr>
        <p:txBody>
          <a:bodyPr>
            <a:noAutofit/>
          </a:bodyPr>
          <a:lstStyle>
            <a:lvl1pPr>
              <a:defRPr sz="1400">
                <a:latin typeface="+mn-lt"/>
              </a:defRPr>
            </a:lvl1pPr>
          </a:lstStyle>
          <a:p>
            <a:pPr lvl="0"/>
            <a:r>
              <a:rPr lang="en-US"/>
              <a:t>Click to edit Master text styles</a:t>
            </a:r>
          </a:p>
        </p:txBody>
      </p:sp>
      <p:sp>
        <p:nvSpPr>
          <p:cNvPr id="24" name="Text Placeholder 16">
            <a:extLst>
              <a:ext uri="{FF2B5EF4-FFF2-40B4-BE49-F238E27FC236}">
                <a16:creationId xmlns:a16="http://schemas.microsoft.com/office/drawing/2014/main" id="{58AAD40C-9609-F1AB-1FD2-020941D4930E}"/>
              </a:ext>
            </a:extLst>
          </p:cNvPr>
          <p:cNvSpPr>
            <a:spLocks noGrp="1"/>
          </p:cNvSpPr>
          <p:nvPr>
            <p:ph type="body" sz="quarter" idx="15"/>
          </p:nvPr>
        </p:nvSpPr>
        <p:spPr>
          <a:xfrm>
            <a:off x="4986113" y="4337491"/>
            <a:ext cx="2239114" cy="1849948"/>
          </a:xfrm>
        </p:spPr>
        <p:txBody>
          <a:bodyPr>
            <a:noAutofit/>
          </a:bodyPr>
          <a:lstStyle>
            <a:lvl1pPr>
              <a:defRPr sz="1400">
                <a:latin typeface="+mn-lt"/>
              </a:defRPr>
            </a:lvl1pPr>
          </a:lstStyle>
          <a:p>
            <a:pPr lvl="0"/>
            <a:r>
              <a:rPr lang="en-US"/>
              <a:t>Click to edit Master text styles</a:t>
            </a:r>
          </a:p>
        </p:txBody>
      </p:sp>
      <p:sp>
        <p:nvSpPr>
          <p:cNvPr id="25" name="Text Placeholder 16">
            <a:extLst>
              <a:ext uri="{FF2B5EF4-FFF2-40B4-BE49-F238E27FC236}">
                <a16:creationId xmlns:a16="http://schemas.microsoft.com/office/drawing/2014/main" id="{6A4D71A4-2023-1C8F-11AC-90B25526FF65}"/>
              </a:ext>
            </a:extLst>
          </p:cNvPr>
          <p:cNvSpPr>
            <a:spLocks noGrp="1"/>
          </p:cNvSpPr>
          <p:nvPr>
            <p:ph type="body" sz="quarter" idx="16"/>
          </p:nvPr>
        </p:nvSpPr>
        <p:spPr>
          <a:xfrm>
            <a:off x="8482781" y="4337491"/>
            <a:ext cx="2239114" cy="1849948"/>
          </a:xfrm>
        </p:spPr>
        <p:txBody>
          <a:bodyPr>
            <a:noAutofit/>
          </a:bodyPr>
          <a:lstStyle>
            <a:lvl1pPr>
              <a:defRPr sz="1400">
                <a:latin typeface="+mn-lt"/>
              </a:defRPr>
            </a:lvl1pPr>
          </a:lstStyle>
          <a:p>
            <a:pPr lvl="0"/>
            <a:r>
              <a:rPr lang="en-US"/>
              <a:t>Click to edit Master text styles</a:t>
            </a:r>
          </a:p>
        </p:txBody>
      </p:sp>
      <p:sp>
        <p:nvSpPr>
          <p:cNvPr id="27" name="Rectangle: Top Corners Rounded 26">
            <a:extLst>
              <a:ext uri="{FF2B5EF4-FFF2-40B4-BE49-F238E27FC236}">
                <a16:creationId xmlns:a16="http://schemas.microsoft.com/office/drawing/2014/main" id="{CC27D28B-030E-A19C-00FC-C40703AA4F09}"/>
              </a:ext>
            </a:extLst>
          </p:cNvPr>
          <p:cNvSpPr/>
          <p:nvPr userDrawn="1"/>
        </p:nvSpPr>
        <p:spPr bwMode="auto">
          <a:xfrm rot="5400000" flipH="1">
            <a:off x="2584213"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9175E04D-460A-1047-315E-813094F0AEFA}"/>
              </a:ext>
            </a:extLst>
          </p:cNvPr>
          <p:cNvSpPr/>
          <p:nvPr userDrawn="1"/>
        </p:nvSpPr>
        <p:spPr bwMode="auto">
          <a:xfrm rot="5400000" flipH="1">
            <a:off x="6086234"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9" name="Rectangle: Top Corners Rounded 28">
            <a:extLst>
              <a:ext uri="{FF2B5EF4-FFF2-40B4-BE49-F238E27FC236}">
                <a16:creationId xmlns:a16="http://schemas.microsoft.com/office/drawing/2014/main" id="{E4909B20-1614-F54F-D68D-8D4B92F1C149}"/>
              </a:ext>
            </a:extLst>
          </p:cNvPr>
          <p:cNvSpPr/>
          <p:nvPr userDrawn="1"/>
        </p:nvSpPr>
        <p:spPr bwMode="auto">
          <a:xfrm rot="5400000" flipH="1">
            <a:off x="9588254"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242273510"/>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Divider">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11" name="Picture 10" descr="A close up of a glass object&#10;&#10;Description automatically generated">
            <a:extLst>
              <a:ext uri="{FF2B5EF4-FFF2-40B4-BE49-F238E27FC236}">
                <a16:creationId xmlns:a16="http://schemas.microsoft.com/office/drawing/2014/main" id="{25A20842-B0F3-33B4-B5FB-75ED20351C43}"/>
              </a:ext>
            </a:extLst>
          </p:cNvPr>
          <p:cNvPicPr>
            <a:picLocks/>
          </p:cNvPicPr>
          <p:nvPr userDrawn="1"/>
        </p:nvPicPr>
        <p:blipFill rotWithShape="1">
          <a:blip r:embed="rId3" cstate="screen">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a:ext>
            </a:extLst>
          </a:blip>
          <a:srcRect/>
          <a:stretch/>
        </p:blipFill>
        <p:spPr>
          <a:xfrm>
            <a:off x="1828800" y="1595692"/>
            <a:ext cx="8534400" cy="3643471"/>
          </a:xfrm>
          <a:prstGeom prst="roundRect">
            <a:avLst>
              <a:gd name="adj" fmla="val 12880"/>
            </a:avLst>
          </a:prstGeom>
        </p:spPr>
      </p:pic>
      <p:sp>
        <p:nvSpPr>
          <p:cNvPr id="12" name="Rectangle: Rounded Corners 11">
            <a:extLst>
              <a:ext uri="{FF2B5EF4-FFF2-40B4-BE49-F238E27FC236}">
                <a16:creationId xmlns:a16="http://schemas.microsoft.com/office/drawing/2014/main" id="{44B3C7CA-FBC1-2F83-BBAD-4410888E8606}"/>
              </a:ext>
            </a:extLst>
          </p:cNvPr>
          <p:cNvSpPr>
            <a:spLocks/>
          </p:cNvSpPr>
          <p:nvPr userDrawn="1"/>
        </p:nvSpPr>
        <p:spPr>
          <a:xfrm>
            <a:off x="1828800" y="1595692"/>
            <a:ext cx="8534400" cy="3643471"/>
          </a:xfrm>
          <a:prstGeom prst="roundRect">
            <a:avLst>
              <a:gd name="adj" fmla="val 12757"/>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13" name="Rectangle: Rounded Corners 12">
            <a:extLst>
              <a:ext uri="{FF2B5EF4-FFF2-40B4-BE49-F238E27FC236}">
                <a16:creationId xmlns:a16="http://schemas.microsoft.com/office/drawing/2014/main" id="{D1592146-89FF-D4E4-AE53-15DF889C9CBA}"/>
              </a:ext>
            </a:extLst>
          </p:cNvPr>
          <p:cNvSpPr/>
          <p:nvPr userDrawn="1"/>
        </p:nvSpPr>
        <p:spPr>
          <a:xfrm>
            <a:off x="2319594" y="2413489"/>
            <a:ext cx="7552812" cy="2007877"/>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14" name="Text Placeholder 8">
            <a:extLst>
              <a:ext uri="{FF2B5EF4-FFF2-40B4-BE49-F238E27FC236}">
                <a16:creationId xmlns:a16="http://schemas.microsoft.com/office/drawing/2014/main" id="{040D7A70-23D2-BE33-369E-E877BE321F93}"/>
              </a:ext>
            </a:extLst>
          </p:cNvPr>
          <p:cNvSpPr>
            <a:spLocks noGrp="1"/>
          </p:cNvSpPr>
          <p:nvPr>
            <p:ph type="body" sz="quarter" idx="10"/>
          </p:nvPr>
        </p:nvSpPr>
        <p:spPr>
          <a:xfrm>
            <a:off x="2519365" y="3225136"/>
            <a:ext cx="7097257" cy="430887"/>
          </a:xfrm>
        </p:spPr>
        <p:txBody>
          <a:bodyPr anchor="ctr" anchorCtr="0"/>
          <a:lstStyle>
            <a:lvl1pPr marL="0" indent="0" algn="ctr">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27071482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pic>
        <p:nvPicPr>
          <p:cNvPr id="8" name="Picture 7" descr="A blurry image of a person's hand&#10;&#10;Description automatically generated">
            <a:extLst>
              <a:ext uri="{FF2B5EF4-FFF2-40B4-BE49-F238E27FC236}">
                <a16:creationId xmlns:a16="http://schemas.microsoft.com/office/drawing/2014/main" id="{29C3C374-A664-D7F0-45D0-045009139052}"/>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Title 1">
            <a:extLst>
              <a:ext uri="{FF2B5EF4-FFF2-40B4-BE49-F238E27FC236}">
                <a16:creationId xmlns:a16="http://schemas.microsoft.com/office/drawing/2014/main" id="{B34784F0-D959-7D20-3CA8-6E0D5AAE22B1}"/>
              </a:ext>
            </a:extLst>
          </p:cNvPr>
          <p:cNvSpPr>
            <a:spLocks noGrp="1"/>
          </p:cNvSpPr>
          <p:nvPr>
            <p:ph type="title"/>
          </p:nvPr>
        </p:nvSpPr>
        <p:spPr>
          <a:xfrm>
            <a:off x="381002" y="250828"/>
            <a:ext cx="10515600" cy="430887"/>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8EFE1D8-1E7C-8A86-A01A-514505B427DD}"/>
              </a:ext>
            </a:extLst>
          </p:cNvPr>
          <p:cNvSpPr>
            <a:spLocks noGrp="1"/>
          </p:cNvSpPr>
          <p:nvPr>
            <p:ph idx="1"/>
          </p:nvPr>
        </p:nvSpPr>
        <p:spPr>
          <a:xfrm>
            <a:off x="381002" y="1711326"/>
            <a:ext cx="10515600"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3734CD-7B05-0092-D5B9-837ACCA63BCE}"/>
              </a:ext>
            </a:extLst>
          </p:cNvPr>
          <p:cNvSpPr>
            <a:spLocks noGrp="1"/>
          </p:cNvSpPr>
          <p:nvPr>
            <p:ph type="dt" sz="half" idx="10"/>
          </p:nvPr>
        </p:nvSpPr>
        <p:spPr>
          <a:xfrm>
            <a:off x="380999" y="6242051"/>
            <a:ext cx="2743200" cy="365126"/>
          </a:xfrm>
          <a:prstGeom prst="rect">
            <a:avLst/>
          </a:prstGeom>
        </p:spPr>
        <p:txBody>
          <a:bodyPr/>
          <a:lstStyle/>
          <a:p>
            <a:pPr defTabSz="914400">
              <a:defRPr/>
            </a:pPr>
            <a:endParaRPr lang="en-US">
              <a:solidFill>
                <a:prstClr val="black"/>
              </a:solidFill>
              <a:latin typeface="Segoe UI"/>
            </a:endParaRPr>
          </a:p>
        </p:txBody>
      </p:sp>
      <p:sp>
        <p:nvSpPr>
          <p:cNvPr id="5" name="Footer Placeholder 4">
            <a:extLst>
              <a:ext uri="{FF2B5EF4-FFF2-40B4-BE49-F238E27FC236}">
                <a16:creationId xmlns:a16="http://schemas.microsoft.com/office/drawing/2014/main" id="{4B58CC31-DAE6-D4D7-A480-A8D61B236742}"/>
              </a:ext>
            </a:extLst>
          </p:cNvPr>
          <p:cNvSpPr>
            <a:spLocks noGrp="1"/>
          </p:cNvSpPr>
          <p:nvPr>
            <p:ph type="ftr" sz="quarter" idx="11"/>
          </p:nvPr>
        </p:nvSpPr>
        <p:spPr>
          <a:xfrm>
            <a:off x="3581402" y="6242051"/>
            <a:ext cx="4114800" cy="365126"/>
          </a:xfrm>
        </p:spPr>
        <p:txBody>
          <a:bodyPr/>
          <a:lstStyle/>
          <a:p>
            <a:pPr defTabSz="914400">
              <a:defRPr/>
            </a:pPr>
            <a:r>
              <a:rPr lang="en-US" sz="1000">
                <a:solidFill>
                  <a:prstClr val="black">
                    <a:lumMod val="50000"/>
                    <a:lumOff val="50000"/>
                  </a:prstClr>
                </a:solidFill>
                <a:latin typeface="Segoe UI"/>
              </a:rPr>
              <a:t>Data Security and Information Protection</a:t>
            </a:r>
          </a:p>
        </p:txBody>
      </p:sp>
      <p:sp>
        <p:nvSpPr>
          <p:cNvPr id="6" name="Slide Number Placeholder 5">
            <a:extLst>
              <a:ext uri="{FF2B5EF4-FFF2-40B4-BE49-F238E27FC236}">
                <a16:creationId xmlns:a16="http://schemas.microsoft.com/office/drawing/2014/main" id="{B3A909B1-270B-7393-59C8-6EE9EFCA0D99}"/>
              </a:ext>
            </a:extLst>
          </p:cNvPr>
          <p:cNvSpPr>
            <a:spLocks noGrp="1"/>
          </p:cNvSpPr>
          <p:nvPr>
            <p:ph type="sldNum" sz="quarter" idx="12"/>
          </p:nvPr>
        </p:nvSpPr>
        <p:spPr>
          <a:xfrm>
            <a:off x="8153401" y="6242051"/>
            <a:ext cx="2743200" cy="365126"/>
          </a:xfrm>
        </p:spPr>
        <p:txBody>
          <a:bodyPr/>
          <a:lstStyle/>
          <a:p>
            <a:pPr algn="r" defTabSz="914400">
              <a:defRPr/>
            </a:pPr>
            <a:fld id="{C67CA0B0-04EF-433A-8113-67BC344D39D3}" type="slidenum">
              <a:rPr lang="en-US" sz="1000" smtClean="0">
                <a:solidFill>
                  <a:prstClr val="black">
                    <a:lumMod val="50000"/>
                    <a:lumOff val="50000"/>
                  </a:prstClr>
                </a:solidFill>
                <a:latin typeface="Segoe UI"/>
              </a:rPr>
              <a:pPr algn="r" defTabSz="914400">
                <a:defRPr/>
              </a:pPr>
              <a:t>‹#›</a:t>
            </a:fld>
            <a:endParaRPr lang="en-US" sz="1000">
              <a:solidFill>
                <a:prstClr val="black">
                  <a:lumMod val="50000"/>
                  <a:lumOff val="50000"/>
                </a:prstClr>
              </a:solidFill>
              <a:latin typeface="Segoe UI"/>
            </a:endParaRPr>
          </a:p>
        </p:txBody>
      </p:sp>
      <p:sp>
        <p:nvSpPr>
          <p:cNvPr id="7" name="Rectangle 6">
            <a:extLst>
              <a:ext uri="{FF2B5EF4-FFF2-40B4-BE49-F238E27FC236}">
                <a16:creationId xmlns:a16="http://schemas.microsoft.com/office/drawing/2014/main" id="{12118B41-A307-0DD1-5000-30B9B4FBE2D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15938092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Closing logo slide">
    <p:bg>
      <p:bgPr>
        <a:solidFill>
          <a:schemeClr val="accent1"/>
        </a:solidFill>
        <a:effectLst/>
      </p:bgPr>
    </p:bg>
    <p:spTree>
      <p:nvGrpSpPr>
        <p:cNvPr id="1" name=""/>
        <p:cNvGrpSpPr/>
        <p:nvPr/>
      </p:nvGrpSpPr>
      <p:grpSpPr>
        <a:xfrm>
          <a:off x="0" y="0"/>
          <a:ext cx="0" cy="0"/>
          <a:chOff x="0" y="0"/>
          <a:chExt cx="0" cy="0"/>
        </a:xfrm>
      </p:grpSpPr>
      <p:pic>
        <p:nvPicPr>
          <p:cNvPr id="3" name="Picture 2" descr="A close up of a glass&#10;&#10;Description automatically generated">
            <a:extLst>
              <a:ext uri="{FF2B5EF4-FFF2-40B4-BE49-F238E27FC236}">
                <a16:creationId xmlns:a16="http://schemas.microsoft.com/office/drawing/2014/main" id="{4F5CE529-272F-D619-67D6-09FCFE939A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2" name="Text Box 3"/>
          <p:cNvSpPr txBox="1">
            <a:spLocks noChangeArrowheads="1"/>
          </p:cNvSpPr>
          <p:nvPr userDrawn="1"/>
        </p:nvSpPr>
        <p:spPr bwMode="blackWhite">
          <a:xfrm>
            <a:off x="584202" y="6161317"/>
            <a:ext cx="4482123"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sp>
        <p:nvSpPr>
          <p:cNvPr id="4" name="Title 2">
            <a:extLst>
              <a:ext uri="{FF2B5EF4-FFF2-40B4-BE49-F238E27FC236}">
                <a16:creationId xmlns:a16="http://schemas.microsoft.com/office/drawing/2014/main" id="{93542229-5950-782A-DC44-AA56DDDD77EE}"/>
              </a:ext>
            </a:extLst>
          </p:cNvPr>
          <p:cNvSpPr>
            <a:spLocks noGrp="1"/>
          </p:cNvSpPr>
          <p:nvPr>
            <p:ph type="title" idx="4294967295"/>
          </p:nvPr>
        </p:nvSpPr>
        <p:spPr>
          <a:xfrm>
            <a:off x="601885" y="3060763"/>
            <a:ext cx="4162425" cy="492443"/>
          </a:xfrm>
        </p:spPr>
        <p:txBody>
          <a:bodyPr/>
          <a:lstStyle/>
          <a:p>
            <a:r>
              <a:rPr lang="en-US" sz="3200"/>
              <a:t>Thank you.</a:t>
            </a:r>
          </a:p>
        </p:txBody>
      </p:sp>
    </p:spTree>
    <p:extLst>
      <p:ext uri="{BB962C8B-B14F-4D97-AF65-F5344CB8AC3E}">
        <p14:creationId xmlns:p14="http://schemas.microsoft.com/office/powerpoint/2010/main" val="5621367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Ribbon full page">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AC871D7A-C89B-F090-4E20-507E04C5B408}"/>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86E5E574-4E42-141C-4AB8-1E2942A7E15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itle 2">
            <a:extLst>
              <a:ext uri="{FF2B5EF4-FFF2-40B4-BE49-F238E27FC236}">
                <a16:creationId xmlns:a16="http://schemas.microsoft.com/office/drawing/2014/main" id="{5CBD6267-AAA4-722E-4EC2-FA9E067F554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21918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Soft background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55F9204C-3F26-4B75-3C9A-C84670D7A3BF}"/>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890A04F-278F-1602-9E64-8C8C5A93D3A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E16343BD-8AB7-4C7A-F9EE-B2FBF358D3A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Tree>
    <p:extLst>
      <p:ext uri="{BB962C8B-B14F-4D97-AF65-F5344CB8AC3E}">
        <p14:creationId xmlns:p14="http://schemas.microsoft.com/office/powerpoint/2010/main" val="225969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itle subtitle on softer backgroun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D9B8D5D-8099-AA72-3D38-457B1AD8BBB7}"/>
              </a:ext>
            </a:extLst>
          </p:cNvPr>
          <p:cNvPicPr>
            <a:picLocks noChangeAspect="1"/>
          </p:cNvPicPr>
          <p:nvPr userDrawn="1"/>
        </p:nvPicPr>
        <p:blipFill rotWithShape="1">
          <a:blip r:embed="rId2">
            <a:alphaModFix amt="46000"/>
          </a:blip>
          <a:srcRect l="10595" t="987" r="10595"/>
          <a:stretch/>
        </p:blipFill>
        <p:spPr>
          <a:xfrm>
            <a:off x="0" y="2"/>
            <a:ext cx="12192000" cy="6858000"/>
          </a:xfrm>
          <a:prstGeom prst="rect">
            <a:avLst/>
          </a:prstGeom>
        </p:spPr>
      </p:pic>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86E5E574-4E42-141C-4AB8-1E2942A7E15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itle 2">
            <a:extLst>
              <a:ext uri="{FF2B5EF4-FFF2-40B4-BE49-F238E27FC236}">
                <a16:creationId xmlns:a16="http://schemas.microsoft.com/office/drawing/2014/main" id="{5CBD6267-AAA4-722E-4EC2-FA9E067F554F}"/>
              </a:ext>
            </a:extLst>
          </p:cNvPr>
          <p:cNvSpPr>
            <a:spLocks noGrp="1"/>
          </p:cNvSpPr>
          <p:nvPr>
            <p:ph type="title"/>
          </p:nvPr>
        </p:nvSpPr>
        <p:spPr/>
        <p:txBody>
          <a:bodyPr/>
          <a:lstStyle/>
          <a:p>
            <a:r>
              <a:rPr lang="en-US"/>
              <a:t>Click to edit Master title style</a:t>
            </a:r>
          </a:p>
        </p:txBody>
      </p:sp>
      <p:sp>
        <p:nvSpPr>
          <p:cNvPr id="7" name="Text Placeholder 2">
            <a:extLst>
              <a:ext uri="{FF2B5EF4-FFF2-40B4-BE49-F238E27FC236}">
                <a16:creationId xmlns:a16="http://schemas.microsoft.com/office/drawing/2014/main" id="{695BB0A4-0465-8375-17C6-6AC6C5A8BCEF}"/>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48748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Highlighted text layout blue">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82781"/>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Highlighted text layout blue</a:t>
            </a:r>
          </a:p>
        </p:txBody>
      </p:sp>
    </p:spTree>
    <p:extLst>
      <p:ext uri="{BB962C8B-B14F-4D97-AF65-F5344CB8AC3E}">
        <p14:creationId xmlns:p14="http://schemas.microsoft.com/office/powerpoint/2010/main" val="356474928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90185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6">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669909"/>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61">
          <p15:clr>
            <a:srgbClr val="A4A3A4"/>
          </p15:clr>
        </p15:guide>
        <p15:guide id="15" pos="3348">
          <p15:clr>
            <a:srgbClr val="A4A3A4"/>
          </p15:clr>
        </p15:guide>
        <p15:guide id="16" pos="3754">
          <p15:clr>
            <a:srgbClr val="A4A3A4"/>
          </p15:clr>
        </p15:guide>
        <p15:guide id="17" pos="3930">
          <p15:clr>
            <a:srgbClr val="A4A3A4"/>
          </p15:clr>
        </p15:guide>
        <p15:guide id="18" pos="4343">
          <p15:clr>
            <a:srgbClr val="A4A3A4"/>
          </p15:clr>
        </p15:guide>
        <p15:guide id="19" pos="4531">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guide id="31"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Ribbon full pag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E4EAFBEA-2574-08F5-7DC9-59F584D2A31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4" name="Rectangle: Top Corners Rounded 3">
            <a:extLst>
              <a:ext uri="{FF2B5EF4-FFF2-40B4-BE49-F238E27FC236}">
                <a16:creationId xmlns:a16="http://schemas.microsoft.com/office/drawing/2014/main" id="{E3305C83-1C45-7907-6FE5-D4BCFB3E8276}"/>
              </a:ext>
            </a:extLst>
          </p:cNvPr>
          <p:cNvSpPr/>
          <p:nvPr userDrawn="1"/>
        </p:nvSpPr>
        <p:spPr bwMode="auto">
          <a:xfrm rot="5400000">
            <a:off x="1527174" y="1133475"/>
            <a:ext cx="1650997" cy="4705350"/>
          </a:xfrm>
          <a:prstGeom prst="round2SameRect">
            <a:avLst>
              <a:gd name="adj1" fmla="val 50000"/>
              <a:gd name="adj2" fmla="val 0"/>
            </a:avLst>
          </a:pr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6" name="Rectangle 5">
            <a:extLst>
              <a:ext uri="{FF2B5EF4-FFF2-40B4-BE49-F238E27FC236}">
                <a16:creationId xmlns:a16="http://schemas.microsoft.com/office/drawing/2014/main" id="{89301F92-A51A-5A32-7363-3D4F5A4EE877}"/>
              </a:ext>
            </a:extLst>
          </p:cNvPr>
          <p:cNvSpPr/>
          <p:nvPr userDrawn="1"/>
        </p:nvSpPr>
        <p:spPr bwMode="auto">
          <a:xfrm>
            <a:off x="5645152" y="2"/>
            <a:ext cx="6546849" cy="6858000"/>
          </a:xfrm>
          <a:prstGeom prst="rect">
            <a:avLst/>
          </a:prstGeom>
          <a:gradFill flip="none" rotWithShape="1">
            <a:gsLst>
              <a:gs pos="20000">
                <a:srgbClr val="8661C5"/>
              </a:gs>
              <a:gs pos="100000">
                <a:srgbClr val="C03BC4"/>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algn="ctr" defTabSz="914400"/>
            <a:endParaRPr lang="en-US" sz="1200" err="1">
              <a:solidFill>
                <a:prstClr val="white"/>
              </a:solidFill>
              <a:latin typeface="Segoe Sans Display Semibold"/>
            </a:endParaRPr>
          </a:p>
        </p:txBody>
      </p:sp>
      <p:sp>
        <p:nvSpPr>
          <p:cNvPr id="10" name="TextBox 9">
            <a:extLst>
              <a:ext uri="{FF2B5EF4-FFF2-40B4-BE49-F238E27FC236}">
                <a16:creationId xmlns:a16="http://schemas.microsoft.com/office/drawing/2014/main" id="{D60A9A13-CFF1-D36F-13A3-967874123A78}"/>
              </a:ext>
            </a:extLst>
          </p:cNvPr>
          <p:cNvSpPr txBox="1"/>
          <p:nvPr userDrawn="1"/>
        </p:nvSpPr>
        <p:spPr>
          <a:xfrm>
            <a:off x="574817" y="3084611"/>
            <a:ext cx="2498018" cy="307777"/>
          </a:xfrm>
          <a:prstGeom prst="rect">
            <a:avLst/>
          </a:prstGeom>
          <a:noFill/>
        </p:spPr>
        <p:txBody>
          <a:bodyPr wrap="square" lIns="0" anchor="ctr">
            <a:spAutoFit/>
          </a:bodyPr>
          <a:lstStyle/>
          <a:p>
            <a:pPr algn="l" defTabSz="914400">
              <a:defRPr/>
            </a:pPr>
            <a:r>
              <a:rPr lang="en-US" sz="1400">
                <a:latin typeface="+mj-lt"/>
              </a:rPr>
              <a:t>Microsoft 365 Copilot</a:t>
            </a:r>
          </a:p>
        </p:txBody>
      </p:sp>
      <p:sp>
        <p:nvSpPr>
          <p:cNvPr id="3" name="Title 2">
            <a:extLst>
              <a:ext uri="{FF2B5EF4-FFF2-40B4-BE49-F238E27FC236}">
                <a16:creationId xmlns:a16="http://schemas.microsoft.com/office/drawing/2014/main" id="{5CBD6267-AAA4-722E-4EC2-FA9E067F554F}"/>
              </a:ext>
            </a:extLst>
          </p:cNvPr>
          <p:cNvSpPr>
            <a:spLocks noGrp="1"/>
          </p:cNvSpPr>
          <p:nvPr>
            <p:ph type="title" hasCustomPrompt="1"/>
          </p:nvPr>
        </p:nvSpPr>
        <p:spPr>
          <a:xfrm>
            <a:off x="574816" y="3392391"/>
            <a:ext cx="3125424" cy="430887"/>
          </a:xfrm>
        </p:spPr>
        <p:txBody>
          <a:bodyPr anchor="t"/>
          <a:lstStyle>
            <a:lvl1pPr>
              <a:defRPr>
                <a:solidFill>
                  <a:schemeClr val="accent2"/>
                </a:solidFill>
              </a:defRPr>
            </a:lvl1pPr>
          </a:lstStyle>
          <a:p>
            <a:r>
              <a:rPr lang="en-US"/>
              <a:t>Title here</a:t>
            </a:r>
          </a:p>
        </p:txBody>
      </p:sp>
    </p:spTree>
    <p:extLst>
      <p:ext uri="{BB962C8B-B14F-4D97-AF65-F5344CB8AC3E}">
        <p14:creationId xmlns:p14="http://schemas.microsoft.com/office/powerpoint/2010/main" val="150345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1">
          <p15:clr>
            <a:srgbClr val="5ACBF0"/>
          </p15:clr>
        </p15:guide>
        <p15:guide id="4" pos="561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Divider 3+ lines with eyebrow">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2835111"/>
            <a:ext cx="5528101" cy="430887"/>
          </a:xfrm>
        </p:spPr>
        <p:txBody>
          <a:bodyPr wrap="square" rIns="0" anchor="t" anchorCtr="0">
            <a:spAutoFit/>
          </a:bodyPr>
          <a:lstStyle>
            <a:lvl1pPr>
              <a:lnSpc>
                <a:spcPct val="100000"/>
              </a:lnSpc>
              <a:defRPr sz="2800" b="0" spc="-49" baseline="0">
                <a:solidFill>
                  <a:srgbClr val="000000"/>
                </a:solidFill>
                <a:latin typeface="+mj-lt"/>
                <a:cs typeface="Segoe UI Semilight" panose="020B0402040204020203" pitchFamily="34" charset="0"/>
              </a:defRPr>
            </a:lvl1pPr>
          </a:lstStyle>
          <a:p>
            <a:r>
              <a:rPr lang="en-US"/>
              <a:t>Divider slide</a:t>
            </a:r>
          </a:p>
        </p:txBody>
      </p:sp>
      <p:sp>
        <p:nvSpPr>
          <p:cNvPr id="4" name="Text Placeholder 3">
            <a:extLst>
              <a:ext uri="{FF2B5EF4-FFF2-40B4-BE49-F238E27FC236}">
                <a16:creationId xmlns:a16="http://schemas.microsoft.com/office/drawing/2014/main" id="{28FBA670-3255-B519-B113-2AE45BA5B8C9}"/>
              </a:ext>
            </a:extLst>
          </p:cNvPr>
          <p:cNvSpPr>
            <a:spLocks noGrp="1"/>
          </p:cNvSpPr>
          <p:nvPr>
            <p:ph type="body" sz="quarter" idx="10"/>
          </p:nvPr>
        </p:nvSpPr>
        <p:spPr>
          <a:xfrm>
            <a:off x="1249364" y="2510213"/>
            <a:ext cx="4808537" cy="276999"/>
          </a:xfrm>
        </p:spPr>
        <p:txBody>
          <a:bodyPr anchor="b"/>
          <a:lstStyle>
            <a:lvl1pPr>
              <a:defRPr sz="1800" cap="none" baseline="0">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533810839"/>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Demo">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6" name="Picture 5" descr="A close up of a glass object&#10;&#10;Description automatically generated">
            <a:extLst>
              <a:ext uri="{FF2B5EF4-FFF2-40B4-BE49-F238E27FC236}">
                <a16:creationId xmlns:a16="http://schemas.microsoft.com/office/drawing/2014/main" id="{721E07E1-FDEA-E098-17EA-259DC8625F11}"/>
              </a:ext>
            </a:extLst>
          </p:cNvPr>
          <p:cNvPicPr>
            <a:picLocks/>
          </p:cNvPicPr>
          <p:nvPr userDrawn="1"/>
        </p:nvPicPr>
        <p:blipFill rotWithShape="1">
          <a:blip r:embed="rId3" cstate="screen">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a:ext>
            </a:extLst>
          </a:blip>
          <a:srcRect/>
          <a:stretch/>
        </p:blipFill>
        <p:spPr>
          <a:xfrm>
            <a:off x="1828800" y="1595692"/>
            <a:ext cx="8534400" cy="3643471"/>
          </a:xfrm>
          <a:prstGeom prst="roundRect">
            <a:avLst>
              <a:gd name="adj" fmla="val 12880"/>
            </a:avLst>
          </a:prstGeom>
        </p:spPr>
      </p:pic>
      <p:sp>
        <p:nvSpPr>
          <p:cNvPr id="7" name="Rectangle: Rounded Corners 6">
            <a:extLst>
              <a:ext uri="{FF2B5EF4-FFF2-40B4-BE49-F238E27FC236}">
                <a16:creationId xmlns:a16="http://schemas.microsoft.com/office/drawing/2014/main" id="{204E1BCB-6588-0B8E-9627-FD6B4D7A00A4}"/>
              </a:ext>
            </a:extLst>
          </p:cNvPr>
          <p:cNvSpPr>
            <a:spLocks/>
          </p:cNvSpPr>
          <p:nvPr userDrawn="1"/>
        </p:nvSpPr>
        <p:spPr>
          <a:xfrm>
            <a:off x="1828800" y="1595692"/>
            <a:ext cx="8534400" cy="3643471"/>
          </a:xfrm>
          <a:prstGeom prst="roundRect">
            <a:avLst>
              <a:gd name="adj" fmla="val 12757"/>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8" name="Rectangle: Rounded Corners 7">
            <a:extLst>
              <a:ext uri="{FF2B5EF4-FFF2-40B4-BE49-F238E27FC236}">
                <a16:creationId xmlns:a16="http://schemas.microsoft.com/office/drawing/2014/main" id="{C8D4E2A7-BED1-DAE7-84FF-B449A467D5CB}"/>
              </a:ext>
            </a:extLst>
          </p:cNvPr>
          <p:cNvSpPr/>
          <p:nvPr userDrawn="1"/>
        </p:nvSpPr>
        <p:spPr>
          <a:xfrm>
            <a:off x="2319594" y="2413489"/>
            <a:ext cx="7552812" cy="2007877"/>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10" name="Text Placeholder 8">
            <a:extLst>
              <a:ext uri="{FF2B5EF4-FFF2-40B4-BE49-F238E27FC236}">
                <a16:creationId xmlns:a16="http://schemas.microsoft.com/office/drawing/2014/main" id="{EBC5F7F6-3787-662E-0880-F9E0EACD252D}"/>
              </a:ext>
            </a:extLst>
          </p:cNvPr>
          <p:cNvSpPr>
            <a:spLocks noGrp="1"/>
          </p:cNvSpPr>
          <p:nvPr>
            <p:ph type="body" sz="quarter" idx="10"/>
          </p:nvPr>
        </p:nvSpPr>
        <p:spPr>
          <a:xfrm>
            <a:off x="2519365" y="3225132"/>
            <a:ext cx="7097257" cy="430887"/>
          </a:xfrm>
        </p:spPr>
        <p:txBody>
          <a:bodyPr anchor="ctr" anchorCtr="0"/>
          <a:lstStyle>
            <a:lvl1pPr marL="0" indent="0" algn="l">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Sans Display Semibold" pitchFamily="2" charset="0"/>
              </a:defRPr>
            </a:lvl1pPr>
          </a:lstStyle>
          <a:p>
            <a:pPr lvl="0"/>
            <a:r>
              <a:rPr lang="en-US"/>
              <a:t>Click to edit Master text styles</a:t>
            </a:r>
          </a:p>
        </p:txBody>
      </p:sp>
    </p:spTree>
    <p:extLst>
      <p:ext uri="{BB962C8B-B14F-4D97-AF65-F5344CB8AC3E}">
        <p14:creationId xmlns:p14="http://schemas.microsoft.com/office/powerpoint/2010/main" val="3390425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Divider1-2 lines with eyebrow">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07084"/>
            <a:ext cx="5528101" cy="430887"/>
          </a:xfrm>
        </p:spPr>
        <p:txBody>
          <a:bodyPr wrap="square" rIns="0" anchor="t" anchorCtr="0">
            <a:spAutoFit/>
          </a:bodyPr>
          <a:lstStyle>
            <a:lvl1pPr>
              <a:lnSpc>
                <a:spcPct val="100000"/>
              </a:lnSpc>
              <a:defRPr sz="2800" b="0" spc="-49" baseline="0">
                <a:solidFill>
                  <a:srgbClr val="000000"/>
                </a:solidFill>
                <a:latin typeface="+mj-lt"/>
                <a:cs typeface="Segoe UI Semilight" panose="020B0402040204020203" pitchFamily="34" charset="0"/>
              </a:defRPr>
            </a:lvl1pPr>
          </a:lstStyle>
          <a:p>
            <a:r>
              <a:rPr lang="en-US"/>
              <a:t>Divider slide</a:t>
            </a:r>
          </a:p>
        </p:txBody>
      </p:sp>
      <p:sp>
        <p:nvSpPr>
          <p:cNvPr id="4" name="Text Placeholder 3">
            <a:extLst>
              <a:ext uri="{FF2B5EF4-FFF2-40B4-BE49-F238E27FC236}">
                <a16:creationId xmlns:a16="http://schemas.microsoft.com/office/drawing/2014/main" id="{28FBA670-3255-B519-B113-2AE45BA5B8C9}"/>
              </a:ext>
            </a:extLst>
          </p:cNvPr>
          <p:cNvSpPr>
            <a:spLocks noGrp="1"/>
          </p:cNvSpPr>
          <p:nvPr>
            <p:ph type="body" sz="quarter" idx="10"/>
          </p:nvPr>
        </p:nvSpPr>
        <p:spPr>
          <a:xfrm>
            <a:off x="1249364" y="2782190"/>
            <a:ext cx="4808537" cy="276999"/>
          </a:xfrm>
        </p:spPr>
        <p:txBody>
          <a:bodyPr anchor="b"/>
          <a:lstStyle>
            <a:lvl1pPr>
              <a:defRPr sz="1800" cap="none" baseline="0">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167427276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Right square Window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C3994F24-62A9-E62B-141E-3F8F2C5E6DE5}"/>
              </a:ext>
            </a:extLst>
          </p:cNvPr>
          <p:cNvSpPr>
            <a:spLocks noGrp="1"/>
          </p:cNvSpPr>
          <p:nvPr>
            <p:ph type="title"/>
          </p:nvPr>
        </p:nvSpPr>
        <p:spPr>
          <a:xfrm>
            <a:off x="574817" y="2293531"/>
            <a:ext cx="3647934" cy="861774"/>
          </a:xfrm>
        </p:spPr>
        <p:txBody>
          <a:bodyPr anchor="b" anchorCtr="0"/>
          <a:lstStyle>
            <a:lvl1pPr>
              <a:defRPr>
                <a:solidFill>
                  <a:schemeClr val="tx2"/>
                </a:solidFill>
              </a:defRPr>
            </a:lvl1pPr>
          </a:lstStyle>
          <a:p>
            <a:r>
              <a:rPr lang="en-US"/>
              <a:t>Click to edit Master title style</a:t>
            </a:r>
          </a:p>
        </p:txBody>
      </p:sp>
      <p:sp>
        <p:nvSpPr>
          <p:cNvPr id="4" name="Eyebrow placeholder">
            <a:extLst>
              <a:ext uri="{FF2B5EF4-FFF2-40B4-BE49-F238E27FC236}">
                <a16:creationId xmlns:a16="http://schemas.microsoft.com/office/drawing/2014/main" id="{C22EE292-45FF-74B6-ACAD-CA4A4A14007E}"/>
              </a:ext>
            </a:extLst>
          </p:cNvPr>
          <p:cNvSpPr>
            <a:spLocks noGrp="1"/>
          </p:cNvSpPr>
          <p:nvPr>
            <p:ph type="body" sz="quarter" idx="10"/>
          </p:nvPr>
        </p:nvSpPr>
        <p:spPr>
          <a:xfrm>
            <a:off x="574816" y="3290504"/>
            <a:ext cx="3182113" cy="276999"/>
          </a:xfrm>
        </p:spPr>
        <p:txBody>
          <a:bodyPr/>
          <a:lstStyle>
            <a:lvl1pPr marL="0" indent="0">
              <a:buNone/>
              <a:defRPr sz="1800">
                <a:solidFill>
                  <a:srgbClr val="5D5BD4"/>
                </a:solidFill>
                <a:latin typeface="+mj-lt"/>
              </a:defRPr>
            </a:lvl1pPr>
          </a:lstStyle>
          <a:p>
            <a:pPr lvl="0"/>
            <a:r>
              <a:rPr lang="en-US"/>
              <a:t>Click to edit Master text styles</a:t>
            </a:r>
          </a:p>
        </p:txBody>
      </p:sp>
      <p:pic>
        <p:nvPicPr>
          <p:cNvPr id="6" name="Picture 5">
            <a:extLst>
              <a:ext uri="{FF2B5EF4-FFF2-40B4-BE49-F238E27FC236}">
                <a16:creationId xmlns:a16="http://schemas.microsoft.com/office/drawing/2014/main" id="{5F69EDB4-5BB2-2855-97BC-D0767CC314A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r="-2"/>
          <a:stretch/>
        </p:blipFill>
        <p:spPr>
          <a:xfrm>
            <a:off x="4724401" y="2"/>
            <a:ext cx="7467600" cy="6692900"/>
          </a:xfrm>
          <a:prstGeom prst="rect">
            <a:avLst/>
          </a:prstGeom>
        </p:spPr>
      </p:pic>
      <p:sp>
        <p:nvSpPr>
          <p:cNvPr id="7" name="Rectangle 6">
            <a:extLst>
              <a:ext uri="{FF2B5EF4-FFF2-40B4-BE49-F238E27FC236}">
                <a16:creationId xmlns:a16="http://schemas.microsoft.com/office/drawing/2014/main" id="{BE1BE1E1-50DD-1273-EBD2-ACB59BAE82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2286820122"/>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Title on gradient content on whi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69EDB4-5BB2-2855-97BC-D0767CC314A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r="61250"/>
          <a:stretch/>
        </p:blipFill>
        <p:spPr>
          <a:xfrm>
            <a:off x="1" y="2"/>
            <a:ext cx="4724400" cy="6692900"/>
          </a:xfrm>
          <a:prstGeom prst="rect">
            <a:avLst/>
          </a:prstGeom>
        </p:spPr>
      </p:pic>
      <p:sp>
        <p:nvSpPr>
          <p:cNvPr id="2" name="Title 2">
            <a:extLst>
              <a:ext uri="{FF2B5EF4-FFF2-40B4-BE49-F238E27FC236}">
                <a16:creationId xmlns:a16="http://schemas.microsoft.com/office/drawing/2014/main" id="{C3994F24-62A9-E62B-141E-3F8F2C5E6DE5}"/>
              </a:ext>
            </a:extLst>
          </p:cNvPr>
          <p:cNvSpPr>
            <a:spLocks noGrp="1"/>
          </p:cNvSpPr>
          <p:nvPr>
            <p:ph type="title"/>
          </p:nvPr>
        </p:nvSpPr>
        <p:spPr>
          <a:xfrm>
            <a:off x="574817" y="2998118"/>
            <a:ext cx="3647934" cy="861774"/>
          </a:xfrm>
        </p:spPr>
        <p:txBody>
          <a:bodyPr anchor="ctr" anchorCtr="0"/>
          <a:lstStyle>
            <a:lvl1pPr>
              <a:defRPr>
                <a:solidFill>
                  <a:schemeClr val="tx2"/>
                </a:solidFill>
              </a:defRPr>
            </a:lvl1pPr>
          </a:lstStyle>
          <a:p>
            <a:r>
              <a:rPr lang="en-US"/>
              <a:t>Click to edit Master title style</a:t>
            </a:r>
          </a:p>
        </p:txBody>
      </p:sp>
      <p:sp>
        <p:nvSpPr>
          <p:cNvPr id="7" name="Rectangle 6">
            <a:extLst>
              <a:ext uri="{FF2B5EF4-FFF2-40B4-BE49-F238E27FC236}">
                <a16:creationId xmlns:a16="http://schemas.microsoft.com/office/drawing/2014/main" id="{BE1BE1E1-50DD-1273-EBD2-ACB59BAE82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Text Placeholder 4">
            <a:extLst>
              <a:ext uri="{FF2B5EF4-FFF2-40B4-BE49-F238E27FC236}">
                <a16:creationId xmlns:a16="http://schemas.microsoft.com/office/drawing/2014/main" id="{13C916D0-3271-3180-703D-A618916FDF62}"/>
              </a:ext>
            </a:extLst>
          </p:cNvPr>
          <p:cNvSpPr>
            <a:spLocks noGrp="1"/>
          </p:cNvSpPr>
          <p:nvPr>
            <p:ph type="body" sz="quarter" idx="11"/>
          </p:nvPr>
        </p:nvSpPr>
        <p:spPr>
          <a:xfrm>
            <a:off x="5314951" y="2556455"/>
            <a:ext cx="6026341" cy="1745093"/>
          </a:xfrm>
        </p:spPr>
        <p:txBody>
          <a:bodyPr anchor="ctr" anchorCtr="0"/>
          <a:lstStyle>
            <a:lvl2pPr>
              <a:spcBef>
                <a:spcPts val="1800"/>
              </a:spcBef>
              <a:defRPr sz="1600"/>
            </a:lvl2pPr>
            <a:lvl3pPr>
              <a:spcBef>
                <a:spcPts val="1200"/>
              </a:spcBef>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120713"/>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subtitle content w/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5883366"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ext Placeholder 2"/>
          <p:cNvSpPr>
            <a:spLocks noGrp="1"/>
          </p:cNvSpPr>
          <p:nvPr>
            <p:ph type="body" sz="quarter" idx="10"/>
          </p:nvPr>
        </p:nvSpPr>
        <p:spPr>
          <a:xfrm>
            <a:off x="574817" y="1828803"/>
            <a:ext cx="4599528" cy="4171948"/>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7" y="510987"/>
            <a:ext cx="4744671" cy="430887"/>
          </a:xfrm>
        </p:spPr>
        <p:txBody>
          <a:bodyPr/>
          <a:lstStyle/>
          <a:p>
            <a:r>
              <a:rPr lang="en-US"/>
              <a:t>Click to edit Master title style</a:t>
            </a:r>
          </a:p>
        </p:txBody>
      </p:sp>
      <p:sp>
        <p:nvSpPr>
          <p:cNvPr id="5" name="Text Placeholder 2">
            <a:extLst>
              <a:ext uri="{FF2B5EF4-FFF2-40B4-BE49-F238E27FC236}">
                <a16:creationId xmlns:a16="http://schemas.microsoft.com/office/drawing/2014/main" id="{E9F873FA-F8B5-3094-F472-F4ECF93C8C7F}"/>
              </a:ext>
            </a:extLst>
          </p:cNvPr>
          <p:cNvSpPr>
            <a:spLocks noGrp="1"/>
          </p:cNvSpPr>
          <p:nvPr>
            <p:ph type="body" sz="quarter" idx="11" hasCustomPrompt="1"/>
          </p:nvPr>
        </p:nvSpPr>
        <p:spPr>
          <a:xfrm>
            <a:off x="574676" y="941387"/>
            <a:ext cx="474467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54020280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2 lines subtitle content w/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6101081"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hasCustomPrompt="1"/>
          </p:nvPr>
        </p:nvSpPr>
        <p:spPr>
          <a:xfrm>
            <a:off x="574817" y="510987"/>
            <a:ext cx="5073508" cy="861774"/>
          </a:xfrm>
        </p:spPr>
        <p:txBody>
          <a:bodyPr/>
          <a:lstStyle>
            <a:lvl1pPr>
              <a:defRPr/>
            </a:lvl1pPr>
          </a:lstStyle>
          <a:p>
            <a:r>
              <a:rPr lang="en-US"/>
              <a:t>Click to edit Master </a:t>
            </a:r>
            <a:br>
              <a:rPr lang="en-US"/>
            </a:br>
            <a:r>
              <a:rPr lang="en-US"/>
              <a:t>title style</a:t>
            </a:r>
          </a:p>
        </p:txBody>
      </p:sp>
      <p:sp>
        <p:nvSpPr>
          <p:cNvPr id="5" name="Text Placeholder 2">
            <a:extLst>
              <a:ext uri="{FF2B5EF4-FFF2-40B4-BE49-F238E27FC236}">
                <a16:creationId xmlns:a16="http://schemas.microsoft.com/office/drawing/2014/main" id="{E9F873FA-F8B5-3094-F472-F4ECF93C8C7F}"/>
              </a:ext>
            </a:extLst>
          </p:cNvPr>
          <p:cNvSpPr>
            <a:spLocks noGrp="1"/>
          </p:cNvSpPr>
          <p:nvPr>
            <p:ph type="body" sz="quarter" idx="11" hasCustomPrompt="1"/>
          </p:nvPr>
        </p:nvSpPr>
        <p:spPr>
          <a:xfrm>
            <a:off x="574676" y="1353391"/>
            <a:ext cx="5073508" cy="310854"/>
          </a:xfrm>
        </p:spPr>
        <p:txBody>
          <a:bodyPr tIns="64008"/>
          <a:lstStyle>
            <a:lvl1pPr>
              <a:defRPr sz="1600">
                <a:solidFill>
                  <a:schemeClr val="tx1"/>
                </a:solidFill>
                <a:latin typeface="+mn-lt"/>
              </a:defRPr>
            </a:lvl1pPr>
          </a:lstStyle>
          <a:p>
            <a:pPr lvl="0"/>
            <a:r>
              <a:rPr lang="en-US"/>
              <a:t>Subtitle</a:t>
            </a:r>
          </a:p>
        </p:txBody>
      </p:sp>
      <p:sp>
        <p:nvSpPr>
          <p:cNvPr id="3" name="Text Placeholder 2"/>
          <p:cNvSpPr>
            <a:spLocks noGrp="1"/>
          </p:cNvSpPr>
          <p:nvPr>
            <p:ph type="body" sz="quarter" idx="10"/>
          </p:nvPr>
        </p:nvSpPr>
        <p:spPr>
          <a:xfrm>
            <a:off x="574814" y="2019299"/>
            <a:ext cx="5073510" cy="3981450"/>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29572674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 Square Photo Right">
    <p:bg>
      <p:bgPr>
        <a:solidFill>
          <a:schemeClr val="bg1"/>
        </a:solidFill>
        <a:effectLst/>
      </p:bgPr>
    </p:bg>
    <p:spTree>
      <p:nvGrpSpPr>
        <p:cNvPr id="1" name=""/>
        <p:cNvGrpSpPr/>
        <p:nvPr/>
      </p:nvGrpSpPr>
      <p:grpSpPr>
        <a:xfrm>
          <a:off x="0" y="0"/>
          <a:ext cx="0" cy="0"/>
          <a:chOff x="0" y="0"/>
          <a:chExt cx="0" cy="0"/>
        </a:xfrm>
      </p:grpSpPr>
      <p:pic>
        <p:nvPicPr>
          <p:cNvPr id="3" name="Picture 2" descr="A blurry image of a person's hand&#10;&#10;Description automatically generated">
            <a:extLst>
              <a:ext uri="{FF2B5EF4-FFF2-40B4-BE49-F238E27FC236}">
                <a16:creationId xmlns:a16="http://schemas.microsoft.com/office/drawing/2014/main" id="{EF5A5C43-7C76-6807-9619-2045D41569C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2"/>
            <a:ext cx="12192000" cy="6692900"/>
          </a:xfrm>
          <a:prstGeom prst="rect">
            <a:avLst/>
          </a:prstGeom>
        </p:spPr>
      </p:pic>
      <p:sp>
        <p:nvSpPr>
          <p:cNvPr id="2" name="Title 1">
            <a:extLst>
              <a:ext uri="{FF2B5EF4-FFF2-40B4-BE49-F238E27FC236}">
                <a16:creationId xmlns:a16="http://schemas.microsoft.com/office/drawing/2014/main" id="{99012F5D-DBC1-8921-28A4-A564E69C0274}"/>
              </a:ext>
            </a:extLst>
          </p:cNvPr>
          <p:cNvSpPr>
            <a:spLocks noGrp="1"/>
          </p:cNvSpPr>
          <p:nvPr>
            <p:ph type="title"/>
          </p:nvPr>
        </p:nvSpPr>
        <p:spPr>
          <a:xfrm>
            <a:off x="574817" y="510987"/>
            <a:ext cx="4211368" cy="861774"/>
          </a:xfrm>
        </p:spPr>
        <p:txBody>
          <a:bodyPr/>
          <a:lstStyle/>
          <a:p>
            <a:r>
              <a:rPr lang="en-US"/>
              <a:t>Click to edit Master title style</a:t>
            </a:r>
          </a:p>
        </p:txBody>
      </p:sp>
      <p:sp>
        <p:nvSpPr>
          <p:cNvPr id="5" name="Text Placeholder 5">
            <a:extLst>
              <a:ext uri="{FF2B5EF4-FFF2-40B4-BE49-F238E27FC236}">
                <a16:creationId xmlns:a16="http://schemas.microsoft.com/office/drawing/2014/main" id="{3F682AC5-612F-0EE5-4FDA-A422726F1AB7}"/>
              </a:ext>
            </a:extLst>
          </p:cNvPr>
          <p:cNvSpPr>
            <a:spLocks noGrp="1"/>
          </p:cNvSpPr>
          <p:nvPr>
            <p:ph type="body" sz="quarter" idx="12"/>
          </p:nvPr>
        </p:nvSpPr>
        <p:spPr>
          <a:xfrm>
            <a:off x="584202" y="1776242"/>
            <a:ext cx="4201984" cy="1486561"/>
          </a:xfrm>
        </p:spPr>
        <p:txBody>
          <a:bodyPr/>
          <a:lstStyle>
            <a:lvl1pPr>
              <a:defRPr sz="1800"/>
            </a:lvl1pPr>
            <a:lvl2pPr>
              <a:defRPr sz="16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350285C0-813F-A744-BFD3-CF358EAC839C}"/>
              </a:ext>
              <a:ext uri="{C183D7F6-B498-43B3-948B-1728B52AA6E4}">
                <adec:decorative xmlns:adec="http://schemas.microsoft.com/office/drawing/2017/decorative" val="1"/>
              </a:ext>
            </a:extLst>
          </p:cNvPr>
          <p:cNvSpPr>
            <a:spLocks noGrp="1"/>
          </p:cNvSpPr>
          <p:nvPr>
            <p:ph type="pic" sz="quarter" idx="10" hasCustomPrompt="1"/>
          </p:nvPr>
        </p:nvSpPr>
        <p:spPr>
          <a:xfrm>
            <a:off x="5299076" y="2"/>
            <a:ext cx="6892925" cy="6692900"/>
          </a:xfrm>
          <a:blipFill>
            <a:blip r:embed="rId4">
              <a:extLst>
                <a:ext uri="{28A0092B-C50C-407E-A947-70E740481C1C}">
                  <a14:useLocalDpi xmlns:a14="http://schemas.microsoft.com/office/drawing/2010/main"/>
                </a:ext>
              </a:extLst>
            </a:blip>
            <a:stretch>
              <a:fillRect/>
            </a:stretch>
          </a:blipFill>
        </p:spPr>
        <p:txBody>
          <a:bodyPr vert="horz" wrap="square" lIns="0" tIns="1280160" rIns="0" bIns="0" rtlCol="0" anchor="t" anchorCtr="0">
            <a:noAutofit/>
          </a:bodyPr>
          <a:lstStyle>
            <a:lvl1pPr algn="ctr">
              <a:defRPr lang="en-US" sz="1400" b="1"/>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C287D68E-0E2A-B050-66EC-FBEC3EA140F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170001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1">
          <p15:clr>
            <a:srgbClr val="A4A3A4"/>
          </p15:clr>
        </p15:guide>
        <p15:guide id="19" pos="3342">
          <p15:clr>
            <a:srgbClr val="A4A3A4"/>
          </p15:clr>
        </p15:guide>
        <p15:guide id="28" orient="horz" pos="905">
          <p15:clr>
            <a:srgbClr val="5ACBF0"/>
          </p15:clr>
        </p15:guide>
        <p15:guide id="30" orient="horz" pos="287">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6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3DB3A-52AD-5804-E6F5-4DE010B8448A}"/>
              </a:ext>
            </a:extLst>
          </p:cNvPr>
          <p:cNvPicPr>
            <a:picLocks noChangeAspect="1"/>
          </p:cNvPicPr>
          <p:nvPr userDrawn="1"/>
        </p:nvPicPr>
        <p:blipFill rotWithShape="1">
          <a:blip r:embed="rId3">
            <a:alphaModFix amt="46000"/>
          </a:blip>
          <a:srcRect l="10595" t="987" r="10595"/>
          <a:stretch/>
        </p:blipFill>
        <p:spPr>
          <a:xfrm>
            <a:off x="0" y="2"/>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488439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55">
          <p15:clr>
            <a:srgbClr val="A4A3A4"/>
          </p15:clr>
        </p15:guide>
        <p15:guide id="15" pos="3337">
          <p15:clr>
            <a:srgbClr val="A4A3A4"/>
          </p15:clr>
        </p15:guide>
        <p15:guide id="16" pos="3750">
          <p15:clr>
            <a:srgbClr val="A4A3A4"/>
          </p15:clr>
        </p15:guide>
        <p15:guide id="17" pos="3932">
          <p15:clr>
            <a:srgbClr val="A4A3A4"/>
          </p15:clr>
        </p15:guide>
        <p15:guide id="18" pos="4343">
          <p15:clr>
            <a:srgbClr val="A4A3A4"/>
          </p15:clr>
        </p15:guide>
        <p15:guide id="19" pos="4525">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1" y="1434370"/>
            <a:ext cx="11018521" cy="1486561"/>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5610037"/>
      </p:ext>
    </p:extLst>
  </p:cSld>
  <p:clrMapOvr>
    <a:masterClrMapping/>
  </p:clrMapOvr>
  <p:transition>
    <p:fade/>
  </p:transition>
  <p:extLst>
    <p:ext uri="{DCECCB84-F9BA-43D5-87BE-67443E8EF086}">
      <p15:sldGuideLst xmlns:p15="http://schemas.microsoft.com/office/powerpoint/2012/main">
        <p15:guide id="1" orient="horz" pos="283">
          <p15:clr>
            <a:srgbClr val="5ACBF0"/>
          </p15:clr>
        </p15:guide>
        <p15:guide id="2" orient="horz" pos="888">
          <p15:clr>
            <a:srgbClr val="5ACBF0"/>
          </p15:clr>
        </p15:guide>
        <p15:guide id="4" orient="horz" pos="124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65D25-8D93-1882-B375-8C6D3010ABF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2524892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Left Bar Windows">
    <p:bg>
      <p:bgPr>
        <a:solidFill>
          <a:schemeClr val="bg1"/>
        </a:solidFill>
        <a:effectLst/>
      </p:bgPr>
    </p:bg>
    <p:spTree>
      <p:nvGrpSpPr>
        <p:cNvPr id="1" name=""/>
        <p:cNvGrpSpPr/>
        <p:nvPr/>
      </p:nvGrpSpPr>
      <p:grpSpPr>
        <a:xfrm>
          <a:off x="0" y="0"/>
          <a:ext cx="0" cy="0"/>
          <a:chOff x="0" y="0"/>
          <a:chExt cx="0" cy="0"/>
        </a:xfrm>
      </p:grpSpPr>
      <p:pic>
        <p:nvPicPr>
          <p:cNvPr id="2" name="Picture 1" descr="A close-up of a ribbon&#10;&#10;Description automatically generated">
            <a:extLst>
              <a:ext uri="{FF2B5EF4-FFF2-40B4-BE49-F238E27FC236}">
                <a16:creationId xmlns:a16="http://schemas.microsoft.com/office/drawing/2014/main" id="{7D58299E-9AC2-FCD6-ED21-D29674FD1935}"/>
              </a:ext>
            </a:extLst>
          </p:cNvPr>
          <p:cNvPicPr>
            <a:picLocks noChangeAspect="1"/>
          </p:cNvPicPr>
          <p:nvPr userDrawn="1"/>
        </p:nvPicPr>
        <p:blipFill rotWithShape="1">
          <a:blip r:embed="rId2">
            <a:alphaModFix amt="85000"/>
            <a:extLst>
              <a:ext uri="{28A0092B-C50C-407E-A947-70E740481C1C}">
                <a14:useLocalDpi xmlns:a14="http://schemas.microsoft.com/office/drawing/2010/main" val="0"/>
              </a:ext>
            </a:extLst>
          </a:blip>
          <a:srcRect/>
          <a:stretch/>
        </p:blipFill>
        <p:spPr>
          <a:xfrm>
            <a:off x="0" y="2"/>
            <a:ext cx="6096000" cy="6858000"/>
          </a:xfrm>
          <a:prstGeom prst="rect">
            <a:avLst/>
          </a:prstGeom>
        </p:spPr>
      </p:pic>
      <p:pic>
        <p:nvPicPr>
          <p:cNvPr id="10" name="Background blur crop" descr="A close-up of a ribbon&#10;&#10;Description automatically generated">
            <a:extLst>
              <a:ext uri="{FF2B5EF4-FFF2-40B4-BE49-F238E27FC236}">
                <a16:creationId xmlns:a16="http://schemas.microsoft.com/office/drawing/2014/main" id="{735CCDD1-6D25-F844-4FE0-E4D2BFE30A7F}"/>
              </a:ext>
            </a:extLst>
          </p:cNvPr>
          <p:cNvPicPr>
            <a:picLocks noChangeAspect="1"/>
          </p:cNvPicPr>
          <p:nvPr userDrawn="1"/>
        </p:nvPicPr>
        <p:blipFill rotWithShape="1">
          <a:blip r:embed="rId3">
            <a:alphaModFix/>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p:blipFill>
        <p:spPr>
          <a:xfrm>
            <a:off x="660401" y="2419352"/>
            <a:ext cx="4899026" cy="2019299"/>
          </a:xfrm>
          <a:prstGeom prst="roundRect">
            <a:avLst>
              <a:gd name="adj" fmla="val 8491"/>
            </a:avLst>
          </a:prstGeom>
        </p:spPr>
      </p:pic>
      <p:sp>
        <p:nvSpPr>
          <p:cNvPr id="9" name="Rectangle: Rounded Corners 8">
            <a:extLst>
              <a:ext uri="{FF2B5EF4-FFF2-40B4-BE49-F238E27FC236}">
                <a16:creationId xmlns:a16="http://schemas.microsoft.com/office/drawing/2014/main" id="{88AE7281-C62E-0DB0-56E2-6CFEC213AC04}"/>
              </a:ext>
            </a:extLst>
          </p:cNvPr>
          <p:cNvSpPr/>
          <p:nvPr userDrawn="1"/>
        </p:nvSpPr>
        <p:spPr>
          <a:xfrm>
            <a:off x="495300" y="2298701"/>
            <a:ext cx="5229227" cy="2258769"/>
          </a:xfrm>
          <a:prstGeom prst="roundRect">
            <a:avLst>
              <a:gd name="adj" fmla="val 8434"/>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sp>
        <p:nvSpPr>
          <p:cNvPr id="5" name="Rectangle 4">
            <a:extLst>
              <a:ext uri="{FF2B5EF4-FFF2-40B4-BE49-F238E27FC236}">
                <a16:creationId xmlns:a16="http://schemas.microsoft.com/office/drawing/2014/main" id="{52984155-66BC-DAC5-5E10-46E1D44CF33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sp>
        <p:nvSpPr>
          <p:cNvPr id="3" name="Title 2">
            <a:extLst>
              <a:ext uri="{FF2B5EF4-FFF2-40B4-BE49-F238E27FC236}">
                <a16:creationId xmlns:a16="http://schemas.microsoft.com/office/drawing/2014/main" id="{F4137BAB-C03C-A736-8E50-9B7D49E3D79F}"/>
              </a:ext>
            </a:extLst>
          </p:cNvPr>
          <p:cNvSpPr>
            <a:spLocks noGrp="1"/>
          </p:cNvSpPr>
          <p:nvPr>
            <p:ph type="title"/>
          </p:nvPr>
        </p:nvSpPr>
        <p:spPr>
          <a:xfrm>
            <a:off x="774701" y="2806713"/>
            <a:ext cx="4699001" cy="1244584"/>
          </a:xfrm>
          <a:prstGeom prst="roundRect">
            <a:avLst>
              <a:gd name="adj" fmla="val 15039"/>
            </a:avLst>
          </a:prstGeom>
          <a:solidFill>
            <a:schemeClr val="bg1"/>
          </a:solidFill>
        </p:spPr>
        <p:txBody>
          <a:bodyPr lIns="182880" tIns="182880" rIns="182880" bIns="182880" anchor="ctr" anchorCtr="0"/>
          <a:lstStyle>
            <a:lvl1pPr>
              <a:lnSpc>
                <a:spcPct val="90000"/>
              </a:lnSpc>
              <a:defRPr>
                <a:gradFill>
                  <a:gsLst>
                    <a:gs pos="21000">
                      <a:srgbClr val="0078D4"/>
                    </a:gs>
                    <a:gs pos="100000">
                      <a:srgbClr val="C03BC4"/>
                    </a:gs>
                  </a:gsLst>
                </a:gradFill>
              </a:defRPr>
            </a:lvl1pPr>
          </a:lstStyle>
          <a:p>
            <a:r>
              <a:rPr lang="en-US"/>
              <a:t>Click to edit Master title style</a:t>
            </a:r>
          </a:p>
        </p:txBody>
      </p:sp>
    </p:spTree>
    <p:extLst>
      <p:ext uri="{BB962C8B-B14F-4D97-AF65-F5344CB8AC3E}">
        <p14:creationId xmlns:p14="http://schemas.microsoft.com/office/powerpoint/2010/main" val="839955847"/>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4_Soft background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nvGrpSpPr>
          <p:cNvPr id="3" name="Group 2">
            <a:extLst>
              <a:ext uri="{FF2B5EF4-FFF2-40B4-BE49-F238E27FC236}">
                <a16:creationId xmlns:a16="http://schemas.microsoft.com/office/drawing/2014/main" id="{55F9204C-3F26-4B75-3C9A-C84670D7A3BF}"/>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890A04F-278F-1602-9E64-8C8C5A93D3A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E16343BD-8AB7-4C7A-F9EE-B2FBF358D3A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grpSp>
    </p:spTree>
    <p:extLst>
      <p:ext uri="{BB962C8B-B14F-4D97-AF65-F5344CB8AC3E}">
        <p14:creationId xmlns:p14="http://schemas.microsoft.com/office/powerpoint/2010/main" val="355722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1D37B89-BBEE-1D6D-0CB4-2887DAE55BF8}"/>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022A6913-32FA-3175-2B8B-B7DFEEB209C0}"/>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FA35B21F-3F76-3A2A-3F90-8BF863B82BCA}"/>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grpSp>
    </p:spTree>
    <p:extLst>
      <p:ext uri="{BB962C8B-B14F-4D97-AF65-F5344CB8AC3E}">
        <p14:creationId xmlns:p14="http://schemas.microsoft.com/office/powerpoint/2010/main" val="50269430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DemoSocial">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10" name="Text Placeholder 8">
            <a:extLst>
              <a:ext uri="{FF2B5EF4-FFF2-40B4-BE49-F238E27FC236}">
                <a16:creationId xmlns:a16="http://schemas.microsoft.com/office/drawing/2014/main" id="{EBC5F7F6-3787-662E-0880-F9E0EACD252D}"/>
              </a:ext>
            </a:extLst>
          </p:cNvPr>
          <p:cNvSpPr>
            <a:spLocks noGrp="1"/>
          </p:cNvSpPr>
          <p:nvPr>
            <p:ph type="body" sz="quarter" idx="10"/>
          </p:nvPr>
        </p:nvSpPr>
        <p:spPr>
          <a:xfrm>
            <a:off x="3214917" y="3198832"/>
            <a:ext cx="5790059" cy="430887"/>
          </a:xfrm>
        </p:spPr>
        <p:txBody>
          <a:bodyPr anchor="ctr" anchorCtr="0"/>
          <a:lstStyle>
            <a:lvl1pPr marL="0" indent="0" algn="l">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63028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3DB3A-52AD-5804-E6F5-4DE010B8448A}"/>
              </a:ext>
            </a:extLst>
          </p:cNvPr>
          <p:cNvPicPr>
            <a:picLocks noChangeAspect="1"/>
          </p:cNvPicPr>
          <p:nvPr userDrawn="1"/>
        </p:nvPicPr>
        <p:blipFill rotWithShape="1">
          <a:blip r:embed="rId3">
            <a:alphaModFix amt="46000"/>
          </a:blip>
          <a:srcRect l="10595" t="987" r="10595"/>
          <a:stretch/>
        </p:blipFill>
        <p:spPr>
          <a:xfrm>
            <a:off x="0" y="2"/>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495302" y="509157"/>
            <a:ext cx="10515600" cy="430887"/>
          </a:xfrm>
        </p:spPr>
        <p:txBody>
          <a:bodyPr lIns="0" tIns="0" rIns="0" bIns="0"/>
          <a:lstStyle/>
          <a:p>
            <a:r>
              <a:rPr lang="en-US"/>
              <a:t>Click to edit Master title style</a:t>
            </a:r>
          </a:p>
        </p:txBody>
      </p:sp>
    </p:spTree>
    <p:extLst>
      <p:ext uri="{BB962C8B-B14F-4D97-AF65-F5344CB8AC3E}">
        <p14:creationId xmlns:p14="http://schemas.microsoft.com/office/powerpoint/2010/main" val="23988164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55">
          <p15:clr>
            <a:srgbClr val="A4A3A4"/>
          </p15:clr>
        </p15:guide>
        <p15:guide id="15" pos="3337">
          <p15:clr>
            <a:srgbClr val="A4A3A4"/>
          </p15:clr>
        </p15:guide>
        <p15:guide id="16" pos="3750">
          <p15:clr>
            <a:srgbClr val="A4A3A4"/>
          </p15:clr>
        </p15:guide>
        <p15:guide id="17" pos="3932">
          <p15:clr>
            <a:srgbClr val="A4A3A4"/>
          </p15:clr>
        </p15:guide>
        <p15:guide id="18" pos="4343">
          <p15:clr>
            <a:srgbClr val="A4A3A4"/>
          </p15:clr>
        </p15:guide>
        <p15:guide id="19" pos="4525">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D88A8B-7381-2287-CF94-E2B0F2018AA5}"/>
              </a:ext>
            </a:extLst>
          </p:cNvPr>
          <p:cNvPicPr>
            <a:picLocks noChangeAspect="1"/>
          </p:cNvPicPr>
          <p:nvPr userDrawn="1"/>
        </p:nvPicPr>
        <p:blipFill rotWithShape="1">
          <a:blip r:embed="rId3"/>
          <a:srcRect l="10595" t="987" r="10595"/>
          <a:stretch/>
        </p:blipFill>
        <p:spPr>
          <a:xfrm>
            <a:off x="0" y="2"/>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495302" y="509157"/>
            <a:ext cx="10515600" cy="430887"/>
          </a:xfrm>
        </p:spPr>
        <p:txBody>
          <a:bodyPr lIns="0" tIns="0" rIns="0" bIns="0">
            <a:spAutoFit/>
          </a:bodyPr>
          <a:lstStyle/>
          <a:p>
            <a:r>
              <a:rPr lang="en-US"/>
              <a:t>Click to edit Master title style</a:t>
            </a:r>
          </a:p>
        </p:txBody>
      </p:sp>
    </p:spTree>
    <p:extLst>
      <p:ext uri="{BB962C8B-B14F-4D97-AF65-F5344CB8AC3E}">
        <p14:creationId xmlns:p14="http://schemas.microsoft.com/office/powerpoint/2010/main" val="6785272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55">
          <p15:clr>
            <a:srgbClr val="A4A3A4"/>
          </p15:clr>
        </p15:guide>
        <p15:guide id="15" pos="3337">
          <p15:clr>
            <a:srgbClr val="A4A3A4"/>
          </p15:clr>
        </p15:guide>
        <p15:guide id="16" pos="3750">
          <p15:clr>
            <a:srgbClr val="A4A3A4"/>
          </p15:clr>
        </p15:guide>
        <p15:guide id="17" pos="3932">
          <p15:clr>
            <a:srgbClr val="A4A3A4"/>
          </p15:clr>
        </p15:guide>
        <p15:guide id="18" pos="4343">
          <p15:clr>
            <a:srgbClr val="A4A3A4"/>
          </p15:clr>
        </p15:guide>
        <p15:guide id="19" pos="4525">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itle &amp; Non-bulleted tex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F77DBA8-8C7E-FD96-362D-3ED0D33369AE}"/>
              </a:ext>
            </a:extLst>
          </p:cNvPr>
          <p:cNvGrpSpPr/>
          <p:nvPr userDrawn="1"/>
        </p:nvGrpSpPr>
        <p:grpSpPr>
          <a:xfrm>
            <a:off x="0" y="2"/>
            <a:ext cx="12192000" cy="6858000"/>
            <a:chOff x="0" y="0"/>
            <a:chExt cx="12192000" cy="6858000"/>
          </a:xfrm>
        </p:grpSpPr>
        <p:pic>
          <p:nvPicPr>
            <p:cNvPr id="3" name="Picture 2" descr="A blurry image of a person's hand&#10;&#10;Description automatically generated">
              <a:extLst>
                <a:ext uri="{FF2B5EF4-FFF2-40B4-BE49-F238E27FC236}">
                  <a16:creationId xmlns:a16="http://schemas.microsoft.com/office/drawing/2014/main" id="{83EB57F5-A352-975C-9B11-90D5F4E7A177}"/>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0C2A6CC-1176-D894-9ACE-8C8D2DF94B5A}"/>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grpSp>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1" y="1434370"/>
            <a:ext cx="11018521" cy="1486561"/>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2536503"/>
      </p:ext>
    </p:extLst>
  </p:cSld>
  <p:clrMapOvr>
    <a:masterClrMapping/>
  </p:clrMapOvr>
  <p:transition>
    <p:fade/>
  </p:transition>
  <p:extLst>
    <p:ext uri="{DCECCB84-F9BA-43D5-87BE-67443E8EF086}">
      <p15:sldGuideLst xmlns:p15="http://schemas.microsoft.com/office/powerpoint/2012/main">
        <p15:guide id="1" orient="horz" pos="283">
          <p15:clr>
            <a:srgbClr val="5ACBF0"/>
          </p15:clr>
        </p15:guide>
        <p15:guide id="2" orient="horz" pos="888">
          <p15:clr>
            <a:srgbClr val="5ACBF0"/>
          </p15:clr>
        </p15:guide>
        <p15:guide id="4" orient="horz" pos="124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Right square Window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A7B86C3-3070-C5B9-78CF-8959A6F56A4F}"/>
              </a:ext>
              <a:ext uri="{C183D7F6-B498-43B3-948B-1728B52AA6E4}">
                <adec:decorative xmlns:adec="http://schemas.microsoft.com/office/drawing/2017/decorative" val="1"/>
              </a:ext>
            </a:extLst>
          </p:cNvPr>
          <p:cNvSpPr/>
          <p:nvPr userDrawn="1"/>
        </p:nvSpPr>
        <p:spPr bwMode="auto">
          <a:xfrm flipH="1">
            <a:off x="4294207" y="2"/>
            <a:ext cx="7897793" cy="6858000"/>
          </a:xfrm>
          <a:prstGeom prst="rect">
            <a:avLst/>
          </a:prstGeom>
          <a:solidFill>
            <a:srgbClr val="5D5B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2">
            <a:extLst>
              <a:ext uri="{FF2B5EF4-FFF2-40B4-BE49-F238E27FC236}">
                <a16:creationId xmlns:a16="http://schemas.microsoft.com/office/drawing/2014/main" id="{C3994F24-62A9-E62B-141E-3F8F2C5E6DE5}"/>
              </a:ext>
            </a:extLst>
          </p:cNvPr>
          <p:cNvSpPr>
            <a:spLocks noGrp="1"/>
          </p:cNvSpPr>
          <p:nvPr>
            <p:ph type="title"/>
          </p:nvPr>
        </p:nvSpPr>
        <p:spPr>
          <a:xfrm>
            <a:off x="574817" y="2293531"/>
            <a:ext cx="3184384" cy="861774"/>
          </a:xfrm>
        </p:spPr>
        <p:txBody>
          <a:bodyPr anchor="b" anchorCtr="0"/>
          <a:lstStyle>
            <a:lvl1pPr>
              <a:defRPr>
                <a:solidFill>
                  <a:schemeClr val="tx2"/>
                </a:solidFill>
              </a:defRPr>
            </a:lvl1pPr>
          </a:lstStyle>
          <a:p>
            <a:r>
              <a:rPr lang="en-US"/>
              <a:t>Click to edit Master title style</a:t>
            </a:r>
          </a:p>
        </p:txBody>
      </p:sp>
      <p:sp>
        <p:nvSpPr>
          <p:cNvPr id="4" name="Eyebrow placeholder">
            <a:extLst>
              <a:ext uri="{FF2B5EF4-FFF2-40B4-BE49-F238E27FC236}">
                <a16:creationId xmlns:a16="http://schemas.microsoft.com/office/drawing/2014/main" id="{C22EE292-45FF-74B6-ACAD-CA4A4A14007E}"/>
              </a:ext>
            </a:extLst>
          </p:cNvPr>
          <p:cNvSpPr>
            <a:spLocks noGrp="1"/>
          </p:cNvSpPr>
          <p:nvPr>
            <p:ph type="body" sz="quarter" idx="10"/>
          </p:nvPr>
        </p:nvSpPr>
        <p:spPr>
          <a:xfrm>
            <a:off x="574816" y="3290504"/>
            <a:ext cx="3182113" cy="276999"/>
          </a:xfrm>
        </p:spPr>
        <p:txBody>
          <a:bodyPr/>
          <a:lstStyle>
            <a:lvl1pPr marL="0" indent="0">
              <a:buNone/>
              <a:defRPr sz="1800">
                <a:solidFill>
                  <a:srgbClr val="5D5BD4"/>
                </a:solidFill>
                <a:latin typeface="+mj-lt"/>
              </a:defRPr>
            </a:lvl1pPr>
          </a:lstStyle>
          <a:p>
            <a:pPr lvl="0"/>
            <a:r>
              <a:rPr lang="en-US"/>
              <a:t>Click to edit Master text styles</a:t>
            </a:r>
          </a:p>
        </p:txBody>
      </p:sp>
      <p:pic>
        <p:nvPicPr>
          <p:cNvPr id="6" name="Picture 5">
            <a:extLst>
              <a:ext uri="{FF2B5EF4-FFF2-40B4-BE49-F238E27FC236}">
                <a16:creationId xmlns:a16="http://schemas.microsoft.com/office/drawing/2014/main" id="{5F69EDB4-5BB2-2855-97BC-D0767CC314A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a:stretch/>
        </p:blipFill>
        <p:spPr>
          <a:xfrm>
            <a:off x="4294207" y="2"/>
            <a:ext cx="7897793" cy="6692900"/>
          </a:xfrm>
          <a:prstGeom prst="rect">
            <a:avLst/>
          </a:prstGeom>
        </p:spPr>
      </p:pic>
      <p:sp>
        <p:nvSpPr>
          <p:cNvPr id="7" name="Rectangle 6">
            <a:extLst>
              <a:ext uri="{FF2B5EF4-FFF2-40B4-BE49-F238E27FC236}">
                <a16:creationId xmlns:a16="http://schemas.microsoft.com/office/drawing/2014/main" id="{BE1BE1E1-50DD-1273-EBD2-ACB59BAE82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893008400"/>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Soft background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D9B8D5D-8099-AA72-3D38-457B1AD8BBB7}"/>
              </a:ext>
            </a:extLst>
          </p:cNvPr>
          <p:cNvPicPr>
            <a:picLocks noChangeAspect="1"/>
          </p:cNvPicPr>
          <p:nvPr userDrawn="1"/>
        </p:nvPicPr>
        <p:blipFill rotWithShape="1">
          <a:blip r:embed="rId2">
            <a:alphaModFix amt="46000"/>
          </a:blip>
          <a:srcRect l="10595" t="987" r="10595"/>
          <a:stretch/>
        </p:blipFill>
        <p:spPr>
          <a:xfrm>
            <a:off x="0" y="2"/>
            <a:ext cx="12192000" cy="6858000"/>
          </a:xfrm>
          <a:prstGeom prst="rect">
            <a:avLst/>
          </a:prstGeom>
        </p:spPr>
      </p:pic>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86E5E574-4E42-141C-4AB8-1E2942A7E15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279101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0C8AED29-A2C9-D869-28FB-33C34244EB2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5540029" cy="68580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960363" y="509155"/>
            <a:ext cx="5803902"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956299" y="1435498"/>
            <a:ext cx="5803902" cy="1406795"/>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13511329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9" name="Picture 8" descr="A close-up of a ribbon&#10;&#10;Description automatically generated">
            <a:extLst>
              <a:ext uri="{FF2B5EF4-FFF2-40B4-BE49-F238E27FC236}">
                <a16:creationId xmlns:a16="http://schemas.microsoft.com/office/drawing/2014/main" id="{3DFB8910-004E-5257-D4F0-2E102B05E2EA}"/>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10" name="Rectangle 9">
            <a:extLst>
              <a:ext uri="{FF2B5EF4-FFF2-40B4-BE49-F238E27FC236}">
                <a16:creationId xmlns:a16="http://schemas.microsoft.com/office/drawing/2014/main" id="{50721EC1-7566-DFFB-C03A-C7A44D51FCFF}"/>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4893ABC-107F-B31B-E972-89AFC69CADE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Rectangle: Rounded Corners 30">
            <a:extLst>
              <a:ext uri="{FF2B5EF4-FFF2-40B4-BE49-F238E27FC236}">
                <a16:creationId xmlns:a16="http://schemas.microsoft.com/office/drawing/2014/main" id="{84B0C639-5BCA-0F37-5E23-B3B0DB2F85DC}"/>
              </a:ext>
              <a:ext uri="{C183D7F6-B498-43B3-948B-1728B52AA6E4}">
                <adec:decorative xmlns:adec="http://schemas.microsoft.com/office/drawing/2017/decorative" val="1"/>
              </a:ext>
            </a:extLst>
          </p:cNvPr>
          <p:cNvSpPr/>
          <p:nvPr userDrawn="1"/>
        </p:nvSpPr>
        <p:spPr bwMode="auto">
          <a:xfrm>
            <a:off x="333830" y="1603830"/>
            <a:ext cx="11575143" cy="4042227"/>
          </a:xfrm>
          <a:prstGeom prst="roundRect">
            <a:avLst>
              <a:gd name="adj" fmla="val 3266"/>
            </a:avLst>
          </a:prstGeom>
          <a:solidFill>
            <a:schemeClr val="bg1">
              <a:alpha val="53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UI" panose="020B05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078074"/>
            <a:ext cx="3182027" cy="430887"/>
          </a:xfrm>
        </p:spPr>
        <p:txBody>
          <a:bodyPr anchor="t"/>
          <a:lstStyle>
            <a:lvl1pPr>
              <a:defRPr sz="2800" b="1" i="0">
                <a:solidFill>
                  <a:schemeClr val="accent2"/>
                </a:solidFill>
                <a:latin typeface="+mj-lt"/>
                <a:cs typeface="Segoe UI Semibold" panose="020B0502040204020203" pitchFamily="34" charset="0"/>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1" y="2078074"/>
            <a:ext cx="7253288" cy="3521681"/>
          </a:xfrm>
        </p:spPr>
        <p:txBody>
          <a:bodyPr anchor="t">
            <a:noAutofit/>
          </a:bodyPr>
          <a:lstStyle>
            <a:lvl1pPr marL="231775" indent="-231775">
              <a:spcAft>
                <a:spcPts val="600"/>
              </a:spcAft>
              <a:buFont typeface="Wingdings" panose="05000000000000000000" pitchFamily="2" charset="2"/>
              <a:buChar char=""/>
              <a:defRPr>
                <a:solidFill>
                  <a:schemeClr val="tx1"/>
                </a:solidFill>
                <a:latin typeface="+mn-lt"/>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4" y="2019299"/>
            <a:ext cx="7254866"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299"/>
            <a:ext cx="3182113"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6334037"/>
      </p:ext>
    </p:extLst>
  </p:cSld>
  <p:clrMapOvr>
    <a:masterClrMapping/>
  </p:clrMapOvr>
  <p:transition>
    <p:fade/>
  </p:transition>
  <p:extLst>
    <p:ext uri="{DCECCB84-F9BA-43D5-87BE-67443E8EF086}">
      <p15:sldGuideLst xmlns:p15="http://schemas.microsoft.com/office/powerpoint/2012/main">
        <p15:guide id="13" pos="2745">
          <p15:clr>
            <a:srgbClr val="5ACBF0"/>
          </p15:clr>
        </p15:guide>
        <p15:guide id="29" orient="horz" pos="1272">
          <p15:clr>
            <a:srgbClr val="5ACBF0"/>
          </p15:clr>
        </p15:guide>
        <p15:guide id="30" pos="2375">
          <p15:clr>
            <a:srgbClr val="5ACBF0"/>
          </p15:clr>
        </p15:guide>
        <p15:guide id="32" orient="horz" pos="145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lide with logo">
    <p:spTree>
      <p:nvGrpSpPr>
        <p:cNvPr id="1" name=""/>
        <p:cNvGrpSpPr/>
        <p:nvPr/>
      </p:nvGrpSpPr>
      <p:grpSpPr>
        <a:xfrm>
          <a:off x="0" y="0"/>
          <a:ext cx="0" cy="0"/>
          <a:chOff x="0" y="0"/>
          <a:chExt cx="0" cy="0"/>
        </a:xfrm>
      </p:grpSpPr>
      <p:pic>
        <p:nvPicPr>
          <p:cNvPr id="5" name="Picture 4" descr="A close up of a glass&#10;&#10;Description automatically generated">
            <a:extLst>
              <a:ext uri="{FF2B5EF4-FFF2-40B4-BE49-F238E27FC236}">
                <a16:creationId xmlns:a16="http://schemas.microsoft.com/office/drawing/2014/main" id="{E4A7D264-6542-222D-A85C-1DDE77B0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10" name="Title 15">
            <a:extLst>
              <a:ext uri="{FF2B5EF4-FFF2-40B4-BE49-F238E27FC236}">
                <a16:creationId xmlns:a16="http://schemas.microsoft.com/office/drawing/2014/main" id="{8B6C65E9-0C68-FA0C-B271-01384C3B1E41}"/>
              </a:ext>
            </a:extLst>
          </p:cNvPr>
          <p:cNvSpPr>
            <a:spLocks noGrp="1"/>
          </p:cNvSpPr>
          <p:nvPr>
            <p:ph type="title"/>
          </p:nvPr>
        </p:nvSpPr>
        <p:spPr>
          <a:xfrm>
            <a:off x="584200" y="3091158"/>
            <a:ext cx="6638652" cy="615553"/>
          </a:xfrm>
        </p:spPr>
        <p:txBody>
          <a:bodyPr anchor="b" anchorCtr="0"/>
          <a:lstStyle>
            <a:lvl1pPr>
              <a:defRPr kumimoji="0" lang="en-US" sz="4000" b="0" i="0" u="none" strike="noStrike" kern="1200" cap="none" spc="-50" normalizeH="0" baseline="0" dirty="0">
                <a:ln w="3175">
                  <a:noFill/>
                </a:ln>
                <a:gradFill>
                  <a:gsLst>
                    <a:gs pos="21000">
                      <a:srgbClr val="0078D4"/>
                    </a:gs>
                    <a:gs pos="100000">
                      <a:srgbClr val="C03BC4"/>
                    </a:gs>
                  </a:gsLst>
                  <a:lin ang="2400000" scaled="0"/>
                </a:gradFill>
                <a:effectLst/>
                <a:uLnTx/>
                <a:uFillTx/>
                <a:latin typeface="Segoe UI Semibold" panose="020B0702040204020203" pitchFamily="34" charset="0"/>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a:t>Click to edit Master title style</a:t>
            </a:r>
          </a:p>
        </p:txBody>
      </p:sp>
      <p:sp>
        <p:nvSpPr>
          <p:cNvPr id="11" name="Text Placeholder 23">
            <a:extLst>
              <a:ext uri="{FF2B5EF4-FFF2-40B4-BE49-F238E27FC236}">
                <a16:creationId xmlns:a16="http://schemas.microsoft.com/office/drawing/2014/main" id="{F3FBF97E-9A9C-9D5C-3946-69F9588A6D10}"/>
              </a:ext>
            </a:extLst>
          </p:cNvPr>
          <p:cNvSpPr>
            <a:spLocks noGrp="1"/>
          </p:cNvSpPr>
          <p:nvPr>
            <p:ph type="body" sz="quarter" idx="10"/>
          </p:nvPr>
        </p:nvSpPr>
        <p:spPr>
          <a:xfrm>
            <a:off x="584199" y="3846336"/>
            <a:ext cx="6638654" cy="400110"/>
          </a:xfrm>
        </p:spPr>
        <p:txBody>
          <a:bodyPr/>
          <a:lstStyle>
            <a:lvl1pPr marL="0" indent="0">
              <a:buNone/>
              <a:defRPr sz="2600"/>
            </a:lvl1pPr>
          </a:lstStyle>
          <a:p>
            <a:pPr lvl="0"/>
            <a:r>
              <a:rPr lang="en-US"/>
              <a:t>Click to edit Master text styles</a:t>
            </a:r>
          </a:p>
        </p:txBody>
      </p:sp>
      <p:pic>
        <p:nvPicPr>
          <p:cNvPr id="2" name="MS logo gray - EMF">
            <a:extLst>
              <a:ext uri="{FF2B5EF4-FFF2-40B4-BE49-F238E27FC236}">
                <a16:creationId xmlns:a16="http://schemas.microsoft.com/office/drawing/2014/main" id="{910C16B4-5053-1D97-9604-ECF21C7E08A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283296" y="281711"/>
            <a:ext cx="2440148" cy="902856"/>
          </a:xfrm>
          <a:prstGeom prst="rect">
            <a:avLst/>
          </a:prstGeom>
        </p:spPr>
      </p:pic>
    </p:spTree>
    <p:extLst>
      <p:ext uri="{BB962C8B-B14F-4D97-AF65-F5344CB8AC3E}">
        <p14:creationId xmlns:p14="http://schemas.microsoft.com/office/powerpoint/2010/main" val="359004530"/>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5_Title Slide">
    <p:spTree>
      <p:nvGrpSpPr>
        <p:cNvPr id="1" name=""/>
        <p:cNvGrpSpPr/>
        <p:nvPr/>
      </p:nvGrpSpPr>
      <p:grpSpPr>
        <a:xfrm>
          <a:off x="0" y="0"/>
          <a:ext cx="0" cy="0"/>
          <a:chOff x="0" y="0"/>
          <a:chExt cx="0" cy="0"/>
        </a:xfrm>
      </p:grpSpPr>
      <p:pic>
        <p:nvPicPr>
          <p:cNvPr id="5" name="Picture 4" descr="A close up of a glass&#10;&#10;Description automatically generated">
            <a:extLst>
              <a:ext uri="{FF2B5EF4-FFF2-40B4-BE49-F238E27FC236}">
                <a16:creationId xmlns:a16="http://schemas.microsoft.com/office/drawing/2014/main" id="{E4A7D264-6542-222D-A85C-1DDE77B08463}"/>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8" name="Picture 7" descr="Microsoft 365 logo">
            <a:extLst>
              <a:ext uri="{FF2B5EF4-FFF2-40B4-BE49-F238E27FC236}">
                <a16:creationId xmlns:a16="http://schemas.microsoft.com/office/drawing/2014/main" id="{5D219040-D069-EB51-9BC1-CB528F978A5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6881" y="646768"/>
            <a:ext cx="1711961" cy="422396"/>
          </a:xfrm>
          <a:prstGeom prst="rect">
            <a:avLst/>
          </a:prstGeom>
          <a:ln w="18256" cap="flat">
            <a:noFill/>
            <a:prstDash val="solid"/>
            <a:miter/>
          </a:ln>
          <a:effectLst>
            <a:glow rad="1905000">
              <a:schemeClr val="bg1">
                <a:alpha val="48000"/>
              </a:schemeClr>
            </a:glow>
          </a:effectLst>
        </p:spPr>
      </p:pic>
      <p:sp>
        <p:nvSpPr>
          <p:cNvPr id="2" name="Title 15">
            <a:extLst>
              <a:ext uri="{FF2B5EF4-FFF2-40B4-BE49-F238E27FC236}">
                <a16:creationId xmlns:a16="http://schemas.microsoft.com/office/drawing/2014/main" id="{1F4A8530-B89C-88B2-9BF1-34CC2A9750C7}"/>
              </a:ext>
            </a:extLst>
          </p:cNvPr>
          <p:cNvSpPr>
            <a:spLocks noGrp="1"/>
          </p:cNvSpPr>
          <p:nvPr>
            <p:ph type="title"/>
          </p:nvPr>
        </p:nvSpPr>
        <p:spPr>
          <a:xfrm>
            <a:off x="379022" y="2811646"/>
            <a:ext cx="7683499" cy="430887"/>
          </a:xfrm>
        </p:spPr>
        <p:txBody>
          <a:bodyPr/>
          <a:lstStyle>
            <a:lvl1pPr>
              <a:defRPr>
                <a:gradFill flip="none" rotWithShape="1">
                  <a:gsLst>
                    <a:gs pos="0">
                      <a:schemeClr val="accent3"/>
                    </a:gs>
                    <a:gs pos="100000">
                      <a:schemeClr val="accent6"/>
                    </a:gs>
                  </a:gsLst>
                  <a:lin ang="16200000" scaled="1"/>
                  <a:tileRect/>
                </a:gra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Text Placeholder 23">
            <a:extLst>
              <a:ext uri="{FF2B5EF4-FFF2-40B4-BE49-F238E27FC236}">
                <a16:creationId xmlns:a16="http://schemas.microsoft.com/office/drawing/2014/main" id="{3E76921E-13E1-55F5-E255-F9D4FDA2F1F4}"/>
              </a:ext>
            </a:extLst>
          </p:cNvPr>
          <p:cNvSpPr>
            <a:spLocks noGrp="1"/>
          </p:cNvSpPr>
          <p:nvPr>
            <p:ph type="body" sz="quarter" idx="10"/>
          </p:nvPr>
        </p:nvSpPr>
        <p:spPr>
          <a:xfrm>
            <a:off x="399779" y="3846336"/>
            <a:ext cx="6823075" cy="276999"/>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8903462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1" y="2302671"/>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1"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499" y="581980"/>
            <a:ext cx="1454782" cy="343851"/>
          </a:xfrm>
          <a:prstGeom prst="rect">
            <a:avLst/>
          </a:prstGeom>
        </p:spPr>
      </p:pic>
    </p:spTree>
    <p:extLst>
      <p:ext uri="{BB962C8B-B14F-4D97-AF65-F5344CB8AC3E}">
        <p14:creationId xmlns:p14="http://schemas.microsoft.com/office/powerpoint/2010/main" val="5189350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9">
          <p15:clr>
            <a:srgbClr val="5ACBF0"/>
          </p15:clr>
        </p15:guide>
        <p15:guide id="2" orient="horz" pos="2495">
          <p15:clr>
            <a:srgbClr val="5ACBF0"/>
          </p15:clr>
        </p15:guide>
        <p15:guide id="3" pos="6131">
          <p15:clr>
            <a:srgbClr val="5ACBF0"/>
          </p15:clr>
        </p15:guide>
        <p15:guide id="4" orient="horz" pos="216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4"/>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a:xfrm>
            <a:off x="588264" y="457203"/>
            <a:ext cx="11018521" cy="430887"/>
          </a:xfrm>
        </p:spPr>
        <p:txBody>
          <a:bodyPr/>
          <a:lstStyle>
            <a:lvl1pPr>
              <a:defRPr sz="2800" b="1" i="0">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823862707"/>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wo Column Bullet with Subheads">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4" y="2084390"/>
            <a:ext cx="5219701" cy="1578894"/>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4" y="1436687"/>
            <a:ext cx="5219701" cy="369332"/>
          </a:xfrm>
        </p:spPr>
        <p:txBody>
          <a:bodyPr anchor="t"/>
          <a:lstStyle>
            <a:lvl1pPr marL="0" indent="0">
              <a:spcBef>
                <a:spcPts val="0"/>
              </a:spcBef>
              <a:buNone/>
              <a:defRPr sz="2400" b="1" i="0">
                <a:solidFill>
                  <a:schemeClr val="accent1"/>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199" y="2084390"/>
            <a:ext cx="5219701" cy="1578894"/>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199" y="1436687"/>
            <a:ext cx="5219701" cy="369332"/>
          </a:xfrm>
        </p:spPr>
        <p:txBody>
          <a:bodyPr anchor="t"/>
          <a:lstStyle>
            <a:lvl1pPr marL="0" indent="0">
              <a:spcBef>
                <a:spcPts val="0"/>
              </a:spcBef>
              <a:buNone/>
              <a:defRPr sz="2400" b="1" i="0">
                <a:solidFill>
                  <a:schemeClr val="accent1"/>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3" name="Title 6">
            <a:extLst>
              <a:ext uri="{FF2B5EF4-FFF2-40B4-BE49-F238E27FC236}">
                <a16:creationId xmlns:a16="http://schemas.microsoft.com/office/drawing/2014/main" id="{234FC4D5-DD95-271F-83C3-A4DBBDBB6098}"/>
              </a:ext>
            </a:extLst>
          </p:cNvPr>
          <p:cNvSpPr>
            <a:spLocks noGrp="1"/>
          </p:cNvSpPr>
          <p:nvPr>
            <p:ph type="title"/>
          </p:nvPr>
        </p:nvSpPr>
        <p:spPr>
          <a:xfrm>
            <a:off x="588264" y="457203"/>
            <a:ext cx="11018521" cy="430887"/>
          </a:xfrm>
        </p:spPr>
        <p:txBody>
          <a:bodyPr/>
          <a:lstStyle>
            <a:lvl1pPr>
              <a:defRPr sz="2800" b="1" i="0">
                <a:latin typeface="Segoe UI Semibold" panose="020B0502040204020203" pitchFamily="34" charset="0"/>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884516338"/>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1310">
          <p15:clr>
            <a:srgbClr val="5ACBF0"/>
          </p15:clr>
        </p15:guide>
        <p15:guide id="4" pos="3655">
          <p15:clr>
            <a:srgbClr val="5ACBF0"/>
          </p15:clr>
        </p15:guide>
        <p15:guide id="5" pos="4025">
          <p15:clr>
            <a:srgbClr val="5ACBF0"/>
          </p15:clr>
        </p15:guide>
        <p15:guide id="7" orient="horz" pos="905">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4" y="518760"/>
            <a:ext cx="11018521" cy="430887"/>
          </a:xfrm>
        </p:spPr>
        <p:txBody>
          <a:bodyPr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5772941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61">
          <p15:clr>
            <a:srgbClr val="A4A3A4"/>
          </p15:clr>
        </p15:guide>
        <p15:guide id="15" pos="3348">
          <p15:clr>
            <a:srgbClr val="A4A3A4"/>
          </p15:clr>
        </p15:guide>
        <p15:guide id="16" pos="3754">
          <p15:clr>
            <a:srgbClr val="A4A3A4"/>
          </p15:clr>
        </p15:guide>
        <p15:guide id="17" pos="3930">
          <p15:clr>
            <a:srgbClr val="A4A3A4"/>
          </p15:clr>
        </p15:guide>
        <p15:guide id="18" pos="4343">
          <p15:clr>
            <a:srgbClr val="A4A3A4"/>
          </p15:clr>
        </p15:guide>
        <p15:guide id="19" pos="4531">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allouts Dark - Flexi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1128DE6-1999-48A7-B346-A9684E7C6BBD}"/>
              </a:ext>
            </a:extLst>
          </p:cNvPr>
          <p:cNvSpPr>
            <a:spLocks noGrp="1"/>
          </p:cNvSpPr>
          <p:nvPr>
            <p:ph type="body" sz="quarter" idx="12"/>
          </p:nvPr>
        </p:nvSpPr>
        <p:spPr>
          <a:xfrm>
            <a:off x="581310" y="478428"/>
            <a:ext cx="11018837" cy="861774"/>
          </a:xfrm>
        </p:spPr>
        <p:txBody>
          <a:bodyPr/>
          <a:lstStyle>
            <a:lvl1pPr>
              <a:spcBef>
                <a:spcPts val="0"/>
              </a:spcBef>
              <a:spcAft>
                <a:spcPts val="0"/>
              </a:spcAft>
              <a:defRPr lang="en-US" sz="3600" b="0" kern="1200" cap="none" spc="-50" baseline="0" smtClean="0">
                <a:ln w="3175">
                  <a:noFill/>
                </a:ln>
                <a:solidFill>
                  <a:schemeClr val="accent3"/>
                </a:solidFill>
                <a:effectLst/>
                <a:latin typeface="+mj-lt"/>
                <a:ea typeface="+mn-ea"/>
                <a:cs typeface="Segoe UI" pitchFamily="34" charset="0"/>
              </a:defRPr>
            </a:lvl1pPr>
            <a:lvl2pPr marL="0" indent="0">
              <a:spcBef>
                <a:spcPts val="0"/>
              </a:spcBef>
              <a:buNone/>
              <a:defRPr lang="en-US" sz="2000" kern="1200" spc="0" baseline="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
        <p:nvSpPr>
          <p:cNvPr id="22" name="Text Placeholder 6">
            <a:extLst>
              <a:ext uri="{FF2B5EF4-FFF2-40B4-BE49-F238E27FC236}">
                <a16:creationId xmlns:a16="http://schemas.microsoft.com/office/drawing/2014/main" id="{3A43672B-8E20-4558-9677-6CF28C0699A1}"/>
              </a:ext>
            </a:extLst>
          </p:cNvPr>
          <p:cNvSpPr>
            <a:spLocks noGrp="1"/>
          </p:cNvSpPr>
          <p:nvPr>
            <p:ph type="body" sz="quarter" idx="13"/>
          </p:nvPr>
        </p:nvSpPr>
        <p:spPr>
          <a:xfrm>
            <a:off x="826573" y="3786070"/>
            <a:ext cx="3017520" cy="907941"/>
          </a:xfrm>
        </p:spPr>
        <p:txBody>
          <a:bodyPr/>
          <a:lstStyle>
            <a:lvl1pPr marL="0" algn="ctr" defTabSz="914367" rtl="0" eaLnBrk="1" latinLnBrk="0" hangingPunct="1">
              <a:spcBef>
                <a:spcPts val="0"/>
              </a:spcBef>
              <a:spcAft>
                <a:spcPts val="600"/>
              </a:spcAft>
              <a:defRPr lang="en-US" sz="1900" kern="1200" dirty="0" smtClean="0">
                <a:solidFill>
                  <a:schemeClr val="tx1"/>
                </a:solidFill>
                <a:latin typeface="+mj-lt"/>
                <a:ea typeface="+mn-ea"/>
                <a:cs typeface="+mn-cs"/>
              </a:defRPr>
            </a:lvl1pPr>
            <a:lvl2pPr marL="0" indent="0" algn="ctr">
              <a:spcBef>
                <a:spcPts val="0"/>
              </a:spcBef>
              <a:buNone/>
              <a:defRPr lang="en-US" sz="1600" kern="120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
        <p:nvSpPr>
          <p:cNvPr id="25" name="Text Placeholder 6">
            <a:extLst>
              <a:ext uri="{FF2B5EF4-FFF2-40B4-BE49-F238E27FC236}">
                <a16:creationId xmlns:a16="http://schemas.microsoft.com/office/drawing/2014/main" id="{FB9E4768-7E5D-44DC-A376-935B1C7C9F0D}"/>
              </a:ext>
            </a:extLst>
          </p:cNvPr>
          <p:cNvSpPr>
            <a:spLocks noGrp="1"/>
          </p:cNvSpPr>
          <p:nvPr>
            <p:ph type="body" sz="quarter" idx="14"/>
          </p:nvPr>
        </p:nvSpPr>
        <p:spPr>
          <a:xfrm>
            <a:off x="4598522" y="3786070"/>
            <a:ext cx="3017520" cy="907941"/>
          </a:xfrm>
        </p:spPr>
        <p:txBody>
          <a:bodyPr/>
          <a:lstStyle>
            <a:lvl1pPr marL="0" algn="ctr" defTabSz="914367" rtl="0" eaLnBrk="1" latinLnBrk="0" hangingPunct="1">
              <a:spcBef>
                <a:spcPts val="0"/>
              </a:spcBef>
              <a:spcAft>
                <a:spcPts val="600"/>
              </a:spcAft>
              <a:defRPr lang="en-US" sz="1900" kern="1200" dirty="0" smtClean="0">
                <a:solidFill>
                  <a:schemeClr val="tx1"/>
                </a:solidFill>
                <a:latin typeface="+mj-lt"/>
                <a:ea typeface="+mn-ea"/>
                <a:cs typeface="+mn-cs"/>
              </a:defRPr>
            </a:lvl1pPr>
            <a:lvl2pPr marL="0" indent="0" algn="ctr">
              <a:spcBef>
                <a:spcPts val="0"/>
              </a:spcBef>
              <a:buNone/>
              <a:defRPr lang="en-US" sz="1600" kern="120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
        <p:nvSpPr>
          <p:cNvPr id="28" name="Text Placeholder 6">
            <a:extLst>
              <a:ext uri="{FF2B5EF4-FFF2-40B4-BE49-F238E27FC236}">
                <a16:creationId xmlns:a16="http://schemas.microsoft.com/office/drawing/2014/main" id="{FA7B18E8-AABF-42B2-A056-BEB2E738E6A8}"/>
              </a:ext>
            </a:extLst>
          </p:cNvPr>
          <p:cNvSpPr>
            <a:spLocks noGrp="1"/>
          </p:cNvSpPr>
          <p:nvPr>
            <p:ph type="body" sz="quarter" idx="15"/>
          </p:nvPr>
        </p:nvSpPr>
        <p:spPr>
          <a:xfrm>
            <a:off x="8365708" y="3786070"/>
            <a:ext cx="3017520" cy="907941"/>
          </a:xfrm>
        </p:spPr>
        <p:txBody>
          <a:bodyPr/>
          <a:lstStyle>
            <a:lvl1pPr marL="0" algn="ctr" defTabSz="914367" rtl="0" eaLnBrk="1" latinLnBrk="0" hangingPunct="1">
              <a:spcBef>
                <a:spcPts val="0"/>
              </a:spcBef>
              <a:spcAft>
                <a:spcPts val="600"/>
              </a:spcAft>
              <a:defRPr lang="en-US" sz="1900" kern="1200" dirty="0" smtClean="0">
                <a:solidFill>
                  <a:schemeClr val="tx1"/>
                </a:solidFill>
                <a:latin typeface="+mj-lt"/>
                <a:ea typeface="+mn-ea"/>
                <a:cs typeface="+mn-cs"/>
              </a:defRPr>
            </a:lvl1pPr>
            <a:lvl2pPr marL="0" indent="0" algn="ctr">
              <a:spcBef>
                <a:spcPts val="0"/>
              </a:spcBef>
              <a:buNone/>
              <a:defRPr lang="en-US" sz="1600" kern="120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239834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7539972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Tree>
    <p:extLst>
      <p:ext uri="{BB962C8B-B14F-4D97-AF65-F5344CB8AC3E}">
        <p14:creationId xmlns:p14="http://schemas.microsoft.com/office/powerpoint/2010/main" val="3645986448"/>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372932316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1413047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522906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41142800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4210558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close up of a colorful paper&#10;&#10;Description automatically generated">
            <a:extLst>
              <a:ext uri="{FF2B5EF4-FFF2-40B4-BE49-F238E27FC236}">
                <a16:creationId xmlns:a16="http://schemas.microsoft.com/office/drawing/2014/main" id="{800B82AC-416D-3AA2-4C18-031FC729A2EB}"/>
              </a:ext>
            </a:extLst>
          </p:cNvPr>
          <p:cNvPicPr>
            <a:picLocks noChangeAspect="1"/>
          </p:cNvPicPr>
          <p:nvPr userDrawn="1"/>
        </p:nvPicPr>
        <p:blipFill rotWithShape="1">
          <a:blip r:embed="rId3"/>
          <a:srcRect l="397" r="29"/>
          <a:stretch>
            <a:fillRect/>
          </a:stretch>
        </p:blipFill>
        <p:spPr>
          <a:xfrm>
            <a:off x="0" y="-25467"/>
            <a:ext cx="12192000" cy="6887313"/>
          </a:xfrm>
          <a:prstGeom prst="rect">
            <a:avLst/>
          </a:prstGeom>
        </p:spPr>
      </p:pic>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3" name="MS logo gray - EMF">
            <a:extLst>
              <a:ext uri="{FF2B5EF4-FFF2-40B4-BE49-F238E27FC236}">
                <a16:creationId xmlns:a16="http://schemas.microsoft.com/office/drawing/2014/main" id="{D904B52A-FC47-263E-68A4-618DB3C62A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black">
          <a:xfrm>
            <a:off x="283297" y="281710"/>
            <a:ext cx="2440148" cy="902855"/>
          </a:xfrm>
          <a:prstGeom prst="rect">
            <a:avLst/>
          </a:prstGeom>
        </p:spPr>
      </p:pic>
    </p:spTree>
    <p:extLst>
      <p:ext uri="{BB962C8B-B14F-4D97-AF65-F5344CB8AC3E}">
        <p14:creationId xmlns:p14="http://schemas.microsoft.com/office/powerpoint/2010/main" val="42238512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410834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0678993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158244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8238255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116443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9728900"/>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452087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7937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11896122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8" name="TextBox 7">
            <a:extLst>
              <a:ext uri="{FF2B5EF4-FFF2-40B4-BE49-F238E27FC236}">
                <a16:creationId xmlns:a16="http://schemas.microsoft.com/office/drawing/2014/main" id="{1C4FAD36-A028-B9C4-83EA-3E9D6CD1F885}"/>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7491786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40226527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270344181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8179500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5670647"/>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81915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0E2D5234-7B82-50CD-8C19-2405CD307DF3}"/>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83224873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4288854"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549275" y="1271831"/>
            <a:ext cx="3566160" cy="4900363"/>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vert="horz" wrap="square" lIns="0" tIns="45720" rIns="0" bIns="45720" rtlCol="0" anchor="ctr">
            <a:spAutoFit/>
          </a:bodyPr>
          <a:lstStyle>
            <a:defPPr>
              <a:defRPr lang="en-US"/>
            </a:defPPr>
            <a:lvl1pPr marL="0" algn="l"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prstClr val="black">
                  <a:lumMod val="50000"/>
                  <a:lumOff val="50000"/>
                </a:prstClr>
              </a:solidFill>
            </a:endParaRP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vert="horz" wrap="square" lIns="0" tIns="45720" rIns="0" bIns="45720" rtlCol="0" anchor="ctr">
            <a:spAutoFit/>
          </a:bodyPr>
          <a:lstStyle>
            <a:defPPr>
              <a:defRPr lang="en-US"/>
            </a:defPPr>
            <a:lvl1pPr marL="0" algn="r"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67CA0B0-04EF-433A-8113-67BC344D39D3}" type="slidenum">
              <a:rPr lang="en-US" smtClean="0">
                <a:solidFill>
                  <a:prstClr val="black">
                    <a:lumMod val="50000"/>
                    <a:lumOff val="50000"/>
                  </a:prstClr>
                </a:solidFill>
              </a:rPr>
              <a:pPr>
                <a:defRPr/>
              </a:pPr>
              <a:t>‹#›</a:t>
            </a:fld>
            <a:endParaRPr lang="en-US">
              <a:solidFill>
                <a:prstClr val="black">
                  <a:lumMod val="50000"/>
                  <a:lumOff val="50000"/>
                </a:prstClr>
              </a:solidFill>
            </a:endParaRPr>
          </a:p>
        </p:txBody>
      </p:sp>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549272" y="1271765"/>
            <a:ext cx="3566160" cy="4700772"/>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4288854" y="1271765"/>
            <a:ext cx="3566160"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8028430" y="1271765"/>
            <a:ext cx="3566159"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034FF33-331A-90D5-4734-5201BB3EC228}"/>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239533251"/>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sp>
        <p:nvSpPr>
          <p:cNvPr id="17" name="Text Placeholder 21">
            <a:extLst>
              <a:ext uri="{FF2B5EF4-FFF2-40B4-BE49-F238E27FC236}">
                <a16:creationId xmlns:a16="http://schemas.microsoft.com/office/drawing/2014/main" id="{3583A746-C378-E8CD-C0A9-6610C5DB699A}"/>
              </a:ext>
              <a:ext uri="{C183D7F6-B498-43B3-948B-1728B52AA6E4}">
                <adec:decorative xmlns:adec="http://schemas.microsoft.com/office/drawing/2017/decorative" val="1"/>
              </a:ext>
            </a:extLst>
          </p:cNvPr>
          <p:cNvSpPr>
            <a:spLocks noGrp="1"/>
          </p:cNvSpPr>
          <p:nvPr>
            <p:ph type="body" sz="quarter" idx="24"/>
          </p:nvPr>
        </p:nvSpPr>
        <p:spPr>
          <a:xfrm rot="2510061">
            <a:off x="11110196" y="198567"/>
            <a:ext cx="1143000" cy="553998"/>
          </a:xfrm>
          <a:prstGeom prst="rect">
            <a:avLst/>
          </a:prstGeom>
        </p:spPr>
        <p:txBody>
          <a:bodyPr anchor="ctr" anchorCtr="0"/>
          <a:lstStyle>
            <a:lvl1pPr algn="ctr">
              <a:spcBef>
                <a:spcPts val="0"/>
              </a:spcBef>
              <a:buNone/>
              <a:defRPr sz="1200" spc="0" baseline="0">
                <a:solidFill>
                  <a:schemeClr val="accent4">
                    <a:lumMod val="75000"/>
                  </a:schemeClr>
                </a:solidFill>
              </a:defRPr>
            </a:lvl1pPr>
          </a:lstStyle>
          <a:p>
            <a:pPr lvl="0"/>
            <a:r>
              <a:rPr lang="en-US"/>
              <a:t>Click to edit Master text styles</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35F250AE-8C1C-06CD-E0D4-EBEDCAB60A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655871247"/>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72DAF58B-3D47-B2E9-2D1D-49456A730B1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886986374"/>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2000529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403440611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21779974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TextBox 3">
            <a:extLst>
              <a:ext uri="{FF2B5EF4-FFF2-40B4-BE49-F238E27FC236}">
                <a16:creationId xmlns:a16="http://schemas.microsoft.com/office/drawing/2014/main" id="{198A3770-6289-F0A3-1304-92BE5CC935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18554470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TextBox 3">
            <a:extLst>
              <a:ext uri="{FF2B5EF4-FFF2-40B4-BE49-F238E27FC236}">
                <a16:creationId xmlns:a16="http://schemas.microsoft.com/office/drawing/2014/main" id="{535860AB-DECE-8B31-032E-BC46F4CDB2B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90174253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240197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4EC0472-782E-4FE8-843C-D0D90EE762A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98592472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995C456B-D9C8-A28B-3F6D-23259DB8BB9D}"/>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0086583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A16164C3-750B-B9B7-34DC-35316D00E1D2}"/>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72138535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
        <p:nvSpPr>
          <p:cNvPr id="4" name="TextBox 3">
            <a:extLst>
              <a:ext uri="{FF2B5EF4-FFF2-40B4-BE49-F238E27FC236}">
                <a16:creationId xmlns:a16="http://schemas.microsoft.com/office/drawing/2014/main" id="{EEC55D0D-8FEB-9314-DB49-7E3DCC5E8BD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12911762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2CCA6297-7EB4-ABAA-0A14-F883C7736E4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42796652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346700009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
        <p:nvSpPr>
          <p:cNvPr id="4" name="TextBox 3">
            <a:extLst>
              <a:ext uri="{FF2B5EF4-FFF2-40B4-BE49-F238E27FC236}">
                <a16:creationId xmlns:a16="http://schemas.microsoft.com/office/drawing/2014/main" id="{342AFC61-B856-51E0-4327-F42C333A48C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41300675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98688958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99467135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0621604"/>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62385994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64260279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752353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1038243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117885519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223881404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364091110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B52DE7D6-9C00-9BB2-18CA-52BAADC65C8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28282021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TextBox 5">
            <a:extLst>
              <a:ext uri="{FF2B5EF4-FFF2-40B4-BE49-F238E27FC236}">
                <a16:creationId xmlns:a16="http://schemas.microsoft.com/office/drawing/2014/main" id="{C7A85089-7F22-B27B-9D33-86D98E85D19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418238297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01D8B1F-EA31-48F4-42A3-896968E7C748}"/>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6294320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
        <p:nvSpPr>
          <p:cNvPr id="3" name="TextBox 2">
            <a:extLst>
              <a:ext uri="{FF2B5EF4-FFF2-40B4-BE49-F238E27FC236}">
                <a16:creationId xmlns:a16="http://schemas.microsoft.com/office/drawing/2014/main" id="{C3038FF5-C35F-A9A5-6013-901BF044D4E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9487685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12969353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6" name="TextBox 5">
            <a:extLst>
              <a:ext uri="{FF2B5EF4-FFF2-40B4-BE49-F238E27FC236}">
                <a16:creationId xmlns:a16="http://schemas.microsoft.com/office/drawing/2014/main" id="{108B7949-1264-899C-1491-10601CA84FB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3171707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264B4CB0-26D0-46F7-0D46-CB57535BCEF6}"/>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8532656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
        <p:nvSpPr>
          <p:cNvPr id="3" name="TextBox 2">
            <a:extLst>
              <a:ext uri="{FF2B5EF4-FFF2-40B4-BE49-F238E27FC236}">
                <a16:creationId xmlns:a16="http://schemas.microsoft.com/office/drawing/2014/main" id="{FC1F9DC0-A827-8B4B-1A19-BF45E5B3DF71}"/>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075537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extBox 2">
            <a:extLst>
              <a:ext uri="{FF2B5EF4-FFF2-40B4-BE49-F238E27FC236}">
                <a16:creationId xmlns:a16="http://schemas.microsoft.com/office/drawing/2014/main" id="{FD6DFE8C-1F41-FE62-0C0C-2A11219EC58C}"/>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863316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
        <p:nvSpPr>
          <p:cNvPr id="3" name="TextBox 2">
            <a:extLst>
              <a:ext uri="{FF2B5EF4-FFF2-40B4-BE49-F238E27FC236}">
                <a16:creationId xmlns:a16="http://schemas.microsoft.com/office/drawing/2014/main" id="{3CB5A9A1-76A2-3E78-8215-3FB516CD6DA4}"/>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9376374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4" name="TextBox 3">
            <a:extLst>
              <a:ext uri="{FF2B5EF4-FFF2-40B4-BE49-F238E27FC236}">
                <a16:creationId xmlns:a16="http://schemas.microsoft.com/office/drawing/2014/main" id="{51CD786D-169C-50A3-D2CF-C6318F076BF2}"/>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4623896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TextBox 2">
            <a:extLst>
              <a:ext uri="{FF2B5EF4-FFF2-40B4-BE49-F238E27FC236}">
                <a16:creationId xmlns:a16="http://schemas.microsoft.com/office/drawing/2014/main" id="{8B1B7C67-8F4F-4058-3F09-A69716BC030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804820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6866"/>
            <a:ext cx="12188952" cy="131066"/>
          </a:xfrm>
          <a:prstGeom prst="roundRect">
            <a:avLst>
              <a:gd name="adj" fmla="val 0"/>
            </a:avLst>
          </a:prstGeom>
        </p:spPr>
      </p:pic>
      <p:sp>
        <p:nvSpPr>
          <p:cNvPr id="3" name="TextBox 2">
            <a:extLst>
              <a:ext uri="{FF2B5EF4-FFF2-40B4-BE49-F238E27FC236}">
                <a16:creationId xmlns:a16="http://schemas.microsoft.com/office/drawing/2014/main" id="{532A6F01-C711-4EC8-8A45-4CC29DFEA21D}"/>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1429867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0774185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41959828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5767540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30785244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1757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6156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6591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95117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82468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08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3209237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3869892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3808486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a:prstGeom prst="rect">
            <a:avLst/>
          </a:prstGeo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1091774022"/>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4017246979"/>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759784079"/>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0902735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133707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859639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a:prstGeom prst="rect">
            <a:avLst/>
          </a:prstGeo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005233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a:prstGeom prst="rect">
            <a:avLst/>
          </a:prstGeo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458803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18036548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210777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1519963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270392842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Tree>
    <p:extLst>
      <p:ext uri="{BB962C8B-B14F-4D97-AF65-F5344CB8AC3E}">
        <p14:creationId xmlns:p14="http://schemas.microsoft.com/office/powerpoint/2010/main" val="41769002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837887"/>
            <a:ext cx="3689058" cy="460418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648199" y="1837887"/>
            <a:ext cx="5814391" cy="460418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54102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98438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541008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814424" y="2200810"/>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814424" y="3644172"/>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814424" y="5069871"/>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2200810"/>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3644172"/>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8" y="5069871"/>
            <a:ext cx="3436510"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71786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249531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71786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814424" y="171786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69921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898513" y="2577129"/>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93867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4142575"/>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898513" y="4020491"/>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898513" y="544619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5364372"/>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5568274"/>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40645965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35935157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39000828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39" name="Text Placeholder 12">
            <a:extLst>
              <a:ext uri="{FF2B5EF4-FFF2-40B4-BE49-F238E27FC236}">
                <a16:creationId xmlns:a16="http://schemas.microsoft.com/office/drawing/2014/main" id="{390451D9-D908-3B97-C523-5AD916D4DAB8}"/>
              </a:ext>
            </a:extLst>
          </p:cNvPr>
          <p:cNvSpPr>
            <a:spLocks noGrp="1"/>
          </p:cNvSpPr>
          <p:nvPr>
            <p:ph type="body" sz="quarter" idx="41"/>
          </p:nvPr>
        </p:nvSpPr>
        <p:spPr>
          <a:xfrm>
            <a:off x="584200" y="6482767"/>
            <a:ext cx="10058400" cy="123111"/>
          </a:xfrm>
          <a:prstGeom prst="rect">
            <a:avLst/>
          </a:prstGeom>
        </p:spPr>
        <p:txBody>
          <a:bodyPr anchor="b" anchorCtr="0"/>
          <a:lstStyle>
            <a:lvl1pPr>
              <a:spcBef>
                <a:spcPts val="100"/>
              </a:spcBef>
              <a:defRPr sz="8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Tree>
    <p:extLst>
      <p:ext uri="{BB962C8B-B14F-4D97-AF65-F5344CB8AC3E}">
        <p14:creationId xmlns:p14="http://schemas.microsoft.com/office/powerpoint/2010/main" val="17178938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5" name="Text Placeholder 12">
            <a:extLst>
              <a:ext uri="{FF2B5EF4-FFF2-40B4-BE49-F238E27FC236}">
                <a16:creationId xmlns:a16="http://schemas.microsoft.com/office/drawing/2014/main" id="{31D56D28-AB28-EDB2-5C51-5973494FA214}"/>
              </a:ext>
            </a:extLst>
          </p:cNvPr>
          <p:cNvSpPr>
            <a:spLocks noGrp="1"/>
          </p:cNvSpPr>
          <p:nvPr>
            <p:ph type="body" sz="quarter" idx="41"/>
          </p:nvPr>
        </p:nvSpPr>
        <p:spPr>
          <a:xfrm>
            <a:off x="584200" y="6498156"/>
            <a:ext cx="10058400" cy="107722"/>
          </a:xfrm>
          <a:prstGeom prst="rect">
            <a:avLst/>
          </a:prstGeom>
        </p:spPr>
        <p:txBody>
          <a:bodyPr anchor="b" anchorCtr="0"/>
          <a:lstStyle>
            <a:lvl1pPr>
              <a:spcBef>
                <a:spcPts val="100"/>
              </a:spcBef>
              <a:defRPr sz="7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Tree>
    <p:extLst>
      <p:ext uri="{BB962C8B-B14F-4D97-AF65-F5344CB8AC3E}">
        <p14:creationId xmlns:p14="http://schemas.microsoft.com/office/powerpoint/2010/main" val="40310770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11315672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a:prstGeom prst="rect">
            <a:avLst/>
          </a:prstGeo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242892112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userDrawn="1">
  <p:cSld name="1_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4" name="TextBox 3">
            <a:extLst>
              <a:ext uri="{FF2B5EF4-FFF2-40B4-BE49-F238E27FC236}">
                <a16:creationId xmlns:a16="http://schemas.microsoft.com/office/drawing/2014/main" id="{15282A79-F52B-4FE3-E63F-EDEED1782B50}"/>
              </a:ext>
            </a:extLst>
          </p:cNvPr>
          <p:cNvSpPr txBox="1"/>
          <p:nvPr userDrawn="1">
            <p:extLst>
              <p:ext uri="{1162E1C5-73C7-4A58-AE30-91384D911F3F}">
                <p184:classification xmlns:p184="http://schemas.microsoft.com/office/powerpoint/2018/4/main" val="ftr"/>
              </p:ext>
            </p:extLst>
          </p:nvPr>
        </p:nvSpPr>
        <p:spPr>
          <a:xfrm>
            <a:off x="98004" y="6642100"/>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42213454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7284367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Tree>
    <p:extLst>
      <p:ext uri="{BB962C8B-B14F-4D97-AF65-F5344CB8AC3E}">
        <p14:creationId xmlns:p14="http://schemas.microsoft.com/office/powerpoint/2010/main" val="4089415672"/>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1055269782"/>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159696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4671311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7115302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28920789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close up of a colorful paper&#10;&#10;Description automatically generated">
            <a:extLst>
              <a:ext uri="{FF2B5EF4-FFF2-40B4-BE49-F238E27FC236}">
                <a16:creationId xmlns:a16="http://schemas.microsoft.com/office/drawing/2014/main" id="{800B82AC-416D-3AA2-4C18-031FC729A2EB}"/>
              </a:ext>
            </a:extLst>
          </p:cNvPr>
          <p:cNvPicPr>
            <a:picLocks noChangeAspect="1"/>
          </p:cNvPicPr>
          <p:nvPr userDrawn="1"/>
        </p:nvPicPr>
        <p:blipFill rotWithShape="1">
          <a:blip r:embed="rId3"/>
          <a:srcRect l="397" r="29"/>
          <a:stretch>
            <a:fillRect/>
          </a:stretch>
        </p:blipFill>
        <p:spPr>
          <a:xfrm>
            <a:off x="0" y="-25467"/>
            <a:ext cx="12192000" cy="6887313"/>
          </a:xfrm>
          <a:prstGeom prst="rect">
            <a:avLst/>
          </a:prstGeom>
        </p:spPr>
      </p:pic>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3" name="MS logo gray - EMF">
            <a:extLst>
              <a:ext uri="{FF2B5EF4-FFF2-40B4-BE49-F238E27FC236}">
                <a16:creationId xmlns:a16="http://schemas.microsoft.com/office/drawing/2014/main" id="{D904B52A-FC47-263E-68A4-618DB3C62A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black">
          <a:xfrm>
            <a:off x="283297" y="281710"/>
            <a:ext cx="2440148" cy="902855"/>
          </a:xfrm>
          <a:prstGeom prst="rect">
            <a:avLst/>
          </a:prstGeom>
        </p:spPr>
      </p:pic>
    </p:spTree>
    <p:extLst>
      <p:ext uri="{BB962C8B-B14F-4D97-AF65-F5344CB8AC3E}">
        <p14:creationId xmlns:p14="http://schemas.microsoft.com/office/powerpoint/2010/main" val="8864643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6412489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715012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9495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56493027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655677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770480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148018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219374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1422684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340090998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73776128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14212059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5695968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191797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979496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0E2D5234-7B82-50CD-8C19-2405CD307DF3}"/>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286315340"/>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4288854"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549275" y="1271831"/>
            <a:ext cx="3566160" cy="4900363"/>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vert="horz" wrap="square" lIns="0" tIns="45720" rIns="0" bIns="45720" rtlCol="0" anchor="ctr">
            <a:spAutoFit/>
          </a:bodyPr>
          <a:lstStyle>
            <a:defPPr>
              <a:defRPr lang="en-US"/>
            </a:defPPr>
            <a:lvl1pPr marL="0" algn="l"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prstClr val="black">
                  <a:lumMod val="50000"/>
                  <a:lumOff val="50000"/>
                </a:prstClr>
              </a:solidFill>
            </a:endParaRP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vert="horz" wrap="square" lIns="0" tIns="45720" rIns="0" bIns="45720" rtlCol="0" anchor="ctr">
            <a:spAutoFit/>
          </a:bodyPr>
          <a:lstStyle>
            <a:defPPr>
              <a:defRPr lang="en-US"/>
            </a:defPPr>
            <a:lvl1pPr marL="0" algn="r"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67CA0B0-04EF-433A-8113-67BC344D39D3}" type="slidenum">
              <a:rPr lang="en-US" smtClean="0">
                <a:solidFill>
                  <a:prstClr val="black">
                    <a:lumMod val="50000"/>
                    <a:lumOff val="50000"/>
                  </a:prstClr>
                </a:solidFill>
              </a:rPr>
              <a:pPr>
                <a:defRPr/>
              </a:pPr>
              <a:t>‹#›</a:t>
            </a:fld>
            <a:endParaRPr lang="en-US">
              <a:solidFill>
                <a:prstClr val="black">
                  <a:lumMod val="50000"/>
                  <a:lumOff val="50000"/>
                </a:prstClr>
              </a:solidFill>
            </a:endParaRPr>
          </a:p>
        </p:txBody>
      </p:sp>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549272" y="1271765"/>
            <a:ext cx="3566160" cy="4700772"/>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4288854" y="1271765"/>
            <a:ext cx="3566160"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8028430" y="1271765"/>
            <a:ext cx="3566159"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034FF33-331A-90D5-4734-5201BB3EC228}"/>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84725325"/>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sp>
        <p:nvSpPr>
          <p:cNvPr id="17" name="Text Placeholder 21">
            <a:extLst>
              <a:ext uri="{FF2B5EF4-FFF2-40B4-BE49-F238E27FC236}">
                <a16:creationId xmlns:a16="http://schemas.microsoft.com/office/drawing/2014/main" id="{3583A746-C378-E8CD-C0A9-6610C5DB699A}"/>
              </a:ext>
              <a:ext uri="{C183D7F6-B498-43B3-948B-1728B52AA6E4}">
                <adec:decorative xmlns:adec="http://schemas.microsoft.com/office/drawing/2017/decorative" val="1"/>
              </a:ext>
            </a:extLst>
          </p:cNvPr>
          <p:cNvSpPr>
            <a:spLocks noGrp="1"/>
          </p:cNvSpPr>
          <p:nvPr>
            <p:ph type="body" sz="quarter" idx="24"/>
          </p:nvPr>
        </p:nvSpPr>
        <p:spPr>
          <a:xfrm rot="2510061">
            <a:off x="11110196" y="198567"/>
            <a:ext cx="1143000" cy="553998"/>
          </a:xfrm>
          <a:prstGeom prst="rect">
            <a:avLst/>
          </a:prstGeom>
        </p:spPr>
        <p:txBody>
          <a:bodyPr anchor="ctr" anchorCtr="0"/>
          <a:lstStyle>
            <a:lvl1pPr algn="ctr">
              <a:spcBef>
                <a:spcPts val="0"/>
              </a:spcBef>
              <a:buNone/>
              <a:defRPr sz="1200" spc="0" baseline="0">
                <a:solidFill>
                  <a:schemeClr val="accent4">
                    <a:lumMod val="75000"/>
                  </a:schemeClr>
                </a:solidFill>
              </a:defRPr>
            </a:lvl1pPr>
          </a:lstStyle>
          <a:p>
            <a:pPr lvl="0"/>
            <a:r>
              <a:rPr lang="en-US"/>
              <a:t>Click to edit Master text styles</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35F250AE-8C1C-06CD-E0D4-EBEDCAB60A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521112497"/>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72DAF58B-3D47-B2E9-2D1D-49456A730B1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420440595"/>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33447845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27588462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8403054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TextBox 3">
            <a:extLst>
              <a:ext uri="{FF2B5EF4-FFF2-40B4-BE49-F238E27FC236}">
                <a16:creationId xmlns:a16="http://schemas.microsoft.com/office/drawing/2014/main" id="{198A3770-6289-F0A3-1304-92BE5CC935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423290741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TextBox 3">
            <a:extLst>
              <a:ext uri="{FF2B5EF4-FFF2-40B4-BE49-F238E27FC236}">
                <a16:creationId xmlns:a16="http://schemas.microsoft.com/office/drawing/2014/main" id="{535860AB-DECE-8B31-032E-BC46F4CDB2B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35645906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362685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4EC0472-782E-4FE8-843C-D0D90EE762A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61983264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8417986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325936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Tree>
    <p:extLst>
      <p:ext uri="{BB962C8B-B14F-4D97-AF65-F5344CB8AC3E}">
        <p14:creationId xmlns:p14="http://schemas.microsoft.com/office/powerpoint/2010/main" val="111555661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599472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182534968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
        <p:nvSpPr>
          <p:cNvPr id="4" name="TextBox 3">
            <a:extLst>
              <a:ext uri="{FF2B5EF4-FFF2-40B4-BE49-F238E27FC236}">
                <a16:creationId xmlns:a16="http://schemas.microsoft.com/office/drawing/2014/main" id="{342AFC61-B856-51E0-4327-F42C333A48C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72361229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1809676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7080334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417731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667702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50105514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19089848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225988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20174213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35504586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06142707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B52DE7D6-9C00-9BB2-18CA-52BAADC65C8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94335537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TextBox 5">
            <a:extLst>
              <a:ext uri="{FF2B5EF4-FFF2-40B4-BE49-F238E27FC236}">
                <a16:creationId xmlns:a16="http://schemas.microsoft.com/office/drawing/2014/main" id="{C7A85089-7F22-B27B-9D33-86D98E85D19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4194309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6554674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12526716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29589180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32383206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9239691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316152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131631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26930105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5" name="TextBox 4">
            <a:extLst>
              <a:ext uri="{FF2B5EF4-FFF2-40B4-BE49-F238E27FC236}">
                <a16:creationId xmlns:a16="http://schemas.microsoft.com/office/drawing/2014/main" id="{A4B2A8EE-288E-F521-9C97-631C78B1B3B4}"/>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9586061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1" y="41394"/>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5" name="TextBox 4">
            <a:extLst>
              <a:ext uri="{FF2B5EF4-FFF2-40B4-BE49-F238E27FC236}">
                <a16:creationId xmlns:a16="http://schemas.microsoft.com/office/drawing/2014/main" id="{CE11DED9-E6D7-4EC7-B2BE-9327DC613FFB}"/>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9236544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6866"/>
            <a:ext cx="12188952" cy="131066"/>
          </a:xfrm>
          <a:prstGeom prst="roundRect">
            <a:avLst>
              <a:gd name="adj" fmla="val 0"/>
            </a:avLst>
          </a:prstGeom>
        </p:spPr>
      </p:pic>
      <p:sp>
        <p:nvSpPr>
          <p:cNvPr id="4" name="TextBox 3">
            <a:extLst>
              <a:ext uri="{FF2B5EF4-FFF2-40B4-BE49-F238E27FC236}">
                <a16:creationId xmlns:a16="http://schemas.microsoft.com/office/drawing/2014/main" id="{47F172CD-14B8-0FBE-0F4C-8C960EE2D5B6}"/>
              </a:ext>
            </a:extLst>
          </p:cNvPr>
          <p:cNvSpPr txBox="1"/>
          <p:nvPr userDrawn="1">
            <p:extLst>
              <p:ext uri="{1162E1C5-73C7-4A58-AE30-91384D911F3F}">
                <p184:classification xmlns:p184="http://schemas.microsoft.com/office/powerpoint/2018/4/main" val="ftr"/>
              </p:ext>
            </p:extLst>
          </p:nvPr>
        </p:nvSpPr>
        <p:spPr>
          <a:xfrm>
            <a:off x="145369" y="647788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23831603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24469293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84838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87949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9398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9286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803662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25035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9385534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2118065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6715988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a:prstGeom prst="rect">
            <a:avLst/>
          </a:prstGeo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44219805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214756979"/>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747618430"/>
      </p:ext>
    </p:extLst>
  </p:cSld>
  <p:clrMapOvr>
    <a:masterClrMapping/>
  </p:clrMapOvr>
  <p:transition>
    <p:fade/>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_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48601723"/>
      </p:ext>
    </p:extLst>
  </p:cSld>
  <p:clrMapOvr>
    <a:masterClrMapping/>
  </p:clrMapOvr>
  <p:transition>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8521256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107538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1349631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a:prstGeom prst="rect">
            <a:avLst/>
          </a:prstGeo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245179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a:prstGeom prst="rect">
            <a:avLst/>
          </a:prstGeo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2261061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4" name="TextBox 3">
            <a:extLst>
              <a:ext uri="{FF2B5EF4-FFF2-40B4-BE49-F238E27FC236}">
                <a16:creationId xmlns:a16="http://schemas.microsoft.com/office/drawing/2014/main" id="{C565849C-077A-21B0-5956-3EE3C39C952F}"/>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7243781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2" name="TextBox 1">
            <a:extLst>
              <a:ext uri="{FF2B5EF4-FFF2-40B4-BE49-F238E27FC236}">
                <a16:creationId xmlns:a16="http://schemas.microsoft.com/office/drawing/2014/main" id="{D628D4AF-9891-A4C6-DAB8-764C3AA448CA}"/>
              </a:ext>
            </a:extLst>
          </p:cNvPr>
          <p:cNvSpPr txBox="1"/>
          <p:nvPr userDrawn="1">
            <p:extLst>
              <p:ext uri="{1162E1C5-73C7-4A58-AE30-91384D911F3F}">
                <p184:classification xmlns:p184="http://schemas.microsoft.com/office/powerpoint/2018/4/main" val="ftr"/>
              </p:ext>
            </p:extLst>
          </p:nvPr>
        </p:nvSpPr>
        <p:spPr>
          <a:xfrm>
            <a:off x="145369" y="6468039"/>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4170004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4" name="TextBox 3">
            <a:extLst>
              <a:ext uri="{FF2B5EF4-FFF2-40B4-BE49-F238E27FC236}">
                <a16:creationId xmlns:a16="http://schemas.microsoft.com/office/drawing/2014/main" id="{2C3F9E46-EC0C-CB34-C139-D031A7914556}"/>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70916600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125872570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TextBox 3">
            <a:extLst>
              <a:ext uri="{FF2B5EF4-FFF2-40B4-BE49-F238E27FC236}">
                <a16:creationId xmlns:a16="http://schemas.microsoft.com/office/drawing/2014/main" id="{7B6C800B-2988-755E-ECD7-812DD4161B4E}"/>
              </a:ext>
            </a:extLst>
          </p:cNvPr>
          <p:cNvSpPr txBox="1"/>
          <p:nvPr userDrawn="1">
            <p:extLst>
              <p:ext uri="{1162E1C5-73C7-4A58-AE30-91384D911F3F}">
                <p184:classification xmlns:p184="http://schemas.microsoft.com/office/powerpoint/2018/4/main" val="ftr"/>
              </p:ext>
            </p:extLst>
          </p:nvPr>
        </p:nvSpPr>
        <p:spPr>
          <a:xfrm>
            <a:off x="136225" y="6421893"/>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1264457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837887"/>
            <a:ext cx="3689058" cy="460418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648199" y="1837887"/>
            <a:ext cx="5814391" cy="460418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54102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98438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541008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814424" y="2200810"/>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814424" y="3644172"/>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814424" y="5069871"/>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2200810"/>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3644172"/>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8" y="5069871"/>
            <a:ext cx="3436510"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71786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249531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71786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814424" y="171786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69921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898513" y="2577129"/>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93867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4142575"/>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898513" y="4020491"/>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898513" y="544619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5364372"/>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5568274"/>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
        <p:nvSpPr>
          <p:cNvPr id="8" name="TextBox 7">
            <a:extLst>
              <a:ext uri="{FF2B5EF4-FFF2-40B4-BE49-F238E27FC236}">
                <a16:creationId xmlns:a16="http://schemas.microsoft.com/office/drawing/2014/main" id="{FA1BA8C3-96D6-89D5-4C38-D58D2A459BFE}"/>
              </a:ext>
            </a:extLst>
          </p:cNvPr>
          <p:cNvSpPr txBox="1"/>
          <p:nvPr userDrawn="1">
            <p:extLst>
              <p:ext uri="{1162E1C5-73C7-4A58-AE30-91384D911F3F}">
                <p184:classification xmlns:p184="http://schemas.microsoft.com/office/powerpoint/2018/4/main" val="ftr"/>
              </p:ext>
            </p:extLst>
          </p:nvPr>
        </p:nvSpPr>
        <p:spPr>
          <a:xfrm>
            <a:off x="145369" y="647653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40683081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13" name="TextBox 12">
            <a:extLst>
              <a:ext uri="{FF2B5EF4-FFF2-40B4-BE49-F238E27FC236}">
                <a16:creationId xmlns:a16="http://schemas.microsoft.com/office/drawing/2014/main" id="{6C7CA995-2E41-1525-DF76-5FD3502FF3E4}"/>
              </a:ext>
            </a:extLst>
          </p:cNvPr>
          <p:cNvSpPr txBox="1"/>
          <p:nvPr userDrawn="1">
            <p:extLst>
              <p:ext uri="{1162E1C5-73C7-4A58-AE30-91384D911F3F}">
                <p184:classification xmlns:p184="http://schemas.microsoft.com/office/powerpoint/2018/4/main" val="ftr"/>
              </p:ext>
            </p:extLst>
          </p:nvPr>
        </p:nvSpPr>
        <p:spPr>
          <a:xfrm>
            <a:off x="136225" y="646522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4372171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3" y="1321552"/>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27" name="TextBox 26">
            <a:extLst>
              <a:ext uri="{FF2B5EF4-FFF2-40B4-BE49-F238E27FC236}">
                <a16:creationId xmlns:a16="http://schemas.microsoft.com/office/drawing/2014/main" id="{6B8690A4-28A1-E489-B80C-7BC74F21DD52}"/>
              </a:ext>
            </a:extLst>
          </p:cNvPr>
          <p:cNvSpPr txBox="1"/>
          <p:nvPr userDrawn="1">
            <p:extLst>
              <p:ext uri="{1162E1C5-73C7-4A58-AE30-91384D911F3F}">
                <p184:classification xmlns:p184="http://schemas.microsoft.com/office/powerpoint/2018/4/main" val="ftr"/>
              </p:ext>
            </p:extLst>
          </p:nvPr>
        </p:nvSpPr>
        <p:spPr>
          <a:xfrm>
            <a:off x="136225" y="648999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1431292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2" name="TextBox 1">
            <a:extLst>
              <a:ext uri="{FF2B5EF4-FFF2-40B4-BE49-F238E27FC236}">
                <a16:creationId xmlns:a16="http://schemas.microsoft.com/office/drawing/2014/main" id="{1111199A-9D9A-4C98-2F08-34617A891E48}"/>
              </a:ext>
            </a:extLst>
          </p:cNvPr>
          <p:cNvSpPr txBox="1"/>
          <p:nvPr userDrawn="1">
            <p:extLst>
              <p:ext uri="{1162E1C5-73C7-4A58-AE30-91384D911F3F}">
                <p184:classification xmlns:p184="http://schemas.microsoft.com/office/powerpoint/2018/4/main" val="ftr"/>
              </p:ext>
            </p:extLst>
          </p:nvPr>
        </p:nvSpPr>
        <p:spPr>
          <a:xfrm>
            <a:off x="164084" y="6468225"/>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416642098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9" name="TextBox 8">
            <a:extLst>
              <a:ext uri="{FF2B5EF4-FFF2-40B4-BE49-F238E27FC236}">
                <a16:creationId xmlns:a16="http://schemas.microsoft.com/office/drawing/2014/main" id="{444DEC38-2E51-A342-8D8F-EF197EA84CD5}"/>
              </a:ext>
            </a:extLst>
          </p:cNvPr>
          <p:cNvSpPr txBox="1"/>
          <p:nvPr userDrawn="1">
            <p:extLst>
              <p:ext uri="{1162E1C5-73C7-4A58-AE30-91384D911F3F}">
                <p184:classification xmlns:p184="http://schemas.microsoft.com/office/powerpoint/2018/4/main" val="ftr"/>
              </p:ext>
            </p:extLst>
          </p:nvPr>
        </p:nvSpPr>
        <p:spPr>
          <a:xfrm>
            <a:off x="63500" y="6506067"/>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1677480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10945640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a:prstGeom prst="rect">
            <a:avLst/>
          </a:prstGeo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10672110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userDrawn="1">
  <p:cSld name="1_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17013"/>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3" name="TextBox 2">
            <a:extLst>
              <a:ext uri="{FF2B5EF4-FFF2-40B4-BE49-F238E27FC236}">
                <a16:creationId xmlns:a16="http://schemas.microsoft.com/office/drawing/2014/main" id="{0EBF4067-16A3-E5EA-D3AF-EA26573F2C88}"/>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1059229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1_Title Slide 1">
    <p:bg>
      <p:bgPr>
        <a:solidFill>
          <a:schemeClr val="bg1"/>
        </a:solidFill>
        <a:effectLst/>
      </p:bgPr>
    </p:bg>
    <p:spTree>
      <p:nvGrpSpPr>
        <p:cNvPr id="1" name=""/>
        <p:cNvGrpSpPr/>
        <p:nvPr/>
      </p:nvGrpSpPr>
      <p:grpSpPr>
        <a:xfrm>
          <a:off x="0" y="0"/>
          <a:ext cx="0" cy="0"/>
          <a:chOff x="0" y="0"/>
          <a:chExt cx="0" cy="0"/>
        </a:xfrm>
      </p:grpSpPr>
      <p:pic>
        <p:nvPicPr>
          <p:cNvPr id="12" name="Picture 11" descr="A close-up of a computer screen&#10;&#10;Description automatically generated">
            <a:extLst>
              <a:ext uri="{FF2B5EF4-FFF2-40B4-BE49-F238E27FC236}">
                <a16:creationId xmlns:a16="http://schemas.microsoft.com/office/drawing/2014/main" id="{B44BACAF-9070-A1CF-E5F1-FA909F804DEF}"/>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5" name="Screen">
            <a:extLst>
              <a:ext uri="{FF2B5EF4-FFF2-40B4-BE49-F238E27FC236}">
                <a16:creationId xmlns:a16="http://schemas.microsoft.com/office/drawing/2014/main" id="{FE81335F-53ED-7EBB-DFA1-7CA67C08F520}"/>
              </a:ext>
            </a:extLst>
          </p:cNvPr>
          <p:cNvPicPr>
            <a:picLocks noChangeAspect="1"/>
          </p:cNvPicPr>
          <p:nvPr userDrawn="1"/>
        </p:nvPicPr>
        <p:blipFill>
          <a:blip r:embed="rId3">
            <a:extLst>
              <a:ext uri="{96DAC541-7B7A-43D3-8B79-37D633B846F1}">
                <asvg:svgBlip xmlns:asvg="http://schemas.microsoft.com/office/drawing/2016/SVG/main" r:embed="rId4"/>
              </a:ext>
            </a:extLst>
          </a:blip>
          <a:srcRect l="533" t="5537" r="49745" b="5537"/>
          <a:stretch/>
        </p:blipFill>
        <p:spPr>
          <a:xfrm>
            <a:off x="0" y="389898"/>
            <a:ext cx="6061961" cy="6078206"/>
          </a:xfrm>
          <a:prstGeom prst="rect">
            <a:avLst/>
          </a:prstGeom>
        </p:spPr>
      </p:pic>
      <p:pic>
        <p:nvPicPr>
          <p:cNvPr id="10" name="To trace" descr="A close up of a computer screen&#10;&#10;Description automatically generated" hidden="1">
            <a:extLst>
              <a:ext uri="{FF2B5EF4-FFF2-40B4-BE49-F238E27FC236}">
                <a16:creationId xmlns:a16="http://schemas.microsoft.com/office/drawing/2014/main" id="{B00308E2-43A2-C5A7-AAB3-E96FDBD85011}"/>
              </a:ext>
            </a:extLst>
          </p:cNvPr>
          <p:cNvPicPr>
            <a:picLocks noChangeAspect="1"/>
          </p:cNvPicPr>
          <p:nvPr userDrawn="1"/>
        </p:nvPicPr>
        <p:blipFill>
          <a:blip r:embed="rId5"/>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625370"/>
            <a:ext cx="4080397" cy="1107996"/>
          </a:xfrm>
          <a:noFill/>
        </p:spPr>
        <p:txBody>
          <a:bodyPr wrap="square" lIns="0" tIns="0" rIns="0" bIns="0" anchor="b" anchorCtr="0">
            <a:spAutoFit/>
          </a:bodyPr>
          <a:lstStyle>
            <a:lvl1pPr>
              <a:lnSpc>
                <a:spcPct val="90000"/>
              </a:lnSpc>
              <a:defRPr sz="4000" spc="-50" baseline="0">
                <a:solidFill>
                  <a:srgbClr val="2A446F"/>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4152707"/>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 a max of 2 lines</a:t>
            </a:r>
          </a:p>
        </p:txBody>
      </p:sp>
      <p:sp>
        <p:nvSpPr>
          <p:cNvPr id="17" name="Text Placeholder 4">
            <a:extLst>
              <a:ext uri="{FF2B5EF4-FFF2-40B4-BE49-F238E27FC236}">
                <a16:creationId xmlns:a16="http://schemas.microsoft.com/office/drawing/2014/main" id="{FAC6474F-0CF9-6C18-5117-3EA7B7CF6A67}"/>
              </a:ext>
            </a:extLst>
          </p:cNvPr>
          <p:cNvSpPr>
            <a:spLocks noGrp="1"/>
          </p:cNvSpPr>
          <p:nvPr>
            <p:ph type="body" sz="quarter" idx="13" hasCustomPrompt="1"/>
          </p:nvPr>
        </p:nvSpPr>
        <p:spPr>
          <a:xfrm>
            <a:off x="584200" y="5898445"/>
            <a:ext cx="4080397" cy="215444"/>
          </a:xfrm>
          <a:noFill/>
        </p:spPr>
        <p:txBody>
          <a:bodyPr wrap="square" lIns="0" tIns="0" rIns="0" bIns="0">
            <a:spAutoFit/>
          </a:bodyPr>
          <a:lstStyle>
            <a:lvl1pPr marL="0" indent="0">
              <a:spcBef>
                <a:spcPts val="0"/>
              </a:spcBef>
              <a:buNone/>
              <a:defRPr sz="1400" spc="0" baseline="0">
                <a:solidFill>
                  <a:schemeClr val="tx1"/>
                </a:solidFill>
                <a:latin typeface="+mn-lt"/>
                <a:cs typeface="Segoe Sans Display" pitchFamily="2" charset="0"/>
              </a:defRPr>
            </a:lvl1pPr>
          </a:lstStyle>
          <a:p>
            <a:pPr lvl="0"/>
            <a:r>
              <a:rPr lang="en-US"/>
              <a:t>More here max 1 line</a:t>
            </a:r>
          </a:p>
        </p:txBody>
      </p:sp>
      <p:pic>
        <p:nvPicPr>
          <p:cNvPr id="2" name="Picture 1" descr="A logo of a company&#10;&#10;Description automatically generated">
            <a:extLst>
              <a:ext uri="{FF2B5EF4-FFF2-40B4-BE49-F238E27FC236}">
                <a16:creationId xmlns:a16="http://schemas.microsoft.com/office/drawing/2014/main" id="{C8EB8B11-2600-F606-BEA4-6A68ABBA8E30}"/>
              </a:ext>
            </a:extLst>
          </p:cNvPr>
          <p:cNvPicPr>
            <a:picLocks noChangeAspect="1"/>
          </p:cNvPicPr>
          <p:nvPr userDrawn="1"/>
        </p:nvPicPr>
        <p:blipFill rotWithShape="1">
          <a:blip r:embed="rId6"/>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8685635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7692463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Tree>
    <p:extLst>
      <p:ext uri="{BB962C8B-B14F-4D97-AF65-F5344CB8AC3E}">
        <p14:creationId xmlns:p14="http://schemas.microsoft.com/office/powerpoint/2010/main" val="1028610750"/>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29094222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367567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464088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22793162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635967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Title Slide (1)">
    <p:bg>
      <p:bgPr>
        <a:solidFill>
          <a:schemeClr val="bg1"/>
        </a:solidFill>
        <a:effectLst/>
      </p:bgPr>
    </p:bg>
    <p:spTree>
      <p:nvGrpSpPr>
        <p:cNvPr id="1" name=""/>
        <p:cNvGrpSpPr/>
        <p:nvPr/>
      </p:nvGrpSpPr>
      <p:grpSpPr>
        <a:xfrm>
          <a:off x="0" y="0"/>
          <a:ext cx="0" cy="0"/>
          <a:chOff x="0" y="0"/>
          <a:chExt cx="0" cy="0"/>
        </a:xfrm>
      </p:grpSpPr>
      <p:pic>
        <p:nvPicPr>
          <p:cNvPr id="3" name="Picture 2" descr="A person with a beard and a hat&#10;&#10;Description automatically generated">
            <a:extLst>
              <a:ext uri="{FF2B5EF4-FFF2-40B4-BE49-F238E27FC236}">
                <a16:creationId xmlns:a16="http://schemas.microsoft.com/office/drawing/2014/main" id="{B42C5B15-3CC2-DCD9-201D-B501754FCA4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lnSpc>
                <a:spcPct val="90000"/>
              </a:lnSpc>
              <a:defRPr sz="4000" spc="-50" baseline="0">
                <a:solidFill>
                  <a:schemeClr val="accent2"/>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noFill/>
        </p:spPr>
        <p:txBody>
          <a:bodyPr wrap="square" lIns="0" tIns="0" rIns="0" bIns="0">
            <a:spAutoFit/>
          </a:bodyPr>
          <a:lstStyle>
            <a:lvl1pPr marL="0" indent="0">
              <a:spcBef>
                <a:spcPts val="0"/>
              </a:spcBef>
              <a:buNone/>
              <a:defRPr sz="1600" spc="0" baseline="0">
                <a:solidFill>
                  <a:schemeClr val="tx1"/>
                </a:solidFill>
                <a:latin typeface="+mj-lt"/>
                <a:cs typeface="Segoe Sans Display" pitchFamily="2" charset="0"/>
              </a:defRPr>
            </a:lvl1pPr>
          </a:lstStyle>
          <a:p>
            <a:pPr lvl="0"/>
            <a:r>
              <a:rPr lang="en-US"/>
              <a:t>Subtitle text</a:t>
            </a:r>
          </a:p>
        </p:txBody>
      </p:sp>
      <p:sp>
        <p:nvSpPr>
          <p:cNvPr id="4" name="Text Placeholder 4">
            <a:extLst>
              <a:ext uri="{FF2B5EF4-FFF2-40B4-BE49-F238E27FC236}">
                <a16:creationId xmlns:a16="http://schemas.microsoft.com/office/drawing/2014/main" id="{4C992FC1-8828-7EB7-1AA2-726D1FC6FCB9}"/>
              </a:ext>
            </a:extLst>
          </p:cNvPr>
          <p:cNvSpPr>
            <a:spLocks noGrp="1"/>
          </p:cNvSpPr>
          <p:nvPr>
            <p:ph type="body" sz="quarter" idx="13" hasCustomPrompt="1"/>
          </p:nvPr>
        </p:nvSpPr>
        <p:spPr>
          <a:xfrm>
            <a:off x="584200" y="5781188"/>
            <a:ext cx="4584766" cy="215444"/>
          </a:xfrm>
          <a:noFill/>
        </p:spPr>
        <p:txBody>
          <a:bodyPr wrap="square" lIns="0" tIns="0" rIns="0" bIns="0" anchor="t" anchorCtr="0">
            <a:spAutoFit/>
          </a:bodyPr>
          <a:lstStyle>
            <a:lvl1pPr marL="0" indent="0">
              <a:spcBef>
                <a:spcPts val="0"/>
              </a:spcBef>
              <a:buNone/>
              <a:defRPr sz="1400" spc="0" baseline="0">
                <a:solidFill>
                  <a:schemeClr val="tx1"/>
                </a:solidFill>
                <a:latin typeface="+mn-lt"/>
                <a:cs typeface="Segoe Sans Display" pitchFamily="2" charset="0"/>
              </a:defRPr>
            </a:lvl1pPr>
          </a:lstStyle>
          <a:p>
            <a:pPr lvl="0"/>
            <a:r>
              <a:rPr lang="en-US"/>
              <a:t>Speaker name or subtitle text</a:t>
            </a:r>
          </a:p>
        </p:txBody>
      </p:sp>
      <p:pic>
        <p:nvPicPr>
          <p:cNvPr id="6" name="Picture 5" descr="A logo of a company&#10;&#10;Description automatically generated">
            <a:extLst>
              <a:ext uri="{FF2B5EF4-FFF2-40B4-BE49-F238E27FC236}">
                <a16:creationId xmlns:a16="http://schemas.microsoft.com/office/drawing/2014/main" id="{8B6D5261-EE26-0159-A958-67E0E9C91FC5}"/>
              </a:ext>
            </a:extLst>
          </p:cNvPr>
          <p:cNvPicPr>
            <a:picLocks noChangeAspect="1"/>
          </p:cNvPicPr>
          <p:nvPr userDrawn="1"/>
        </p:nvPicPr>
        <p:blipFill rotWithShape="1">
          <a:blip r:embed="rId3"/>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11070658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3"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4" name="Picture 3" descr="A logo of a company&#10;&#10;Description automatically generated">
            <a:extLst>
              <a:ext uri="{FF2B5EF4-FFF2-40B4-BE49-F238E27FC236}">
                <a16:creationId xmlns:a16="http://schemas.microsoft.com/office/drawing/2014/main" id="{BDBF080B-BF21-EB33-9A4D-312E502815DD}"/>
              </a:ext>
            </a:extLst>
          </p:cNvPr>
          <p:cNvPicPr>
            <a:picLocks noChangeAspect="1"/>
          </p:cNvPicPr>
          <p:nvPr userDrawn="1"/>
        </p:nvPicPr>
        <p:blipFill rotWithShape="1">
          <a:blip r:embed="rId4"/>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20480530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2F1F068A-0425-4B11-CDF5-54041539891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66785968-64BC-1F8E-5B9C-F0CCA450E95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B9A7DFAD-8D5B-B898-C101-540848445DA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DB210C5F-883F-640B-479C-F8807D664EC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92673C75-5418-87DD-41E8-B9A6AD4EB584}"/>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90138597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20983823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1_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8246F55B-20B1-50A0-BBC5-9F92234F23B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160831375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2_Two Column Content">
    <p:spTree>
      <p:nvGrpSpPr>
        <p:cNvPr id="1" name=""/>
        <p:cNvGrpSpPr/>
        <p:nvPr/>
      </p:nvGrpSpPr>
      <p:grpSpPr>
        <a:xfrm>
          <a:off x="0" y="0"/>
          <a:ext cx="0" cy="0"/>
          <a:chOff x="0" y="0"/>
          <a:chExt cx="0" cy="0"/>
        </a:xfrm>
      </p:grpSpPr>
      <p:pic>
        <p:nvPicPr>
          <p:cNvPr id="15" name="Picture Placeholder 8">
            <a:extLst>
              <a:ext uri="{FF2B5EF4-FFF2-40B4-BE49-F238E27FC236}">
                <a16:creationId xmlns:a16="http://schemas.microsoft.com/office/drawing/2014/main" id="{63CC53F3-A0D3-623E-AE08-9B788DFE9EA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5132" y="0"/>
            <a:ext cx="5586868" cy="6734175"/>
          </a:xfrm>
          <a:prstGeom prst="rect">
            <a:avLst/>
          </a:prstGeom>
          <a:solidFill>
            <a:schemeClr val="bg1">
              <a:alpha val="25000"/>
            </a:schemeClr>
          </a:solidFill>
          <a:effectLst/>
        </p:spPr>
      </p:pic>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8246F55B-20B1-50A0-BBC5-9F92234F23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033222728"/>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750"/>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8246F55B-20B1-50A0-BBC5-9F92234F23B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2765687235"/>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6D5CC598-39BC-01A4-9EC6-9B09F6238E21}"/>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55982F81-1C89-B8A3-9E65-38B3E64FA7B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C7A0023D-D519-05ED-5CBD-EC0B3D5F1C1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3E1664EF-2DEF-81AA-AECB-A4911BAC8C0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123D35B2-E9E5-2D49-8BBA-DCC522C18E4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3" name="Graphic 12" descr="Home outline">
              <a:hlinkClick r:id="" action="ppaction://noaction"/>
              <a:extLst>
                <a:ext uri="{FF2B5EF4-FFF2-40B4-BE49-F238E27FC236}">
                  <a16:creationId xmlns:a16="http://schemas.microsoft.com/office/drawing/2014/main" id="{62308DD5-42B8-06F4-EC12-C98224B59707}"/>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61347010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grpSp>
        <p:nvGrpSpPr>
          <p:cNvPr id="3" name="Group 2">
            <a:extLst>
              <a:ext uri="{FF2B5EF4-FFF2-40B4-BE49-F238E27FC236}">
                <a16:creationId xmlns:a16="http://schemas.microsoft.com/office/drawing/2014/main" id="{54EA3B3A-3F92-E496-AF91-F43192FB76CD}"/>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FABA2241-0695-380D-6708-080FEF0802D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CDDBA99B-8DD0-4D01-2348-BB02834EBD8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C6689718-88BB-2F56-E271-F4069616073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0FE20146-7F8A-03E9-8B4B-9EB46F28E9F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noaction"/>
              <a:extLst>
                <a:ext uri="{FF2B5EF4-FFF2-40B4-BE49-F238E27FC236}">
                  <a16:creationId xmlns:a16="http://schemas.microsoft.com/office/drawing/2014/main" id="{D50D71EB-E93B-D2F3-8388-586EA247464F}"/>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grpSp>
        <p:nvGrpSpPr>
          <p:cNvPr id="11" name="Group 10">
            <a:extLst>
              <a:ext uri="{FF2B5EF4-FFF2-40B4-BE49-F238E27FC236}">
                <a16:creationId xmlns:a16="http://schemas.microsoft.com/office/drawing/2014/main" id="{D6F0BD40-A6B5-4404-05CB-F18DC7758BAD}"/>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2" name="Picture 11" descr="A colorful gradient going from darker blue on the left side to light blue to magenta to orange on the right side">
              <a:extLst>
                <a:ext uri="{FF2B5EF4-FFF2-40B4-BE49-F238E27FC236}">
                  <a16:creationId xmlns:a16="http://schemas.microsoft.com/office/drawing/2014/main" id="{FF925670-A514-813E-3C23-36F5884F500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2D640739-63CE-8394-8AE3-2C5D3842CD9A}"/>
                </a:ext>
              </a:extLst>
            </p:cNvPr>
            <p:cNvGrpSpPr/>
            <p:nvPr userDrawn="1"/>
          </p:nvGrpSpPr>
          <p:grpSpPr>
            <a:xfrm>
              <a:off x="10794205" y="6423682"/>
              <a:ext cx="1397795" cy="434250"/>
              <a:chOff x="10794205" y="6423682"/>
              <a:chExt cx="1397795" cy="434250"/>
            </a:xfrm>
          </p:grpSpPr>
          <p:sp>
            <p:nvSpPr>
              <p:cNvPr id="14" name="Rectangle: Single Corner Rounded 13">
                <a:extLst>
                  <a:ext uri="{FF2B5EF4-FFF2-40B4-BE49-F238E27FC236}">
                    <a16:creationId xmlns:a16="http://schemas.microsoft.com/office/drawing/2014/main" id="{53F53AF2-ED49-C541-3F65-9D6267E006B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5" name="Straight Connector 14">
                <a:extLst>
                  <a:ext uri="{FF2B5EF4-FFF2-40B4-BE49-F238E27FC236}">
                    <a16:creationId xmlns:a16="http://schemas.microsoft.com/office/drawing/2014/main" id="{E0777354-879F-3F9A-7718-AB7826F8C664}"/>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3BDECA35-9011-0D2B-09C7-415AD0AC4C0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53494C38-135F-9850-E41C-8C21CD231B1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8" name="Graphic 17" descr="Home outline">
                <a:hlinkClick r:id="" action="ppaction://noaction"/>
                <a:extLst>
                  <a:ext uri="{FF2B5EF4-FFF2-40B4-BE49-F238E27FC236}">
                    <a16:creationId xmlns:a16="http://schemas.microsoft.com/office/drawing/2014/main" id="{D476ED54-59AF-369A-A92B-F1134359995A}"/>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27815265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Title Only over blue gradient w/rainbow accent">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E18D3C0B-C3E1-574D-F7A8-83A4A59C703E}"/>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grpSp>
        <p:nvGrpSpPr>
          <p:cNvPr id="12" name="Group 11">
            <a:extLst>
              <a:ext uri="{FF2B5EF4-FFF2-40B4-BE49-F238E27FC236}">
                <a16:creationId xmlns:a16="http://schemas.microsoft.com/office/drawing/2014/main" id="{0F594349-65D6-C5EA-AE47-E63EE26181EC}"/>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3" name="Picture 12" descr="A colorful gradient going from darker blue on the left side to light blue to magenta to orange on the right side">
              <a:extLst>
                <a:ext uri="{FF2B5EF4-FFF2-40B4-BE49-F238E27FC236}">
                  <a16:creationId xmlns:a16="http://schemas.microsoft.com/office/drawing/2014/main" id="{A3414FE5-6BBF-9B83-E547-CA62A02A659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4" name="Group 13">
              <a:extLst>
                <a:ext uri="{FF2B5EF4-FFF2-40B4-BE49-F238E27FC236}">
                  <a16:creationId xmlns:a16="http://schemas.microsoft.com/office/drawing/2014/main" id="{5D0001EE-4ACA-1640-F341-5E66C07FEAE2}"/>
                </a:ext>
              </a:extLst>
            </p:cNvPr>
            <p:cNvGrpSpPr/>
            <p:nvPr userDrawn="1"/>
          </p:nvGrpSpPr>
          <p:grpSpPr>
            <a:xfrm>
              <a:off x="10794205" y="6423682"/>
              <a:ext cx="1397795" cy="434250"/>
              <a:chOff x="10794205" y="6423682"/>
              <a:chExt cx="1397795" cy="434250"/>
            </a:xfrm>
          </p:grpSpPr>
          <p:sp>
            <p:nvSpPr>
              <p:cNvPr id="15" name="Rectangle: Single Corner Rounded 14">
                <a:extLst>
                  <a:ext uri="{FF2B5EF4-FFF2-40B4-BE49-F238E27FC236}">
                    <a16:creationId xmlns:a16="http://schemas.microsoft.com/office/drawing/2014/main" id="{6BC86CF4-94F0-5836-48B8-68A33BDA2BD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6" name="Straight Connector 15">
                <a:extLst>
                  <a:ext uri="{FF2B5EF4-FFF2-40B4-BE49-F238E27FC236}">
                    <a16:creationId xmlns:a16="http://schemas.microsoft.com/office/drawing/2014/main" id="{109F1E16-28BF-38B5-B73C-B17B56D3446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Isosceles Triangle 16">
                <a:hlinkClick r:id="" action="ppaction://hlinkshowjump?jump=previousslide"/>
                <a:extLst>
                  <a:ext uri="{FF2B5EF4-FFF2-40B4-BE49-F238E27FC236}">
                    <a16:creationId xmlns:a16="http://schemas.microsoft.com/office/drawing/2014/main" id="{67F68F65-0972-8FB8-B09F-4FC8AC6AAD8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8" name="Isosceles Triangle 17">
                <a:hlinkClick r:id="" action="ppaction://hlinkshowjump?jump=nextslide"/>
                <a:extLst>
                  <a:ext uri="{FF2B5EF4-FFF2-40B4-BE49-F238E27FC236}">
                    <a16:creationId xmlns:a16="http://schemas.microsoft.com/office/drawing/2014/main" id="{BCF20DAC-DBC5-51D0-F688-FBCFD28DBDD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9" name="Graphic 18" descr="Home outline">
                <a:hlinkClick r:id="" action="ppaction://noaction"/>
                <a:extLst>
                  <a:ext uri="{FF2B5EF4-FFF2-40B4-BE49-F238E27FC236}">
                    <a16:creationId xmlns:a16="http://schemas.microsoft.com/office/drawing/2014/main" id="{6A0E2349-438B-232D-F887-CB8691295EB6}"/>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4540519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grpSp>
        <p:nvGrpSpPr>
          <p:cNvPr id="3" name="Group 2">
            <a:extLst>
              <a:ext uri="{FF2B5EF4-FFF2-40B4-BE49-F238E27FC236}">
                <a16:creationId xmlns:a16="http://schemas.microsoft.com/office/drawing/2014/main" id="{70E80BA0-58C3-C732-ED85-2EEEE647874C}"/>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52F8D06E-2DE2-D0F6-D9B1-31EA10C8C53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E42CFB0C-FC78-1627-F652-F38BA1700AA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8A68B7B4-9D6B-453A-9476-323080A1748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0B702B96-03AE-4B0C-22B3-71900CF4266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noaction"/>
              <a:extLst>
                <a:ext uri="{FF2B5EF4-FFF2-40B4-BE49-F238E27FC236}">
                  <a16:creationId xmlns:a16="http://schemas.microsoft.com/office/drawing/2014/main" id="{9514032B-BD7D-B0F8-B19F-41E7C2BBF9B0}"/>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4154294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dirty="0">
                <a:latin typeface="+mn-lt"/>
              </a:defRPr>
            </a:lvl1pPr>
          </a:lstStyle>
          <a:p>
            <a:pPr lvl="0"/>
            <a:r>
              <a:rPr lang="en-US"/>
              <a:t>Subtitle</a:t>
            </a:r>
          </a:p>
        </p:txBody>
      </p:sp>
      <p:grpSp>
        <p:nvGrpSpPr>
          <p:cNvPr id="5" name="Group 4">
            <a:extLst>
              <a:ext uri="{FF2B5EF4-FFF2-40B4-BE49-F238E27FC236}">
                <a16:creationId xmlns:a16="http://schemas.microsoft.com/office/drawing/2014/main" id="{6049FB37-D050-B6AE-B344-63786F2F2FE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D347E541-38DF-EA2C-DDC5-EAC8281DF1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FF76887-0AB8-723F-593A-10531695DA9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7595693F-A3A0-A117-58DB-DB9E89BED6E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0FBEF17A-BF03-1990-BE2D-AB6819D6E2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3C097CEF-3A0C-DBF3-7A09-CDA071D15794}"/>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29019615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TItle, subtitle over blue gradient">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B633C1D-6BA8-FADD-23C7-3C0EF5D21DF8}"/>
              </a:ext>
              <a:ext uri="{C183D7F6-B498-43B3-948B-1728B52AA6E4}">
                <adec:decorative xmlns:adec="http://schemas.microsoft.com/office/drawing/2017/decorative" val="1"/>
              </a:ext>
            </a:extLst>
          </p:cNvPr>
          <p:cNvGrpSpPr/>
          <p:nvPr userDrawn="1"/>
        </p:nvGrpSpPr>
        <p:grpSpPr>
          <a:xfrm>
            <a:off x="0" y="0"/>
            <a:ext cx="12192000" cy="6857999"/>
            <a:chOff x="0" y="0"/>
            <a:chExt cx="12192000" cy="6857999"/>
          </a:xfrm>
        </p:grpSpPr>
        <p:pic>
          <p:nvPicPr>
            <p:cNvPr id="2" name="Picture 1">
              <a:extLst>
                <a:ext uri="{FF2B5EF4-FFF2-40B4-BE49-F238E27FC236}">
                  <a16:creationId xmlns:a16="http://schemas.microsoft.com/office/drawing/2014/main" id="{E8153CB7-5782-1038-8AFC-22E9CF38D212}"/>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0" y="0"/>
              <a:ext cx="12191999" cy="6857999"/>
            </a:xfrm>
            <a:prstGeom prst="rect">
              <a:avLst/>
            </a:prstGeom>
          </p:spPr>
        </p:pic>
        <p:grpSp>
          <p:nvGrpSpPr>
            <p:cNvPr id="12" name="Nav bar">
              <a:extLst>
                <a:ext uri="{FF2B5EF4-FFF2-40B4-BE49-F238E27FC236}">
                  <a16:creationId xmlns:a16="http://schemas.microsoft.com/office/drawing/2014/main" id="{4ADAC638-92D4-96CC-3CA9-257AAB4928B6}"/>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3" name="Rectangle: Single Corner Rounded 12">
                <a:extLst>
                  <a:ext uri="{FF2B5EF4-FFF2-40B4-BE49-F238E27FC236}">
                    <a16:creationId xmlns:a16="http://schemas.microsoft.com/office/drawing/2014/main" id="{4679600F-DF56-9595-0E8E-B4C9207D55B0}"/>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CAD2145B-8C2D-02D8-D36D-7488E09C9809}"/>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Isosceles Triangle 14">
                <a:hlinkClick r:id="" action="ppaction://hlinkshowjump?jump=previousslide"/>
                <a:extLst>
                  <a:ext uri="{FF2B5EF4-FFF2-40B4-BE49-F238E27FC236}">
                    <a16:creationId xmlns:a16="http://schemas.microsoft.com/office/drawing/2014/main" id="{9BE4C488-67CE-E009-9476-B9596E7D522D}"/>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4E656B7-4380-4B26-06E6-2BC4006A439B}"/>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7" name="Graphic 16" descr="Home outline">
                <a:hlinkClick r:id="" action="ppaction://noaction"/>
                <a:extLst>
                  <a:ext uri="{FF2B5EF4-FFF2-40B4-BE49-F238E27FC236}">
                    <a16:creationId xmlns:a16="http://schemas.microsoft.com/office/drawing/2014/main" id="{9DD9021A-8401-5EC7-9DFF-7080B633CFF5}"/>
                  </a:ext>
                </a:extLst>
              </p:cNvPr>
              <p:cNvPicPr>
                <a:picLocks noChangeAspect="1"/>
              </p:cNvPicPr>
              <p:nvPr/>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grpSp>
      <p:pic>
        <p:nvPicPr>
          <p:cNvPr id="22" name="Picture 21">
            <a:extLst>
              <a:ext uri="{FF2B5EF4-FFF2-40B4-BE49-F238E27FC236}">
                <a16:creationId xmlns:a16="http://schemas.microsoft.com/office/drawing/2014/main" id="{0741831B-78D2-FE2C-2DBF-0ABC59D6B84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dirty="0">
                <a:latin typeface="+mn-lt"/>
              </a:defRPr>
            </a:lvl1pPr>
          </a:lstStyle>
          <a:p>
            <a:pPr lvl="0"/>
            <a:r>
              <a:rPr lang="en-US"/>
              <a:t>Subtitle</a:t>
            </a:r>
          </a:p>
        </p:txBody>
      </p:sp>
      <p:grpSp>
        <p:nvGrpSpPr>
          <p:cNvPr id="5" name="Group 4">
            <a:extLst>
              <a:ext uri="{FF2B5EF4-FFF2-40B4-BE49-F238E27FC236}">
                <a16:creationId xmlns:a16="http://schemas.microsoft.com/office/drawing/2014/main" id="{6049FB37-D050-B6AE-B344-63786F2F2FE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D347E541-38DF-EA2C-DDC5-EAC8281DF1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FF76887-0AB8-723F-593A-10531695DA9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7595693F-A3A0-A117-58DB-DB9E89BED6E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0FBEF17A-BF03-1990-BE2D-AB6819D6E2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3C097CEF-3A0C-DBF3-7A09-CDA071D15794}"/>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2439385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grpSp>
        <p:nvGrpSpPr>
          <p:cNvPr id="3" name="Group 2">
            <a:extLst>
              <a:ext uri="{FF2B5EF4-FFF2-40B4-BE49-F238E27FC236}">
                <a16:creationId xmlns:a16="http://schemas.microsoft.com/office/drawing/2014/main" id="{7DCF946B-B492-52BE-F1E3-4B96EB1863B4}"/>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F37FB0E8-734C-35D4-6948-38837E02BBA4}"/>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54A62491-E7F1-5656-FB87-5848970665C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DB2B1327-8AE6-4301-48EC-9A935FB0593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8DD5E913-33DA-06C0-BBBC-9042727791C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noaction"/>
              <a:extLst>
                <a:ext uri="{FF2B5EF4-FFF2-40B4-BE49-F238E27FC236}">
                  <a16:creationId xmlns:a16="http://schemas.microsoft.com/office/drawing/2014/main" id="{96AB3D37-BB7C-92DA-96B8-675EAC103030}"/>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506613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4D291AF1-D1C7-9DE1-A734-C79DE2BF5EFB}"/>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C5D21DE4-670C-26C3-0392-603F32FEAD7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D2C99BD-BA0E-1D4B-4FAE-7353E208C98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FAC68E17-C664-96A5-06C7-55129A6CB62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F68B306C-90AF-DF27-7EB8-4CC31D20A89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6D6DC42C-17E4-3FF2-7BA2-072658E93FDB}"/>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40043353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Third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7">
            <a:extLst>
              <a:ext uri="{FF2B5EF4-FFF2-40B4-BE49-F238E27FC236}">
                <a16:creationId xmlns:a16="http://schemas.microsoft.com/office/drawing/2014/main" id="{F451F660-2F9C-4A68-3EFD-A23EBCEED81F}"/>
              </a:ext>
            </a:extLst>
          </p:cNvPr>
          <p:cNvSpPr>
            <a:spLocks noGrp="1"/>
          </p:cNvSpPr>
          <p:nvPr>
            <p:ph type="sldNum" sz="quarter" idx="4"/>
          </p:nvPr>
        </p:nvSpPr>
        <p:spPr>
          <a:xfrm>
            <a:off x="576072" y="6413092"/>
            <a:ext cx="65"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endParaRPr lang="en-US"/>
          </a:p>
        </p:txBody>
      </p:sp>
      <p:grpSp>
        <p:nvGrpSpPr>
          <p:cNvPr id="8" name="Group 7">
            <a:extLst>
              <a:ext uri="{FF2B5EF4-FFF2-40B4-BE49-F238E27FC236}">
                <a16:creationId xmlns:a16="http://schemas.microsoft.com/office/drawing/2014/main" id="{A18A90D0-A4F5-5E07-B415-0D62C303332D}"/>
              </a:ext>
            </a:extLst>
          </p:cNvPr>
          <p:cNvGrpSpPr/>
          <p:nvPr userDrawn="1"/>
        </p:nvGrpSpPr>
        <p:grpSpPr>
          <a:xfrm>
            <a:off x="10794205" y="6423682"/>
            <a:ext cx="1397795" cy="434250"/>
            <a:chOff x="10794205" y="6423682"/>
            <a:chExt cx="1397795" cy="434250"/>
          </a:xfrm>
        </p:grpSpPr>
        <p:sp>
          <p:nvSpPr>
            <p:cNvPr id="9" name="Rectangle: Single Corner Rounded 8">
              <a:extLst>
                <a:ext uri="{FF2B5EF4-FFF2-40B4-BE49-F238E27FC236}">
                  <a16:creationId xmlns:a16="http://schemas.microsoft.com/office/drawing/2014/main" id="{275EC71C-189E-90D1-20FB-64B207C6B22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B9A674FB-DA6E-1EBE-18DD-57BE21078F5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EB96DC13-8127-F44E-ADA2-669927AFA9B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D2CA1AA9-EF5F-2202-C63F-3B791FCB5A0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3" name="Graphic 12" descr="Home outline">
              <a:hlinkClick r:id="" action="ppaction://noaction"/>
              <a:extLst>
                <a:ext uri="{FF2B5EF4-FFF2-40B4-BE49-F238E27FC236}">
                  <a16:creationId xmlns:a16="http://schemas.microsoft.com/office/drawing/2014/main" id="{726327E9-41DA-241E-264C-99693EF35A9A}"/>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65691368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hird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67"/>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 action="ppaction://noaction"/>
              <a:extLst>
                <a:ext uri="{FF2B5EF4-FFF2-40B4-BE49-F238E27FC236}">
                  <a16:creationId xmlns:a16="http://schemas.microsoft.com/office/drawing/2014/main" id="{069C0D11-739D-F151-FFE5-3C1349AA3EF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717785300"/>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hird content with ghosted ribbon over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F329A3AC-5CEF-25BE-B13B-7D727898D002}"/>
              </a:ext>
              <a:ext uri="{C183D7F6-B498-43B3-948B-1728B52AA6E4}">
                <adec:decorative xmlns:adec="http://schemas.microsoft.com/office/drawing/2017/decorative" val="1"/>
              </a:ext>
            </a:extLst>
          </p:cNvPr>
          <p:cNvGrpSpPr/>
          <p:nvPr userDrawn="1"/>
        </p:nvGrpSpPr>
        <p:grpSpPr>
          <a:xfrm>
            <a:off x="0" y="0"/>
            <a:ext cx="4319992" cy="6858000"/>
            <a:chOff x="0" y="0"/>
            <a:chExt cx="4319992" cy="6858000"/>
          </a:xfrm>
        </p:grpSpPr>
        <p:grpSp>
          <p:nvGrpSpPr>
            <p:cNvPr id="15" name="Group 14">
              <a:extLst>
                <a:ext uri="{FF2B5EF4-FFF2-40B4-BE49-F238E27FC236}">
                  <a16:creationId xmlns:a16="http://schemas.microsoft.com/office/drawing/2014/main" id="{22D60F67-30E9-F886-ED8B-249EEAAA6ED5}"/>
                </a:ext>
                <a:ext uri="{C183D7F6-B498-43B3-948B-1728B52AA6E4}">
                  <adec:decorative xmlns:adec="http://schemas.microsoft.com/office/drawing/2017/decorative" val="1"/>
                </a:ext>
              </a:extLst>
            </p:cNvPr>
            <p:cNvGrpSpPr/>
            <p:nvPr/>
          </p:nvGrpSpPr>
          <p:grpSpPr>
            <a:xfrm>
              <a:off x="0" y="3384912"/>
              <a:ext cx="4265959" cy="3473020"/>
              <a:chOff x="1828800" y="3384912"/>
              <a:chExt cx="4265959" cy="3473020"/>
            </a:xfrm>
          </p:grpSpPr>
          <p:pic>
            <p:nvPicPr>
              <p:cNvPr id="17" name="Picture 16" descr="A close-up of a colorful spiral&#10;&#10;Description automatically generated">
                <a:extLst>
                  <a:ext uri="{FF2B5EF4-FFF2-40B4-BE49-F238E27FC236}">
                    <a16:creationId xmlns:a16="http://schemas.microsoft.com/office/drawing/2014/main" id="{C2525AD2-C126-4128-3E78-021B840345B2}"/>
                  </a:ext>
                </a:extLst>
              </p:cNvPr>
              <p:cNvPicPr>
                <a:picLocks noChangeAspect="1"/>
              </p:cNvPicPr>
              <p:nvPr/>
            </p:nvPicPr>
            <p:blipFill>
              <a:blip r:embed="rId3">
                <a:alphaModFix amt="70000"/>
              </a:blip>
              <a:srcRect l="10267" r="13378" b="10287"/>
              <a:stretch/>
            </p:blipFill>
            <p:spPr>
              <a:xfrm>
                <a:off x="1828800" y="4038532"/>
                <a:ext cx="4265959" cy="2819400"/>
              </a:xfrm>
              <a:prstGeom prst="rect">
                <a:avLst/>
              </a:prstGeom>
            </p:spPr>
          </p:pic>
          <p:sp>
            <p:nvSpPr>
              <p:cNvPr id="18" name="Rectangle 17">
                <a:extLst>
                  <a:ext uri="{FF2B5EF4-FFF2-40B4-BE49-F238E27FC236}">
                    <a16:creationId xmlns:a16="http://schemas.microsoft.com/office/drawing/2014/main" id="{23075077-CD57-1D28-C750-FA8D8A5B81E1}"/>
                  </a:ext>
                </a:extLst>
              </p:cNvPr>
              <p:cNvSpPr/>
              <p:nvPr/>
            </p:nvSpPr>
            <p:spPr bwMode="auto">
              <a:xfrm>
                <a:off x="1828800" y="3384912"/>
                <a:ext cx="4264717" cy="1464824"/>
              </a:xfrm>
              <a:prstGeom prst="rect">
                <a:avLst/>
              </a:prstGeom>
              <a:gradFill flip="none" rotWithShape="1">
                <a:gsLst>
                  <a:gs pos="0">
                    <a:srgbClr val="FFF8F3"/>
                  </a:gs>
                  <a:gs pos="97899">
                    <a:srgbClr val="FEFAF8">
                      <a:alpha val="0"/>
                    </a:srgbClr>
                  </a:gs>
                  <a:gs pos="52000">
                    <a:srgbClr val="FEFAF8">
                      <a:alpha val="50000"/>
                    </a:srgb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16" name="Rectangle 15">
              <a:extLst>
                <a:ext uri="{FF2B5EF4-FFF2-40B4-BE49-F238E27FC236}">
                  <a16:creationId xmlns:a16="http://schemas.microsoft.com/office/drawing/2014/main" id="{2EFE65EB-4F82-8126-1DDF-BF597C33A39A}"/>
                </a:ext>
                <a:ext uri="{C183D7F6-B498-43B3-948B-1728B52AA6E4}">
                  <adec:decorative xmlns:adec="http://schemas.microsoft.com/office/drawing/2017/decorative" val="1"/>
                </a:ext>
              </a:extLst>
            </p:cNvPr>
            <p:cNvSpPr/>
            <p:nvPr/>
          </p:nvSpPr>
          <p:spPr bwMode="auto">
            <a:xfrm>
              <a:off x="0" y="0"/>
              <a:ext cx="4319992"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53926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E4FDF6FC-FE63-721F-1FB8-C74EA4158457}"/>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0" name="Picture 9" descr="A colorful gradient going from darker blue on the left side to light blue to magenta to orange on the right side">
              <a:extLst>
                <a:ext uri="{FF2B5EF4-FFF2-40B4-BE49-F238E27FC236}">
                  <a16:creationId xmlns:a16="http://schemas.microsoft.com/office/drawing/2014/main" id="{FBF9CC62-B64D-CB52-B6A4-C0A30E71F4C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1" name="Group 10">
              <a:extLst>
                <a:ext uri="{FF2B5EF4-FFF2-40B4-BE49-F238E27FC236}">
                  <a16:creationId xmlns:a16="http://schemas.microsoft.com/office/drawing/2014/main" id="{744AE002-B497-E409-80B1-CD9C3447148C}"/>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38AE289D-5EC0-DEBC-D259-02271B9346D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6C0DBFAF-20D1-9824-0230-FFD33B83143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0EC88C8B-C0B9-34B2-014D-0B8DF9E64AF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9" name="Isosceles Triangle 18">
                <a:hlinkClick r:id="" action="ppaction://hlinkshowjump?jump=nextslide"/>
                <a:extLst>
                  <a:ext uri="{FF2B5EF4-FFF2-40B4-BE49-F238E27FC236}">
                    <a16:creationId xmlns:a16="http://schemas.microsoft.com/office/drawing/2014/main" id="{E9315D03-2A06-40A1-083C-B59E04147FD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 action="ppaction://noaction"/>
                <a:extLst>
                  <a:ext uri="{FF2B5EF4-FFF2-40B4-BE49-F238E27FC236}">
                    <a16:creationId xmlns:a16="http://schemas.microsoft.com/office/drawing/2014/main" id="{80B726D5-DF31-E14C-4F11-CC78EB5636F7}"/>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1287291785"/>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565958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4757206"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4757206"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749799"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 action="ppaction://noaction"/>
              <a:extLst>
                <a:ext uri="{FF2B5EF4-FFF2-40B4-BE49-F238E27FC236}">
                  <a16:creationId xmlns:a16="http://schemas.microsoft.com/office/drawing/2014/main" id="{069C0D11-739D-F151-FFE5-3C1349AA3EF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38404197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Wider 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6" name="Rectangle 5">
            <a:extLst>
              <a:ext uri="{FF2B5EF4-FFF2-40B4-BE49-F238E27FC236}">
                <a16:creationId xmlns:a16="http://schemas.microsoft.com/office/drawing/2014/main" id="{EFC373D7-4179-185C-38E4-71040A4839E9}"/>
              </a:ext>
              <a:ext uri="{C183D7F6-B498-43B3-948B-1728B52AA6E4}">
                <adec:decorative xmlns:adec="http://schemas.microsoft.com/office/drawing/2017/decorative" val="1"/>
              </a:ext>
            </a:extLst>
          </p:cNvPr>
          <p:cNvSpPr/>
          <p:nvPr userDrawn="1"/>
        </p:nvSpPr>
        <p:spPr bwMode="auto">
          <a:xfrm>
            <a:off x="0" y="0"/>
            <a:ext cx="5931226" cy="6857932"/>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565958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4757206"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4757206"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9911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 action="ppaction://noaction"/>
              <a:extLst>
                <a:ext uri="{FF2B5EF4-FFF2-40B4-BE49-F238E27FC236}">
                  <a16:creationId xmlns:a16="http://schemas.microsoft.com/office/drawing/2014/main" id="{069C0D11-739D-F151-FFE5-3C1349AA3EF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64997547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4288854"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549275" y="1271831"/>
            <a:ext cx="3566160" cy="4900363"/>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549272" y="1271765"/>
            <a:ext cx="3566160" cy="4700772"/>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4288854" y="1271765"/>
            <a:ext cx="3566160"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8028430" y="1271765"/>
            <a:ext cx="3566159"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8" name="Group 7">
            <a:extLst>
              <a:ext uri="{FF2B5EF4-FFF2-40B4-BE49-F238E27FC236}">
                <a16:creationId xmlns:a16="http://schemas.microsoft.com/office/drawing/2014/main" id="{0FEE2528-1BB5-7363-4513-60A6F5782BAB}"/>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22FEA24C-0A7C-B558-57B1-572652AC80B1}"/>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CD5FA60D-5238-AC3A-CE2A-689BB65C150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28328A33-29BD-B138-457A-C50B57DEBC8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161B9642-3B12-8075-10CD-C2397A02E4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8" name="Graphic 17" descr="Home outline">
              <a:hlinkClick r:id="" action="ppaction://noaction"/>
              <a:extLst>
                <a:ext uri="{FF2B5EF4-FFF2-40B4-BE49-F238E27FC236}">
                  <a16:creationId xmlns:a16="http://schemas.microsoft.com/office/drawing/2014/main" id="{7235C981-C5BB-F57A-2D57-69019182021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4151976748"/>
      </p:ext>
    </p:extLst>
  </p:cSld>
  <p:clrMapOvr>
    <a:masterClrMapping/>
  </p:clrMapOvr>
  <p:transition>
    <p:fade/>
  </p:transition>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sp>
        <p:nvSpPr>
          <p:cNvPr id="17" name="Text Placeholder 21">
            <a:extLst>
              <a:ext uri="{FF2B5EF4-FFF2-40B4-BE49-F238E27FC236}">
                <a16:creationId xmlns:a16="http://schemas.microsoft.com/office/drawing/2014/main" id="{3583A746-C378-E8CD-C0A9-6610C5DB699A}"/>
              </a:ext>
              <a:ext uri="{C183D7F6-B498-43B3-948B-1728B52AA6E4}">
                <adec:decorative xmlns:adec="http://schemas.microsoft.com/office/drawing/2017/decorative" val="1"/>
              </a:ext>
            </a:extLst>
          </p:cNvPr>
          <p:cNvSpPr>
            <a:spLocks noGrp="1"/>
          </p:cNvSpPr>
          <p:nvPr>
            <p:ph type="body" sz="quarter" idx="24"/>
          </p:nvPr>
        </p:nvSpPr>
        <p:spPr>
          <a:xfrm rot="2510061">
            <a:off x="11110196" y="198567"/>
            <a:ext cx="1143000" cy="553998"/>
          </a:xfrm>
        </p:spPr>
        <p:txBody>
          <a:bodyPr anchor="ctr" anchorCtr="0"/>
          <a:lstStyle>
            <a:lvl1pPr algn="ctr">
              <a:spcBef>
                <a:spcPts val="0"/>
              </a:spcBef>
              <a:buNone/>
              <a:defRPr sz="1200" spc="0" baseline="0">
                <a:solidFill>
                  <a:schemeClr val="accent4">
                    <a:lumMod val="75000"/>
                  </a:schemeClr>
                </a:solidFill>
              </a:defRPr>
            </a:lvl1pPr>
          </a:lstStyle>
          <a:p>
            <a:pPr lvl="0"/>
            <a:r>
              <a:rPr lang="en-US"/>
              <a:t>Click to edit Master text styles</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grpSp>
        <p:nvGrpSpPr>
          <p:cNvPr id="6" name="Group 5">
            <a:extLst>
              <a:ext uri="{FF2B5EF4-FFF2-40B4-BE49-F238E27FC236}">
                <a16:creationId xmlns:a16="http://schemas.microsoft.com/office/drawing/2014/main" id="{7DCCFEB3-8803-9E5E-00A5-81C945AD2607}"/>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98849B1D-025B-E189-03D2-5323EF683AC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1D8878D6-CB0B-3A66-2F4C-AA59A32E8D4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Isosceles Triangle 19">
              <a:hlinkClick r:id="" action="ppaction://hlinkshowjump?jump=previousslide"/>
              <a:extLst>
                <a:ext uri="{FF2B5EF4-FFF2-40B4-BE49-F238E27FC236}">
                  <a16:creationId xmlns:a16="http://schemas.microsoft.com/office/drawing/2014/main" id="{E2C6C14B-2EAB-40D5-0C32-72220463223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3" name="Isosceles Triangle 22">
              <a:hlinkClick r:id="" action="ppaction://hlinkshowjump?jump=nextslide"/>
              <a:extLst>
                <a:ext uri="{FF2B5EF4-FFF2-40B4-BE49-F238E27FC236}">
                  <a16:creationId xmlns:a16="http://schemas.microsoft.com/office/drawing/2014/main" id="{A20F3F2A-9E20-3D02-FC09-F012B8900AA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7" name="Graphic 26" descr="Home outline">
              <a:hlinkClick r:id="" action="ppaction://noaction"/>
              <a:extLst>
                <a:ext uri="{FF2B5EF4-FFF2-40B4-BE49-F238E27FC236}">
                  <a16:creationId xmlns:a16="http://schemas.microsoft.com/office/drawing/2014/main" id="{EAB177E0-53DF-87E7-0D89-0EBCA59B2CD9}"/>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289713622"/>
      </p:ext>
    </p:extLst>
  </p:cSld>
  <p:clrMapOvr>
    <a:masterClrMapping/>
  </p:clrMapOvr>
  <p:transition>
    <p:fade/>
  </p:transition>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grpSp>
        <p:nvGrpSpPr>
          <p:cNvPr id="6" name="Group 5">
            <a:extLst>
              <a:ext uri="{FF2B5EF4-FFF2-40B4-BE49-F238E27FC236}">
                <a16:creationId xmlns:a16="http://schemas.microsoft.com/office/drawing/2014/main" id="{8F3C7697-CAB8-6D03-D85A-CF52F14533C8}"/>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E94669DC-537B-F78C-96D4-5641D8FEE3E0}"/>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6DD653B3-9F31-836C-F3B9-C44036D2E06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741841A6-6820-357A-EF51-D6C7A6DD0EA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9E0E9690-B740-B9B7-695E-98E541EA7CA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 action="ppaction://noaction"/>
              <a:extLst>
                <a:ext uri="{FF2B5EF4-FFF2-40B4-BE49-F238E27FC236}">
                  <a16:creationId xmlns:a16="http://schemas.microsoft.com/office/drawing/2014/main" id="{16F53053-0421-304E-84F0-74E99B1047DE}"/>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294494164"/>
      </p:ext>
    </p:extLst>
  </p:cSld>
  <p:clrMapOvr>
    <a:masterClrMapping/>
  </p:clrMapOvr>
  <p:transition>
    <p:fade/>
  </p:transition>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grpSp>
        <p:nvGrpSpPr>
          <p:cNvPr id="2" name="Group 1">
            <a:extLst>
              <a:ext uri="{FF2B5EF4-FFF2-40B4-BE49-F238E27FC236}">
                <a16:creationId xmlns:a16="http://schemas.microsoft.com/office/drawing/2014/main" id="{6B98FA9D-2722-64B3-A67C-3956847A818F}"/>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BDFC5C30-A2C1-FA72-8D95-768D20C8ECE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B5D69A67-BC18-4D8D-5561-3D9C3687CAB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02ECE903-EDE6-4A07-8078-631B217F3BD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0ABC013A-C1E7-EA6B-E6D7-1525562C70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noaction"/>
              <a:extLst>
                <a:ext uri="{FF2B5EF4-FFF2-40B4-BE49-F238E27FC236}">
                  <a16:creationId xmlns:a16="http://schemas.microsoft.com/office/drawing/2014/main" id="{855011F9-65AA-93FC-FDB7-0F9A77A98AA6}"/>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7881336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grpSp>
        <p:nvGrpSpPr>
          <p:cNvPr id="2" name="Group 1">
            <a:extLst>
              <a:ext uri="{FF2B5EF4-FFF2-40B4-BE49-F238E27FC236}">
                <a16:creationId xmlns:a16="http://schemas.microsoft.com/office/drawing/2014/main" id="{B1AF7C46-4C48-5E56-C65C-B99CB562A824}"/>
              </a:ext>
            </a:extLst>
          </p:cNvPr>
          <p:cNvGrpSpPr/>
          <p:nvPr userDrawn="1"/>
        </p:nvGrpSpPr>
        <p:grpSpPr>
          <a:xfrm>
            <a:off x="10794205" y="6423682"/>
            <a:ext cx="1397795" cy="434250"/>
            <a:chOff x="10794205" y="6423682"/>
            <a:chExt cx="1397795" cy="434250"/>
          </a:xfrm>
        </p:grpSpPr>
        <p:sp>
          <p:nvSpPr>
            <p:cNvPr id="5" name="Rectangle: Single Corner Rounded 4">
              <a:extLst>
                <a:ext uri="{FF2B5EF4-FFF2-40B4-BE49-F238E27FC236}">
                  <a16:creationId xmlns:a16="http://schemas.microsoft.com/office/drawing/2014/main" id="{5432491E-C95F-1A54-F370-2A1EC81FA67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A22E58E0-A03C-B430-7CDA-D9DDDE1890F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A58F4921-BB30-4C99-A991-3E1DCB376C9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DC8086D9-2AA0-9D47-DFF6-3D8E833BEAD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26675508-58A1-5E1A-B662-F4E0665E2313}"/>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40398686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grpSp>
        <p:nvGrpSpPr>
          <p:cNvPr id="4" name="Group 3">
            <a:extLst>
              <a:ext uri="{FF2B5EF4-FFF2-40B4-BE49-F238E27FC236}">
                <a16:creationId xmlns:a16="http://schemas.microsoft.com/office/drawing/2014/main" id="{7D55BD55-CED9-85BB-BED0-6B98170D71AB}"/>
              </a:ext>
            </a:extLst>
          </p:cNvPr>
          <p:cNvGrpSpPr/>
          <p:nvPr userDrawn="1"/>
        </p:nvGrpSpPr>
        <p:grpSpPr>
          <a:xfrm>
            <a:off x="10794205" y="6423682"/>
            <a:ext cx="1397795" cy="434250"/>
            <a:chOff x="10794205" y="6423682"/>
            <a:chExt cx="1397795" cy="434250"/>
          </a:xfrm>
        </p:grpSpPr>
        <p:sp>
          <p:nvSpPr>
            <p:cNvPr id="5" name="Rectangle: Single Corner Rounded 4">
              <a:extLst>
                <a:ext uri="{FF2B5EF4-FFF2-40B4-BE49-F238E27FC236}">
                  <a16:creationId xmlns:a16="http://schemas.microsoft.com/office/drawing/2014/main" id="{009675A9-11DA-8015-8DA8-699F0C8DD6A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43D3483D-8DC4-B6F9-F5CA-F4F1188C06CA}"/>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BE896C35-C98F-2C39-3892-A8A614E06DE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280FEB2B-9BC5-38D8-22FD-DFFAC8432A6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noaction"/>
              <a:extLst>
                <a:ext uri="{FF2B5EF4-FFF2-40B4-BE49-F238E27FC236}">
                  <a16:creationId xmlns:a16="http://schemas.microsoft.com/office/drawing/2014/main" id="{3E7AFECC-0E70-F198-D674-D561BBD33006}"/>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81222615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grpSp>
        <p:nvGrpSpPr>
          <p:cNvPr id="4" name="Group 3">
            <a:extLst>
              <a:ext uri="{FF2B5EF4-FFF2-40B4-BE49-F238E27FC236}">
                <a16:creationId xmlns:a16="http://schemas.microsoft.com/office/drawing/2014/main" id="{C573C28D-7375-683E-C1EB-E713EBE34A71}"/>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9EE54193-EC3E-15AB-4E98-CBA593A684F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253107B4-59A1-177D-4CE9-419A06769FB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C7CA0399-26A5-9860-F647-A58AD17EA5D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52E846BC-D6D6-7B18-FD08-9FC19954808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AF52B4F7-4C2C-196B-4D7A-97C4F5AC5962}"/>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67630768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grpSp>
        <p:nvGrpSpPr>
          <p:cNvPr id="4" name="Group 3">
            <a:extLst>
              <a:ext uri="{FF2B5EF4-FFF2-40B4-BE49-F238E27FC236}">
                <a16:creationId xmlns:a16="http://schemas.microsoft.com/office/drawing/2014/main" id="{841F68C3-3B0C-8671-69AE-97EA901CC684}"/>
              </a:ext>
            </a:extLst>
          </p:cNvPr>
          <p:cNvGrpSpPr/>
          <p:nvPr userDrawn="1"/>
        </p:nvGrpSpPr>
        <p:grpSpPr>
          <a:xfrm>
            <a:off x="10794205" y="6423682"/>
            <a:ext cx="1397795" cy="434250"/>
            <a:chOff x="10794205" y="6423682"/>
            <a:chExt cx="1397795" cy="434250"/>
          </a:xfrm>
        </p:grpSpPr>
        <p:sp>
          <p:nvSpPr>
            <p:cNvPr id="5" name="Rectangle: Single Corner Rounded 4">
              <a:extLst>
                <a:ext uri="{FF2B5EF4-FFF2-40B4-BE49-F238E27FC236}">
                  <a16:creationId xmlns:a16="http://schemas.microsoft.com/office/drawing/2014/main" id="{A58AADBC-33BB-E7A5-7BA7-EB9B9EACF52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7E65EA2E-6A78-9186-949E-05D477E79D9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38215585-E721-6D57-6424-07CC97A3C7D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92BB9F12-25D4-56EC-1E06-B445C2A1B8F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AFF0E928-9C31-EE00-0156-AAE0ED8020C8}"/>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00449119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8726F65A-D060-8FE1-E70D-BBA747C70420}"/>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45EC8750-97F8-8C3E-C09C-E714A3A8ED6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6ECD626B-A457-0252-D54B-3174FC7CA20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277ADC5D-8B15-49F7-E487-57A8DD5D161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7586A5DA-7DF5-B0CC-BC6C-01980892B66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8878EE6C-002B-D27E-E3FD-12B679DEA76E}"/>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79866979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F42DF81B-6DFA-9E68-78A8-C8D84F547FB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5CA15A49-8B6C-CAF3-A86D-9FDC1EE3118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716123F8-242B-58C3-BA67-7A93F2CE4EB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812AD813-E6CE-4FD1-DCCE-8A00E163AD7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53462077-C4CE-E234-A566-647233336B9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58491F32-17FA-CB07-2F20-E0C3B4941DE4}"/>
                </a:ext>
              </a:extLst>
            </p:cNvPr>
            <p:cNvPicPr>
              <a:picLocks noChangeAspect="1"/>
            </p:cNvPicPr>
            <p:nvPr userDrawn="1"/>
          </p:nvPicPr>
          <p:blipFill>
            <a:blip r:embed="rId7">
              <a:extLst>
                <a:ext uri="{96DAC541-7B7A-43D3-8B79-37D633B846F1}">
                  <asvg:svgBlip xmlns:asvg="http://schemas.microsoft.com/office/drawing/2016/SVG/main" r:embed="rId8"/>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8564515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grpSp>
        <p:nvGrpSpPr>
          <p:cNvPr id="4" name="Group 3">
            <a:extLst>
              <a:ext uri="{FF2B5EF4-FFF2-40B4-BE49-F238E27FC236}">
                <a16:creationId xmlns:a16="http://schemas.microsoft.com/office/drawing/2014/main" id="{F8ACE2BE-0586-226C-B7C9-D56051AC8412}"/>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4EE000B4-2CCE-DDC1-78A8-C22175D439D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930710F3-A181-5726-05BC-050F2D8AED7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0BEC8F0D-4D2F-ACAB-B48B-E898316BD65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A874516B-2329-9CE4-48CB-0DC54745889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A82D3B8C-E6D8-1D81-26D6-40E312F51292}"/>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304916059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841234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Tree>
    <p:extLst>
      <p:ext uri="{BB962C8B-B14F-4D97-AF65-F5344CB8AC3E}">
        <p14:creationId xmlns:p14="http://schemas.microsoft.com/office/powerpoint/2010/main" val="41833116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130487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173557089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284478029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710468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1807726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9527715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5740407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89122382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61979999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98806602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345472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73772488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2718900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Tree>
    <p:extLst>
      <p:ext uri="{BB962C8B-B14F-4D97-AF65-F5344CB8AC3E}">
        <p14:creationId xmlns:p14="http://schemas.microsoft.com/office/powerpoint/2010/main" val="32897027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197C6A1-3C1C-4308-9B66-830E865118FC}"/>
              </a:ext>
            </a:extLst>
          </p:cNvPr>
          <p:cNvSpPr/>
          <p:nvPr userDrawn="1"/>
        </p:nvSpPr>
        <p:spPr bwMode="auto">
          <a:xfrm>
            <a:off x="0" y="0"/>
            <a:ext cx="12188952" cy="6858000"/>
          </a:xfrm>
          <a:prstGeom prst="rect">
            <a:avLst/>
          </a:prstGeom>
          <a:solidFill>
            <a:srgbClr val="EDEB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a:extLst>
              <a:ext uri="{FF2B5EF4-FFF2-40B4-BE49-F238E27FC236}">
                <a16:creationId xmlns:a16="http://schemas.microsoft.com/office/drawing/2014/main" id="{8A6D6908-F16D-6214-2591-6BDE162F04F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527798" y="2641892"/>
            <a:ext cx="5664201" cy="4216108"/>
          </a:xfrm>
          <a:prstGeom prst="rect">
            <a:avLst/>
          </a:prstGeom>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3150414"/>
            <a:ext cx="3182027" cy="553998"/>
          </a:xfrm>
        </p:spPr>
        <p:txBody>
          <a:bodyPr anchor="ctr"/>
          <a:lstStyle>
            <a:lvl1pPr algn="l" defTabSz="932742" rtl="0" eaLnBrk="1" latinLnBrk="0" hangingPunct="1">
              <a:lnSpc>
                <a:spcPct val="100000"/>
              </a:lnSpc>
              <a:spcBef>
                <a:spcPct val="0"/>
              </a:spcBef>
              <a:buNone/>
              <a:defRPr lang="en-US" sz="3600" b="0" kern="1200" cap="none" spc="-50" baseline="0" dirty="0">
                <a:ln w="3175">
                  <a:noFill/>
                </a:ln>
                <a:gradFill>
                  <a:gsLst>
                    <a:gs pos="0">
                      <a:srgbClr val="FFFFFF"/>
                    </a:gs>
                    <a:gs pos="0">
                      <a:srgbClr val="C03BC3"/>
                    </a:gs>
                    <a:gs pos="98000">
                      <a:srgbClr val="DD4A84"/>
                    </a:gs>
                  </a:gsLst>
                  <a:lin ang="0" scaled="1"/>
                </a:gradFill>
                <a:effectLst/>
                <a:latin typeface="+mj-lt"/>
                <a:ea typeface="+mn-ea"/>
                <a:cs typeface="Segoe Sans Display" pitchFamily="2" charset="0"/>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sp>
        <p:nvSpPr>
          <p:cNvPr id="4" name="Slide Number Placeholder 7">
            <a:extLst>
              <a:ext uri="{FF2B5EF4-FFF2-40B4-BE49-F238E27FC236}">
                <a16:creationId xmlns:a16="http://schemas.microsoft.com/office/drawing/2014/main" id="{CEEF42C4-B062-EB3B-0A5E-6CE4BB2B5F56}"/>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spTree>
    <p:extLst>
      <p:ext uri="{BB962C8B-B14F-4D97-AF65-F5344CB8AC3E}">
        <p14:creationId xmlns:p14="http://schemas.microsoft.com/office/powerpoint/2010/main" val="378110911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23066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3038046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3034656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1292299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pic>
        <p:nvPicPr>
          <p:cNvPr id="6" name="Picture 5" descr="A close up of a computer&#10;&#10;Description automatically generated">
            <a:extLst>
              <a:ext uri="{FF2B5EF4-FFF2-40B4-BE49-F238E27FC236}">
                <a16:creationId xmlns:a16="http://schemas.microsoft.com/office/drawing/2014/main" id="{F2573D67-F967-CAB5-BC9C-C0C34AE9FA6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8">
            <a:extLst>
              <a:ext uri="{FF2B5EF4-FFF2-40B4-BE49-F238E27FC236}">
                <a16:creationId xmlns:a16="http://schemas.microsoft.com/office/drawing/2014/main" id="{CE2AA156-895A-92B1-34CD-015BBFA5A20E}"/>
              </a:ext>
            </a:extLst>
          </p:cNvPr>
          <p:cNvSpPr>
            <a:spLocks noGrp="1"/>
          </p:cNvSpPr>
          <p:nvPr>
            <p:ph type="title"/>
          </p:nvPr>
        </p:nvSpPr>
        <p:spPr>
          <a:xfrm>
            <a:off x="586740" y="2343044"/>
            <a:ext cx="11018520" cy="738664"/>
          </a:xfrm>
        </p:spPr>
        <p:txBody>
          <a:bodyPr/>
          <a:lstStyle>
            <a:lvl1pPr algn="ctr">
              <a:defRPr sz="4800">
                <a:gradFill>
                  <a:gsLst>
                    <a:gs pos="0">
                      <a:srgbClr val="FFFFFF"/>
                    </a:gs>
                    <a:gs pos="0">
                      <a:srgbClr val="C03BC3"/>
                    </a:gs>
                    <a:gs pos="98000">
                      <a:srgbClr val="DD4A84"/>
                    </a:gs>
                  </a:gsLst>
                  <a:lin ang="0" scaled="1"/>
                </a:gradFill>
                <a:latin typeface="+mj-lt"/>
              </a:defRPr>
            </a:lvl1pPr>
          </a:lstStyle>
          <a:p>
            <a:r>
              <a:rPr lang="en-US"/>
              <a:t>Click to edit Master title style</a:t>
            </a:r>
          </a:p>
        </p:txBody>
      </p:sp>
      <p:sp>
        <p:nvSpPr>
          <p:cNvPr id="49" name="Rectangle: Single Corner Rounded 48">
            <a:extLst>
              <a:ext uri="{FF2B5EF4-FFF2-40B4-BE49-F238E27FC236}">
                <a16:creationId xmlns:a16="http://schemas.microsoft.com/office/drawing/2014/main" id="{2D20207B-879D-9168-9F12-9DF6283DE04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34" name="Straight Connector 33">
            <a:extLst>
              <a:ext uri="{FF2B5EF4-FFF2-40B4-BE49-F238E27FC236}">
                <a16:creationId xmlns:a16="http://schemas.microsoft.com/office/drawing/2014/main" id="{DDE1DE7A-370A-D238-3A17-891D8007B4F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Isosceles Triangle 50">
            <a:hlinkClick r:id="" action="ppaction://hlinkshowjump?jump=previousslide"/>
            <a:extLst>
              <a:ext uri="{FF2B5EF4-FFF2-40B4-BE49-F238E27FC236}">
                <a16:creationId xmlns:a16="http://schemas.microsoft.com/office/drawing/2014/main" id="{5B39F164-5110-9590-0AAB-B2A5427D3C59}"/>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3" name="Isosceles Triangle 52">
            <a:hlinkClick r:id="" action="ppaction://hlinkshowjump?jump=nextslide"/>
            <a:extLst>
              <a:ext uri="{FF2B5EF4-FFF2-40B4-BE49-F238E27FC236}">
                <a16:creationId xmlns:a16="http://schemas.microsoft.com/office/drawing/2014/main" id="{58D4E3E9-1F52-736A-4103-80DC3219DC7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5" name="Graphic 54" descr="Home outline">
            <a:hlinkClick r:id="" action="ppaction://noaction"/>
            <a:extLst>
              <a:ext uri="{FF2B5EF4-FFF2-40B4-BE49-F238E27FC236}">
                <a16:creationId xmlns:a16="http://schemas.microsoft.com/office/drawing/2014/main" id="{8FBB6B87-0EC7-0F13-A68B-BB9CC43F3B8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
        <p:nvSpPr>
          <p:cNvPr id="2" name="Slide Number Placeholder 7">
            <a:extLst>
              <a:ext uri="{FF2B5EF4-FFF2-40B4-BE49-F238E27FC236}">
                <a16:creationId xmlns:a16="http://schemas.microsoft.com/office/drawing/2014/main" id="{4667A4C1-DA09-F78D-89A6-39E0D02903A5}"/>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spTree>
    <p:extLst>
      <p:ext uri="{BB962C8B-B14F-4D97-AF65-F5344CB8AC3E}">
        <p14:creationId xmlns:p14="http://schemas.microsoft.com/office/powerpoint/2010/main" val="4520235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2089279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5512598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62365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13426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012210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641911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76756732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98300034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3851229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41400504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00600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98139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85531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33422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053476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58283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1770084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72079018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5746217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265288680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1549341008"/>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75983586"/>
      </p:ext>
    </p:extLst>
  </p:cSld>
  <p:clrMapOvr>
    <a:masterClrMapping/>
  </p:clrMapOvr>
  <p:transition>
    <p:fade/>
  </p:transition>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3803601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2242734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2355557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5905892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7555915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37222517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32512642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13665717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10816126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p:cSld name="1_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2251708070"/>
      </p:ext>
    </p:extLst>
  </p:cSld>
  <p:clrMapOvr>
    <a:masterClrMapping/>
  </p:clrMapOvr>
  <p:transition>
    <p:fade/>
  </p:transition>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p:cSld name="2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2743200"/>
            <a:ext cx="4749800" cy="35258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1381746945"/>
      </p:ext>
    </p:extLst>
  </p:cSld>
  <p:clrMapOvr>
    <a:masterClrMapping/>
  </p:clrMapOvr>
  <p:transition>
    <p:fade/>
  </p:transition>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p:cSld name="1_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hidden="1">
            <a:extLst>
              <a:ext uri="{FF2B5EF4-FFF2-40B4-BE49-F238E27FC236}">
                <a16:creationId xmlns:a16="http://schemas.microsoft.com/office/drawing/2014/main" id="{4E2E619B-2D74-9B55-98E1-9E6126DE0DB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Tree>
    <p:extLst>
      <p:ext uri="{BB962C8B-B14F-4D97-AF65-F5344CB8AC3E}">
        <p14:creationId xmlns:p14="http://schemas.microsoft.com/office/powerpoint/2010/main" val="1010362422"/>
      </p:ext>
    </p:extLst>
  </p:cSld>
  <p:clrMapOvr>
    <a:masterClrMapping/>
  </p:clrMapOvr>
  <p:transition>
    <p:fade/>
  </p:transition>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1_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23203283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1_Square Photo Graphic 4">
    <p:bg>
      <p:bgPr>
        <a:solidFill>
          <a:srgbClr val="FFF8F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8AEFBE-EE1F-0FBF-5C84-1DF6EC1777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32452272"/>
      </p:ext>
    </p:extLst>
  </p:cSld>
  <p:clrMapOvr>
    <a:masterClrMapping/>
  </p:clrMapOvr>
  <p:transition>
    <p:fade/>
  </p:transition>
</p:sldLayout>
</file>

<file path=ppt/slideLayouts/slideLayout386.xml><?xml version="1.0" encoding="utf-8"?>
<p:sldLayout xmlns:a="http://schemas.openxmlformats.org/drawingml/2006/main" xmlns:r="http://schemas.openxmlformats.org/officeDocument/2006/relationships" xmlns:p="http://schemas.openxmlformats.org/presentationml/2006/main" showMasterSp="0" preserve="1">
  <p:cSld name="Black Notes slide Layout">
    <p:bg bwMode="gray">
      <p:bgPr>
        <a:solidFill>
          <a:schemeClr val="bg2"/>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286587735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2.xml"/><Relationship Id="rId21" Type="http://schemas.openxmlformats.org/officeDocument/2006/relationships/slideLayout" Target="../slideLayouts/slideLayout37.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63" Type="http://schemas.openxmlformats.org/officeDocument/2006/relationships/slideLayout" Target="../slideLayouts/slideLayout79.xml"/><Relationship Id="rId68" Type="http://schemas.openxmlformats.org/officeDocument/2006/relationships/slideLayout" Target="../slideLayouts/slideLayout84.xml"/><Relationship Id="rId16" Type="http://schemas.openxmlformats.org/officeDocument/2006/relationships/slideLayout" Target="../slideLayouts/slideLayout32.xml"/><Relationship Id="rId11" Type="http://schemas.openxmlformats.org/officeDocument/2006/relationships/slideLayout" Target="../slideLayouts/slideLayout27.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53" Type="http://schemas.openxmlformats.org/officeDocument/2006/relationships/slideLayout" Target="../slideLayouts/slideLayout69.xml"/><Relationship Id="rId58" Type="http://schemas.openxmlformats.org/officeDocument/2006/relationships/slideLayout" Target="../slideLayouts/slideLayout74.xml"/><Relationship Id="rId74" Type="http://schemas.openxmlformats.org/officeDocument/2006/relationships/slideLayout" Target="../slideLayouts/slideLayout90.xml"/><Relationship Id="rId79" Type="http://schemas.openxmlformats.org/officeDocument/2006/relationships/slideLayout" Target="../slideLayouts/slideLayout95.xml"/><Relationship Id="rId5" Type="http://schemas.openxmlformats.org/officeDocument/2006/relationships/slideLayout" Target="../slideLayouts/slideLayout21.xml"/><Relationship Id="rId61" Type="http://schemas.openxmlformats.org/officeDocument/2006/relationships/slideLayout" Target="../slideLayouts/slideLayout77.xml"/><Relationship Id="rId19" Type="http://schemas.openxmlformats.org/officeDocument/2006/relationships/slideLayout" Target="../slideLayouts/slideLayout3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slideLayout" Target="../slideLayouts/slideLayout64.xml"/><Relationship Id="rId56" Type="http://schemas.openxmlformats.org/officeDocument/2006/relationships/slideLayout" Target="../slideLayouts/slideLayout72.xml"/><Relationship Id="rId64" Type="http://schemas.openxmlformats.org/officeDocument/2006/relationships/slideLayout" Target="../slideLayouts/slideLayout80.xml"/><Relationship Id="rId69" Type="http://schemas.openxmlformats.org/officeDocument/2006/relationships/slideLayout" Target="../slideLayouts/slideLayout85.xml"/><Relationship Id="rId77" Type="http://schemas.openxmlformats.org/officeDocument/2006/relationships/slideLayout" Target="../slideLayouts/slideLayout93.xml"/><Relationship Id="rId8" Type="http://schemas.openxmlformats.org/officeDocument/2006/relationships/slideLayout" Target="../slideLayouts/slideLayout24.xml"/><Relationship Id="rId51" Type="http://schemas.openxmlformats.org/officeDocument/2006/relationships/slideLayout" Target="../slideLayouts/slideLayout67.xml"/><Relationship Id="rId72" Type="http://schemas.openxmlformats.org/officeDocument/2006/relationships/slideLayout" Target="../slideLayouts/slideLayout88.xml"/><Relationship Id="rId80" Type="http://schemas.openxmlformats.org/officeDocument/2006/relationships/slideLayout" Target="../slideLayouts/slideLayout96.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59" Type="http://schemas.openxmlformats.org/officeDocument/2006/relationships/slideLayout" Target="../slideLayouts/slideLayout75.xml"/><Relationship Id="rId67" Type="http://schemas.openxmlformats.org/officeDocument/2006/relationships/slideLayout" Target="../slideLayouts/slideLayout83.xml"/><Relationship Id="rId20" Type="http://schemas.openxmlformats.org/officeDocument/2006/relationships/slideLayout" Target="../slideLayouts/slideLayout36.xml"/><Relationship Id="rId41" Type="http://schemas.openxmlformats.org/officeDocument/2006/relationships/slideLayout" Target="../slideLayouts/slideLayout57.xml"/><Relationship Id="rId54" Type="http://schemas.openxmlformats.org/officeDocument/2006/relationships/slideLayout" Target="../slideLayouts/slideLayout70.xml"/><Relationship Id="rId62" Type="http://schemas.openxmlformats.org/officeDocument/2006/relationships/slideLayout" Target="../slideLayouts/slideLayout78.xml"/><Relationship Id="rId70" Type="http://schemas.openxmlformats.org/officeDocument/2006/relationships/slideLayout" Target="../slideLayouts/slideLayout86.xml"/><Relationship Id="rId75" Type="http://schemas.openxmlformats.org/officeDocument/2006/relationships/slideLayout" Target="../slideLayouts/slideLayout91.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49" Type="http://schemas.openxmlformats.org/officeDocument/2006/relationships/slideLayout" Target="../slideLayouts/slideLayout65.xml"/><Relationship Id="rId57" Type="http://schemas.openxmlformats.org/officeDocument/2006/relationships/slideLayout" Target="../slideLayouts/slideLayout73.xml"/><Relationship Id="rId10" Type="http://schemas.openxmlformats.org/officeDocument/2006/relationships/slideLayout" Target="../slideLayouts/slideLayout26.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52" Type="http://schemas.openxmlformats.org/officeDocument/2006/relationships/slideLayout" Target="../slideLayouts/slideLayout68.xml"/><Relationship Id="rId60" Type="http://schemas.openxmlformats.org/officeDocument/2006/relationships/slideLayout" Target="../slideLayouts/slideLayout76.xml"/><Relationship Id="rId65" Type="http://schemas.openxmlformats.org/officeDocument/2006/relationships/slideLayout" Target="../slideLayouts/slideLayout81.xml"/><Relationship Id="rId73" Type="http://schemas.openxmlformats.org/officeDocument/2006/relationships/slideLayout" Target="../slideLayouts/slideLayout89.xml"/><Relationship Id="rId78" Type="http://schemas.openxmlformats.org/officeDocument/2006/relationships/slideLayout" Target="../slideLayouts/slideLayout94.xml"/><Relationship Id="rId81" Type="http://schemas.openxmlformats.org/officeDocument/2006/relationships/theme" Target="../theme/theme2.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9" Type="http://schemas.openxmlformats.org/officeDocument/2006/relationships/slideLayout" Target="../slideLayouts/slideLayout55.xml"/><Relationship Id="rId34" Type="http://schemas.openxmlformats.org/officeDocument/2006/relationships/slideLayout" Target="../slideLayouts/slideLayout50.xml"/><Relationship Id="rId50" Type="http://schemas.openxmlformats.org/officeDocument/2006/relationships/slideLayout" Target="../slideLayouts/slideLayout66.xml"/><Relationship Id="rId55" Type="http://schemas.openxmlformats.org/officeDocument/2006/relationships/slideLayout" Target="../slideLayouts/slideLayout71.xml"/><Relationship Id="rId76" Type="http://schemas.openxmlformats.org/officeDocument/2006/relationships/slideLayout" Target="../slideLayouts/slideLayout92.xml"/><Relationship Id="rId7" Type="http://schemas.openxmlformats.org/officeDocument/2006/relationships/slideLayout" Target="../slideLayouts/slideLayout23.xml"/><Relationship Id="rId71" Type="http://schemas.openxmlformats.org/officeDocument/2006/relationships/slideLayout" Target="../slideLayouts/slideLayout87.xml"/><Relationship Id="rId2" Type="http://schemas.openxmlformats.org/officeDocument/2006/relationships/slideLayout" Target="../slideLayouts/slideLayout18.xml"/><Relationship Id="rId29" Type="http://schemas.openxmlformats.org/officeDocument/2006/relationships/slideLayout" Target="../slideLayouts/slideLayout45.xml"/><Relationship Id="rId24" Type="http://schemas.openxmlformats.org/officeDocument/2006/relationships/slideLayout" Target="../slideLayouts/slideLayout40.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66" Type="http://schemas.openxmlformats.org/officeDocument/2006/relationships/slideLayout" Target="../slideLayouts/slideLayout82.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22.xml"/><Relationship Id="rId21" Type="http://schemas.openxmlformats.org/officeDocument/2006/relationships/slideLayout" Target="../slideLayouts/slideLayout117.xml"/><Relationship Id="rId42" Type="http://schemas.openxmlformats.org/officeDocument/2006/relationships/slideLayout" Target="../slideLayouts/slideLayout138.xml"/><Relationship Id="rId47" Type="http://schemas.openxmlformats.org/officeDocument/2006/relationships/slideLayout" Target="../slideLayouts/slideLayout143.xml"/><Relationship Id="rId63" Type="http://schemas.openxmlformats.org/officeDocument/2006/relationships/slideLayout" Target="../slideLayouts/slideLayout159.xml"/><Relationship Id="rId68" Type="http://schemas.openxmlformats.org/officeDocument/2006/relationships/slideLayout" Target="../slideLayouts/slideLayout164.xml"/><Relationship Id="rId84" Type="http://schemas.openxmlformats.org/officeDocument/2006/relationships/slideLayout" Target="../slideLayouts/slideLayout180.xml"/><Relationship Id="rId89" Type="http://schemas.openxmlformats.org/officeDocument/2006/relationships/slideLayout" Target="../slideLayouts/slideLayout185.xml"/><Relationship Id="rId16" Type="http://schemas.openxmlformats.org/officeDocument/2006/relationships/slideLayout" Target="../slideLayouts/slideLayout112.xml"/><Relationship Id="rId11" Type="http://schemas.openxmlformats.org/officeDocument/2006/relationships/slideLayout" Target="../slideLayouts/slideLayout107.xml"/><Relationship Id="rId32" Type="http://schemas.openxmlformats.org/officeDocument/2006/relationships/slideLayout" Target="../slideLayouts/slideLayout128.xml"/><Relationship Id="rId37" Type="http://schemas.openxmlformats.org/officeDocument/2006/relationships/slideLayout" Target="../slideLayouts/slideLayout133.xml"/><Relationship Id="rId53" Type="http://schemas.openxmlformats.org/officeDocument/2006/relationships/slideLayout" Target="../slideLayouts/slideLayout149.xml"/><Relationship Id="rId58" Type="http://schemas.openxmlformats.org/officeDocument/2006/relationships/slideLayout" Target="../slideLayouts/slideLayout154.xml"/><Relationship Id="rId74" Type="http://schemas.openxmlformats.org/officeDocument/2006/relationships/slideLayout" Target="../slideLayouts/slideLayout170.xml"/><Relationship Id="rId79" Type="http://schemas.openxmlformats.org/officeDocument/2006/relationships/slideLayout" Target="../slideLayouts/slideLayout175.xml"/><Relationship Id="rId5" Type="http://schemas.openxmlformats.org/officeDocument/2006/relationships/slideLayout" Target="../slideLayouts/slideLayout101.xml"/><Relationship Id="rId90" Type="http://schemas.openxmlformats.org/officeDocument/2006/relationships/slideLayout" Target="../slideLayouts/slideLayout186.xml"/><Relationship Id="rId95" Type="http://schemas.openxmlformats.org/officeDocument/2006/relationships/slideLayout" Target="../slideLayouts/slideLayout191.xml"/><Relationship Id="rId22" Type="http://schemas.openxmlformats.org/officeDocument/2006/relationships/slideLayout" Target="../slideLayouts/slideLayout118.xml"/><Relationship Id="rId27" Type="http://schemas.openxmlformats.org/officeDocument/2006/relationships/slideLayout" Target="../slideLayouts/slideLayout123.xml"/><Relationship Id="rId43" Type="http://schemas.openxmlformats.org/officeDocument/2006/relationships/slideLayout" Target="../slideLayouts/slideLayout139.xml"/><Relationship Id="rId48" Type="http://schemas.openxmlformats.org/officeDocument/2006/relationships/slideLayout" Target="../slideLayouts/slideLayout144.xml"/><Relationship Id="rId64" Type="http://schemas.openxmlformats.org/officeDocument/2006/relationships/slideLayout" Target="../slideLayouts/slideLayout160.xml"/><Relationship Id="rId69" Type="http://schemas.openxmlformats.org/officeDocument/2006/relationships/slideLayout" Target="../slideLayouts/slideLayout165.xml"/><Relationship Id="rId80" Type="http://schemas.openxmlformats.org/officeDocument/2006/relationships/slideLayout" Target="../slideLayouts/slideLayout176.xml"/><Relationship Id="rId85" Type="http://schemas.openxmlformats.org/officeDocument/2006/relationships/slideLayout" Target="../slideLayouts/slideLayout181.xml"/><Relationship Id="rId3" Type="http://schemas.openxmlformats.org/officeDocument/2006/relationships/slideLayout" Target="../slideLayouts/slideLayout99.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5" Type="http://schemas.openxmlformats.org/officeDocument/2006/relationships/slideLayout" Target="../slideLayouts/slideLayout121.xml"/><Relationship Id="rId33" Type="http://schemas.openxmlformats.org/officeDocument/2006/relationships/slideLayout" Target="../slideLayouts/slideLayout129.xml"/><Relationship Id="rId38" Type="http://schemas.openxmlformats.org/officeDocument/2006/relationships/slideLayout" Target="../slideLayouts/slideLayout134.xml"/><Relationship Id="rId46" Type="http://schemas.openxmlformats.org/officeDocument/2006/relationships/slideLayout" Target="../slideLayouts/slideLayout142.xml"/><Relationship Id="rId59" Type="http://schemas.openxmlformats.org/officeDocument/2006/relationships/slideLayout" Target="../slideLayouts/slideLayout155.xml"/><Relationship Id="rId67" Type="http://schemas.openxmlformats.org/officeDocument/2006/relationships/slideLayout" Target="../slideLayouts/slideLayout163.xml"/><Relationship Id="rId20" Type="http://schemas.openxmlformats.org/officeDocument/2006/relationships/slideLayout" Target="../slideLayouts/slideLayout116.xml"/><Relationship Id="rId41" Type="http://schemas.openxmlformats.org/officeDocument/2006/relationships/slideLayout" Target="../slideLayouts/slideLayout137.xml"/><Relationship Id="rId54" Type="http://schemas.openxmlformats.org/officeDocument/2006/relationships/slideLayout" Target="../slideLayouts/slideLayout150.xml"/><Relationship Id="rId62" Type="http://schemas.openxmlformats.org/officeDocument/2006/relationships/slideLayout" Target="../slideLayouts/slideLayout158.xml"/><Relationship Id="rId70" Type="http://schemas.openxmlformats.org/officeDocument/2006/relationships/slideLayout" Target="../slideLayouts/slideLayout166.xml"/><Relationship Id="rId75" Type="http://schemas.openxmlformats.org/officeDocument/2006/relationships/slideLayout" Target="../slideLayouts/slideLayout171.xml"/><Relationship Id="rId83" Type="http://schemas.openxmlformats.org/officeDocument/2006/relationships/slideLayout" Target="../slideLayouts/slideLayout179.xml"/><Relationship Id="rId88" Type="http://schemas.openxmlformats.org/officeDocument/2006/relationships/slideLayout" Target="../slideLayouts/slideLayout184.xml"/><Relationship Id="rId91" Type="http://schemas.openxmlformats.org/officeDocument/2006/relationships/slideLayout" Target="../slideLayouts/slideLayout187.xml"/><Relationship Id="rId96" Type="http://schemas.openxmlformats.org/officeDocument/2006/relationships/slideLayout" Target="../slideLayouts/slideLayout192.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5" Type="http://schemas.openxmlformats.org/officeDocument/2006/relationships/slideLayout" Target="../slideLayouts/slideLayout111.xml"/><Relationship Id="rId23" Type="http://schemas.openxmlformats.org/officeDocument/2006/relationships/slideLayout" Target="../slideLayouts/slideLayout119.xml"/><Relationship Id="rId28" Type="http://schemas.openxmlformats.org/officeDocument/2006/relationships/slideLayout" Target="../slideLayouts/slideLayout124.xml"/><Relationship Id="rId36" Type="http://schemas.openxmlformats.org/officeDocument/2006/relationships/slideLayout" Target="../slideLayouts/slideLayout132.xml"/><Relationship Id="rId49" Type="http://schemas.openxmlformats.org/officeDocument/2006/relationships/slideLayout" Target="../slideLayouts/slideLayout145.xml"/><Relationship Id="rId57" Type="http://schemas.openxmlformats.org/officeDocument/2006/relationships/slideLayout" Target="../slideLayouts/slideLayout153.xml"/><Relationship Id="rId10" Type="http://schemas.openxmlformats.org/officeDocument/2006/relationships/slideLayout" Target="../slideLayouts/slideLayout106.xml"/><Relationship Id="rId31" Type="http://schemas.openxmlformats.org/officeDocument/2006/relationships/slideLayout" Target="../slideLayouts/slideLayout127.xml"/><Relationship Id="rId44" Type="http://schemas.openxmlformats.org/officeDocument/2006/relationships/slideLayout" Target="../slideLayouts/slideLayout140.xml"/><Relationship Id="rId52" Type="http://schemas.openxmlformats.org/officeDocument/2006/relationships/slideLayout" Target="../slideLayouts/slideLayout148.xml"/><Relationship Id="rId60" Type="http://schemas.openxmlformats.org/officeDocument/2006/relationships/slideLayout" Target="../slideLayouts/slideLayout156.xml"/><Relationship Id="rId65" Type="http://schemas.openxmlformats.org/officeDocument/2006/relationships/slideLayout" Target="../slideLayouts/slideLayout161.xml"/><Relationship Id="rId73" Type="http://schemas.openxmlformats.org/officeDocument/2006/relationships/slideLayout" Target="../slideLayouts/slideLayout169.xml"/><Relationship Id="rId78" Type="http://schemas.openxmlformats.org/officeDocument/2006/relationships/slideLayout" Target="../slideLayouts/slideLayout174.xml"/><Relationship Id="rId81" Type="http://schemas.openxmlformats.org/officeDocument/2006/relationships/slideLayout" Target="../slideLayouts/slideLayout177.xml"/><Relationship Id="rId86" Type="http://schemas.openxmlformats.org/officeDocument/2006/relationships/slideLayout" Target="../slideLayouts/slideLayout182.xml"/><Relationship Id="rId94" Type="http://schemas.openxmlformats.org/officeDocument/2006/relationships/slideLayout" Target="../slideLayouts/slideLayout190.xml"/><Relationship Id="rId99" Type="http://schemas.openxmlformats.org/officeDocument/2006/relationships/image" Target="../media/image43.png"/><Relationship Id="rId4" Type="http://schemas.openxmlformats.org/officeDocument/2006/relationships/slideLayout" Target="../slideLayouts/slideLayout100.xml"/><Relationship Id="rId9" Type="http://schemas.openxmlformats.org/officeDocument/2006/relationships/slideLayout" Target="../slideLayouts/slideLayout105.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39" Type="http://schemas.openxmlformats.org/officeDocument/2006/relationships/slideLayout" Target="../slideLayouts/slideLayout135.xml"/><Relationship Id="rId34" Type="http://schemas.openxmlformats.org/officeDocument/2006/relationships/slideLayout" Target="../slideLayouts/slideLayout130.xml"/><Relationship Id="rId50" Type="http://schemas.openxmlformats.org/officeDocument/2006/relationships/slideLayout" Target="../slideLayouts/slideLayout146.xml"/><Relationship Id="rId55" Type="http://schemas.openxmlformats.org/officeDocument/2006/relationships/slideLayout" Target="../slideLayouts/slideLayout151.xml"/><Relationship Id="rId76" Type="http://schemas.openxmlformats.org/officeDocument/2006/relationships/slideLayout" Target="../slideLayouts/slideLayout172.xml"/><Relationship Id="rId97" Type="http://schemas.openxmlformats.org/officeDocument/2006/relationships/slideLayout" Target="../slideLayouts/slideLayout193.xml"/><Relationship Id="rId7" Type="http://schemas.openxmlformats.org/officeDocument/2006/relationships/slideLayout" Target="../slideLayouts/slideLayout103.xml"/><Relationship Id="rId71" Type="http://schemas.openxmlformats.org/officeDocument/2006/relationships/slideLayout" Target="../slideLayouts/slideLayout167.xml"/><Relationship Id="rId92" Type="http://schemas.openxmlformats.org/officeDocument/2006/relationships/slideLayout" Target="../slideLayouts/slideLayout188.xml"/><Relationship Id="rId2" Type="http://schemas.openxmlformats.org/officeDocument/2006/relationships/slideLayout" Target="../slideLayouts/slideLayout98.xml"/><Relationship Id="rId29" Type="http://schemas.openxmlformats.org/officeDocument/2006/relationships/slideLayout" Target="../slideLayouts/slideLayout125.xml"/><Relationship Id="rId24" Type="http://schemas.openxmlformats.org/officeDocument/2006/relationships/slideLayout" Target="../slideLayouts/slideLayout120.xml"/><Relationship Id="rId40" Type="http://schemas.openxmlformats.org/officeDocument/2006/relationships/slideLayout" Target="../slideLayouts/slideLayout136.xml"/><Relationship Id="rId45" Type="http://schemas.openxmlformats.org/officeDocument/2006/relationships/slideLayout" Target="../slideLayouts/slideLayout141.xml"/><Relationship Id="rId66" Type="http://schemas.openxmlformats.org/officeDocument/2006/relationships/slideLayout" Target="../slideLayouts/slideLayout162.xml"/><Relationship Id="rId87" Type="http://schemas.openxmlformats.org/officeDocument/2006/relationships/slideLayout" Target="../slideLayouts/slideLayout183.xml"/><Relationship Id="rId61" Type="http://schemas.openxmlformats.org/officeDocument/2006/relationships/slideLayout" Target="../slideLayouts/slideLayout157.xml"/><Relationship Id="rId82" Type="http://schemas.openxmlformats.org/officeDocument/2006/relationships/slideLayout" Target="../slideLayouts/slideLayout178.xml"/><Relationship Id="rId19" Type="http://schemas.openxmlformats.org/officeDocument/2006/relationships/slideLayout" Target="../slideLayouts/slideLayout115.xml"/><Relationship Id="rId14" Type="http://schemas.openxmlformats.org/officeDocument/2006/relationships/slideLayout" Target="../slideLayouts/slideLayout110.xml"/><Relationship Id="rId30" Type="http://schemas.openxmlformats.org/officeDocument/2006/relationships/slideLayout" Target="../slideLayouts/slideLayout126.xml"/><Relationship Id="rId35" Type="http://schemas.openxmlformats.org/officeDocument/2006/relationships/slideLayout" Target="../slideLayouts/slideLayout131.xml"/><Relationship Id="rId56" Type="http://schemas.openxmlformats.org/officeDocument/2006/relationships/slideLayout" Target="../slideLayouts/slideLayout152.xml"/><Relationship Id="rId77" Type="http://schemas.openxmlformats.org/officeDocument/2006/relationships/slideLayout" Target="../slideLayouts/slideLayout173.xml"/><Relationship Id="rId100" Type="http://schemas.openxmlformats.org/officeDocument/2006/relationships/image" Target="../media/image44.svg"/><Relationship Id="rId8" Type="http://schemas.openxmlformats.org/officeDocument/2006/relationships/slideLayout" Target="../slideLayouts/slideLayout104.xml"/><Relationship Id="rId51" Type="http://schemas.openxmlformats.org/officeDocument/2006/relationships/slideLayout" Target="../slideLayouts/slideLayout147.xml"/><Relationship Id="rId72" Type="http://schemas.openxmlformats.org/officeDocument/2006/relationships/slideLayout" Target="../slideLayouts/slideLayout168.xml"/><Relationship Id="rId93" Type="http://schemas.openxmlformats.org/officeDocument/2006/relationships/slideLayout" Target="../slideLayouts/slideLayout189.xml"/><Relationship Id="rId9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19.xml"/><Relationship Id="rId21" Type="http://schemas.openxmlformats.org/officeDocument/2006/relationships/slideLayout" Target="../slideLayouts/slideLayout214.xml"/><Relationship Id="rId42" Type="http://schemas.openxmlformats.org/officeDocument/2006/relationships/slideLayout" Target="../slideLayouts/slideLayout235.xml"/><Relationship Id="rId47" Type="http://schemas.openxmlformats.org/officeDocument/2006/relationships/slideLayout" Target="../slideLayouts/slideLayout240.xml"/><Relationship Id="rId63" Type="http://schemas.openxmlformats.org/officeDocument/2006/relationships/slideLayout" Target="../slideLayouts/slideLayout256.xml"/><Relationship Id="rId68" Type="http://schemas.openxmlformats.org/officeDocument/2006/relationships/slideLayout" Target="../slideLayouts/slideLayout261.xml"/><Relationship Id="rId84" Type="http://schemas.openxmlformats.org/officeDocument/2006/relationships/slideLayout" Target="../slideLayouts/slideLayout277.xml"/><Relationship Id="rId89" Type="http://schemas.openxmlformats.org/officeDocument/2006/relationships/slideLayout" Target="../slideLayouts/slideLayout282.xml"/><Relationship Id="rId16" Type="http://schemas.openxmlformats.org/officeDocument/2006/relationships/slideLayout" Target="../slideLayouts/slideLayout209.xml"/><Relationship Id="rId11" Type="http://schemas.openxmlformats.org/officeDocument/2006/relationships/slideLayout" Target="../slideLayouts/slideLayout204.xml"/><Relationship Id="rId32" Type="http://schemas.openxmlformats.org/officeDocument/2006/relationships/slideLayout" Target="../slideLayouts/slideLayout225.xml"/><Relationship Id="rId37" Type="http://schemas.openxmlformats.org/officeDocument/2006/relationships/slideLayout" Target="../slideLayouts/slideLayout230.xml"/><Relationship Id="rId53" Type="http://schemas.openxmlformats.org/officeDocument/2006/relationships/slideLayout" Target="../slideLayouts/slideLayout246.xml"/><Relationship Id="rId58" Type="http://schemas.openxmlformats.org/officeDocument/2006/relationships/slideLayout" Target="../slideLayouts/slideLayout251.xml"/><Relationship Id="rId74" Type="http://schemas.openxmlformats.org/officeDocument/2006/relationships/slideLayout" Target="../slideLayouts/slideLayout267.xml"/><Relationship Id="rId79" Type="http://schemas.openxmlformats.org/officeDocument/2006/relationships/slideLayout" Target="../slideLayouts/slideLayout272.xml"/><Relationship Id="rId5" Type="http://schemas.openxmlformats.org/officeDocument/2006/relationships/slideLayout" Target="../slideLayouts/slideLayout198.xml"/><Relationship Id="rId90" Type="http://schemas.openxmlformats.org/officeDocument/2006/relationships/slideLayout" Target="../slideLayouts/slideLayout283.xml"/><Relationship Id="rId95" Type="http://schemas.openxmlformats.org/officeDocument/2006/relationships/slideLayout" Target="../slideLayouts/slideLayout288.xml"/><Relationship Id="rId22" Type="http://schemas.openxmlformats.org/officeDocument/2006/relationships/slideLayout" Target="../slideLayouts/slideLayout215.xml"/><Relationship Id="rId27" Type="http://schemas.openxmlformats.org/officeDocument/2006/relationships/slideLayout" Target="../slideLayouts/slideLayout220.xml"/><Relationship Id="rId43" Type="http://schemas.openxmlformats.org/officeDocument/2006/relationships/slideLayout" Target="../slideLayouts/slideLayout236.xml"/><Relationship Id="rId48" Type="http://schemas.openxmlformats.org/officeDocument/2006/relationships/slideLayout" Target="../slideLayouts/slideLayout241.xml"/><Relationship Id="rId64" Type="http://schemas.openxmlformats.org/officeDocument/2006/relationships/slideLayout" Target="../slideLayouts/slideLayout257.xml"/><Relationship Id="rId69" Type="http://schemas.openxmlformats.org/officeDocument/2006/relationships/slideLayout" Target="../slideLayouts/slideLayout262.xml"/><Relationship Id="rId80" Type="http://schemas.openxmlformats.org/officeDocument/2006/relationships/slideLayout" Target="../slideLayouts/slideLayout273.xml"/><Relationship Id="rId85" Type="http://schemas.openxmlformats.org/officeDocument/2006/relationships/slideLayout" Target="../slideLayouts/slideLayout278.xml"/><Relationship Id="rId3" Type="http://schemas.openxmlformats.org/officeDocument/2006/relationships/slideLayout" Target="../slideLayouts/slideLayout196.xml"/><Relationship Id="rId12" Type="http://schemas.openxmlformats.org/officeDocument/2006/relationships/slideLayout" Target="../slideLayouts/slideLayout205.xml"/><Relationship Id="rId17" Type="http://schemas.openxmlformats.org/officeDocument/2006/relationships/slideLayout" Target="../slideLayouts/slideLayout210.xml"/><Relationship Id="rId25" Type="http://schemas.openxmlformats.org/officeDocument/2006/relationships/slideLayout" Target="../slideLayouts/slideLayout218.xml"/><Relationship Id="rId33" Type="http://schemas.openxmlformats.org/officeDocument/2006/relationships/slideLayout" Target="../slideLayouts/slideLayout226.xml"/><Relationship Id="rId38" Type="http://schemas.openxmlformats.org/officeDocument/2006/relationships/slideLayout" Target="../slideLayouts/slideLayout231.xml"/><Relationship Id="rId46" Type="http://schemas.openxmlformats.org/officeDocument/2006/relationships/slideLayout" Target="../slideLayouts/slideLayout239.xml"/><Relationship Id="rId59" Type="http://schemas.openxmlformats.org/officeDocument/2006/relationships/slideLayout" Target="../slideLayouts/slideLayout252.xml"/><Relationship Id="rId67" Type="http://schemas.openxmlformats.org/officeDocument/2006/relationships/slideLayout" Target="../slideLayouts/slideLayout260.xml"/><Relationship Id="rId20" Type="http://schemas.openxmlformats.org/officeDocument/2006/relationships/slideLayout" Target="../slideLayouts/slideLayout213.xml"/><Relationship Id="rId41" Type="http://schemas.openxmlformats.org/officeDocument/2006/relationships/slideLayout" Target="../slideLayouts/slideLayout234.xml"/><Relationship Id="rId54" Type="http://schemas.openxmlformats.org/officeDocument/2006/relationships/slideLayout" Target="../slideLayouts/slideLayout247.xml"/><Relationship Id="rId62" Type="http://schemas.openxmlformats.org/officeDocument/2006/relationships/slideLayout" Target="../slideLayouts/slideLayout255.xml"/><Relationship Id="rId70" Type="http://schemas.openxmlformats.org/officeDocument/2006/relationships/slideLayout" Target="../slideLayouts/slideLayout263.xml"/><Relationship Id="rId75" Type="http://schemas.openxmlformats.org/officeDocument/2006/relationships/slideLayout" Target="../slideLayouts/slideLayout268.xml"/><Relationship Id="rId83" Type="http://schemas.openxmlformats.org/officeDocument/2006/relationships/slideLayout" Target="../slideLayouts/slideLayout276.xml"/><Relationship Id="rId88" Type="http://schemas.openxmlformats.org/officeDocument/2006/relationships/slideLayout" Target="../slideLayouts/slideLayout281.xml"/><Relationship Id="rId91" Type="http://schemas.openxmlformats.org/officeDocument/2006/relationships/slideLayout" Target="../slideLayouts/slideLayout284.xml"/><Relationship Id="rId96" Type="http://schemas.openxmlformats.org/officeDocument/2006/relationships/theme" Target="../theme/theme4.xml"/><Relationship Id="rId1" Type="http://schemas.openxmlformats.org/officeDocument/2006/relationships/slideLayout" Target="../slideLayouts/slideLayout194.xml"/><Relationship Id="rId6" Type="http://schemas.openxmlformats.org/officeDocument/2006/relationships/slideLayout" Target="../slideLayouts/slideLayout199.xml"/><Relationship Id="rId15" Type="http://schemas.openxmlformats.org/officeDocument/2006/relationships/slideLayout" Target="../slideLayouts/slideLayout208.xml"/><Relationship Id="rId23" Type="http://schemas.openxmlformats.org/officeDocument/2006/relationships/slideLayout" Target="../slideLayouts/slideLayout216.xml"/><Relationship Id="rId28" Type="http://schemas.openxmlformats.org/officeDocument/2006/relationships/slideLayout" Target="../slideLayouts/slideLayout221.xml"/><Relationship Id="rId36" Type="http://schemas.openxmlformats.org/officeDocument/2006/relationships/slideLayout" Target="../slideLayouts/slideLayout229.xml"/><Relationship Id="rId49" Type="http://schemas.openxmlformats.org/officeDocument/2006/relationships/slideLayout" Target="../slideLayouts/slideLayout242.xml"/><Relationship Id="rId57" Type="http://schemas.openxmlformats.org/officeDocument/2006/relationships/slideLayout" Target="../slideLayouts/slideLayout250.xml"/><Relationship Id="rId10" Type="http://schemas.openxmlformats.org/officeDocument/2006/relationships/slideLayout" Target="../slideLayouts/slideLayout203.xml"/><Relationship Id="rId31" Type="http://schemas.openxmlformats.org/officeDocument/2006/relationships/slideLayout" Target="../slideLayouts/slideLayout224.xml"/><Relationship Id="rId44" Type="http://schemas.openxmlformats.org/officeDocument/2006/relationships/slideLayout" Target="../slideLayouts/slideLayout237.xml"/><Relationship Id="rId52" Type="http://schemas.openxmlformats.org/officeDocument/2006/relationships/slideLayout" Target="../slideLayouts/slideLayout245.xml"/><Relationship Id="rId60" Type="http://schemas.openxmlformats.org/officeDocument/2006/relationships/slideLayout" Target="../slideLayouts/slideLayout253.xml"/><Relationship Id="rId65" Type="http://schemas.openxmlformats.org/officeDocument/2006/relationships/slideLayout" Target="../slideLayouts/slideLayout258.xml"/><Relationship Id="rId73" Type="http://schemas.openxmlformats.org/officeDocument/2006/relationships/slideLayout" Target="../slideLayouts/slideLayout266.xml"/><Relationship Id="rId78" Type="http://schemas.openxmlformats.org/officeDocument/2006/relationships/slideLayout" Target="../slideLayouts/slideLayout271.xml"/><Relationship Id="rId81" Type="http://schemas.openxmlformats.org/officeDocument/2006/relationships/slideLayout" Target="../slideLayouts/slideLayout274.xml"/><Relationship Id="rId86" Type="http://schemas.openxmlformats.org/officeDocument/2006/relationships/slideLayout" Target="../slideLayouts/slideLayout279.xml"/><Relationship Id="rId94" Type="http://schemas.openxmlformats.org/officeDocument/2006/relationships/slideLayout" Target="../slideLayouts/slideLayout287.xml"/><Relationship Id="rId4" Type="http://schemas.openxmlformats.org/officeDocument/2006/relationships/slideLayout" Target="../slideLayouts/slideLayout197.xml"/><Relationship Id="rId9" Type="http://schemas.openxmlformats.org/officeDocument/2006/relationships/slideLayout" Target="../slideLayouts/slideLayout202.xml"/><Relationship Id="rId13" Type="http://schemas.openxmlformats.org/officeDocument/2006/relationships/slideLayout" Target="../slideLayouts/slideLayout206.xml"/><Relationship Id="rId18" Type="http://schemas.openxmlformats.org/officeDocument/2006/relationships/slideLayout" Target="../slideLayouts/slideLayout211.xml"/><Relationship Id="rId39" Type="http://schemas.openxmlformats.org/officeDocument/2006/relationships/slideLayout" Target="../slideLayouts/slideLayout232.xml"/><Relationship Id="rId34" Type="http://schemas.openxmlformats.org/officeDocument/2006/relationships/slideLayout" Target="../slideLayouts/slideLayout227.xml"/><Relationship Id="rId50" Type="http://schemas.openxmlformats.org/officeDocument/2006/relationships/slideLayout" Target="../slideLayouts/slideLayout243.xml"/><Relationship Id="rId55" Type="http://schemas.openxmlformats.org/officeDocument/2006/relationships/slideLayout" Target="../slideLayouts/slideLayout248.xml"/><Relationship Id="rId76" Type="http://schemas.openxmlformats.org/officeDocument/2006/relationships/slideLayout" Target="../slideLayouts/slideLayout269.xml"/><Relationship Id="rId97" Type="http://schemas.openxmlformats.org/officeDocument/2006/relationships/image" Target="../media/image43.png"/><Relationship Id="rId7" Type="http://schemas.openxmlformats.org/officeDocument/2006/relationships/slideLayout" Target="../slideLayouts/slideLayout200.xml"/><Relationship Id="rId71" Type="http://schemas.openxmlformats.org/officeDocument/2006/relationships/slideLayout" Target="../slideLayouts/slideLayout264.xml"/><Relationship Id="rId92" Type="http://schemas.openxmlformats.org/officeDocument/2006/relationships/slideLayout" Target="../slideLayouts/slideLayout285.xml"/><Relationship Id="rId2" Type="http://schemas.openxmlformats.org/officeDocument/2006/relationships/slideLayout" Target="../slideLayouts/slideLayout195.xml"/><Relationship Id="rId29" Type="http://schemas.openxmlformats.org/officeDocument/2006/relationships/slideLayout" Target="../slideLayouts/slideLayout222.xml"/><Relationship Id="rId24" Type="http://schemas.openxmlformats.org/officeDocument/2006/relationships/slideLayout" Target="../slideLayouts/slideLayout217.xml"/><Relationship Id="rId40" Type="http://schemas.openxmlformats.org/officeDocument/2006/relationships/slideLayout" Target="../slideLayouts/slideLayout233.xml"/><Relationship Id="rId45" Type="http://schemas.openxmlformats.org/officeDocument/2006/relationships/slideLayout" Target="../slideLayouts/slideLayout238.xml"/><Relationship Id="rId66" Type="http://schemas.openxmlformats.org/officeDocument/2006/relationships/slideLayout" Target="../slideLayouts/slideLayout259.xml"/><Relationship Id="rId87" Type="http://schemas.openxmlformats.org/officeDocument/2006/relationships/slideLayout" Target="../slideLayouts/slideLayout280.xml"/><Relationship Id="rId61" Type="http://schemas.openxmlformats.org/officeDocument/2006/relationships/slideLayout" Target="../slideLayouts/slideLayout254.xml"/><Relationship Id="rId82" Type="http://schemas.openxmlformats.org/officeDocument/2006/relationships/slideLayout" Target="../slideLayouts/slideLayout275.xml"/><Relationship Id="rId19" Type="http://schemas.openxmlformats.org/officeDocument/2006/relationships/slideLayout" Target="../slideLayouts/slideLayout212.xml"/><Relationship Id="rId14" Type="http://schemas.openxmlformats.org/officeDocument/2006/relationships/slideLayout" Target="../slideLayouts/slideLayout207.xml"/><Relationship Id="rId30" Type="http://schemas.openxmlformats.org/officeDocument/2006/relationships/slideLayout" Target="../slideLayouts/slideLayout223.xml"/><Relationship Id="rId35" Type="http://schemas.openxmlformats.org/officeDocument/2006/relationships/slideLayout" Target="../slideLayouts/slideLayout228.xml"/><Relationship Id="rId56" Type="http://schemas.openxmlformats.org/officeDocument/2006/relationships/slideLayout" Target="../slideLayouts/slideLayout249.xml"/><Relationship Id="rId77" Type="http://schemas.openxmlformats.org/officeDocument/2006/relationships/slideLayout" Target="../slideLayouts/slideLayout270.xml"/><Relationship Id="rId8" Type="http://schemas.openxmlformats.org/officeDocument/2006/relationships/slideLayout" Target="../slideLayouts/slideLayout201.xml"/><Relationship Id="rId51" Type="http://schemas.openxmlformats.org/officeDocument/2006/relationships/slideLayout" Target="../slideLayouts/slideLayout244.xml"/><Relationship Id="rId72" Type="http://schemas.openxmlformats.org/officeDocument/2006/relationships/slideLayout" Target="../slideLayouts/slideLayout265.xml"/><Relationship Id="rId93" Type="http://schemas.openxmlformats.org/officeDocument/2006/relationships/slideLayout" Target="../slideLayouts/slideLayout286.xml"/><Relationship Id="rId98" Type="http://schemas.openxmlformats.org/officeDocument/2006/relationships/image" Target="../media/image44.svg"/></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314.xml"/><Relationship Id="rId21" Type="http://schemas.openxmlformats.org/officeDocument/2006/relationships/slideLayout" Target="../slideLayouts/slideLayout309.xml"/><Relationship Id="rId42" Type="http://schemas.openxmlformats.org/officeDocument/2006/relationships/slideLayout" Target="../slideLayouts/slideLayout330.xml"/><Relationship Id="rId47" Type="http://schemas.openxmlformats.org/officeDocument/2006/relationships/slideLayout" Target="../slideLayouts/slideLayout335.xml"/><Relationship Id="rId63" Type="http://schemas.openxmlformats.org/officeDocument/2006/relationships/slideLayout" Target="../slideLayouts/slideLayout351.xml"/><Relationship Id="rId68" Type="http://schemas.openxmlformats.org/officeDocument/2006/relationships/slideLayout" Target="../slideLayouts/slideLayout356.xml"/><Relationship Id="rId84" Type="http://schemas.openxmlformats.org/officeDocument/2006/relationships/slideLayout" Target="../slideLayouts/slideLayout372.xml"/><Relationship Id="rId89" Type="http://schemas.openxmlformats.org/officeDocument/2006/relationships/slideLayout" Target="../slideLayouts/slideLayout377.xml"/><Relationship Id="rId16" Type="http://schemas.openxmlformats.org/officeDocument/2006/relationships/slideLayout" Target="../slideLayouts/slideLayout304.xml"/><Relationship Id="rId11" Type="http://schemas.openxmlformats.org/officeDocument/2006/relationships/slideLayout" Target="../slideLayouts/slideLayout299.xml"/><Relationship Id="rId32" Type="http://schemas.openxmlformats.org/officeDocument/2006/relationships/slideLayout" Target="../slideLayouts/slideLayout320.xml"/><Relationship Id="rId37" Type="http://schemas.openxmlformats.org/officeDocument/2006/relationships/slideLayout" Target="../slideLayouts/slideLayout325.xml"/><Relationship Id="rId53" Type="http://schemas.openxmlformats.org/officeDocument/2006/relationships/slideLayout" Target="../slideLayouts/slideLayout341.xml"/><Relationship Id="rId58" Type="http://schemas.openxmlformats.org/officeDocument/2006/relationships/slideLayout" Target="../slideLayouts/slideLayout346.xml"/><Relationship Id="rId74" Type="http://schemas.openxmlformats.org/officeDocument/2006/relationships/slideLayout" Target="../slideLayouts/slideLayout362.xml"/><Relationship Id="rId79" Type="http://schemas.openxmlformats.org/officeDocument/2006/relationships/slideLayout" Target="../slideLayouts/slideLayout367.xml"/><Relationship Id="rId5" Type="http://schemas.openxmlformats.org/officeDocument/2006/relationships/slideLayout" Target="../slideLayouts/slideLayout293.xml"/><Relationship Id="rId90" Type="http://schemas.openxmlformats.org/officeDocument/2006/relationships/slideLayout" Target="../slideLayouts/slideLayout378.xml"/><Relationship Id="rId95" Type="http://schemas.openxmlformats.org/officeDocument/2006/relationships/slideLayout" Target="../slideLayouts/slideLayout383.xml"/><Relationship Id="rId22" Type="http://schemas.openxmlformats.org/officeDocument/2006/relationships/slideLayout" Target="../slideLayouts/slideLayout310.xml"/><Relationship Id="rId27" Type="http://schemas.openxmlformats.org/officeDocument/2006/relationships/slideLayout" Target="../slideLayouts/slideLayout315.xml"/><Relationship Id="rId43" Type="http://schemas.openxmlformats.org/officeDocument/2006/relationships/slideLayout" Target="../slideLayouts/slideLayout331.xml"/><Relationship Id="rId48" Type="http://schemas.openxmlformats.org/officeDocument/2006/relationships/slideLayout" Target="../slideLayouts/slideLayout336.xml"/><Relationship Id="rId64" Type="http://schemas.openxmlformats.org/officeDocument/2006/relationships/slideLayout" Target="../slideLayouts/slideLayout352.xml"/><Relationship Id="rId69" Type="http://schemas.openxmlformats.org/officeDocument/2006/relationships/slideLayout" Target="../slideLayouts/slideLayout357.xml"/><Relationship Id="rId80" Type="http://schemas.openxmlformats.org/officeDocument/2006/relationships/slideLayout" Target="../slideLayouts/slideLayout368.xml"/><Relationship Id="rId85" Type="http://schemas.openxmlformats.org/officeDocument/2006/relationships/slideLayout" Target="../slideLayouts/slideLayout373.xml"/><Relationship Id="rId12" Type="http://schemas.openxmlformats.org/officeDocument/2006/relationships/slideLayout" Target="../slideLayouts/slideLayout300.xml"/><Relationship Id="rId17" Type="http://schemas.openxmlformats.org/officeDocument/2006/relationships/slideLayout" Target="../slideLayouts/slideLayout305.xml"/><Relationship Id="rId25" Type="http://schemas.openxmlformats.org/officeDocument/2006/relationships/slideLayout" Target="../slideLayouts/slideLayout313.xml"/><Relationship Id="rId33" Type="http://schemas.openxmlformats.org/officeDocument/2006/relationships/slideLayout" Target="../slideLayouts/slideLayout321.xml"/><Relationship Id="rId38" Type="http://schemas.openxmlformats.org/officeDocument/2006/relationships/slideLayout" Target="../slideLayouts/slideLayout326.xml"/><Relationship Id="rId46" Type="http://schemas.openxmlformats.org/officeDocument/2006/relationships/slideLayout" Target="../slideLayouts/slideLayout334.xml"/><Relationship Id="rId59" Type="http://schemas.openxmlformats.org/officeDocument/2006/relationships/slideLayout" Target="../slideLayouts/slideLayout347.xml"/><Relationship Id="rId67" Type="http://schemas.openxmlformats.org/officeDocument/2006/relationships/slideLayout" Target="../slideLayouts/slideLayout355.xml"/><Relationship Id="rId20" Type="http://schemas.openxmlformats.org/officeDocument/2006/relationships/slideLayout" Target="../slideLayouts/slideLayout308.xml"/><Relationship Id="rId41" Type="http://schemas.openxmlformats.org/officeDocument/2006/relationships/slideLayout" Target="../slideLayouts/slideLayout329.xml"/><Relationship Id="rId54" Type="http://schemas.openxmlformats.org/officeDocument/2006/relationships/slideLayout" Target="../slideLayouts/slideLayout342.xml"/><Relationship Id="rId62" Type="http://schemas.openxmlformats.org/officeDocument/2006/relationships/slideLayout" Target="../slideLayouts/slideLayout350.xml"/><Relationship Id="rId70" Type="http://schemas.openxmlformats.org/officeDocument/2006/relationships/slideLayout" Target="../slideLayouts/slideLayout358.xml"/><Relationship Id="rId75" Type="http://schemas.openxmlformats.org/officeDocument/2006/relationships/slideLayout" Target="../slideLayouts/slideLayout363.xml"/><Relationship Id="rId83" Type="http://schemas.openxmlformats.org/officeDocument/2006/relationships/slideLayout" Target="../slideLayouts/slideLayout371.xml"/><Relationship Id="rId88" Type="http://schemas.openxmlformats.org/officeDocument/2006/relationships/slideLayout" Target="../slideLayouts/slideLayout376.xml"/><Relationship Id="rId91" Type="http://schemas.openxmlformats.org/officeDocument/2006/relationships/slideLayout" Target="../slideLayouts/slideLayout379.xml"/><Relationship Id="rId96" Type="http://schemas.openxmlformats.org/officeDocument/2006/relationships/slideLayout" Target="../slideLayouts/slideLayout384.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5" Type="http://schemas.openxmlformats.org/officeDocument/2006/relationships/slideLayout" Target="../slideLayouts/slideLayout303.xml"/><Relationship Id="rId23" Type="http://schemas.openxmlformats.org/officeDocument/2006/relationships/slideLayout" Target="../slideLayouts/slideLayout311.xml"/><Relationship Id="rId28" Type="http://schemas.openxmlformats.org/officeDocument/2006/relationships/slideLayout" Target="../slideLayouts/slideLayout316.xml"/><Relationship Id="rId36" Type="http://schemas.openxmlformats.org/officeDocument/2006/relationships/slideLayout" Target="../slideLayouts/slideLayout324.xml"/><Relationship Id="rId49" Type="http://schemas.openxmlformats.org/officeDocument/2006/relationships/slideLayout" Target="../slideLayouts/slideLayout337.xml"/><Relationship Id="rId57" Type="http://schemas.openxmlformats.org/officeDocument/2006/relationships/slideLayout" Target="../slideLayouts/slideLayout345.xml"/><Relationship Id="rId10" Type="http://schemas.openxmlformats.org/officeDocument/2006/relationships/slideLayout" Target="../slideLayouts/slideLayout298.xml"/><Relationship Id="rId31" Type="http://schemas.openxmlformats.org/officeDocument/2006/relationships/slideLayout" Target="../slideLayouts/slideLayout319.xml"/><Relationship Id="rId44" Type="http://schemas.openxmlformats.org/officeDocument/2006/relationships/slideLayout" Target="../slideLayouts/slideLayout332.xml"/><Relationship Id="rId52" Type="http://schemas.openxmlformats.org/officeDocument/2006/relationships/slideLayout" Target="../slideLayouts/slideLayout340.xml"/><Relationship Id="rId60" Type="http://schemas.openxmlformats.org/officeDocument/2006/relationships/slideLayout" Target="../slideLayouts/slideLayout348.xml"/><Relationship Id="rId65" Type="http://schemas.openxmlformats.org/officeDocument/2006/relationships/slideLayout" Target="../slideLayouts/slideLayout353.xml"/><Relationship Id="rId73" Type="http://schemas.openxmlformats.org/officeDocument/2006/relationships/slideLayout" Target="../slideLayouts/slideLayout361.xml"/><Relationship Id="rId78" Type="http://schemas.openxmlformats.org/officeDocument/2006/relationships/slideLayout" Target="../slideLayouts/slideLayout366.xml"/><Relationship Id="rId81" Type="http://schemas.openxmlformats.org/officeDocument/2006/relationships/slideLayout" Target="../slideLayouts/slideLayout369.xml"/><Relationship Id="rId86" Type="http://schemas.openxmlformats.org/officeDocument/2006/relationships/slideLayout" Target="../slideLayouts/slideLayout374.xml"/><Relationship Id="rId94" Type="http://schemas.openxmlformats.org/officeDocument/2006/relationships/slideLayout" Target="../slideLayouts/slideLayout382.xml"/><Relationship Id="rId99" Type="http://schemas.openxmlformats.org/officeDocument/2006/relationships/theme" Target="../theme/theme5.xml"/><Relationship Id="rId101" Type="http://schemas.openxmlformats.org/officeDocument/2006/relationships/image" Target="../media/image44.svg"/><Relationship Id="rId4" Type="http://schemas.openxmlformats.org/officeDocument/2006/relationships/slideLayout" Target="../slideLayouts/slideLayout292.xml"/><Relationship Id="rId9" Type="http://schemas.openxmlformats.org/officeDocument/2006/relationships/slideLayout" Target="../slideLayouts/slideLayout297.xml"/><Relationship Id="rId13" Type="http://schemas.openxmlformats.org/officeDocument/2006/relationships/slideLayout" Target="../slideLayouts/slideLayout301.xml"/><Relationship Id="rId18" Type="http://schemas.openxmlformats.org/officeDocument/2006/relationships/slideLayout" Target="../slideLayouts/slideLayout306.xml"/><Relationship Id="rId39" Type="http://schemas.openxmlformats.org/officeDocument/2006/relationships/slideLayout" Target="../slideLayouts/slideLayout327.xml"/><Relationship Id="rId34" Type="http://schemas.openxmlformats.org/officeDocument/2006/relationships/slideLayout" Target="../slideLayouts/slideLayout322.xml"/><Relationship Id="rId50" Type="http://schemas.openxmlformats.org/officeDocument/2006/relationships/slideLayout" Target="../slideLayouts/slideLayout338.xml"/><Relationship Id="rId55" Type="http://schemas.openxmlformats.org/officeDocument/2006/relationships/slideLayout" Target="../slideLayouts/slideLayout343.xml"/><Relationship Id="rId76" Type="http://schemas.openxmlformats.org/officeDocument/2006/relationships/slideLayout" Target="../slideLayouts/slideLayout364.xml"/><Relationship Id="rId97" Type="http://schemas.openxmlformats.org/officeDocument/2006/relationships/slideLayout" Target="../slideLayouts/slideLayout385.xml"/><Relationship Id="rId7" Type="http://schemas.openxmlformats.org/officeDocument/2006/relationships/slideLayout" Target="../slideLayouts/slideLayout295.xml"/><Relationship Id="rId71" Type="http://schemas.openxmlformats.org/officeDocument/2006/relationships/slideLayout" Target="../slideLayouts/slideLayout359.xml"/><Relationship Id="rId92" Type="http://schemas.openxmlformats.org/officeDocument/2006/relationships/slideLayout" Target="../slideLayouts/slideLayout380.xml"/><Relationship Id="rId2" Type="http://schemas.openxmlformats.org/officeDocument/2006/relationships/slideLayout" Target="../slideLayouts/slideLayout290.xml"/><Relationship Id="rId29" Type="http://schemas.openxmlformats.org/officeDocument/2006/relationships/slideLayout" Target="../slideLayouts/slideLayout317.xml"/><Relationship Id="rId24" Type="http://schemas.openxmlformats.org/officeDocument/2006/relationships/slideLayout" Target="../slideLayouts/slideLayout312.xml"/><Relationship Id="rId40" Type="http://schemas.openxmlformats.org/officeDocument/2006/relationships/slideLayout" Target="../slideLayouts/slideLayout328.xml"/><Relationship Id="rId45" Type="http://schemas.openxmlformats.org/officeDocument/2006/relationships/slideLayout" Target="../slideLayouts/slideLayout333.xml"/><Relationship Id="rId66" Type="http://schemas.openxmlformats.org/officeDocument/2006/relationships/slideLayout" Target="../slideLayouts/slideLayout354.xml"/><Relationship Id="rId87" Type="http://schemas.openxmlformats.org/officeDocument/2006/relationships/slideLayout" Target="../slideLayouts/slideLayout375.xml"/><Relationship Id="rId61" Type="http://schemas.openxmlformats.org/officeDocument/2006/relationships/slideLayout" Target="../slideLayouts/slideLayout349.xml"/><Relationship Id="rId82" Type="http://schemas.openxmlformats.org/officeDocument/2006/relationships/slideLayout" Target="../slideLayouts/slideLayout370.xml"/><Relationship Id="rId19" Type="http://schemas.openxmlformats.org/officeDocument/2006/relationships/slideLayout" Target="../slideLayouts/slideLayout307.xml"/><Relationship Id="rId14" Type="http://schemas.openxmlformats.org/officeDocument/2006/relationships/slideLayout" Target="../slideLayouts/slideLayout302.xml"/><Relationship Id="rId30" Type="http://schemas.openxmlformats.org/officeDocument/2006/relationships/slideLayout" Target="../slideLayouts/slideLayout318.xml"/><Relationship Id="rId35" Type="http://schemas.openxmlformats.org/officeDocument/2006/relationships/slideLayout" Target="../slideLayouts/slideLayout323.xml"/><Relationship Id="rId56" Type="http://schemas.openxmlformats.org/officeDocument/2006/relationships/slideLayout" Target="../slideLayouts/slideLayout344.xml"/><Relationship Id="rId77" Type="http://schemas.openxmlformats.org/officeDocument/2006/relationships/slideLayout" Target="../slideLayouts/slideLayout365.xml"/><Relationship Id="rId100" Type="http://schemas.openxmlformats.org/officeDocument/2006/relationships/image" Target="../media/image43.png"/><Relationship Id="rId8" Type="http://schemas.openxmlformats.org/officeDocument/2006/relationships/slideLayout" Target="../slideLayouts/slideLayout296.xml"/><Relationship Id="rId51" Type="http://schemas.openxmlformats.org/officeDocument/2006/relationships/slideLayout" Target="../slideLayouts/slideLayout339.xml"/><Relationship Id="rId72" Type="http://schemas.openxmlformats.org/officeDocument/2006/relationships/slideLayout" Target="../slideLayouts/slideLayout360.xml"/><Relationship Id="rId93" Type="http://schemas.openxmlformats.org/officeDocument/2006/relationships/slideLayout" Target="../slideLayouts/slideLayout381.xml"/><Relationship Id="rId98" Type="http://schemas.openxmlformats.org/officeDocument/2006/relationships/slideLayout" Target="../slideLayouts/slideLayout386.xml"/><Relationship Id="rId3" Type="http://schemas.openxmlformats.org/officeDocument/2006/relationships/slideLayout" Target="../slideLayouts/slideLayout29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5216" y="1011217"/>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8" cstate="screen">
            <a:extLst>
              <a:ext uri="{28A0092B-C50C-407E-A947-70E740481C1C}">
                <a14:useLocalDpi xmlns:a14="http://schemas.microsoft.com/office/drawing/2010/main"/>
              </a:ext>
            </a:extLst>
          </a:blip>
          <a:srcRect l="762"/>
          <a:stretch/>
        </p:blipFill>
        <p:spPr>
          <a:xfrm rot="5400000">
            <a:off x="11723358" y="468642"/>
            <a:ext cx="1130169" cy="192886"/>
          </a:xfrm>
          <a:prstGeom prst="rect">
            <a:avLst/>
          </a:prstGeom>
        </p:spPr>
      </p:pic>
    </p:spTree>
    <p:extLst>
      <p:ext uri="{BB962C8B-B14F-4D97-AF65-F5344CB8AC3E}">
        <p14:creationId xmlns:p14="http://schemas.microsoft.com/office/powerpoint/2010/main" val="6978947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ransition>
    <p:fade/>
  </p:transition>
  <p:hf sldNum="0" hdr="0" ftr="0" dt="0"/>
  <p:txStyles>
    <p:titleStyle>
      <a:lvl1pPr algn="l" defTabSz="932742" rtl="0" eaLnBrk="1" latinLnBrk="0" hangingPunct="1">
        <a:lnSpc>
          <a:spcPct val="100000"/>
        </a:lnSpc>
        <a:spcBef>
          <a:spcPct val="0"/>
        </a:spcBef>
        <a:buNone/>
        <a:defRPr lang="en-US" sz="2800" b="1" i="0" kern="1200" cap="none" spc="-50" baseline="0" dirty="0" smtClean="0">
          <a:ln w="3175">
            <a:noFill/>
          </a:ln>
          <a:solidFill>
            <a:schemeClr val="tx1"/>
          </a:solidFill>
          <a:effectLst/>
          <a:latin typeface="Segoe Sans Display Semibold" pitchFamily="2" charset="0"/>
          <a:ea typeface="+mn-ea"/>
          <a:cs typeface="Segoe Sans Display Semibold" pitchFamily="2" charset="0"/>
        </a:defRPr>
      </a:lvl1pPr>
    </p:titleStyle>
    <p:body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Segoe Sans Display" pitchFamily="2" charset="0"/>
          <a:ea typeface="+mn-ea"/>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Segoe Sans Display" pitchFamily="2" charset="0"/>
          <a:ea typeface="+mn-ea"/>
          <a:cs typeface="Segoe Sans Display" pitchFamily="2" charset="0"/>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Segoe Sans Display" pitchFamily="2" charset="0"/>
          <a:ea typeface="+mn-ea"/>
          <a:cs typeface="Segoe Sans Display" pitchFamily="2" charset="0"/>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Segoe Sans Display" pitchFamily="2" charset="0"/>
          <a:ea typeface="+mn-ea"/>
          <a:cs typeface="Segoe Sans Display" pitchFamily="2" charset="0"/>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Segoe Sans Display" pitchFamily="2" charset="0"/>
          <a:ea typeface="+mn-ea"/>
          <a:cs typeface="Segoe Sans Display" pitchFamily="2"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74817" y="510989"/>
            <a:ext cx="11018521"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1" cy="1486561"/>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2"/>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1" y="2"/>
            <a:ext cx="585216" cy="585215"/>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2"/>
            <a:ext cx="292607" cy="292609"/>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6255752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 id="2147483708" r:id="rId31"/>
    <p:sldLayoutId id="2147483709" r:id="rId32"/>
    <p:sldLayoutId id="2147483710" r:id="rId33"/>
    <p:sldLayoutId id="2147483711" r:id="rId34"/>
    <p:sldLayoutId id="2147483712" r:id="rId35"/>
    <p:sldLayoutId id="2147483713" r:id="rId36"/>
    <p:sldLayoutId id="2147483714" r:id="rId37"/>
    <p:sldLayoutId id="2147483715" r:id="rId38"/>
    <p:sldLayoutId id="2147483716" r:id="rId39"/>
    <p:sldLayoutId id="2147483717" r:id="rId40"/>
    <p:sldLayoutId id="2147483718" r:id="rId41"/>
    <p:sldLayoutId id="2147483719" r:id="rId42"/>
    <p:sldLayoutId id="2147483721" r:id="rId43"/>
    <p:sldLayoutId id="2147483722" r:id="rId44"/>
    <p:sldLayoutId id="2147483723" r:id="rId45"/>
    <p:sldLayoutId id="2147483724" r:id="rId46"/>
    <p:sldLayoutId id="2147483725" r:id="rId47"/>
    <p:sldLayoutId id="2147483726" r:id="rId48"/>
    <p:sldLayoutId id="2147483727" r:id="rId49"/>
    <p:sldLayoutId id="2147483728" r:id="rId50"/>
    <p:sldLayoutId id="2147483729" r:id="rId51"/>
    <p:sldLayoutId id="2147483730" r:id="rId52"/>
    <p:sldLayoutId id="2147483731" r:id="rId53"/>
    <p:sldLayoutId id="2147483732" r:id="rId54"/>
    <p:sldLayoutId id="2147483733" r:id="rId55"/>
    <p:sldLayoutId id="2147483734" r:id="rId56"/>
    <p:sldLayoutId id="2147483735" r:id="rId57"/>
    <p:sldLayoutId id="2147483736" r:id="rId58"/>
    <p:sldLayoutId id="2147483737" r:id="rId59"/>
    <p:sldLayoutId id="2147483738" r:id="rId60"/>
    <p:sldLayoutId id="2147483739" r:id="rId61"/>
    <p:sldLayoutId id="2147483740" r:id="rId62"/>
    <p:sldLayoutId id="2147483741" r:id="rId63"/>
    <p:sldLayoutId id="2147483742" r:id="rId64"/>
    <p:sldLayoutId id="2147483743" r:id="rId65"/>
    <p:sldLayoutId id="2147483744" r:id="rId66"/>
    <p:sldLayoutId id="2147483745" r:id="rId67"/>
    <p:sldLayoutId id="2147483746" r:id="rId68"/>
    <p:sldLayoutId id="2147483747" r:id="rId69"/>
    <p:sldLayoutId id="2147483748" r:id="rId70"/>
    <p:sldLayoutId id="2147483749" r:id="rId71"/>
    <p:sldLayoutId id="2147483750" r:id="rId72"/>
    <p:sldLayoutId id="2147483751" r:id="rId73"/>
    <p:sldLayoutId id="2147483752" r:id="rId74"/>
    <p:sldLayoutId id="2147483753" r:id="rId75"/>
    <p:sldLayoutId id="2147483754" r:id="rId76"/>
    <p:sldLayoutId id="2147483755" r:id="rId77"/>
    <p:sldLayoutId id="2147483756" r:id="rId78"/>
    <p:sldLayoutId id="2147483757" r:id="rId79"/>
    <p:sldLayoutId id="2147483758" r:id="rId80"/>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Segoe UI Semilight" panose="020B04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7">
          <p15:clr>
            <a:srgbClr val="C35EA4"/>
          </p15:clr>
        </p15:guide>
        <p15:guide id="17" pos="7313">
          <p15:clr>
            <a:srgbClr val="C35EA4"/>
          </p15:clr>
        </p15:guide>
        <p15:guide id="25" orient="horz" pos="539">
          <p15:clr>
            <a:srgbClr val="C35EA4"/>
          </p15:clr>
        </p15:guide>
        <p15:guide id="26" orient="horz" pos="3950">
          <p15:clr>
            <a:srgbClr val="C35EA4"/>
          </p15:clr>
        </p15:guide>
        <p15:guide id="27" orient="horz" pos="183">
          <p15:clr>
            <a:srgbClr val="A4A3A4"/>
          </p15:clr>
        </p15:guide>
        <p15:guide id="28" pos="185">
          <p15:clr>
            <a:srgbClr val="A4A3A4"/>
          </p15:clr>
        </p15:guide>
        <p15:guide id="29" orient="horz" pos="4133">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99">
            <a:extLst>
              <a:ext uri="{96DAC541-7B7A-43D3-8B79-37D633B846F1}">
                <asvg:svgBlip xmlns:asvg="http://schemas.microsoft.com/office/drawing/2016/SVG/main" r:embed="rId100"/>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
        <p:nvSpPr>
          <p:cNvPr id="8" name="TextBox 5">
            <a:extLst>
              <a:ext uri="{FF2B5EF4-FFF2-40B4-BE49-F238E27FC236}">
                <a16:creationId xmlns:a16="http://schemas.microsoft.com/office/drawing/2014/main" id="{5694864C-0A2F-FC9D-5AF2-A0152BA747E4}"/>
              </a:ext>
            </a:extLst>
          </p:cNvPr>
          <p:cNvSpPr txBox="1"/>
          <p:nvPr userDrawn="1">
            <p:extLst>
              <p:ext uri="{1162E1C5-73C7-4A58-AE30-91384D911F3F}">
                <p184:classification xmlns:p184="http://schemas.microsoft.com/office/powerpoint/2018/4/main" val="ftr"/>
              </p:ext>
            </p:extLst>
          </p:nvPr>
        </p:nvSpPr>
        <p:spPr>
          <a:xfrm>
            <a:off x="5181600" y="6629908"/>
            <a:ext cx="1828800" cy="123111"/>
          </a:xfrm>
          <a:prstGeom prst="rect">
            <a:avLst/>
          </a:prstGeom>
        </p:spPr>
        <p:txBody>
          <a:bodyPr horzOverflow="overflow"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Classified as Microsoft Confidential</a:t>
            </a:r>
          </a:p>
        </p:txBody>
      </p:sp>
    </p:spTree>
    <p:extLst>
      <p:ext uri="{BB962C8B-B14F-4D97-AF65-F5344CB8AC3E}">
        <p14:creationId xmlns:p14="http://schemas.microsoft.com/office/powerpoint/2010/main" val="3625510768"/>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 id="2147483787" r:id="rId28"/>
    <p:sldLayoutId id="2147483788" r:id="rId29"/>
    <p:sldLayoutId id="2147483789" r:id="rId30"/>
    <p:sldLayoutId id="2147483790" r:id="rId31"/>
    <p:sldLayoutId id="2147483791" r:id="rId32"/>
    <p:sldLayoutId id="2147483792" r:id="rId33"/>
    <p:sldLayoutId id="2147483793" r:id="rId34"/>
    <p:sldLayoutId id="2147483794" r:id="rId35"/>
    <p:sldLayoutId id="2147483795" r:id="rId36"/>
    <p:sldLayoutId id="2147483796" r:id="rId37"/>
    <p:sldLayoutId id="2147483797" r:id="rId38"/>
    <p:sldLayoutId id="2147483798" r:id="rId39"/>
    <p:sldLayoutId id="2147483799" r:id="rId40"/>
    <p:sldLayoutId id="2147483800" r:id="rId41"/>
    <p:sldLayoutId id="2147483801" r:id="rId42"/>
    <p:sldLayoutId id="2147483802" r:id="rId43"/>
    <p:sldLayoutId id="2147483803" r:id="rId44"/>
    <p:sldLayoutId id="2147483804" r:id="rId45"/>
    <p:sldLayoutId id="2147483805" r:id="rId46"/>
    <p:sldLayoutId id="2147483806" r:id="rId47"/>
    <p:sldLayoutId id="2147483807" r:id="rId48"/>
    <p:sldLayoutId id="2147483808" r:id="rId49"/>
    <p:sldLayoutId id="2147483809" r:id="rId50"/>
    <p:sldLayoutId id="2147483810" r:id="rId51"/>
    <p:sldLayoutId id="2147483811" r:id="rId52"/>
    <p:sldLayoutId id="2147483812" r:id="rId53"/>
    <p:sldLayoutId id="2147483813" r:id="rId54"/>
    <p:sldLayoutId id="2147483814" r:id="rId55"/>
    <p:sldLayoutId id="2147483815" r:id="rId56"/>
    <p:sldLayoutId id="2147483816" r:id="rId57"/>
    <p:sldLayoutId id="2147483817" r:id="rId58"/>
    <p:sldLayoutId id="2147483818" r:id="rId59"/>
    <p:sldLayoutId id="2147483819" r:id="rId60"/>
    <p:sldLayoutId id="2147483820" r:id="rId61"/>
    <p:sldLayoutId id="2147483821" r:id="rId62"/>
    <p:sldLayoutId id="2147483822" r:id="rId63"/>
    <p:sldLayoutId id="2147483823" r:id="rId64"/>
    <p:sldLayoutId id="2147483824" r:id="rId65"/>
    <p:sldLayoutId id="2147483825" r:id="rId66"/>
    <p:sldLayoutId id="2147483826" r:id="rId67"/>
    <p:sldLayoutId id="2147483827" r:id="rId68"/>
    <p:sldLayoutId id="2147483828" r:id="rId69"/>
    <p:sldLayoutId id="2147483829" r:id="rId70"/>
    <p:sldLayoutId id="2147483830" r:id="rId71"/>
    <p:sldLayoutId id="2147483831" r:id="rId72"/>
    <p:sldLayoutId id="2147483832" r:id="rId73"/>
    <p:sldLayoutId id="2147483833" r:id="rId74"/>
    <p:sldLayoutId id="2147483834" r:id="rId75"/>
    <p:sldLayoutId id="2147483835" r:id="rId76"/>
    <p:sldLayoutId id="2147483836" r:id="rId77"/>
    <p:sldLayoutId id="2147483837" r:id="rId78"/>
    <p:sldLayoutId id="2147483838" r:id="rId79"/>
    <p:sldLayoutId id="2147483839" r:id="rId80"/>
    <p:sldLayoutId id="2147483840" r:id="rId81"/>
    <p:sldLayoutId id="2147483841" r:id="rId82"/>
    <p:sldLayoutId id="2147483842" r:id="rId83"/>
    <p:sldLayoutId id="2147483843" r:id="rId84"/>
    <p:sldLayoutId id="2147483844" r:id="rId85"/>
    <p:sldLayoutId id="2147483845" r:id="rId86"/>
    <p:sldLayoutId id="2147483846" r:id="rId87"/>
    <p:sldLayoutId id="2147483847" r:id="rId88"/>
    <p:sldLayoutId id="2147483848" r:id="rId89"/>
    <p:sldLayoutId id="2147483849" r:id="rId90"/>
    <p:sldLayoutId id="2147483850" r:id="rId91"/>
    <p:sldLayoutId id="2147483851" r:id="rId92"/>
    <p:sldLayoutId id="2147483852" r:id="rId93"/>
    <p:sldLayoutId id="2147483853" r:id="rId94"/>
    <p:sldLayoutId id="2147483854" r:id="rId95"/>
    <p:sldLayoutId id="2147483855" r:id="rId96"/>
    <p:sldLayoutId id="2147483856" r:id="rId97"/>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97">
            <a:extLst>
              <a:ext uri="{96DAC541-7B7A-43D3-8B79-37D633B846F1}">
                <asvg:svgBlip xmlns:asvg="http://schemas.microsoft.com/office/drawing/2016/SVG/main" r:embed="rId98"/>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
        <p:nvSpPr>
          <p:cNvPr id="34" name="TextBox 5">
            <a:extLst>
              <a:ext uri="{FF2B5EF4-FFF2-40B4-BE49-F238E27FC236}">
                <a16:creationId xmlns:a16="http://schemas.microsoft.com/office/drawing/2014/main" id="{5694864C-0A2F-FC9D-5AF2-A0152BA747E4}"/>
              </a:ext>
            </a:extLst>
          </p:cNvPr>
          <p:cNvSpPr txBox="1"/>
          <p:nvPr userDrawn="1">
            <p:extLst>
              <p:ext uri="{1162E1C5-73C7-4A58-AE30-91384D911F3F}">
                <p184:classification xmlns:p184="http://schemas.microsoft.com/office/powerpoint/2018/4/main" val="ftr"/>
              </p:ext>
            </p:extLst>
          </p:nvPr>
        </p:nvSpPr>
        <p:spPr>
          <a:xfrm>
            <a:off x="5181600" y="6629908"/>
            <a:ext cx="1828800" cy="123111"/>
          </a:xfrm>
          <a:prstGeom prst="rect">
            <a:avLst/>
          </a:prstGeom>
        </p:spPr>
        <p:txBody>
          <a:bodyPr horzOverflow="overflow"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Classified as Microsoft Confidential</a:t>
            </a:r>
          </a:p>
        </p:txBody>
      </p:sp>
    </p:spTree>
    <p:extLst>
      <p:ext uri="{BB962C8B-B14F-4D97-AF65-F5344CB8AC3E}">
        <p14:creationId xmlns:p14="http://schemas.microsoft.com/office/powerpoint/2010/main" val="2179953189"/>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 id="2147483873" r:id="rId16"/>
    <p:sldLayoutId id="2147483874" r:id="rId17"/>
    <p:sldLayoutId id="2147483875" r:id="rId18"/>
    <p:sldLayoutId id="2147483876" r:id="rId19"/>
    <p:sldLayoutId id="2147483877" r:id="rId20"/>
    <p:sldLayoutId id="2147483878" r:id="rId21"/>
    <p:sldLayoutId id="2147483879" r:id="rId22"/>
    <p:sldLayoutId id="2147483880" r:id="rId23"/>
    <p:sldLayoutId id="2147483881" r:id="rId24"/>
    <p:sldLayoutId id="2147483882" r:id="rId25"/>
    <p:sldLayoutId id="2147483883" r:id="rId26"/>
    <p:sldLayoutId id="2147483884" r:id="rId27"/>
    <p:sldLayoutId id="2147483885" r:id="rId28"/>
    <p:sldLayoutId id="2147483886" r:id="rId29"/>
    <p:sldLayoutId id="2147483887" r:id="rId30"/>
    <p:sldLayoutId id="2147483888" r:id="rId31"/>
    <p:sldLayoutId id="2147483889" r:id="rId32"/>
    <p:sldLayoutId id="2147483890" r:id="rId33"/>
    <p:sldLayoutId id="2147483891" r:id="rId34"/>
    <p:sldLayoutId id="2147483892" r:id="rId35"/>
    <p:sldLayoutId id="2147483893" r:id="rId36"/>
    <p:sldLayoutId id="2147483894" r:id="rId37"/>
    <p:sldLayoutId id="2147483895" r:id="rId38"/>
    <p:sldLayoutId id="2147483896" r:id="rId39"/>
    <p:sldLayoutId id="2147483897" r:id="rId40"/>
    <p:sldLayoutId id="2147483898" r:id="rId41"/>
    <p:sldLayoutId id="2147483899" r:id="rId42"/>
    <p:sldLayoutId id="2147483900" r:id="rId43"/>
    <p:sldLayoutId id="2147483901" r:id="rId44"/>
    <p:sldLayoutId id="2147483902" r:id="rId45"/>
    <p:sldLayoutId id="2147483903" r:id="rId46"/>
    <p:sldLayoutId id="2147483904" r:id="rId47"/>
    <p:sldLayoutId id="2147483905" r:id="rId48"/>
    <p:sldLayoutId id="2147483906" r:id="rId49"/>
    <p:sldLayoutId id="2147483907" r:id="rId50"/>
    <p:sldLayoutId id="2147483908" r:id="rId51"/>
    <p:sldLayoutId id="2147483909" r:id="rId52"/>
    <p:sldLayoutId id="2147483910" r:id="rId53"/>
    <p:sldLayoutId id="2147483911" r:id="rId54"/>
    <p:sldLayoutId id="2147483912" r:id="rId55"/>
    <p:sldLayoutId id="2147483913" r:id="rId56"/>
    <p:sldLayoutId id="2147483914" r:id="rId57"/>
    <p:sldLayoutId id="2147483915" r:id="rId58"/>
    <p:sldLayoutId id="2147483916" r:id="rId59"/>
    <p:sldLayoutId id="2147483917" r:id="rId60"/>
    <p:sldLayoutId id="2147483918" r:id="rId61"/>
    <p:sldLayoutId id="2147483919" r:id="rId62"/>
    <p:sldLayoutId id="2147483920" r:id="rId63"/>
    <p:sldLayoutId id="2147483921" r:id="rId64"/>
    <p:sldLayoutId id="2147483922" r:id="rId65"/>
    <p:sldLayoutId id="2147483923" r:id="rId66"/>
    <p:sldLayoutId id="2147483924" r:id="rId67"/>
    <p:sldLayoutId id="2147483925" r:id="rId68"/>
    <p:sldLayoutId id="2147483926" r:id="rId69"/>
    <p:sldLayoutId id="2147483927" r:id="rId70"/>
    <p:sldLayoutId id="2147483928" r:id="rId71"/>
    <p:sldLayoutId id="2147483929" r:id="rId72"/>
    <p:sldLayoutId id="2147483930" r:id="rId73"/>
    <p:sldLayoutId id="2147483931" r:id="rId74"/>
    <p:sldLayoutId id="2147483932" r:id="rId75"/>
    <p:sldLayoutId id="2147483933" r:id="rId76"/>
    <p:sldLayoutId id="2147483934" r:id="rId77"/>
    <p:sldLayoutId id="2147483935" r:id="rId78"/>
    <p:sldLayoutId id="2147483936" r:id="rId79"/>
    <p:sldLayoutId id="2147483937" r:id="rId80"/>
    <p:sldLayoutId id="2147483938" r:id="rId81"/>
    <p:sldLayoutId id="2147483939" r:id="rId82"/>
    <p:sldLayoutId id="2147483940" r:id="rId83"/>
    <p:sldLayoutId id="2147483941" r:id="rId84"/>
    <p:sldLayoutId id="2147483942" r:id="rId85"/>
    <p:sldLayoutId id="2147483943" r:id="rId86"/>
    <p:sldLayoutId id="2147483944" r:id="rId87"/>
    <p:sldLayoutId id="2147483945" r:id="rId88"/>
    <p:sldLayoutId id="2147483946" r:id="rId89"/>
    <p:sldLayoutId id="2147483947" r:id="rId90"/>
    <p:sldLayoutId id="2147483948" r:id="rId91"/>
    <p:sldLayoutId id="2147483949" r:id="rId92"/>
    <p:sldLayoutId id="2147483950" r:id="rId93"/>
    <p:sldLayoutId id="2147483951" r:id="rId94"/>
    <p:sldLayoutId id="2147483952" r:id="rId95"/>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6BFAB5-727A-E81F-FBC8-FE10AD188E2C}"/>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00">
            <a:extLst>
              <a:ext uri="{96DAC541-7B7A-43D3-8B79-37D633B846F1}">
                <asvg:svgBlip xmlns:asvg="http://schemas.microsoft.com/office/drawing/2016/SVG/main" r:embed="rId101"/>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86222" cy="153888"/>
          </a:xfrm>
          <a:prstGeom prst="rect">
            <a:avLst/>
          </a:prstGeom>
          <a:noFill/>
        </p:spPr>
        <p:txBody>
          <a:bodyPr wrap="none" lIns="0" tIns="0" rIns="0" bIns="0" rtlCol="0">
            <a:spAutoFit/>
          </a:bodyPr>
          <a:lstStyle/>
          <a:p>
            <a:pPr algn="l"/>
            <a:r>
              <a:rPr lang="en-US" sz="1000">
                <a:solidFill>
                  <a:srgbClr val="A3A3A3"/>
                </a:solidFill>
              </a:rPr>
              <a:t>365/CoP DE 02.10.25 </a:t>
            </a:r>
          </a:p>
        </p:txBody>
      </p:sp>
    </p:spTree>
    <p:extLst>
      <p:ext uri="{BB962C8B-B14F-4D97-AF65-F5344CB8AC3E}">
        <p14:creationId xmlns:p14="http://schemas.microsoft.com/office/powerpoint/2010/main" val="2807476097"/>
      </p:ext>
    </p:extLst>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 id="2147483965" r:id="rId12"/>
    <p:sldLayoutId id="2147483966" r:id="rId13"/>
    <p:sldLayoutId id="2147483967" r:id="rId14"/>
    <p:sldLayoutId id="2147483968" r:id="rId15"/>
    <p:sldLayoutId id="2147483969" r:id="rId16"/>
    <p:sldLayoutId id="2147483970" r:id="rId17"/>
    <p:sldLayoutId id="2147483971" r:id="rId18"/>
    <p:sldLayoutId id="2147483972" r:id="rId19"/>
    <p:sldLayoutId id="2147483973" r:id="rId20"/>
    <p:sldLayoutId id="2147483974" r:id="rId21"/>
    <p:sldLayoutId id="2147483975" r:id="rId22"/>
    <p:sldLayoutId id="2147483976" r:id="rId23"/>
    <p:sldLayoutId id="2147483977" r:id="rId24"/>
    <p:sldLayoutId id="2147483978" r:id="rId25"/>
    <p:sldLayoutId id="2147483979" r:id="rId26"/>
    <p:sldLayoutId id="2147483980" r:id="rId27"/>
    <p:sldLayoutId id="2147483981" r:id="rId28"/>
    <p:sldLayoutId id="2147483982" r:id="rId29"/>
    <p:sldLayoutId id="2147483983" r:id="rId30"/>
    <p:sldLayoutId id="2147483984" r:id="rId31"/>
    <p:sldLayoutId id="2147483985" r:id="rId32"/>
    <p:sldLayoutId id="2147483986" r:id="rId33"/>
    <p:sldLayoutId id="2147483987" r:id="rId34"/>
    <p:sldLayoutId id="2147483988" r:id="rId35"/>
    <p:sldLayoutId id="2147483989" r:id="rId36"/>
    <p:sldLayoutId id="2147483990" r:id="rId37"/>
    <p:sldLayoutId id="2147483991" r:id="rId38"/>
    <p:sldLayoutId id="2147483992" r:id="rId39"/>
    <p:sldLayoutId id="2147483993" r:id="rId40"/>
    <p:sldLayoutId id="2147483994" r:id="rId41"/>
    <p:sldLayoutId id="2147483995" r:id="rId42"/>
    <p:sldLayoutId id="2147483996" r:id="rId43"/>
    <p:sldLayoutId id="2147483997" r:id="rId44"/>
    <p:sldLayoutId id="2147483998" r:id="rId45"/>
    <p:sldLayoutId id="2147483999" r:id="rId46"/>
    <p:sldLayoutId id="2147484000" r:id="rId47"/>
    <p:sldLayoutId id="2147484001" r:id="rId48"/>
    <p:sldLayoutId id="2147484002" r:id="rId49"/>
    <p:sldLayoutId id="2147484003" r:id="rId50"/>
    <p:sldLayoutId id="2147484004" r:id="rId51"/>
    <p:sldLayoutId id="2147484005" r:id="rId52"/>
    <p:sldLayoutId id="2147484006" r:id="rId53"/>
    <p:sldLayoutId id="2147484007" r:id="rId54"/>
    <p:sldLayoutId id="2147484008" r:id="rId55"/>
    <p:sldLayoutId id="2147484009" r:id="rId56"/>
    <p:sldLayoutId id="2147484010" r:id="rId57"/>
    <p:sldLayoutId id="2147484011" r:id="rId58"/>
    <p:sldLayoutId id="2147484012" r:id="rId59"/>
    <p:sldLayoutId id="2147484013" r:id="rId60"/>
    <p:sldLayoutId id="2147484014" r:id="rId61"/>
    <p:sldLayoutId id="2147484015" r:id="rId62"/>
    <p:sldLayoutId id="2147484016" r:id="rId63"/>
    <p:sldLayoutId id="2147484017" r:id="rId64"/>
    <p:sldLayoutId id="2147484018" r:id="rId65"/>
    <p:sldLayoutId id="2147484019" r:id="rId66"/>
    <p:sldLayoutId id="2147484020" r:id="rId67"/>
    <p:sldLayoutId id="2147484021" r:id="rId68"/>
    <p:sldLayoutId id="2147484022" r:id="rId69"/>
    <p:sldLayoutId id="2147484023" r:id="rId70"/>
    <p:sldLayoutId id="2147484024" r:id="rId71"/>
    <p:sldLayoutId id="2147484025" r:id="rId72"/>
    <p:sldLayoutId id="2147484026" r:id="rId73"/>
    <p:sldLayoutId id="2147484027" r:id="rId74"/>
    <p:sldLayoutId id="2147484028" r:id="rId75"/>
    <p:sldLayoutId id="2147484029" r:id="rId76"/>
    <p:sldLayoutId id="2147484030" r:id="rId77"/>
    <p:sldLayoutId id="2147484031" r:id="rId78"/>
    <p:sldLayoutId id="2147484032" r:id="rId79"/>
    <p:sldLayoutId id="2147484033" r:id="rId80"/>
    <p:sldLayoutId id="2147484034" r:id="rId81"/>
    <p:sldLayoutId id="2147484035" r:id="rId82"/>
    <p:sldLayoutId id="2147484036" r:id="rId83"/>
    <p:sldLayoutId id="2147484037" r:id="rId84"/>
    <p:sldLayoutId id="2147484038" r:id="rId85"/>
    <p:sldLayoutId id="2147484039" r:id="rId86"/>
    <p:sldLayoutId id="2147484040" r:id="rId87"/>
    <p:sldLayoutId id="2147484041" r:id="rId88"/>
    <p:sldLayoutId id="2147484042" r:id="rId89"/>
    <p:sldLayoutId id="2147484043" r:id="rId90"/>
    <p:sldLayoutId id="2147484044" r:id="rId91"/>
    <p:sldLayoutId id="2147484045" r:id="rId92"/>
    <p:sldLayoutId id="2147484046" r:id="rId93"/>
    <p:sldLayoutId id="2147484047" r:id="rId94"/>
    <p:sldLayoutId id="2147484048" r:id="rId95"/>
    <p:sldLayoutId id="2147484049" r:id="rId96"/>
    <p:sldLayoutId id="2147484050" r:id="rId97"/>
    <p:sldLayoutId id="2147484051" r:id="rId98"/>
  </p:sldLayoutIdLst>
  <p:transition>
    <p:fade/>
  </p:transition>
  <p:hf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78">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xml"/><Relationship Id="rId1" Type="http://schemas.openxmlformats.org/officeDocument/2006/relationships/slideLayout" Target="../slideLayouts/slideLayout116.xml"/><Relationship Id="rId5" Type="http://schemas.openxmlformats.org/officeDocument/2006/relationships/hyperlink" Target="https://aka.ms/PromoReadinessGuide" TargetMode="External"/><Relationship Id="rId4" Type="http://schemas.openxmlformats.org/officeDocument/2006/relationships/image" Target="../media/image140.svg"/></Relationships>
</file>

<file path=ppt/slides/_rels/slide2.xml.rels><?xml version="1.0" encoding="UTF-8" standalone="yes"?>
<Relationships xmlns="http://schemas.openxmlformats.org/package/2006/relationships"><Relationship Id="rId3" Type="http://schemas.openxmlformats.org/officeDocument/2006/relationships/hyperlink" Target="https://www.microsoft.com/licensing/terms/productoffering/Microsoft365/allprograms#:~:text=F5%20Security%20%2B%20Compliance-,Microsoft%20Copilot%20for%20Microsoft%20365,Teams%20EEA/Enterprise/Essentials%3B%20Planner%20Plan%201%3B%20Project%20Online%3B%20Visio%20Online,-Microsoft%20Copilot%20for" TargetMode="External"/><Relationship Id="rId2" Type="http://schemas.openxmlformats.org/officeDocument/2006/relationships/image" Target="../media/image141.png"/><Relationship Id="rId1" Type="http://schemas.openxmlformats.org/officeDocument/2006/relationships/slideLayout" Target="../slideLayouts/slideLayout2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1208D-3335-61A7-5F25-264393227E70}"/>
            </a:ext>
          </a:extLst>
        </p:cNvPr>
        <p:cNvGrpSpPr/>
        <p:nvPr/>
      </p:nvGrpSpPr>
      <p:grpSpPr>
        <a:xfrm>
          <a:off x="0" y="0"/>
          <a:ext cx="0" cy="0"/>
          <a:chOff x="0" y="0"/>
          <a:chExt cx="0" cy="0"/>
        </a:xfrm>
      </p:grpSpPr>
      <p:sp>
        <p:nvSpPr>
          <p:cNvPr id="2" name="Rectangle: Rounded Corners 34">
            <a:extLst>
              <a:ext uri="{FF2B5EF4-FFF2-40B4-BE49-F238E27FC236}">
                <a16:creationId xmlns:a16="http://schemas.microsoft.com/office/drawing/2014/main" id="{53387073-103D-37F4-6826-B4F4701C218A}"/>
              </a:ext>
              <a:ext uri="{C183D7F6-B498-43B3-948B-1728B52AA6E4}">
                <adec:decorative xmlns:adec="http://schemas.microsoft.com/office/drawing/2017/decorative" val="1"/>
              </a:ext>
            </a:extLst>
          </p:cNvPr>
          <p:cNvSpPr/>
          <p:nvPr/>
        </p:nvSpPr>
        <p:spPr bwMode="auto">
          <a:xfrm>
            <a:off x="495300" y="671919"/>
            <a:ext cx="11201400" cy="5819805"/>
          </a:xfrm>
          <a:prstGeom prst="roundRect">
            <a:avLst>
              <a:gd name="adj" fmla="val 4202"/>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a:ea typeface="+mn-ea"/>
              <a:cs typeface="Segoe UI" pitchFamily="34" charset="0"/>
            </a:endParaRPr>
          </a:p>
        </p:txBody>
      </p:sp>
      <p:sp>
        <p:nvSpPr>
          <p:cNvPr id="3" name="Rectangle: Rounded Corners 2">
            <a:extLst>
              <a:ext uri="{FF2B5EF4-FFF2-40B4-BE49-F238E27FC236}">
                <a16:creationId xmlns:a16="http://schemas.microsoft.com/office/drawing/2014/main" id="{197F28C3-02F0-BF6F-9C64-861633F05667}"/>
              </a:ext>
              <a:ext uri="{C183D7F6-B498-43B3-948B-1728B52AA6E4}">
                <adec:decorative xmlns:adec="http://schemas.microsoft.com/office/drawing/2017/decorative" val="1"/>
              </a:ext>
            </a:extLst>
          </p:cNvPr>
          <p:cNvSpPr>
            <a:spLocks/>
          </p:cNvSpPr>
          <p:nvPr/>
        </p:nvSpPr>
        <p:spPr bwMode="auto">
          <a:xfrm>
            <a:off x="676002" y="1077859"/>
            <a:ext cx="3550920" cy="5222367"/>
          </a:xfrm>
          <a:prstGeom prst="roundRect">
            <a:avLst>
              <a:gd name="adj" fmla="val 4207"/>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4" name="Rectangle: Rounded Corners 3">
            <a:extLst>
              <a:ext uri="{FF2B5EF4-FFF2-40B4-BE49-F238E27FC236}">
                <a16:creationId xmlns:a16="http://schemas.microsoft.com/office/drawing/2014/main" id="{2DB0B9AF-B705-DEEE-B28C-BA61E599D00C}"/>
              </a:ext>
              <a:ext uri="{C183D7F6-B498-43B3-948B-1728B52AA6E4}">
                <adec:decorative xmlns:adec="http://schemas.microsoft.com/office/drawing/2017/decorative" val="1"/>
              </a:ext>
            </a:extLst>
          </p:cNvPr>
          <p:cNvSpPr>
            <a:spLocks/>
          </p:cNvSpPr>
          <p:nvPr/>
        </p:nvSpPr>
        <p:spPr bwMode="auto">
          <a:xfrm>
            <a:off x="4320540" y="1077860"/>
            <a:ext cx="7195458" cy="5222367"/>
          </a:xfrm>
          <a:prstGeom prst="roundRect">
            <a:avLst>
              <a:gd name="adj" fmla="val 4207"/>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5" name="Content Placeholder 2">
            <a:extLst>
              <a:ext uri="{FF2B5EF4-FFF2-40B4-BE49-F238E27FC236}">
                <a16:creationId xmlns:a16="http://schemas.microsoft.com/office/drawing/2014/main" id="{6BD9371F-FD9E-E52E-96CE-6C23D9F278AB}"/>
              </a:ext>
            </a:extLst>
          </p:cNvPr>
          <p:cNvSpPr txBox="1">
            <a:spLocks/>
          </p:cNvSpPr>
          <p:nvPr/>
        </p:nvSpPr>
        <p:spPr>
          <a:xfrm>
            <a:off x="4455341" y="2222002"/>
            <a:ext cx="6926891" cy="3312573"/>
          </a:xfrm>
          <a:prstGeom prst="rect">
            <a:avLst/>
          </a:prstGeom>
        </p:spPr>
        <p:txBody>
          <a:bodyPr vert="horz" wrap="square" lIns="0" tIns="0" rIns="0" bIns="0" rtlCol="0" anchor="t"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base" latinLnBrk="0" hangingPunct="1">
              <a:lnSpc>
                <a:spcPts val="1275"/>
              </a:lnSpc>
              <a:spcBef>
                <a:spcPct val="20000"/>
              </a:spcBef>
              <a:spcAft>
                <a:spcPts val="600"/>
              </a:spcAft>
              <a:buClrTx/>
              <a:buSzPct val="90000"/>
              <a:buFont typeface="Wingdings" panose="05000000000000000000" pitchFamily="2" charset="2"/>
              <a:buNone/>
              <a:tabLst/>
              <a:defRPr/>
            </a:pPr>
            <a:r>
              <a:rPr kumimoji="0" lang="en-US" sz="1200" b="1" i="0" u="none" strike="noStrike" kern="1200" cap="none" spc="0" normalizeH="0" baseline="0" noProof="0" dirty="0">
                <a:ln>
                  <a:noFill/>
                </a:ln>
                <a:solidFill>
                  <a:srgbClr val="000000"/>
                </a:solidFill>
                <a:effectLst/>
                <a:uLnTx/>
                <a:uFillTx/>
                <a:latin typeface="Segoe Sans Display"/>
                <a:ea typeface="+mn-ea"/>
                <a:cs typeface="Segoe UI"/>
              </a:rPr>
              <a:t> </a:t>
            </a:r>
            <a:r>
              <a:rPr kumimoji="0" lang="en-US" sz="2000" b="0" i="0" u="none" strike="noStrike" kern="1200" cap="none" spc="-50" normalizeH="0" baseline="0" noProof="0" dirty="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Offer details: </a:t>
            </a:r>
          </a:p>
          <a:p>
            <a:pPr lvl="0" fontAlgn="base">
              <a:lnSpc>
                <a:spcPct val="150000"/>
              </a:lnSpc>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Segoe Sans Display Semibold"/>
                <a:ea typeface="+mn-ea"/>
                <a:cs typeface="Segoe UI"/>
              </a:rPr>
              <a:t>Discount: </a:t>
            </a:r>
            <a:r>
              <a:rPr kumimoji="0" lang="en-US" sz="1400" b="0" i="0" u="none" strike="noStrike" kern="1200" cap="none" spc="0" normalizeH="0" baseline="0" noProof="0" dirty="0">
                <a:ln>
                  <a:noFill/>
                </a:ln>
                <a:solidFill>
                  <a:srgbClr val="000000"/>
                </a:solidFill>
                <a:effectLst/>
                <a:uLnTx/>
                <a:uFillTx/>
                <a:latin typeface="Segoe Sans Display"/>
                <a:ea typeface="+mn-ea"/>
                <a:cs typeface="Segoe UI"/>
              </a:rPr>
              <a:t>35% </a:t>
            </a:r>
            <a:r>
              <a:rPr lang="en-US" sz="1400" dirty="0">
                <a:solidFill>
                  <a:srgbClr val="000000"/>
                </a:solidFill>
                <a:cs typeface="Segoe UI"/>
              </a:rPr>
              <a:t>off net partner price with purchase of </a:t>
            </a:r>
            <a:r>
              <a:rPr kumimoji="0" lang="en-US" sz="1400" b="0" i="0" u="none" strike="noStrike" kern="1200" cap="none" spc="0" normalizeH="0" baseline="0" noProof="0" dirty="0">
                <a:ln>
                  <a:noFill/>
                </a:ln>
                <a:solidFill>
                  <a:srgbClr val="000000"/>
                </a:solidFill>
                <a:effectLst/>
                <a:uLnTx/>
                <a:uFillTx/>
                <a:latin typeface="Segoe Sans Display"/>
                <a:ea typeface="+mn-ea"/>
                <a:cs typeface="Segoe UI"/>
              </a:rPr>
              <a:t>10 to</a:t>
            </a:r>
            <a:r>
              <a:rPr kumimoji="0" lang="en-US" sz="1400" b="0" i="0" u="none" strike="noStrike" kern="1200" cap="none" spc="0" normalizeH="0" noProof="0" dirty="0">
                <a:ln>
                  <a:noFill/>
                </a:ln>
                <a:solidFill>
                  <a:srgbClr val="000000"/>
                </a:solidFill>
                <a:effectLst/>
                <a:uLnTx/>
                <a:uFillTx/>
                <a:latin typeface="Segoe Sans Display"/>
                <a:ea typeface="+mn-ea"/>
                <a:cs typeface="Segoe UI"/>
              </a:rPr>
              <a:t> 300</a:t>
            </a:r>
            <a:r>
              <a:rPr kumimoji="0" lang="en-US" sz="1400" b="0" i="0" u="none" strike="noStrike" kern="1200" cap="none" spc="0" normalizeH="0" baseline="0" noProof="0" dirty="0">
                <a:ln>
                  <a:noFill/>
                </a:ln>
                <a:solidFill>
                  <a:srgbClr val="000000"/>
                </a:solidFill>
                <a:effectLst/>
                <a:uLnTx/>
                <a:uFillTx/>
                <a:latin typeface="Segoe Sans Display"/>
                <a:ea typeface="+mn-ea"/>
                <a:cs typeface="Segoe UI"/>
              </a:rPr>
              <a:t> Microsoft 365 Business Standard and Copilot Business seats</a:t>
            </a:r>
            <a:r>
              <a:rPr lang="en-US" sz="1400" dirty="0">
                <a:solidFill>
                  <a:srgbClr val="000000"/>
                </a:solidFill>
                <a:latin typeface="Segoe Sans Display"/>
                <a:cs typeface="Segoe UI"/>
              </a:rPr>
              <a:t> (12-month term)</a:t>
            </a:r>
          </a:p>
          <a:p>
            <a:pPr lvl="0" fontAlgn="base">
              <a:lnSpc>
                <a:spcPct val="150000"/>
              </a:lnSpc>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Segoe Sans Display Semibold"/>
                <a:ea typeface="+mn-ea"/>
                <a:cs typeface="Segoe UI"/>
              </a:rPr>
              <a:t>Availability: </a:t>
            </a:r>
            <a:r>
              <a:rPr kumimoji="0" lang="en-US" sz="1400" b="0" i="0" u="none" strike="noStrike" kern="1200" cap="none" spc="0" normalizeH="0" baseline="0" noProof="0" dirty="0">
                <a:ln>
                  <a:noFill/>
                </a:ln>
                <a:solidFill>
                  <a:srgbClr val="000000"/>
                </a:solidFill>
                <a:effectLst/>
                <a:uLnTx/>
                <a:uFillTx/>
                <a:latin typeface="Segoe Sans Display"/>
                <a:ea typeface="+mn-ea"/>
                <a:cs typeface="Segoe UI"/>
              </a:rPr>
              <a:t>Available worldwide </a:t>
            </a:r>
            <a:r>
              <a:rPr lang="en-US" sz="1400" dirty="0">
                <a:solidFill>
                  <a:srgbClr val="000000"/>
                </a:solidFill>
                <a:cs typeface="Segoe UI"/>
              </a:rPr>
              <a:t>December 1, 2025 – March 31, 2026</a:t>
            </a:r>
          </a:p>
          <a:p>
            <a:pPr marL="228600" marR="0" lvl="0" indent="-228600" algn="l" defTabSz="932742" rtl="0" eaLnBrk="1" fontAlgn="base" latinLnBrk="0" hangingPunct="1">
              <a:lnSpc>
                <a:spcPct val="150000"/>
              </a:lnSpc>
              <a:spcBef>
                <a:spcPct val="20000"/>
              </a:spcBef>
              <a:spcAft>
                <a:spcPts val="0"/>
              </a:spcAft>
              <a:buClrTx/>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Segoe Sans Display Semibold"/>
                <a:ea typeface="+mn-ea"/>
                <a:cs typeface="Segoe UI"/>
              </a:rPr>
              <a:t>Customer Eligibility: </a:t>
            </a:r>
            <a:r>
              <a:rPr kumimoji="0" lang="en-US" sz="1400" b="0" i="0" u="none" strike="noStrike" kern="1200" cap="none" spc="0" normalizeH="0" baseline="0" noProof="0" dirty="0">
                <a:ln>
                  <a:noFill/>
                </a:ln>
                <a:solidFill>
                  <a:srgbClr val="000000"/>
                </a:solidFill>
                <a:effectLst/>
                <a:uLnTx/>
                <a:uFillTx/>
                <a:latin typeface="Segoe Sans Display"/>
                <a:ea typeface="+mn-ea"/>
                <a:cs typeface="Segoe UI"/>
              </a:rPr>
              <a:t>New or existing customers transacting via CSP</a:t>
            </a:r>
          </a:p>
          <a:p>
            <a:pPr lvl="0" fontAlgn="base">
              <a:lnSpc>
                <a:spcPct val="150000"/>
              </a:lnSpc>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Segoe Sans Display Semibold"/>
                <a:ea typeface="+mn-ea"/>
                <a:cs typeface="Segoe UI"/>
              </a:rPr>
              <a:t>Partner Eligibility: </a:t>
            </a:r>
            <a:r>
              <a:rPr lang="en-US" sz="1400" dirty="0">
                <a:solidFill>
                  <a:srgbClr val="000000"/>
                </a:solidFill>
                <a:cs typeface="Segoe UI"/>
              </a:rPr>
              <a:t>Available to all CSP partners </a:t>
            </a:r>
            <a:endParaRPr kumimoji="0" lang="en-US" sz="1400" b="0" i="0" u="none" strike="noStrike" kern="1200" cap="none" spc="0" normalizeH="0" baseline="0" noProof="0" dirty="0">
              <a:ln>
                <a:noFill/>
              </a:ln>
              <a:solidFill>
                <a:srgbClr val="000000"/>
              </a:solidFill>
              <a:effectLst/>
              <a:uLnTx/>
              <a:uFillTx/>
              <a:latin typeface="Segoe Sans Display"/>
              <a:ea typeface="+mn-ea"/>
              <a:cs typeface="Segoe UI"/>
            </a:endParaRPr>
          </a:p>
          <a:p>
            <a:pPr marL="0" marR="0" lvl="0" indent="0" algn="l" defTabSz="932742" rtl="0" eaLnBrk="1" fontAlgn="base" latinLnBrk="0" hangingPunct="1">
              <a:lnSpc>
                <a:spcPct val="150000"/>
              </a:lnSpc>
              <a:spcBef>
                <a:spcPct val="20000"/>
              </a:spcBef>
              <a:spcAft>
                <a:spcPts val="0"/>
              </a:spcAft>
              <a:buClrTx/>
              <a:buSzPct val="90000"/>
              <a:buFont typeface="Wingdings" panose="05000000000000000000" pitchFamily="2" charset="2"/>
              <a:buNone/>
              <a:tabLst/>
              <a:defRPr/>
            </a:pPr>
            <a:endParaRPr kumimoji="0" lang="en-US" sz="1200" b="0" i="1" u="none" strike="noStrike" kern="1200" cap="none" spc="0" normalizeH="0" baseline="0" noProof="0" dirty="0">
              <a:ln>
                <a:noFill/>
              </a:ln>
              <a:solidFill>
                <a:srgbClr val="000000"/>
              </a:solidFill>
              <a:effectLst/>
              <a:uLnTx/>
              <a:uFillTx/>
              <a:latin typeface="Segoe Sans Display"/>
              <a:ea typeface="+mn-ea"/>
              <a:cs typeface="Segoe UI" panose="020B0502040204020203" pitchFamily="34" charset="0"/>
            </a:endParaRPr>
          </a:p>
          <a:p>
            <a:pPr marL="0" lvl="0" indent="0" fontAlgn="base">
              <a:lnSpc>
                <a:spcPct val="150000"/>
              </a:lnSpc>
              <a:buNone/>
              <a:defRPr/>
            </a:pPr>
            <a:r>
              <a:rPr lang="en-US" sz="1400" dirty="0">
                <a:solidFill>
                  <a:srgbClr val="000000"/>
                </a:solidFill>
                <a:latin typeface="Segoe Sans Display"/>
                <a:cs typeface="Segoe UI"/>
              </a:rPr>
              <a:t>Customers utilizing these promotions will retain the discounted rate for the entire subscription duration and may add additional seats (up to 300) throughout the term. </a:t>
            </a:r>
          </a:p>
          <a:p>
            <a:pPr marL="0" marR="0" lvl="0" indent="0" algn="l" defTabSz="932742" rtl="0" eaLnBrk="1" fontAlgn="base" latinLnBrk="0" hangingPunct="1">
              <a:lnSpc>
                <a:spcPct val="150000"/>
              </a:lnSpc>
              <a:spcBef>
                <a:spcPct val="20000"/>
              </a:spcBef>
              <a:spcAft>
                <a:spcPts val="0"/>
              </a:spcAft>
              <a:buClrTx/>
              <a:buSzPct val="90000"/>
              <a:buFont typeface="Wingdings" panose="05000000000000000000" pitchFamily="2" charset="2"/>
              <a:buNone/>
              <a:tabLst/>
              <a:defRPr/>
            </a:pPr>
            <a:endParaRPr kumimoji="0" lang="en-US" sz="1200" b="0" i="1" u="none" strike="noStrike" kern="1200" cap="none" spc="0" normalizeH="0" baseline="0" noProof="0" dirty="0">
              <a:ln>
                <a:noFill/>
              </a:ln>
              <a:solidFill>
                <a:srgbClr val="000000"/>
              </a:solidFill>
              <a:effectLst/>
              <a:uLnTx/>
              <a:uFillTx/>
              <a:latin typeface="Segoe Sans Display"/>
              <a:ea typeface="+mn-ea"/>
              <a:cs typeface="Segoe UI" panose="020B0502040204020203" pitchFamily="34" charset="0"/>
            </a:endParaRPr>
          </a:p>
        </p:txBody>
      </p:sp>
      <p:sp>
        <p:nvSpPr>
          <p:cNvPr id="10" name="Content Placeholder 2">
            <a:extLst>
              <a:ext uri="{FF2B5EF4-FFF2-40B4-BE49-F238E27FC236}">
                <a16:creationId xmlns:a16="http://schemas.microsoft.com/office/drawing/2014/main" id="{BAA61749-E9E3-016D-1A39-9B16BA2B1687}"/>
              </a:ext>
            </a:extLst>
          </p:cNvPr>
          <p:cNvSpPr txBox="1">
            <a:spLocks/>
          </p:cNvSpPr>
          <p:nvPr/>
        </p:nvSpPr>
        <p:spPr>
          <a:xfrm>
            <a:off x="880720" y="1164443"/>
            <a:ext cx="3149205" cy="4985980"/>
          </a:xfrm>
          <a:prstGeom prst="rect">
            <a:avLst/>
          </a:prstGeom>
        </p:spPr>
        <p:txBody>
          <a:bodyPr vert="horz" wrap="square" lIns="0" tIns="0" rIns="0" bIns="0" rtlCol="0" anchor="t"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4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How to position this offer:</a:t>
            </a:r>
          </a:p>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a:rPr>
              <a:t>Leverage this exclusive offer to help your customer scale their Copilot adoption.</a:t>
            </a:r>
            <a:endPar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a:rPr>
              <a:t>New and existing CSP customers are eligible for </a:t>
            </a:r>
            <a:r>
              <a:rPr kumimoji="0" lang="en-US" sz="1200" b="1" i="0" u="none" strike="noStrike" kern="1200" cap="none" spc="0" normalizeH="0" baseline="0" noProof="0">
                <a:ln>
                  <a:noFill/>
                </a:ln>
                <a:solidFill>
                  <a:srgbClr val="000000"/>
                </a:solidFill>
                <a:effectLst/>
                <a:uLnTx/>
                <a:uFillTx/>
                <a:latin typeface="Segoe Sans Display"/>
                <a:ea typeface="+mn-ea"/>
                <a:cs typeface="Segoe UI"/>
              </a:rPr>
              <a:t>35% off Microsoft 365 Business Standard and Copilot Business </a:t>
            </a:r>
            <a:r>
              <a:rPr kumimoji="0" lang="en-US" sz="1200" b="0" i="0" u="none" strike="noStrike" kern="1200" cap="none" spc="0" normalizeH="0" baseline="0" noProof="0">
                <a:ln>
                  <a:noFill/>
                </a:ln>
                <a:solidFill>
                  <a:srgbClr val="000000"/>
                </a:solidFill>
                <a:effectLst/>
                <a:uLnTx/>
                <a:uFillTx/>
                <a:latin typeface="Segoe Sans Display"/>
                <a:ea typeface="+mn-ea"/>
                <a:cs typeface="Segoe UI"/>
              </a:rPr>
              <a:t>with a minimum purchase of 10 to 300 licenses. This limited-time offer is designed to accelerate AI adoption for organizations ready to expand Copilot usage across their business.</a:t>
            </a:r>
            <a:b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br>
            <a:br>
              <a:rPr kumimoji="0" lang="en-US" sz="1200" b="1" i="0" u="none" strike="noStrike" kern="1200" cap="none" spc="0" normalizeH="0" baseline="0" noProof="0">
                <a:ln>
                  <a:noFill/>
                </a:ln>
                <a:solidFill>
                  <a:srgbClr val="000000"/>
                </a:solidFill>
                <a:effectLst/>
                <a:uLnTx/>
                <a:uFillTx/>
                <a:latin typeface="Segoe Sans Display"/>
                <a:ea typeface="+mn-ea"/>
                <a:cs typeface="Segoe UI"/>
              </a:rPr>
            </a:br>
            <a:r>
              <a:rPr kumimoji="0" lang="en-US" sz="14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Who it's for: </a:t>
            </a:r>
          </a:p>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a:rPr>
              <a:t>SMB organizations ready to elevate their M365 experience with Copilot, or M365 Business Basic customers seeking to upgrade and unlock the latest AI capabilities.</a:t>
            </a:r>
          </a:p>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br>
              <a:rPr kumimoji="0" lang="en-US" sz="1200" b="0" i="0" u="none" strike="noStrike" kern="0" cap="none" spc="0" normalizeH="0" baseline="0" noProof="0">
                <a:ln>
                  <a:noFill/>
                </a:ln>
                <a:solidFill>
                  <a:srgbClr val="000000"/>
                </a:solidFill>
                <a:effectLst/>
                <a:uLnTx/>
                <a:uFillTx/>
                <a:latin typeface="Segoe Sans Display"/>
                <a:ea typeface="+mn-ea"/>
                <a:cs typeface="Segoe Sans Display"/>
              </a:rPr>
            </a:br>
            <a:r>
              <a:rPr kumimoji="0" lang="en-US" sz="14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Why it matters:</a:t>
            </a:r>
          </a:p>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a:rPr>
              <a:t>This offer provides partners with a compelling offer to fuel org-wide AI adoption by making it more affordable to expand Copilot across teams. </a:t>
            </a:r>
            <a:endPar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endParaRPr kumimoji="0" lang="en-US" sz="1200" b="0" i="0" u="none" strike="noStrike" kern="0" cap="none" spc="0" normalizeH="0" baseline="0" noProof="0">
              <a:ln>
                <a:noFill/>
              </a:ln>
              <a:solidFill>
                <a:prstClr val="black"/>
              </a:solidFill>
              <a:effectLst/>
              <a:uLnTx/>
              <a:uFillTx/>
              <a:latin typeface="Segoe Sans Display"/>
              <a:ea typeface="+mn-ea"/>
              <a:cs typeface="Segoe Sans Display" pitchFamily="2" charset="0"/>
            </a:endParaRPr>
          </a:p>
        </p:txBody>
      </p:sp>
      <p:sp>
        <p:nvSpPr>
          <p:cNvPr id="11" name="Title 9">
            <a:extLst>
              <a:ext uri="{FF2B5EF4-FFF2-40B4-BE49-F238E27FC236}">
                <a16:creationId xmlns:a16="http://schemas.microsoft.com/office/drawing/2014/main" id="{8FDDA9B8-0871-C17D-9AA5-8E8346D55A15}"/>
              </a:ext>
            </a:extLst>
          </p:cNvPr>
          <p:cNvSpPr txBox="1">
            <a:spLocks/>
          </p:cNvSpPr>
          <p:nvPr/>
        </p:nvSpPr>
        <p:spPr bwMode="auto">
          <a:xfrm>
            <a:off x="1891048" y="435747"/>
            <a:ext cx="8409904" cy="500478"/>
          </a:xfrm>
          <a:prstGeom prst="roundRect">
            <a:avLst>
              <a:gd name="adj" fmla="val 50000"/>
            </a:avLst>
          </a:prstGeom>
          <a:gradFill>
            <a:gsLst>
              <a:gs pos="0">
                <a:schemeClr val="accent2"/>
              </a:gs>
              <a:gs pos="94000">
                <a:schemeClr val="accent6"/>
              </a:gs>
            </a:gsLst>
            <a:lin ang="0" scaled="1"/>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defPPr>
              <a:defRPr lang="en-US"/>
            </a:defPPr>
            <a:lvl1pPr marR="0" lvl="0" indent="0" algn="ctr" defTabSz="932472" rtl="0" eaLnBrk="1" fontAlgn="base" latinLnBrk="0" hangingPunct="1">
              <a:lnSpc>
                <a:spcPct val="100000"/>
              </a:lnSpc>
              <a:spcBef>
                <a:spcPct val="0"/>
              </a:spcBef>
              <a:spcAft>
                <a:spcPct val="0"/>
              </a:spcAft>
              <a:buClrTx/>
              <a:buSzTx/>
              <a:buFontTx/>
              <a:buNone/>
              <a:tabLst/>
              <a:defRPr kumimoji="0" lang="en-US" sz="1400" b="1" i="0" u="none" strike="noStrike" kern="1200" cap="none" spc="0" normalizeH="0" baseline="0">
                <a:ln>
                  <a:noFill/>
                </a:ln>
                <a:solidFill>
                  <a:srgbClr val="FFFFFF"/>
                </a:solidFill>
                <a:effectLst/>
                <a:uLnTx/>
                <a:uFillTx/>
                <a:latin typeface="Segoe Sans Display Semibold" pitchFamily="2" charset="0"/>
                <a:ea typeface="+mn-ea"/>
                <a:cs typeface="Segoe Sans Display Semibold"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Microsoft 365 Business Standard and Copilot Business </a:t>
            </a:r>
          </a:p>
        </p:txBody>
      </p:sp>
      <p:grpSp>
        <p:nvGrpSpPr>
          <p:cNvPr id="12" name="Group 11">
            <a:extLst>
              <a:ext uri="{FF2B5EF4-FFF2-40B4-BE49-F238E27FC236}">
                <a16:creationId xmlns:a16="http://schemas.microsoft.com/office/drawing/2014/main" id="{FACD18B7-F278-7378-32E0-0C756B3CCA81}"/>
              </a:ext>
            </a:extLst>
          </p:cNvPr>
          <p:cNvGrpSpPr/>
          <p:nvPr/>
        </p:nvGrpSpPr>
        <p:grpSpPr>
          <a:xfrm>
            <a:off x="4529867" y="1266176"/>
            <a:ext cx="752856" cy="752856"/>
            <a:chOff x="4529867" y="1266176"/>
            <a:chExt cx="752856" cy="752856"/>
          </a:xfrm>
        </p:grpSpPr>
        <p:sp>
          <p:nvSpPr>
            <p:cNvPr id="13" name="Oval 12">
              <a:extLst>
                <a:ext uri="{FF2B5EF4-FFF2-40B4-BE49-F238E27FC236}">
                  <a16:creationId xmlns:a16="http://schemas.microsoft.com/office/drawing/2014/main" id="{66B2D5DD-450C-A184-C6F1-7F1CC00D7019}"/>
                </a:ext>
                <a:ext uri="{C183D7F6-B498-43B3-948B-1728B52AA6E4}">
                  <adec:decorative xmlns:adec="http://schemas.microsoft.com/office/drawing/2017/decorative" val="1"/>
                </a:ext>
              </a:extLst>
            </p:cNvPr>
            <p:cNvSpPr/>
            <p:nvPr/>
          </p:nvSpPr>
          <p:spPr bwMode="auto">
            <a:xfrm>
              <a:off x="4529867" y="1266176"/>
              <a:ext cx="752856" cy="752856"/>
            </a:xfrm>
            <a:prstGeom prst="ellipse">
              <a:avLst/>
            </a:prstGeom>
            <a:gradFill flip="none" rotWithShape="1">
              <a:gsLst>
                <a:gs pos="0">
                  <a:srgbClr val="C03BC4"/>
                </a:gs>
                <a:gs pos="93000">
                  <a:schemeClr val="accent6"/>
                </a:gs>
              </a:gsLst>
              <a:lin ang="13500000" scaled="1"/>
              <a:tileRect/>
            </a:gra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pic>
          <p:nvPicPr>
            <p:cNvPr id="18" name="Graphic 17" descr="Key with solid fill">
              <a:extLst>
                <a:ext uri="{FF2B5EF4-FFF2-40B4-BE49-F238E27FC236}">
                  <a16:creationId xmlns:a16="http://schemas.microsoft.com/office/drawing/2014/main" id="{12046877-B955-0B15-8943-90FD60421F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146" y="1308455"/>
              <a:ext cx="668298" cy="668298"/>
            </a:xfrm>
            <a:prstGeom prst="rect">
              <a:avLst/>
            </a:prstGeom>
          </p:spPr>
        </p:pic>
      </p:grpSp>
      <p:sp>
        <p:nvSpPr>
          <p:cNvPr id="20" name="TextBox 19">
            <a:extLst>
              <a:ext uri="{FF2B5EF4-FFF2-40B4-BE49-F238E27FC236}">
                <a16:creationId xmlns:a16="http://schemas.microsoft.com/office/drawing/2014/main" id="{F5AA8267-F422-069C-0BD8-F7C2FEDE677B}"/>
              </a:ext>
            </a:extLst>
          </p:cNvPr>
          <p:cNvSpPr txBox="1"/>
          <p:nvPr/>
        </p:nvSpPr>
        <p:spPr>
          <a:xfrm>
            <a:off x="4478528" y="6044368"/>
            <a:ext cx="7218172"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UI" pitchFamily="34" charset="0"/>
              </a:rPr>
              <a:t>For more details, please review </a:t>
            </a:r>
            <a:r>
              <a:rPr kumimoji="0" lang="en-US" sz="1200" b="0" i="0" u="none" strike="noStrike" kern="1200" cap="none" spc="0" normalizeH="0" baseline="0" noProof="0">
                <a:ln>
                  <a:noFill/>
                </a:ln>
                <a:solidFill>
                  <a:srgbClr val="0078D4"/>
                </a:solidFill>
                <a:effectLst/>
                <a:uLnTx/>
                <a:uFillTx/>
                <a:latin typeface="Segoe Sans Display"/>
                <a:ea typeface="+mn-ea"/>
                <a:cs typeface="Segoe UI" pitchFamily="34" charset="0"/>
                <a:hlinkClick r:id="rId5">
                  <a:extLst>
                    <a:ext uri="{A12FA001-AC4F-418D-AE19-62706E023703}">
                      <ahyp:hlinkClr xmlns:ahyp="http://schemas.microsoft.com/office/drawing/2018/hyperlinkcolor" val="tx"/>
                    </a:ext>
                  </a:extLst>
                </a:hlinkClick>
              </a:rPr>
              <a:t>aka.ms/</a:t>
            </a:r>
            <a:r>
              <a:rPr kumimoji="0" lang="en-US" sz="1200" b="0" i="0" u="none" strike="noStrike" kern="1200" cap="none" spc="0" normalizeH="0" baseline="0" noProof="0" err="1">
                <a:ln>
                  <a:noFill/>
                </a:ln>
                <a:solidFill>
                  <a:srgbClr val="0078D4"/>
                </a:solidFill>
                <a:effectLst/>
                <a:uLnTx/>
                <a:uFillTx/>
                <a:latin typeface="Segoe Sans Display"/>
                <a:ea typeface="+mn-ea"/>
                <a:cs typeface="Segoe UI" pitchFamily="34" charset="0"/>
                <a:hlinkClick r:id="rId5">
                  <a:extLst>
                    <a:ext uri="{A12FA001-AC4F-418D-AE19-62706E023703}">
                      <ahyp:hlinkClr xmlns:ahyp="http://schemas.microsoft.com/office/drawing/2018/hyperlinkcolor" val="tx"/>
                    </a:ext>
                  </a:extLst>
                </a:hlinkClick>
              </a:rPr>
              <a:t>PromoReadinessGuide</a:t>
            </a:r>
            <a:endParaRPr kumimoji="0" lang="en-US" sz="1200" b="0" i="0" u="none" strike="noStrike" kern="1200" cap="none" spc="0" normalizeH="0" baseline="0" noProof="0">
              <a:ln>
                <a:noFill/>
              </a:ln>
              <a:solidFill>
                <a:srgbClr val="0078D4"/>
              </a:solidFill>
              <a:effectLst/>
              <a:uLnTx/>
              <a:uFillTx/>
              <a:latin typeface="Segoe Sans Display"/>
              <a:ea typeface="+mn-ea"/>
              <a:cs typeface="Segoe UI" pitchFamily="34" charset="0"/>
            </a:endParaRPr>
          </a:p>
        </p:txBody>
      </p:sp>
      <p:sp>
        <p:nvSpPr>
          <p:cNvPr id="6" name="Rectangle 5">
            <a:extLst>
              <a:ext uri="{FF2B5EF4-FFF2-40B4-BE49-F238E27FC236}">
                <a16:creationId xmlns:a16="http://schemas.microsoft.com/office/drawing/2014/main" id="{5D5BAC83-34E3-022F-3B49-8D6EC94E8A4C}"/>
              </a:ext>
            </a:extLst>
          </p:cNvPr>
          <p:cNvSpPr/>
          <p:nvPr/>
        </p:nvSpPr>
        <p:spPr bwMode="auto">
          <a:xfrm>
            <a:off x="9855200" y="0"/>
            <a:ext cx="2336800" cy="184666"/>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100">
                <a:solidFill>
                  <a:schemeClr val="tx2"/>
                </a:solidFill>
                <a:ea typeface="Segoe UI" pitchFamily="34" charset="0"/>
                <a:cs typeface="Segoe UI" pitchFamily="34" charset="0"/>
              </a:rPr>
              <a:t>To partner do not distribute</a:t>
            </a:r>
          </a:p>
        </p:txBody>
      </p:sp>
    </p:spTree>
    <p:extLst>
      <p:ext uri="{BB962C8B-B14F-4D97-AF65-F5344CB8AC3E}">
        <p14:creationId xmlns:p14="http://schemas.microsoft.com/office/powerpoint/2010/main" val="29268280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200"/>
                                  </p:stCondLst>
                                  <p:childTnLst>
                                    <p:animMotion origin="layout" path="M 0 -2.59259E-6 L 0 0.03542 " pathEditMode="relative" rAng="0" ptsTypes="AA">
                                      <p:cBhvr>
                                        <p:cTn id="9" dur="700" spd="-100000" fill="hold"/>
                                        <p:tgtEl>
                                          <p:spTgt spid="3"/>
                                        </p:tgtEl>
                                        <p:attrNameLst>
                                          <p:attrName>ppt_x</p:attrName>
                                          <p:attrName>ppt_y</p:attrName>
                                        </p:attrNameLst>
                                      </p:cBhvr>
                                      <p:rCtr x="0" y="1759"/>
                                    </p:animMotion>
                                  </p:childTnLst>
                                </p:cTn>
                              </p:par>
                              <p:par>
                                <p:cTn id="10" presetID="10" presetClass="entr" presetSubtype="0" fill="hold" grpId="0" nodeType="withEffect">
                                  <p:stCondLst>
                                    <p:cond delay="2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42" presetClass="path" presetSubtype="0" decel="100000" fill="hold" grpId="1" nodeType="withEffect">
                                  <p:stCondLst>
                                    <p:cond delay="200"/>
                                  </p:stCondLst>
                                  <p:childTnLst>
                                    <p:animMotion origin="layout" path="M 0 -2.59259E-6 L 0 0.03542 " pathEditMode="relative" rAng="0" ptsTypes="AA">
                                      <p:cBhvr>
                                        <p:cTn id="14" dur="700" spd="-100000" fill="hold"/>
                                        <p:tgtEl>
                                          <p:spTgt spid="4"/>
                                        </p:tgtEl>
                                        <p:attrNameLst>
                                          <p:attrName>ppt_x</p:attrName>
                                          <p:attrName>ppt_y</p:attrName>
                                        </p:attrNameLst>
                                      </p:cBhvr>
                                      <p:rCtr x="0" y="1759"/>
                                    </p:animMotion>
                                  </p:childTnLst>
                                </p:cTn>
                              </p:par>
                              <p:par>
                                <p:cTn id="15" presetID="10" presetClass="entr" presetSubtype="0" fill="hold" grpId="0" nodeType="withEffect">
                                  <p:stCondLst>
                                    <p:cond delay="2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42" presetClass="path" presetSubtype="0" decel="100000" fill="hold" grpId="1" nodeType="withEffect">
                                  <p:stCondLst>
                                    <p:cond delay="200"/>
                                  </p:stCondLst>
                                  <p:childTnLst>
                                    <p:animMotion origin="layout" path="M 0 -3.33333E-6 L 0 0.03542 " pathEditMode="relative" rAng="0" ptsTypes="AA">
                                      <p:cBhvr>
                                        <p:cTn id="19" dur="700" spd="-100000" fill="hold"/>
                                        <p:tgtEl>
                                          <p:spTgt spid="5"/>
                                        </p:tgtEl>
                                        <p:attrNameLst>
                                          <p:attrName>ppt_x</p:attrName>
                                          <p:attrName>ppt_y</p:attrName>
                                        </p:attrNameLst>
                                      </p:cBhvr>
                                      <p:rCtr x="0" y="1759"/>
                                    </p:animMotion>
                                  </p:childTnLst>
                                </p:cTn>
                              </p:par>
                              <p:par>
                                <p:cTn id="20" presetID="10" presetClass="entr" presetSubtype="0" fill="hold" grpId="0" nodeType="withEffect">
                                  <p:stCondLst>
                                    <p:cond delay="2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42" presetClass="path" presetSubtype="0" decel="100000" fill="hold" grpId="1" nodeType="withEffect">
                                  <p:stCondLst>
                                    <p:cond delay="200"/>
                                  </p:stCondLst>
                                  <p:childTnLst>
                                    <p:animMotion origin="layout" path="M 4.58333E-6 -1.11111E-6 L 4.58333E-6 0.03542 " pathEditMode="relative" rAng="0" ptsTypes="AA">
                                      <p:cBhvr>
                                        <p:cTn id="24" dur="700" spd="-100000" fill="hold"/>
                                        <p:tgtEl>
                                          <p:spTgt spid="1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5" grpId="1"/>
      <p:bldP spid="10" grpId="0"/>
      <p:bldP spid="10"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1A4FB-2B3D-DD30-E576-5CD8238E7F9B}"/>
            </a:ext>
          </a:extLst>
        </p:cNvPr>
        <p:cNvGrpSpPr/>
        <p:nvPr/>
      </p:nvGrpSpPr>
      <p:grpSpPr>
        <a:xfrm>
          <a:off x="0" y="0"/>
          <a:ext cx="0" cy="0"/>
          <a:chOff x="0" y="0"/>
          <a:chExt cx="0" cy="0"/>
        </a:xfrm>
      </p:grpSpPr>
      <p:sp>
        <p:nvSpPr>
          <p:cNvPr id="6" name="Title 25">
            <a:extLst>
              <a:ext uri="{FF2B5EF4-FFF2-40B4-BE49-F238E27FC236}">
                <a16:creationId xmlns:a16="http://schemas.microsoft.com/office/drawing/2014/main" id="{54EAEF59-F17B-7A47-7010-0C5E7A9CD8A1}"/>
              </a:ext>
            </a:extLst>
          </p:cNvPr>
          <p:cNvSpPr txBox="1">
            <a:spLocks/>
          </p:cNvSpPr>
          <p:nvPr/>
        </p:nvSpPr>
        <p:spPr>
          <a:xfrm>
            <a:off x="500063" y="327828"/>
            <a:ext cx="11444287" cy="590931"/>
          </a:xfrm>
          <a:prstGeom prst="rect">
            <a:avLst/>
          </a:prstGeom>
          <a:noFill/>
          <a:ln>
            <a:noFill/>
            <a:prstDash/>
          </a:ln>
          <a:effectLst/>
        </p:spPr>
        <p:txBody>
          <a:bodyPr rot="0" spcFirstLastPara="0" vertOverflow="overflow" horzOverflow="overflow" vert="horz" wrap="square" lIns="0" tIns="45720" rIns="91440" bIns="45720" numCol="1" spcCol="0" rtlCol="0" fromWordArt="0" anchor="ctr"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j-ea"/>
                <a:cs typeface="Segoe Sans Display" pitchFamily="2" charset="0"/>
              </a:rPr>
              <a:t>Secure your business &amp; unlock AI-powered productivity</a:t>
            </a:r>
          </a:p>
        </p:txBody>
      </p:sp>
      <p:pic>
        <p:nvPicPr>
          <p:cNvPr id="2" name="Picture 1" descr="A blue sky with clouds&#10;&#10;AI-generated content may be incorrect.">
            <a:extLst>
              <a:ext uri="{FF2B5EF4-FFF2-40B4-BE49-F238E27FC236}">
                <a16:creationId xmlns:a16="http://schemas.microsoft.com/office/drawing/2014/main" id="{2A679818-3158-A4D8-3244-D4D42940C07C}"/>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a:stretch>
            <a:fillRect/>
          </a:stretch>
        </p:blipFill>
        <p:spPr>
          <a:xfrm>
            <a:off x="6588" y="1936238"/>
            <a:ext cx="12185412" cy="4134362"/>
          </a:xfrm>
          <a:prstGeom prst="rect">
            <a:avLst/>
          </a:prstGeom>
        </p:spPr>
      </p:pic>
      <p:sp>
        <p:nvSpPr>
          <p:cNvPr id="4" name="TextBox 3">
            <a:extLst>
              <a:ext uri="{FF2B5EF4-FFF2-40B4-BE49-F238E27FC236}">
                <a16:creationId xmlns:a16="http://schemas.microsoft.com/office/drawing/2014/main" id="{8F944890-D9E6-4D71-402A-C0A70005C486}"/>
              </a:ext>
            </a:extLst>
          </p:cNvPr>
          <p:cNvSpPr txBox="1"/>
          <p:nvPr/>
        </p:nvSpPr>
        <p:spPr>
          <a:xfrm>
            <a:off x="0" y="967494"/>
            <a:ext cx="12113110" cy="74635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03BC4">
                    <a:lumMod val="10000"/>
                  </a:srgbClr>
                </a:solidFill>
                <a:effectLst/>
                <a:uLnTx/>
                <a:uFillTx/>
                <a:latin typeface="Segoe Sans Display"/>
                <a:ea typeface="+mn-ea"/>
                <a:cs typeface="Segoe UI"/>
              </a:rPr>
              <a:t>Transform your business with </a:t>
            </a:r>
            <a:r>
              <a:rPr kumimoji="0" lang="en-US" sz="2000" b="1" i="0" u="none" strike="noStrike" kern="1200" cap="none" spc="0" normalizeH="0" baseline="0" noProof="0">
                <a:ln>
                  <a:noFill/>
                </a:ln>
                <a:solidFill>
                  <a:srgbClr val="C03BC4">
                    <a:lumMod val="10000"/>
                  </a:srgbClr>
                </a:solidFill>
                <a:effectLst/>
                <a:uLnTx/>
                <a:uFillTx/>
                <a:latin typeface="Segoe Sans Display"/>
                <a:ea typeface="+mn-ea"/>
                <a:cs typeface="Segoe UI"/>
              </a:rPr>
              <a:t>Microsoft 365 Business Standard and Copilot Business </a:t>
            </a:r>
            <a:r>
              <a:rPr kumimoji="0" lang="en-US" sz="2000" b="0" i="0" u="none" strike="noStrike" kern="1200" cap="none" spc="0" normalizeH="0" baseline="0" noProof="0">
                <a:ln>
                  <a:noFill/>
                </a:ln>
                <a:solidFill>
                  <a:srgbClr val="C03BC4">
                    <a:lumMod val="10000"/>
                  </a:srgbClr>
                </a:solidFill>
                <a:effectLst/>
                <a:uLnTx/>
                <a:uFillTx/>
                <a:latin typeface="Segoe Sans Display"/>
                <a:ea typeface="+mn-ea"/>
                <a:cs typeface="Segoe UI"/>
              </a:rPr>
              <a:t>and save 35%! </a:t>
            </a:r>
            <a:br>
              <a:rPr kumimoji="0" lang="en-US" sz="1800" b="0" i="0" u="none" strike="noStrike" kern="1200" cap="none" spc="0" normalizeH="0" baseline="0" noProof="0">
                <a:ln>
                  <a:noFill/>
                </a:ln>
                <a:solidFill>
                  <a:srgbClr val="C03BC4">
                    <a:lumMod val="10000"/>
                  </a:srgbClr>
                </a:solidFill>
                <a:effectLst/>
                <a:uLnTx/>
                <a:uFillTx/>
                <a:latin typeface="Segoe Sans Display"/>
                <a:ea typeface="+mn-ea"/>
                <a:cs typeface="Segoe UI"/>
              </a:rPr>
            </a:br>
            <a:endParaRPr kumimoji="0" lang="en-US" sz="1050" b="0" i="0" u="none" strike="noStrike" kern="1200" cap="none" spc="0" normalizeH="0" baseline="0" noProof="0">
              <a:ln>
                <a:noFill/>
              </a:ln>
              <a:solidFill>
                <a:srgbClr val="C03BC4">
                  <a:lumMod val="10000"/>
                </a:srgbClr>
              </a:solidFill>
              <a:effectLst/>
              <a:uLnTx/>
              <a:uFillTx/>
              <a:latin typeface="Segoe Sans Display"/>
              <a:ea typeface="+mn-ea"/>
              <a:cs typeface="Segoe U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03BC4">
                    <a:lumMod val="10000"/>
                  </a:srgbClr>
                </a:solidFill>
                <a:effectLst/>
                <a:uLnTx/>
                <a:uFillTx/>
                <a:latin typeface="Segoe Sans Display"/>
                <a:ea typeface="+mn-ea"/>
                <a:cs typeface="Segoe UI"/>
              </a:rPr>
              <a:t>All Microsoft 365 desktop apps and cloud services, now with built-in AI.</a:t>
            </a:r>
          </a:p>
        </p:txBody>
      </p:sp>
      <p:sp>
        <p:nvSpPr>
          <p:cNvPr id="14" name="TextBox 13">
            <a:extLst>
              <a:ext uri="{FF2B5EF4-FFF2-40B4-BE49-F238E27FC236}">
                <a16:creationId xmlns:a16="http://schemas.microsoft.com/office/drawing/2014/main" id="{D17A3C98-7CC1-6BBE-B677-EA207671A11C}"/>
              </a:ext>
            </a:extLst>
          </p:cNvPr>
          <p:cNvSpPr txBox="1"/>
          <p:nvPr/>
        </p:nvSpPr>
        <p:spPr>
          <a:xfrm>
            <a:off x="500064" y="6234990"/>
            <a:ext cx="11085922" cy="498598"/>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pitchFamily="2" charset="0"/>
              </a:rPr>
              <a:t>Available to all markets December 1, 2025 - March 31, 2026</a:t>
            </a:r>
          </a:p>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91817"/>
              </a:solidFill>
              <a:effectLst/>
              <a:uLnTx/>
              <a:uFillTx/>
              <a:latin typeface="Segoe Sans Display"/>
              <a:ea typeface="Calibri"/>
              <a:cs typeface="Segoe UI"/>
            </a:endParaRPr>
          </a:p>
        </p:txBody>
      </p:sp>
      <p:sp>
        <p:nvSpPr>
          <p:cNvPr id="22" name="Content Placeholder 4">
            <a:extLst>
              <a:ext uri="{FF2B5EF4-FFF2-40B4-BE49-F238E27FC236}">
                <a16:creationId xmlns:a16="http://schemas.microsoft.com/office/drawing/2014/main" id="{7FC10FF9-7E9F-9BD3-ADDE-BB402F72590B}"/>
              </a:ext>
            </a:extLst>
          </p:cNvPr>
          <p:cNvSpPr txBox="1">
            <a:spLocks/>
          </p:cNvSpPr>
          <p:nvPr/>
        </p:nvSpPr>
        <p:spPr>
          <a:xfrm>
            <a:off x="3819525" y="2269335"/>
            <a:ext cx="7648546" cy="2108269"/>
          </a:xfrm>
          <a:prstGeom prst="rect">
            <a:avLst/>
          </a:prstGeom>
          <a:noFill/>
        </p:spPr>
        <p:txBody>
          <a:bodyPr vert="horz" wrap="square" lIns="91440" tIns="45720" rIns="91440" bIns="4572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accent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ts val="600"/>
              </a:spcBef>
              <a:defRPr/>
            </a:pPr>
            <a:r>
              <a:rPr lang="en-US" sz="2000" b="1" spc="-20">
                <a:gradFill>
                  <a:gsLst>
                    <a:gs pos="0">
                      <a:srgbClr val="C03BC4"/>
                    </a:gs>
                    <a:gs pos="94000">
                      <a:srgbClr val="FF5C39"/>
                    </a:gs>
                  </a:gsLst>
                  <a:lin ang="0" scaled="1"/>
                </a:gradFill>
                <a:cs typeface="Segoe Sans Display Semibold"/>
              </a:rPr>
              <a:t>Get more value with AI </a:t>
            </a:r>
            <a:endParaRPr lang="en-US" sz="1600">
              <a:gradFill>
                <a:gsLst>
                  <a:gs pos="0">
                    <a:srgbClr val="C03BC4"/>
                  </a:gs>
                  <a:gs pos="94000">
                    <a:srgbClr val="FF5C39"/>
                  </a:gs>
                </a:gsLst>
                <a:lin ang="0" scaled="1"/>
              </a:gradFill>
              <a:latin typeface="Segoe Sans Display"/>
              <a:cs typeface="Segoe UI"/>
            </a:endParaRP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a:ln>
                  <a:noFill/>
                </a:ln>
                <a:solidFill>
                  <a:srgbClr val="000000"/>
                </a:solidFill>
                <a:effectLst/>
                <a:uLnTx/>
                <a:uFillTx/>
                <a:latin typeface="Segoe Sans Display"/>
                <a:ea typeface="+mn-ea"/>
                <a:cs typeface="Segoe UI"/>
              </a:rPr>
              <a:t>Create faster. </a:t>
            </a:r>
            <a:r>
              <a:rPr kumimoji="0" lang="en-US" sz="1600" b="0" i="0" u="none" strike="noStrike" kern="1200" cap="none" spc="0" normalizeH="0" baseline="0" noProof="0">
                <a:ln>
                  <a:noFill/>
                </a:ln>
                <a:solidFill>
                  <a:srgbClr val="000000"/>
                </a:solidFill>
                <a:effectLst/>
                <a:uLnTx/>
                <a:uFillTx/>
                <a:latin typeface="Segoe Sans Display"/>
                <a:ea typeface="+mn-ea"/>
                <a:cs typeface="Segoe UI"/>
              </a:rPr>
              <a:t>Use Copilot to write, rewrite, summarize, and build content across Word, Excel, PowerPoint, Outlook, and Teams—on desktop, web, and mobile. </a:t>
            </a: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a:ln>
                  <a:noFill/>
                </a:ln>
                <a:solidFill>
                  <a:srgbClr val="000000"/>
                </a:solidFill>
                <a:effectLst/>
                <a:uLnTx/>
                <a:uFillTx/>
                <a:latin typeface="Segoe Sans Display"/>
                <a:ea typeface="+mn-ea"/>
                <a:cs typeface="Segoe UI"/>
              </a:rPr>
              <a:t>Keep work flowing. </a:t>
            </a:r>
            <a:r>
              <a:rPr kumimoji="0" lang="en-US" sz="1600" b="0" i="0" u="none" strike="noStrike" kern="1200" cap="none" spc="0" normalizeH="0" baseline="0" noProof="0">
                <a:ln>
                  <a:noFill/>
                </a:ln>
                <a:solidFill>
                  <a:srgbClr val="000000"/>
                </a:solidFill>
                <a:effectLst/>
                <a:uLnTx/>
                <a:uFillTx/>
                <a:latin typeface="Segoe Sans Display"/>
                <a:ea typeface="+mn-ea"/>
                <a:cs typeface="Segoe UI"/>
              </a:rPr>
              <a:t>The Copilot app unifies chat, search, apps, and agents so teams can find, create, and act from one place. </a:t>
            </a: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a:ln>
                  <a:noFill/>
                </a:ln>
                <a:solidFill>
                  <a:srgbClr val="000000"/>
                </a:solidFill>
                <a:effectLst/>
                <a:uLnTx/>
                <a:uFillTx/>
                <a:latin typeface="Segoe Sans Display"/>
                <a:ea typeface="+mn-ea"/>
                <a:cs typeface="Segoe UI"/>
              </a:rPr>
              <a:t>Stay secure everywhere. </a:t>
            </a:r>
            <a:r>
              <a:rPr kumimoji="0" lang="en-US" sz="1600" b="0" i="0" u="none" strike="noStrike" kern="1200" cap="none" spc="0" normalizeH="0" baseline="0" noProof="0">
                <a:ln>
                  <a:noFill/>
                </a:ln>
                <a:solidFill>
                  <a:srgbClr val="000000"/>
                </a:solidFill>
                <a:effectLst/>
                <a:uLnTx/>
                <a:uFillTx/>
                <a:latin typeface="Segoe Sans Display"/>
                <a:ea typeface="+mn-ea"/>
                <a:cs typeface="Segoe UI"/>
              </a:rPr>
              <a:t>Copilot uses Microsoft 365’s built-in protections like encryption and multi-factor sign-in to keep your data safe online and in app.</a:t>
            </a:r>
          </a:p>
        </p:txBody>
      </p:sp>
      <p:sp>
        <p:nvSpPr>
          <p:cNvPr id="23" name="Content Placeholder 4">
            <a:extLst>
              <a:ext uri="{FF2B5EF4-FFF2-40B4-BE49-F238E27FC236}">
                <a16:creationId xmlns:a16="http://schemas.microsoft.com/office/drawing/2014/main" id="{177673ED-29BA-F7C6-ACD2-C08B845FF36C}"/>
              </a:ext>
            </a:extLst>
          </p:cNvPr>
          <p:cNvSpPr txBox="1">
            <a:spLocks/>
          </p:cNvSpPr>
          <p:nvPr/>
        </p:nvSpPr>
        <p:spPr>
          <a:xfrm>
            <a:off x="3819525" y="4449252"/>
            <a:ext cx="8124825" cy="1369606"/>
          </a:xfrm>
          <a:prstGeom prst="rect">
            <a:avLst/>
          </a:prstGeom>
          <a:noFill/>
        </p:spPr>
        <p:txBody>
          <a:bodyPr vert="horz" wrap="square" lIns="91440" tIns="45720" rIns="91440" bIns="4572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accent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2000" b="1" i="0" u="none" strike="noStrike" kern="1200" cap="none" spc="-20" normalizeH="0" baseline="0" noProof="0">
                <a:ln>
                  <a:noFill/>
                </a:ln>
                <a:gradFill>
                  <a:gsLst>
                    <a:gs pos="0">
                      <a:srgbClr val="C03BC4"/>
                    </a:gs>
                    <a:gs pos="94000">
                      <a:srgbClr val="FF5C39"/>
                    </a:gs>
                  </a:gsLst>
                  <a:lin ang="0" scaled="1"/>
                </a:gradFill>
                <a:effectLst/>
                <a:uLnTx/>
                <a:uFillTx/>
                <a:latin typeface="Segoe Sans Display Semibold"/>
                <a:ea typeface="+mn-ea"/>
                <a:cs typeface="Segoe Sans Display Semibold"/>
              </a:rPr>
              <a:t>Details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a:rPr>
              <a:t>Available worldwide to CSP customers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a:rPr>
              <a:t>Flexible billing: </a:t>
            </a:r>
            <a:r>
              <a:rPr kumimoji="0" lang="en-US" sz="1600" b="0" i="0" u="none" strike="noStrike" kern="1200" cap="none" spc="0" normalizeH="0" baseline="0" noProof="0">
                <a:ln>
                  <a:noFill/>
                </a:ln>
                <a:solidFill>
                  <a:srgbClr val="291817"/>
                </a:solidFill>
                <a:effectLst/>
                <a:uLnTx/>
                <a:uFillTx/>
                <a:latin typeface="Segoe Sans Display"/>
                <a:ea typeface="+mn-ea"/>
                <a:cs typeface="Segoe Sans Display"/>
              </a:rPr>
              <a:t>annual upfront or annual term with monthly payments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a:rPr>
              <a:t>Eligibility: </a:t>
            </a:r>
            <a:r>
              <a:rPr kumimoji="0" lang="en-US" sz="1600" b="0" i="0" u="none" strike="noStrike" kern="1200" cap="none" spc="0" normalizeH="0" baseline="0" noProof="0">
                <a:ln>
                  <a:noFill/>
                </a:ln>
                <a:solidFill>
                  <a:srgbClr val="000000"/>
                </a:solidFill>
                <a:effectLst/>
                <a:uLnTx/>
                <a:uFillTx/>
                <a:latin typeface="Segoe Sans Display"/>
                <a:ea typeface="+mn-ea"/>
                <a:cs typeface="Segoe Sans Display"/>
              </a:rPr>
              <a:t>Microsoft 365 customers with qualified </a:t>
            </a:r>
            <a:r>
              <a:rPr kumimoji="0" lang="en-US" sz="1600" b="0" i="0" u="none" strike="noStrike" kern="1200" cap="none" spc="0" normalizeH="0" baseline="0" noProof="0">
                <a:ln>
                  <a:noFill/>
                </a:ln>
                <a:solidFill>
                  <a:srgbClr val="000000"/>
                </a:solidFill>
                <a:effectLst/>
                <a:uLnTx/>
                <a:uFillTx/>
                <a:latin typeface="Segoe Sans Display"/>
                <a:ea typeface="+mn-ea"/>
                <a:cs typeface="Segoe Sans Display"/>
                <a:hlinkClick r:id="rId3"/>
              </a:rPr>
              <a:t>pre-req SKUs </a:t>
            </a:r>
            <a:endParaRPr kumimoji="0" lang="en-US" sz="1600" b="0" i="0" u="none" strike="noStrike" kern="1200" cap="none" spc="0" normalizeH="0" baseline="0" noProof="0">
              <a:ln>
                <a:noFill/>
              </a:ln>
              <a:solidFill>
                <a:srgbClr val="000000"/>
              </a:solidFill>
              <a:effectLst/>
              <a:uLnTx/>
              <a:uFillTx/>
              <a:latin typeface="Segoe Sans Display"/>
              <a:ea typeface="+mn-ea"/>
              <a:cs typeface="Segoe Sans Display"/>
            </a:endParaRPr>
          </a:p>
        </p:txBody>
      </p:sp>
      <p:sp>
        <p:nvSpPr>
          <p:cNvPr id="27" name="Rectangle: Rounded Corners 11">
            <a:extLst>
              <a:ext uri="{FF2B5EF4-FFF2-40B4-BE49-F238E27FC236}">
                <a16:creationId xmlns:a16="http://schemas.microsoft.com/office/drawing/2014/main" id="{03434504-26C2-AD9D-CCFD-D770EEF85FC8}"/>
              </a:ext>
            </a:extLst>
          </p:cNvPr>
          <p:cNvSpPr/>
          <p:nvPr/>
        </p:nvSpPr>
        <p:spPr bwMode="auto">
          <a:xfrm>
            <a:off x="174171" y="2190595"/>
            <a:ext cx="11850246" cy="3699911"/>
          </a:xfrm>
          <a:prstGeom prst="roundRect">
            <a:avLst>
              <a:gd name="adj" fmla="val 5726"/>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a:ea typeface="+mn-ea"/>
              <a:cs typeface="Segoe UI" pitchFamily="34" charset="0"/>
            </a:endParaRPr>
          </a:p>
        </p:txBody>
      </p:sp>
      <p:sp>
        <p:nvSpPr>
          <p:cNvPr id="29" name="Rectangle: Rounded Corners 28">
            <a:extLst>
              <a:ext uri="{FF2B5EF4-FFF2-40B4-BE49-F238E27FC236}">
                <a16:creationId xmlns:a16="http://schemas.microsoft.com/office/drawing/2014/main" id="{07BDB3C4-2C77-A0B1-A268-70ACBB03190B}"/>
              </a:ext>
            </a:extLst>
          </p:cNvPr>
          <p:cNvSpPr/>
          <p:nvPr/>
        </p:nvSpPr>
        <p:spPr>
          <a:xfrm>
            <a:off x="582851" y="1978755"/>
            <a:ext cx="1847959" cy="431336"/>
          </a:xfrm>
          <a:prstGeom prst="roundRect">
            <a:avLst>
              <a:gd name="adj" fmla="val 50000"/>
            </a:avLst>
          </a:prstGeom>
          <a:gradFill>
            <a:gsLst>
              <a:gs pos="0">
                <a:schemeClr val="accent2"/>
              </a:gs>
              <a:gs pos="100000">
                <a:schemeClr val="accent6"/>
              </a:gs>
            </a:gsLst>
            <a:lin ang="2700000" scaled="0"/>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Segoe UI"/>
                <a:ea typeface="+mn-ea"/>
                <a:cs typeface="Segoe UI" pitchFamily="34" charset="0"/>
              </a:rPr>
              <a:t>NEW!</a:t>
            </a:r>
          </a:p>
        </p:txBody>
      </p:sp>
      <p:sp>
        <p:nvSpPr>
          <p:cNvPr id="3" name="TextBox 2">
            <a:extLst>
              <a:ext uri="{FF2B5EF4-FFF2-40B4-BE49-F238E27FC236}">
                <a16:creationId xmlns:a16="http://schemas.microsoft.com/office/drawing/2014/main" id="{E506986B-03FA-32F5-6174-EB6B4B066F56}"/>
              </a:ext>
            </a:extLst>
          </p:cNvPr>
          <p:cNvSpPr txBox="1"/>
          <p:nvPr/>
        </p:nvSpPr>
        <p:spPr>
          <a:xfrm>
            <a:off x="500062" y="2648583"/>
            <a:ext cx="2898833" cy="1569660"/>
          </a:xfrm>
          <a:prstGeom prst="rect">
            <a:avLst/>
          </a:prstGeom>
          <a:noFill/>
        </p:spPr>
        <p:txBody>
          <a:bodyPr wrap="square" lIns="0" tIns="45720" rIns="0" bIns="45720" anchor="t">
            <a:spAutoFit/>
          </a:bodyPr>
          <a:lstStyle/>
          <a:p>
            <a:pPr marL="0" marR="0" lvl="0" indent="0" algn="l" defTabSz="932742" rtl="0" eaLnBrk="1" fontAlgn="auto" latinLnBrk="0" hangingPunct="1">
              <a:lnSpc>
                <a:spcPct val="100000"/>
              </a:lnSpc>
              <a:spcBef>
                <a:spcPts val="0"/>
              </a:spcBef>
              <a:spcAft>
                <a:spcPts val="0"/>
              </a:spcAft>
              <a:buClrTx/>
              <a:buSzPct val="90000"/>
              <a:buFontTx/>
              <a:buNone/>
              <a:tabLst/>
              <a:defRPr/>
            </a:pPr>
            <a:r>
              <a:rPr lang="en-US" sz="9600" spc="-50">
                <a:ln w="3175">
                  <a:noFill/>
                </a:ln>
                <a:gradFill>
                  <a:gsLst>
                    <a:gs pos="100000">
                      <a:srgbClr val="FF5C39"/>
                    </a:gs>
                    <a:gs pos="6000">
                      <a:srgbClr val="BE41CC"/>
                    </a:gs>
                  </a:gsLst>
                  <a:lin ang="2700000" scaled="0"/>
                </a:gradFill>
                <a:latin typeface="Segoe Sans Display Semibold"/>
                <a:cs typeface="Segoe Sans Display" pitchFamily="2" charset="0"/>
                <a:sym typeface="Source Sans Pro"/>
              </a:rPr>
              <a:t>35%</a:t>
            </a:r>
            <a:r>
              <a:rPr lang="en-US" sz="1600" spc="-50">
                <a:ln w="3175">
                  <a:noFill/>
                </a:ln>
                <a:gradFill>
                  <a:gsLst>
                    <a:gs pos="100000">
                      <a:srgbClr val="FF5C39"/>
                    </a:gs>
                    <a:gs pos="6000">
                      <a:srgbClr val="BE41CC"/>
                    </a:gs>
                  </a:gsLst>
                  <a:lin ang="2700000" scaled="0"/>
                </a:gradFill>
                <a:latin typeface="Segoe Sans Display Semibold"/>
                <a:cs typeface="Segoe Sans Display" pitchFamily="2" charset="0"/>
                <a:sym typeface="Source Sans Pro"/>
              </a:rPr>
              <a:t> </a:t>
            </a:r>
            <a:r>
              <a:rPr kumimoji="0" lang="en-US" sz="1600" b="0" i="0" u="none" strike="noStrike" kern="1200" cap="none" spc="-50" normalizeH="0" baseline="0" noProof="0">
                <a:ln w="3175">
                  <a:noFill/>
                </a:ln>
                <a:gradFill>
                  <a:gsLst>
                    <a:gs pos="100000">
                      <a:srgbClr val="FF5C39"/>
                    </a:gs>
                    <a:gs pos="6000">
                      <a:srgbClr val="BE41CC"/>
                    </a:gs>
                  </a:gsLst>
                  <a:lin ang="2700000" scaled="0"/>
                </a:gradFill>
                <a:effectLst/>
                <a:uLnTx/>
                <a:uFillTx/>
                <a:latin typeface="Segoe Sans Display Semibold"/>
                <a:ea typeface="+mn-ea"/>
                <a:cs typeface="Segoe Sans Display" pitchFamily="2" charset="0"/>
                <a:sym typeface="Source Sans Pro"/>
              </a:rPr>
              <a:t>off</a:t>
            </a:r>
            <a:endParaRPr kumimoji="0" lang="en-US" sz="1600" b="0" i="0" u="none" strike="noStrike" kern="1200" cap="none" spc="-50" normalizeH="0" baseline="0" noProof="0">
              <a:ln w="3175">
                <a:noFill/>
              </a:ln>
              <a:gradFill>
                <a:gsLst>
                  <a:gs pos="100000">
                    <a:srgbClr val="FF5C39"/>
                  </a:gs>
                  <a:gs pos="6000">
                    <a:srgbClr val="BE41CC"/>
                  </a:gs>
                </a:gsLst>
                <a:lin ang="2700000" scaled="0"/>
              </a:gradFill>
              <a:effectLst/>
              <a:uLnTx/>
              <a:uFillTx/>
              <a:latin typeface="Segoe Sans Display Semibold"/>
              <a:ea typeface="+mn-ea"/>
              <a:cs typeface="Segoe Sans Display" pitchFamily="2" charset="0"/>
            </a:endParaRPr>
          </a:p>
        </p:txBody>
      </p:sp>
      <p:sp>
        <p:nvSpPr>
          <p:cNvPr id="5" name="TextBox 4">
            <a:extLst>
              <a:ext uri="{FF2B5EF4-FFF2-40B4-BE49-F238E27FC236}">
                <a16:creationId xmlns:a16="http://schemas.microsoft.com/office/drawing/2014/main" id="{F054E759-54EC-613A-BAC4-C0407F30CD4E}"/>
              </a:ext>
            </a:extLst>
          </p:cNvPr>
          <p:cNvSpPr txBox="1"/>
          <p:nvPr/>
        </p:nvSpPr>
        <p:spPr>
          <a:xfrm>
            <a:off x="343181" y="4199562"/>
            <a:ext cx="3055715" cy="430887"/>
          </a:xfrm>
          <a:prstGeom prst="rect">
            <a:avLst/>
          </a:prstGeom>
          <a:noFill/>
        </p:spPr>
        <p:txBody>
          <a:bodyPr wrap="square" lIns="0" tIns="0" rIns="0" bIns="0">
            <a:spAutoFit/>
          </a:bodyPr>
          <a:lstStyle/>
          <a:p>
            <a:pPr lvl="0" algn="ctr" defTabSz="914367">
              <a:defRPr/>
            </a:pPr>
            <a:r>
              <a:rPr lang="en-US" sz="1400">
                <a:solidFill>
                  <a:srgbClr val="291817"/>
                </a:solidFill>
                <a:sym typeface="Source Sans Pro"/>
              </a:rPr>
              <a:t>Microsoft 365 Business Standard </a:t>
            </a:r>
            <a:br>
              <a:rPr lang="en-US" sz="1400">
                <a:solidFill>
                  <a:srgbClr val="291817"/>
                </a:solidFill>
                <a:sym typeface="Source Sans Pro"/>
              </a:rPr>
            </a:br>
            <a:r>
              <a:rPr lang="en-US" sz="1400">
                <a:solidFill>
                  <a:srgbClr val="291817"/>
                </a:solidFill>
                <a:sym typeface="Source Sans Pro"/>
              </a:rPr>
              <a:t>and Copilot Business</a:t>
            </a:r>
            <a:endParaRPr lang="en-US" sz="1400">
              <a:solidFill>
                <a:srgbClr val="091F2C"/>
              </a:solidFill>
            </a:endParaRPr>
          </a:p>
        </p:txBody>
      </p:sp>
    </p:spTree>
    <p:extLst>
      <p:ext uri="{BB962C8B-B14F-4D97-AF65-F5344CB8AC3E}">
        <p14:creationId xmlns:p14="http://schemas.microsoft.com/office/powerpoint/2010/main" val="4412683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64" presetClass="path" presetSubtype="0" accel="50000" decel="50000" fill="hold" grpId="1" nodeType="withEffect">
                                  <p:stCondLst>
                                    <p:cond delay="0"/>
                                  </p:stCondLst>
                                  <p:childTnLst>
                                    <p:animMotion origin="layout" path="M 1.25E-6 0.03703 L 1.25E-6 4.07407E-6 " pathEditMode="relative" rAng="0" ptsTypes="AA">
                                      <p:cBhvr>
                                        <p:cTn id="8" dur="500" fill="hold"/>
                                        <p:tgtEl>
                                          <p:spTgt spid="6"/>
                                        </p:tgtEl>
                                        <p:attrNameLst>
                                          <p:attrName>ppt_x</p:attrName>
                                          <p:attrName>ppt_y</p:attrName>
                                        </p:attrNameLst>
                                      </p:cBhvr>
                                      <p:rCtr x="0" y="-18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theme/theme1.xml><?xml version="1.0" encoding="utf-8"?>
<a:theme xmlns:a="http://schemas.openxmlformats.org/drawingml/2006/main" name="1_Modern Work + Purview">
  <a:themeElements>
    <a:clrScheme name="Viva analogous 3">
      <a:dk1>
        <a:srgbClr val="000000"/>
      </a:dk1>
      <a:lt1>
        <a:srgbClr val="FFFFFF"/>
      </a:lt1>
      <a:dk2>
        <a:srgbClr val="2F2F2F"/>
      </a:dk2>
      <a:lt2>
        <a:srgbClr val="E6E6E6"/>
      </a:lt2>
      <a:accent1>
        <a:srgbClr val="0078D4"/>
      </a:accent1>
      <a:accent2>
        <a:srgbClr val="243A5E"/>
      </a:accent2>
      <a:accent3>
        <a:srgbClr val="50E6FF"/>
      </a:accent3>
      <a:accent4>
        <a:srgbClr val="8661C5"/>
      </a:accent4>
      <a:accent5>
        <a:srgbClr val="3B2E58"/>
      </a:accent5>
      <a:accent6>
        <a:srgbClr val="D59D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Viva2022-Topics-Template(01).potx" id="{66CD1B14-D672-4DD3-93DF-E33194FF7E00}" vid="{C8138CC8-76A8-4E05-97A6-0CE3F4597308}"/>
    </a:ext>
  </a:extLst>
</a:theme>
</file>

<file path=ppt/theme/theme2.xml><?xml version="1.0" encoding="utf-8"?>
<a:theme xmlns:a="http://schemas.openxmlformats.org/drawingml/2006/main" name="3_CSP Copilot Template - CONDENSED - Diamond 12/23">
  <a:themeElements>
    <a:clrScheme name="CSR Copilot hybrid">
      <a:dk1>
        <a:sysClr val="windowText" lastClr="000000"/>
      </a:dk1>
      <a:lt1>
        <a:sysClr val="window" lastClr="FFFFFF"/>
      </a:lt1>
      <a:dk2>
        <a:srgbClr val="091F2C"/>
      </a:dk2>
      <a:lt2>
        <a:srgbClr val="F4F3F5"/>
      </a:lt2>
      <a:accent1>
        <a:srgbClr val="C5B4E3"/>
      </a:accent1>
      <a:accent2>
        <a:srgbClr val="8661C5"/>
      </a:accent2>
      <a:accent3>
        <a:srgbClr val="463668"/>
      </a:accent3>
      <a:accent4>
        <a:srgbClr val="0078D4"/>
      </a:accent4>
      <a:accent5>
        <a:srgbClr val="2A446F"/>
      </a:accent5>
      <a:accent6>
        <a:srgbClr val="C03BC4"/>
      </a:accent6>
      <a:hlink>
        <a:srgbClr val="0078D4"/>
      </a:hlink>
      <a:folHlink>
        <a:srgbClr val="2A446F"/>
      </a:folHlink>
    </a:clrScheme>
    <a:fontScheme name="Microso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2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4.xml><?xml version="1.0" encoding="utf-8"?>
<a:theme xmlns:a="http://schemas.openxmlformats.org/drawingml/2006/main" name="3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5.xml><?xml version="1.0" encoding="utf-8"?>
<a:theme xmlns:a="http://schemas.openxmlformats.org/drawingml/2006/main" name="4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mageTagsTaxHTField xmlns="5a69c1ac-c916-4f5e-9023-48da1b1a0d0f">
      <Terms xmlns="http://schemas.microsoft.com/office/infopath/2007/PartnerControls"/>
    </ImageTagsTaxHTField>
    <_ip_UnifiedCompliancePolicyUIAction xmlns="http://schemas.microsoft.com/sharepoint/v3" xsi:nil="true"/>
    <_ip_UnifiedCompliancePolicyProperties xmlns="http://schemas.microsoft.com/sharepoint/v3" xsi:nil="true"/>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5E4FF88926DE4D8EBFD40472F33552" ma:contentTypeVersion="33" ma:contentTypeDescription="Create a new document." ma:contentTypeScope="" ma:versionID="948f0e1a1505ade759f8839cc957d66a">
  <xsd:schema xmlns:xsd="http://www.w3.org/2001/XMLSchema" xmlns:xs="http://www.w3.org/2001/XMLSchema" xmlns:p="http://schemas.microsoft.com/office/2006/metadata/properties" xmlns:ns1="http://schemas.microsoft.com/sharepoint/v3" xmlns:ns2="45b0b320-c1ad-4efd-8138-0825bb5fbbc0" xmlns:ns3="5a69c1ac-c916-4f5e-9023-48da1b1a0d0f" xmlns:ns4="230e9df3-be65-4c73-a93b-d1236ebd677e" targetNamespace="http://schemas.microsoft.com/office/2006/metadata/properties" ma:root="true" ma:fieldsID="c5737a4ebadb61f3d2cbf74be68e67d2" ns1:_="" ns2:_="" ns3:_="" ns4:_="">
    <xsd:import namespace="http://schemas.microsoft.com/sharepoint/v3"/>
    <xsd:import namespace="45b0b320-c1ad-4efd-8138-0825bb5fbbc0"/>
    <xsd:import namespace="5a69c1ac-c916-4f5e-9023-48da1b1a0d0f"/>
    <xsd:import namespace="230e9df3-be65-4c73-a93b-d1236ebd677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ImageTagsTaxHTField" minOccurs="0"/>
                <xsd:element ref="ns4:TaxCatchAll" minOccurs="0"/>
                <xsd:element ref="ns3:MediaServiceAutoKeyPoints" minOccurs="0"/>
                <xsd:element ref="ns3:MediaServiceKeyPoints" minOccurs="0"/>
                <xsd:element ref="ns3:MediaServiceDateTaken" minOccurs="0"/>
                <xsd:element ref="ns3:MediaLengthInSeconds" minOccurs="0"/>
                <xsd:element ref="ns1:_ip_UnifiedCompliancePolicyProperties" minOccurs="0"/>
                <xsd:element ref="ns1:_ip_UnifiedCompliancePolicyUIAction" minOccurs="0"/>
                <xsd:element ref="ns3:MediaServiceSearchProperties" minOccurs="0"/>
                <xsd:element ref="ns3:MediaServiceObjectDetectorVersions" minOccurs="0"/>
                <xsd:element ref="ns3:MediaServiceOCR" minOccurs="0"/>
                <xsd:element ref="ns3:MediaServiceGenerationTime" minOccurs="0"/>
                <xsd:element ref="ns3:MediaServiceEventHashCode" minOccurs="0"/>
                <xsd:element ref="ns3:MediaServiceLocation" minOccurs="0"/>
                <xsd:element ref="ns3:MediaServiceBillingMetadata" minOccurs="0"/>
                <xsd:element ref="ns3:HasDigitalSignature" minOccurs="0"/>
                <xsd:element ref="ns3: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b0b320-c1ad-4efd-8138-0825bb5fbbc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a69c1ac-c916-4f5e-9023-48da1b1a0d0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ImageTagsTaxHTField" ma:index="13"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Location" ma:index="26" nillable="true" ma:displayName="Location" ma:indexed="true" ma:internalName="MediaServiceLocation"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Text"/>
      </xsd:simpleType>
    </xsd:element>
    <xsd:element name="HasDigitalSignature" ma:index="28" nillable="true" ma:displayName="Signed electronically" ma:internalName="HasDigitalSignature" ma:readOnly="true">
      <xsd:simpleType>
        <xsd:restriction base="dms:Boolean"/>
      </xsd:simpleType>
    </xsd:element>
    <xsd:element name="DigitalSignatureProvider" ma:index="29"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8af803c-be60-400c-9f91-58d5646696aa}" ma:internalName="TaxCatchAll" ma:showField="CatchAllData" ma:web="45b0b320-c1ad-4efd-8138-0825bb5fbb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47D569-9044-4FD7-BC45-D1AC8EC6EB91}">
  <ds:schemaRefs>
    <ds:schemaRef ds:uri="http://schemas.microsoft.com/office/2006/metadata/properties"/>
    <ds:schemaRef ds:uri="http://schemas.microsoft.com/office/infopath/2007/PartnerControls"/>
    <ds:schemaRef ds:uri="5a69c1ac-c916-4f5e-9023-48da1b1a0d0f"/>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4C3FE2D-90E7-41E3-85D9-B2CEF33FDB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5b0b320-c1ad-4efd-8138-0825bb5fbbc0"/>
    <ds:schemaRef ds:uri="5a69c1ac-c916-4f5e-9023-48da1b1a0d0f"/>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F516AFD-03A8-4965-908C-ED02E4FE5AD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424</Words>
  <Application>Microsoft Office PowerPoint</Application>
  <PresentationFormat>Widescreen</PresentationFormat>
  <Paragraphs>32</Paragraphs>
  <Slides>2</Slides>
  <Notes>1</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2</vt:i4>
      </vt:variant>
    </vt:vector>
  </HeadingPairs>
  <TitlesOfParts>
    <vt:vector size="17" baseType="lpstr">
      <vt:lpstr>Aptos</vt:lpstr>
      <vt:lpstr>Arial</vt:lpstr>
      <vt:lpstr>Consolas</vt:lpstr>
      <vt:lpstr>Segoe Sans Display</vt:lpstr>
      <vt:lpstr>Segoe Sans Display Semibold</vt:lpstr>
      <vt:lpstr>Segoe UI</vt:lpstr>
      <vt:lpstr>Segoe UI Semibold</vt:lpstr>
      <vt:lpstr>Segoe UI Variable Display Semibold</vt:lpstr>
      <vt:lpstr>Source Sans Pro</vt:lpstr>
      <vt:lpstr>Wingdings</vt:lpstr>
      <vt:lpstr>1_Modern Work + Purview</vt:lpstr>
      <vt:lpstr>3_CSP Copilot Template - CONDENSED - Diamond 12/23</vt:lpstr>
      <vt:lpstr>2_Microsoft 365 Copilot Template Diamond Edition</vt:lpstr>
      <vt:lpstr>3_Microsoft 365 Copilot Template Diamond Edition</vt:lpstr>
      <vt:lpstr>4_Microsoft 365 Copilot Template Diamond Edition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2025-11-18T17:53:26Z</dcterms:created>
  <dcterms:modified xsi:type="dcterms:W3CDTF">2026-02-18T16:51:53Z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0x010100E55E4FF88926DE4D8EBFD40472F33552</vt:lpwstr>
  </property>
</Properties>
</file>