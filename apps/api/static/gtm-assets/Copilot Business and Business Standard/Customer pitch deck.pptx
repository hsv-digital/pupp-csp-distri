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ags/tag1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4"/>
    <p:sldMasterId id="2147483737" r:id="rId5"/>
    <p:sldMasterId id="2147483777" r:id="rId6"/>
  </p:sldMasterIdLst>
  <p:notesMasterIdLst>
    <p:notesMasterId r:id="rId20"/>
  </p:notesMasterIdLst>
  <p:sldIdLst>
    <p:sldId id="261" r:id="rId7"/>
    <p:sldId id="2147470098" r:id="rId8"/>
    <p:sldId id="2147470099" r:id="rId9"/>
    <p:sldId id="298" r:id="rId10"/>
    <p:sldId id="262" r:id="rId11"/>
    <p:sldId id="263" r:id="rId12"/>
    <p:sldId id="264" r:id="rId13"/>
    <p:sldId id="265" r:id="rId14"/>
    <p:sldId id="266" r:id="rId15"/>
    <p:sldId id="2147470096" r:id="rId16"/>
    <p:sldId id="2147470097" r:id="rId17"/>
    <p:sldId id="2147470095" r:id="rId18"/>
    <p:sldId id="25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952457-72B2-42C3-8B98-3042F36B0B0C}">
          <p14:sldIdLst>
            <p14:sldId id="261"/>
            <p14:sldId id="2147470098"/>
            <p14:sldId id="2147470099"/>
            <p14:sldId id="298"/>
            <p14:sldId id="262"/>
            <p14:sldId id="263"/>
            <p14:sldId id="264"/>
            <p14:sldId id="265"/>
            <p14:sldId id="266"/>
            <p14:sldId id="2147470096"/>
            <p14:sldId id="2147470097"/>
          </p14:sldIdLst>
        </p14:section>
        <p14:section name="Copilot Bundles" id="{A03205A9-CEBE-4EF1-A9DC-24F56F39A393}">
          <p14:sldIdLst>
            <p14:sldId id="2147470095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2FED15-FC2A-4DA9-AD91-A2AA82DE3429}" v="8" dt="2025-12-20T04:33:15.8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1879" autoAdjust="0"/>
  </p:normalViewPr>
  <p:slideViewPr>
    <p:cSldViewPr snapToGrid="0">
      <p:cViewPr varScale="1">
        <p:scale>
          <a:sx n="93" d="100"/>
          <a:sy n="93" d="100"/>
        </p:scale>
        <p:origin x="1098" y="30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30524901460589"/>
          <c:y val="3.5798345383563766E-2"/>
          <c:w val="0.61416242677077315"/>
          <c:h val="0.92124364015615967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30524901460589"/>
          <c:y val="3.5798345383563766E-2"/>
          <c:w val="0.61416242677077315"/>
          <c:h val="0.921243640156159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bg1"/>
              </a:solidFill>
            </a:ln>
          </c:spPr>
          <c:dPt>
            <c:idx val="0"/>
            <c:bubble3D val="0"/>
            <c:spPr>
              <a:gradFill flip="none" rotWithShape="1">
                <a:gsLst>
                  <a:gs pos="4000">
                    <a:srgbClr val="F65567"/>
                  </a:gs>
                  <a:gs pos="29000">
                    <a:srgbClr val="AC35AF"/>
                  </a:gs>
                  <a:gs pos="58000">
                    <a:srgbClr val="0A6BBA"/>
                  </a:gs>
                  <a:gs pos="84000">
                    <a:srgbClr val="318581"/>
                  </a:gs>
                </a:gsLst>
                <a:lin ang="18900000" scaled="1"/>
                <a:tileRect/>
              </a:gra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CF-4361-A844-CF745F2070E1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  <a:alpha val="50000"/>
                </a:schemeClr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CF-4361-A844-CF745F2070E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CF-4361-A844-CF745F2070E1}"/>
              </c:ext>
            </c:extLst>
          </c:dPt>
          <c:cat>
            <c:strRef>
              <c:f>Sheet1!$A$2:$A$4</c:f>
              <c:strCache>
                <c:ptCount val="2"/>
                <c:pt idx="0">
                  <c:v>Thrive</c:v>
                </c:pt>
                <c:pt idx="1">
                  <c:v>Not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CF-4361-A844-CF745F2070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65819B-BEFD-45FD-BBEF-21493015EEC9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AD634-1A5D-4FF3-B500-42DC272CBE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1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partners.microsoft.com/downloads?filename=AI-Business-Solutions-for-Partners/Go-to-market/Copilot-and-Agents-at-Work/Others/Microsoft%20365%20Copilot%20customer%20pitch%20deck/Microsoft-Copilot-customer-deck.pptx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566014" marR="0" lvl="0" indent="0" algn="l" defTabSz="905324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CE63F-9E7F-4C04-9D0D-FCA25A8E9E86}" type="datetime8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12/19/2025 8:21 PM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008EB6-D09E-4580-8CD6-DDB14511944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pPr marL="0" marR="0" lvl="0" indent="0" algn="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798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57F01-3EEF-5AF4-47ED-EAD8AB84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D1657-E2CA-53B6-C98A-73F19CE4B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A13DE-A023-D153-4564-5AFCFDC7B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https://microsoftpartners.microsoft.com/downloads?filename=AI-Business-Solutions-for-Partners/Go-to-market/Copilot-and-Agents-at-Work/Others/Microsoft%20365%20Copilot%20customer%20pitch%20deck/Microsoft-Copilot-customer-deck.pptx</a:t>
            </a:r>
            <a:r>
              <a:rPr lang="en-US" sz="1200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8176B-937E-C98C-93B5-9342C437FF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5695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9C82-AD24-1601-1405-3B07A7AE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F7E06-6516-5B8F-CCF1-B1039629D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FF8A71-F899-83E2-2021-E5C63C71E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7A4A-FDE8-4946-6291-99862D7C6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53574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BED7-762C-621A-BAD5-BED4BCA2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4C395-796B-0641-8504-036A1FA2F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FA8BBC-EB7D-DA59-83CF-ABFA2E61B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We’re introducing a new bundled offer that combines AI assistance from Microsoft 365 Copilot and advanced data protection from Microsoft Purview Suite with our Microsoft 365 Business Premium plans.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bundles are designed to simplify your purchase – get familiar productivity apps plus AI capabilities built-in at, all at a lower price point than purchasing separately.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474E9-334D-3EE3-5537-3294EEE08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9477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BFBF-9D7A-AECC-A893-C98DD26CC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0FDB9-7106-7922-DBA3-E1F9B89E4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52C28-077F-073E-5100-C64E37BEB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We heard feedback from customers that Copilot Chat lagged in quality and performance vs. ChatGPT</a:t>
            </a:r>
          </a:p>
          <a:p>
            <a:pPr>
              <a:spcAft>
                <a:spcPts val="206"/>
              </a:spcAft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In response, over the last few months we’ve made significant enhancements in terms of performance, quality and model innovation.</a:t>
            </a:r>
          </a:p>
          <a:p>
            <a:pPr>
              <a:spcAft>
                <a:spcPts val="206"/>
              </a:spcAft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We’ve rearchitected our underlying orchestration engine and the tech transfer process with Open AI.</a:t>
            </a:r>
          </a:p>
          <a:p>
            <a:pPr lvl="1">
              <a:spcAft>
                <a:spcPts val="206"/>
              </a:spcAft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b="1" dirty="0"/>
              <a:t>This includes eliminating </a:t>
            </a:r>
            <a:r>
              <a:rPr lang="en-US" dirty="0"/>
              <a:t>unnecessary processing steps and improving response times</a:t>
            </a:r>
          </a:p>
          <a:p>
            <a:pPr lvl="0"/>
            <a:r>
              <a:rPr lang="en-US" b="1" dirty="0"/>
              <a:t>We’ve also </a:t>
            </a:r>
            <a:r>
              <a:rPr lang="en-US" dirty="0"/>
              <a:t>streamlined tool integration and consolidated reasoning into a shared base prompt.</a:t>
            </a:r>
          </a:p>
          <a:p>
            <a:pPr lvl="0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benefit to users is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faster, higher quality and more consistent responses. </a:t>
            </a:r>
          </a:p>
          <a:p>
            <a:pPr>
              <a:spcAft>
                <a:spcPts val="206"/>
              </a:spcAft>
            </a:pP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We also recently announced our commitment to incorporate the latest models from Open AI within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30 days.  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This started with simultaneously shipping GPT-5 on the same day as Open AI. </a:t>
            </a:r>
          </a:p>
          <a:p>
            <a:pPr>
              <a:spcAft>
                <a:spcPts val="206"/>
              </a:spcAft>
            </a:pP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And, just last month we announced that we are bringing other models like </a:t>
            </a:r>
            <a:r>
              <a:rPr lang="en-US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Anthropic’s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Claude models into Copilot for specific use cases</a:t>
            </a:r>
            <a:endParaRPr lang="en-US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206"/>
              </a:spcAft>
            </a:pPr>
            <a:endParaRPr lang="en-US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62EAF-1857-6B60-DE6E-31EC2902F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450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20BC-6D7D-8D1C-7A6A-C5121D60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88E39-1586-2342-0F2E-B47C98AF1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BB912-25D3-F999-08E2-3DC9ED288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3D75B-B229-E5C9-8907-E2B343534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189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8919-098E-5EA9-E675-A9B8BCABD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B4D7C-9904-8045-22EE-ECB103D0F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6C87C-0B4A-111F-0C64-823817A71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8B756-8EBE-E096-934A-B44E055AE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8079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21B8-60E2-994D-2278-30279F070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8B207-14E0-59A8-4DFC-1204D37C9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7519-6C4D-AB42-45AD-632451F07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EC9C6-C5DD-CB63-68F8-6C597B4D1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563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44B08-FC78-274B-FAD9-9C593848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F978A-9F25-0280-AAA5-1724D7E04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5B56F-E075-79C7-54D7-C345F438C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E4DC-886E-5BA2-3286-3596CCF17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1004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AA647-3ABB-2DD6-0EDA-3A16A326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FF0C3-5684-7A92-B98E-36E3E2177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EF47E-5DC2-A793-DD58-3C0868A4C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76E2A-7C5F-D573-79B2-D2944642B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6957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98E8-1179-4931-5D7E-910AB87BC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A9335-727D-71D2-FECC-C1468514E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10D85-2717-11E0-3D5A-B21DA485F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excited and optimistic about where we’re headed, I want to take a moment to reflect on just a few scenarios where Copilot already shines. </a:t>
            </a:r>
          </a:p>
          <a:p>
            <a:endParaRPr lang="en-US" dirty="0"/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that’s drafting a whitepaper in Word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an interview guide with Researcher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Analyzing data for you in Excel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​or analyzing spend with Analyst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Creating a presentation in .ppt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marL="171450" indent="-171450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Summarizing emails in Outlook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​or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sending meeting recaps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Copilot is helping companies save time and money every day.</a:t>
            </a:r>
          </a:p>
          <a:p>
            <a:pPr rtl="0" fontAlgn="base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Let’s take a closer look at these capabilities.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4EB18-A380-4D46-23CB-0DB170713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7C1A42-9D3E-429D-B921-E933B205C4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153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8EC87-CFB5-5A30-C8C9-9D05DF14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B899F-F879-A0DA-B808-58E1B32C0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75349F-B3D3-8372-23E5-07CF95CCD9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5906A-17F4-165C-E210-BD0524371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CC45C-D7C9-4A6A-8340-6B905AD04D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298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9C938-0E5B-C359-4721-5738B61D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FAA87-AFC2-2329-E693-C4763E257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FD7D4-140A-30D0-42F1-E6DE240F0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56285-0EB0-E18F-7960-F722B104E8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1CC45C-D7C9-4A6A-8340-6B905AD04DA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814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2.svg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8.jpeg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png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7.png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31.jpeg"/><Relationship Id="rId4" Type="http://schemas.openxmlformats.org/officeDocument/2006/relationships/image" Target="../media/image30.png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6.png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8.png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4.jpeg"/><Relationship Id="rId5" Type="http://schemas.openxmlformats.org/officeDocument/2006/relationships/image" Target="../media/image53.jpeg"/><Relationship Id="rId4" Type="http://schemas.openxmlformats.org/officeDocument/2006/relationships/image" Target="../media/image52.png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9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3.xml"/><Relationship Id="rId4" Type="http://schemas.microsoft.com/office/2007/relationships/hdphoto" Target="../media/hdphoto2.wdp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2.svg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7.svg"/><Relationship Id="rId4" Type="http://schemas.openxmlformats.org/officeDocument/2006/relationships/image" Target="../media/image76.pn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3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3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jpeg"/><Relationship Id="rId1" Type="http://schemas.openxmlformats.org/officeDocument/2006/relationships/slideMaster" Target="../slideMasters/slideMaster3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91440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2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080397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080397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51065696-BF77-547A-924A-9F4AB38AD4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516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55118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1" name="Picture 10" descr="A logo of a company&#10;&#10;Description automatically generated">
            <a:extLst>
              <a:ext uri="{FF2B5EF4-FFF2-40B4-BE49-F238E27FC236}">
                <a16:creationId xmlns:a16="http://schemas.microsoft.com/office/drawing/2014/main" id="{CAE62B93-42FC-5FEC-B67B-BA687583F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4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replaceabl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4958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4958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  <p:sp>
        <p:nvSpPr>
          <p:cNvPr id="2" name="Picture Placeholder" descr="Picture placeholder">
            <a:extLst>
              <a:ext uri="{FF2B5EF4-FFF2-40B4-BE49-F238E27FC236}">
                <a16:creationId xmlns:a16="http://schemas.microsoft.com/office/drawing/2014/main" id="{9BD5030A-DADA-E973-A194-2BD6C3CE6D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95006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3825662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363FF4-6EF0-D2BC-8DFE-19CC89CD92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8469922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DC3595B-25C2-CF43-259D-75A3671E70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400419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A3D27F9-7D19-8ECF-C50E-71D515E54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694482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2CDB0-015D-94C2-ECEE-970711F59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5728230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1E17F0-59B9-3EAE-0FC7-A1EBDE8F7B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892901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96CCFA2-2D28-1617-4A3E-368924E94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435322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AB70484-C812-6F3C-92DD-F6B2E1A813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127696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A97F131-E501-E84F-7717-E61457B6D3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062913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457200"/>
            <a:ext cx="11052046" cy="49244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1500" y="292100"/>
            <a:ext cx="11052046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52877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bg>
      <p:bgPr>
        <a:solidFill>
          <a:srgbClr val="FFF9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36C5E3-1C9B-8F43-9E7C-7124F0477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573126" y="1100097"/>
            <a:ext cx="11035281" cy="5451037"/>
          </a:xfrm>
          <a:prstGeom prst="roundRect">
            <a:avLst>
              <a:gd name="adj" fmla="val 3603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>
              <a:solidFill>
                <a:srgbClr val="000000"/>
              </a:solidFill>
              <a:latin typeface="Segoe UI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811F8-4A6F-396F-1DD4-FA9EBCA07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1358900"/>
          </a:xfrm>
          <a:custGeom>
            <a:avLst/>
            <a:gdLst>
              <a:gd name="connsiteX0" fmla="*/ 0 w 12191998"/>
              <a:gd name="connsiteY0" fmla="*/ 0 h 1358900"/>
              <a:gd name="connsiteX1" fmla="*/ 12191998 w 12191998"/>
              <a:gd name="connsiteY1" fmla="*/ 0 h 1358900"/>
              <a:gd name="connsiteX2" fmla="*/ 12191998 w 12191998"/>
              <a:gd name="connsiteY2" fmla="*/ 1358900 h 1358900"/>
              <a:gd name="connsiteX3" fmla="*/ 0 w 12191998"/>
              <a:gd name="connsiteY3" fmla="*/ 135890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1358900">
                <a:moveTo>
                  <a:pt x="0" y="0"/>
                </a:moveTo>
                <a:lnTo>
                  <a:pt x="12191998" y="0"/>
                </a:lnTo>
                <a:lnTo>
                  <a:pt x="12191998" y="1358900"/>
                </a:lnTo>
                <a:lnTo>
                  <a:pt x="0" y="1358900"/>
                </a:lnTo>
                <a:close/>
              </a:path>
            </a:pathLst>
          </a:cu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B940884-550E-6BD2-C8DB-ED9A07667067}"/>
              </a:ext>
            </a:extLst>
          </p:cNvPr>
          <p:cNvSpPr>
            <a:spLocks/>
          </p:cNvSpPr>
          <p:nvPr userDrawn="1"/>
        </p:nvSpPr>
        <p:spPr>
          <a:xfrm>
            <a:off x="2" y="0"/>
            <a:ext cx="12191998" cy="1358900"/>
          </a:xfrm>
          <a:custGeom>
            <a:avLst/>
            <a:gdLst>
              <a:gd name="connsiteX0" fmla="*/ 0 w 12191998"/>
              <a:gd name="connsiteY0" fmla="*/ 0 h 1358900"/>
              <a:gd name="connsiteX1" fmla="*/ 12191998 w 12191998"/>
              <a:gd name="connsiteY1" fmla="*/ 0 h 1358900"/>
              <a:gd name="connsiteX2" fmla="*/ 12191998 w 12191998"/>
              <a:gd name="connsiteY2" fmla="*/ 1358900 h 1358900"/>
              <a:gd name="connsiteX3" fmla="*/ 0 w 12191998"/>
              <a:gd name="connsiteY3" fmla="*/ 1358900 h 135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8" h="1358900">
                <a:moveTo>
                  <a:pt x="0" y="0"/>
                </a:moveTo>
                <a:lnTo>
                  <a:pt x="12191998" y="0"/>
                </a:lnTo>
                <a:lnTo>
                  <a:pt x="12191998" y="1358900"/>
                </a:lnTo>
                <a:lnTo>
                  <a:pt x="0" y="1358900"/>
                </a:ln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Segoe Sans Display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 marL="0" algn="l" defTabSz="932742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Graphic 34_1">
            <a:extLst>
              <a:ext uri="{FF2B5EF4-FFF2-40B4-BE49-F238E27FC236}">
                <a16:creationId xmlns:a16="http://schemas.microsoft.com/office/drawing/2014/main" id="{E448A26F-C0C9-DB36-2CFE-F7B47B2FAA77}"/>
              </a:ext>
            </a:extLst>
          </p:cNvPr>
          <p:cNvSpPr>
            <a:spLocks/>
          </p:cNvSpPr>
          <p:nvPr userDrawn="1"/>
        </p:nvSpPr>
        <p:spPr>
          <a:xfrm>
            <a:off x="1" y="1358900"/>
            <a:ext cx="12191998" cy="0"/>
          </a:xfrm>
          <a:custGeom>
            <a:avLst/>
            <a:gdLst>
              <a:gd name="connsiteX0" fmla="*/ 0 w 12191998"/>
              <a:gd name="connsiteY0" fmla="*/ 0 h 863854"/>
              <a:gd name="connsiteX1" fmla="*/ 12191998 w 12191998"/>
              <a:gd name="connsiteY1" fmla="*/ 0 h 863854"/>
              <a:gd name="connsiteX2" fmla="*/ 12191998 w 12191998"/>
              <a:gd name="connsiteY2" fmla="*/ 863854 h 863854"/>
              <a:gd name="connsiteX3" fmla="*/ 0 w 12191998"/>
              <a:gd name="connsiteY3" fmla="*/ 863854 h 863854"/>
              <a:gd name="connsiteX4" fmla="*/ 0 w 12191998"/>
              <a:gd name="connsiteY4" fmla="*/ 0 h 863854"/>
              <a:gd name="connsiteX0" fmla="*/ 0 w 12191998"/>
              <a:gd name="connsiteY0" fmla="*/ 0 h 863854"/>
              <a:gd name="connsiteX1" fmla="*/ 12191998 w 12191998"/>
              <a:gd name="connsiteY1" fmla="*/ 0 h 863854"/>
              <a:gd name="connsiteX2" fmla="*/ 12191998 w 12191998"/>
              <a:gd name="connsiteY2" fmla="*/ 863854 h 863854"/>
              <a:gd name="connsiteX3" fmla="*/ 0 w 12191998"/>
              <a:gd name="connsiteY3" fmla="*/ 863854 h 863854"/>
              <a:gd name="connsiteX4" fmla="*/ 91440 w 12191998"/>
              <a:gd name="connsiteY4" fmla="*/ 91440 h 863854"/>
              <a:gd name="connsiteX0" fmla="*/ 0 w 12191998"/>
              <a:gd name="connsiteY0" fmla="*/ 0 h 863854"/>
              <a:gd name="connsiteX1" fmla="*/ 12191998 w 12191998"/>
              <a:gd name="connsiteY1" fmla="*/ 0 h 863854"/>
              <a:gd name="connsiteX2" fmla="*/ 12191998 w 12191998"/>
              <a:gd name="connsiteY2" fmla="*/ 863854 h 863854"/>
              <a:gd name="connsiteX3" fmla="*/ 0 w 12191998"/>
              <a:gd name="connsiteY3" fmla="*/ 863854 h 863854"/>
              <a:gd name="connsiteX0" fmla="*/ 12191998 w 12191998"/>
              <a:gd name="connsiteY0" fmla="*/ 0 h 863854"/>
              <a:gd name="connsiteX1" fmla="*/ 12191998 w 12191998"/>
              <a:gd name="connsiteY1" fmla="*/ 863854 h 863854"/>
              <a:gd name="connsiteX2" fmla="*/ 0 w 12191998"/>
              <a:gd name="connsiteY2" fmla="*/ 863854 h 863854"/>
              <a:gd name="connsiteX0" fmla="*/ 12191998 w 12191998"/>
              <a:gd name="connsiteY0" fmla="*/ 0 h 0"/>
              <a:gd name="connsiteX1" fmla="*/ 0 w 1219199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8">
                <a:moveTo>
                  <a:pt x="12191998" y="0"/>
                </a:moveTo>
                <a:lnTo>
                  <a:pt x="0" y="0"/>
                </a:lnTo>
              </a:path>
            </a:pathLst>
          </a:custGeom>
          <a:noFill/>
          <a:ln w="50800">
            <a:gradFill flip="none" rotWithShape="1">
              <a:gsLst>
                <a:gs pos="0">
                  <a:srgbClr val="FFA38B">
                    <a:lumMod val="98000"/>
                  </a:srgbClr>
                </a:gs>
                <a:gs pos="35000">
                  <a:srgbClr val="D361FF"/>
                </a:gs>
                <a:gs pos="70000">
                  <a:srgbClr val="2CB1FE"/>
                </a:gs>
                <a:gs pos="100000">
                  <a:schemeClr val="accent1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cs typeface="Segoe UI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31A5C14-682E-DB09-57E9-1C6BC1949611}"/>
              </a:ext>
            </a:extLst>
          </p:cNvPr>
          <p:cNvSpPr>
            <a:spLocks/>
          </p:cNvSpPr>
          <p:nvPr userDrawn="1"/>
        </p:nvSpPr>
        <p:spPr bwMode="auto">
          <a:xfrm>
            <a:off x="6894513" y="1562102"/>
            <a:ext cx="4541795" cy="4838697"/>
          </a:xfrm>
          <a:prstGeom prst="roundRect">
            <a:avLst>
              <a:gd name="adj" fmla="val 2471"/>
            </a:avLst>
          </a:prstGeom>
          <a:solidFill>
            <a:schemeClr val="accent3">
              <a:lumMod val="20000"/>
              <a:lumOff val="80000"/>
              <a:alpha val="50000"/>
            </a:schemeClr>
          </a:solidFill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marR="0" lvl="0" indent="-228600" algn="ctr" defTabSz="914367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None/>
              <a:tabLst/>
            </a:pPr>
            <a:endParaRPr kumimoji="0" lang="en-US" sz="2800" b="0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02B27A8-F8FC-857E-538F-6BFD7749E7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691" y="1660199"/>
            <a:ext cx="5921333" cy="659155"/>
          </a:xfrm>
        </p:spPr>
        <p:txBody>
          <a:bodyPr/>
          <a:lstStyle>
            <a:lvl1pPr marL="285750" indent="-285750" algn="l" defTabSz="914400" rtl="0" eaLnBrk="1" latinLnBrk="0" hangingPunct="1">
              <a:buFont typeface="Arial" panose="020B0604020202020204" pitchFamily="34" charset="0"/>
              <a:buChar char="•"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marR="0" lvl="0" indent="0" algn="l" defTabSz="914367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add text</a:t>
            </a:r>
          </a:p>
          <a:p>
            <a:pPr marL="0" marR="0" lvl="0" indent="0" algn="l" defTabSz="914367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29A0E38D-0002-F6AA-D26F-06CF4A87C4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5692" y="2120078"/>
            <a:ext cx="5921333" cy="215444"/>
          </a:xfrm>
        </p:spPr>
        <p:txBody>
          <a:bodyPr vert="horz" wrap="square" lIns="0" tIns="0" rIns="0" bIns="0" rtlCol="0">
            <a:no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>
              <a:buSzPct val="100000"/>
            </a:pPr>
            <a:r>
              <a:rPr lang="en-US"/>
              <a:t>Click to edit add text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1027F2E-E6B7-4834-92E3-E7AC213592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5691" y="2840023"/>
            <a:ext cx="5921333" cy="246221"/>
          </a:xfrm>
        </p:spPr>
        <p:txBody>
          <a:bodyPr/>
          <a:lstStyle>
            <a:lvl1pPr marL="0" indent="0" algn="l" defTabSz="914400" rtl="0" eaLnBrk="1" latinLnBrk="0" hangingPunct="1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marR="0" lvl="0" indent="0" algn="l" defTabSz="914367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add text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D9D3198-9AA0-5F80-DA12-149E3ECC63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5692" y="3299903"/>
            <a:ext cx="5921333" cy="646331"/>
          </a:xfrm>
        </p:spPr>
        <p:txBody>
          <a:bodyPr vert="horz" wrap="square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400" dirty="0"/>
            </a:lvl1pPr>
          </a:lstStyle>
          <a:p>
            <a:pPr marL="342900" lvl="0" indent="-342900">
              <a:buSzPct val="100000"/>
            </a:pPr>
            <a:r>
              <a:rPr lang="en-US"/>
              <a:t>Click to edit add text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3C5DC12-665A-86E5-C070-8C5F426DC9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5692" y="4450734"/>
            <a:ext cx="5921333" cy="246221"/>
          </a:xfrm>
        </p:spPr>
        <p:txBody>
          <a:bodyPr/>
          <a:lstStyle>
            <a:lvl1pPr marL="0" indent="0" algn="l" defTabSz="914400" rtl="0" eaLnBrk="1" latinLnBrk="0" hangingPunct="1">
              <a:buNone/>
              <a:defRPr kumimoji="0" lang="en-US" sz="1600" b="0" i="0" u="none" strike="noStrike" kern="1200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buNone/>
              <a:defRPr lang="en-US" sz="16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buNone/>
              <a:defRPr lang="en-US" sz="1600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5pPr>
          </a:lstStyle>
          <a:p>
            <a:pPr marL="0" marR="0" lvl="0" indent="0" algn="l" defTabSz="914367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add text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D75FB69-4FEE-302B-4B45-772074E5F00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692" y="4910613"/>
            <a:ext cx="5921333" cy="1437317"/>
          </a:xfrm>
        </p:spPr>
        <p:txBody>
          <a:bodyPr>
            <a:noAutofit/>
          </a:bodyPr>
          <a:lstStyle>
            <a:lvl1pPr marL="195263" indent="-195263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39A1C0-83B2-42B8-D6BA-B9E170E9B63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95536" y="2779200"/>
            <a:ext cx="3163888" cy="580159"/>
          </a:xfrm>
        </p:spPr>
        <p:txBody>
          <a:bodyPr/>
          <a:lstStyle>
            <a:lvl1pPr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 marL="0" indent="0">
              <a:defRPr/>
            </a:lvl2pPr>
            <a:lvl3pPr marL="0" indent="0">
              <a:defRPr/>
            </a:lvl3pPr>
            <a:lvl4pPr marL="0" indent="0">
              <a:defRPr/>
            </a:lvl4pPr>
            <a:lvl5pPr marL="0" indent="0">
              <a:defRPr/>
            </a:lvl5pPr>
          </a:lstStyle>
          <a:p>
            <a:pPr marL="0" marR="0" lvl="0" indent="0" algn="l" defTabSz="914367" rtl="0" eaLnBrk="1" fontAlgn="base" latinLnBrk="0" hangingPunct="1">
              <a:lnSpc>
                <a:spcPct val="100000"/>
              </a:lnSpc>
              <a:spcBef>
                <a:spcPts val="10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pPr marL="228600" marR="0" lvl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tabLst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900456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68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200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2624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14886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583680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5394960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658368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  <p:pic>
        <p:nvPicPr>
          <p:cNvPr id="3" name="Picture 2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B2CFD743-438B-21E8-B2BA-FF8644B73E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02320" y="3068320"/>
            <a:ext cx="6858000" cy="721360"/>
          </a:xfrm>
          <a:prstGeom prst="roundRect">
            <a:avLst>
              <a:gd name="adj" fmla="val 0"/>
            </a:avLst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3080" y="1866864"/>
            <a:ext cx="5544120" cy="3124272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9861065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8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i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5002"/>
            <a:ext cx="3840862" cy="1107996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pic>
        <p:nvPicPr>
          <p:cNvPr id="3" name="Picture 2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453295D4-3AEF-C922-4A3C-5C3DBD4757A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02320" y="3068320"/>
            <a:ext cx="6858000" cy="721360"/>
          </a:xfrm>
          <a:prstGeom prst="roundRect">
            <a:avLst>
              <a:gd name="adj" fmla="val 0"/>
            </a:avLst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91125" y="1542284"/>
            <a:ext cx="6696075" cy="3773432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7630548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Graphic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834586-5E35-30D9-D8B4-75A164A4F9C0}"/>
              </a:ext>
            </a:extLst>
          </p:cNvPr>
          <p:cNvSpPr/>
          <p:nvPr/>
        </p:nvSpPr>
        <p:spPr bwMode="auto">
          <a:xfrm>
            <a:off x="0" y="2438400"/>
            <a:ext cx="12192000" cy="4419600"/>
          </a:xfrm>
          <a:prstGeom prst="rect">
            <a:avLst/>
          </a:prstGeom>
          <a:solidFill>
            <a:srgbClr val="E1D3C7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745164" cy="151415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743200"/>
            <a:ext cx="4749800" cy="352583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918200" y="1155700"/>
            <a:ext cx="5702300" cy="5465928"/>
          </a:xfrm>
          <a:prstGeom prst="round2SameRect">
            <a:avLst>
              <a:gd name="adj1" fmla="val 2235"/>
              <a:gd name="adj2" fmla="val 0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4324"/>
            </a:stretch>
          </a:blip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1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5C000A-8BFF-12E7-7DFB-FF34728592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3678"/>
          <a:stretch/>
        </p:blipFill>
        <p:spPr>
          <a:xfrm flipV="1">
            <a:off x="5918200" y="6621628"/>
            <a:ext cx="5702300" cy="236372"/>
          </a:xfrm>
          <a:prstGeom prst="round2SameRect">
            <a:avLst>
              <a:gd name="adj1" fmla="val 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5475001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624513" y="585788"/>
            <a:ext cx="5683249" cy="5683249"/>
          </a:xfrm>
          <a:prstGeom prst="roundRect">
            <a:avLst>
              <a:gd name="adj" fmla="val 3259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2" name="Picture 1" hidden="1">
            <a:extLst>
              <a:ext uri="{FF2B5EF4-FFF2-40B4-BE49-F238E27FC236}">
                <a16:creationId xmlns:a16="http://schemas.microsoft.com/office/drawing/2014/main" id="{4E2E619B-2D74-9B55-98E1-9E6126DE0DB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3678"/>
          <a:stretch/>
        </p:blipFill>
        <p:spPr>
          <a:xfrm flipV="1">
            <a:off x="5614987" y="6032665"/>
            <a:ext cx="5702300" cy="236372"/>
          </a:xfrm>
          <a:prstGeom prst="round2SameRect">
            <a:avLst>
              <a:gd name="adj1" fmla="val 50000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1134624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 descr="A close-up of a colorful object&#10;&#10;Description automatically generated">
            <a:extLst>
              <a:ext uri="{FF2B5EF4-FFF2-40B4-BE49-F238E27FC236}">
                <a16:creationId xmlns:a16="http://schemas.microsoft.com/office/drawing/2014/main" id="{89A104E1-D13F-B13B-BB5D-930C8205C89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99" y="0"/>
            <a:ext cx="6858001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69B64261-FB99-ADE9-26E4-3ECE1E68CF3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0" b="160"/>
          <a:stretch/>
        </p:blipFill>
        <p:spPr>
          <a:xfrm rot="16200000">
            <a:off x="6205856" y="868680"/>
            <a:ext cx="5120640" cy="5120640"/>
          </a:xfrm>
          <a:prstGeom prst="roundRect">
            <a:avLst>
              <a:gd name="adj" fmla="val 2716"/>
            </a:avLst>
          </a:prstGeom>
        </p:spPr>
      </p:pic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prstGeom prst="roundRect">
            <a:avLst>
              <a:gd name="adj" fmla="val 2346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7428420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Graphic 4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58AEFBE-EE1F-0FBF-5C84-1DF6EC17775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prstGeom prst="roundRect">
            <a:avLst>
              <a:gd name="adj" fmla="val 2602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694792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411632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F87341-ECEA-3B94-51B2-A9E24914685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D39DE-8DED-DC59-2BDA-C621877CF646}"/>
              </a:ext>
            </a:extLst>
          </p:cNvPr>
          <p:cNvSpPr/>
          <p:nvPr/>
        </p:nvSpPr>
        <p:spPr bwMode="auto">
          <a:xfrm>
            <a:off x="0" y="-1"/>
            <a:ext cx="5334000" cy="6857999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shade val="100000"/>
                  <a:satMod val="115000"/>
                  <a:alpha val="22143"/>
                </a:schemeClr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93487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BC3CE-C968-246E-EAC3-B829FDF59F1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485505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802426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4EB85E8-62D6-9C5F-D48A-055FCADA251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2286000"/>
            <a:ext cx="12192000" cy="4572000"/>
          </a:xfr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725134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87148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435986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460613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031430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2821333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632309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69381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142716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9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4476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265583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7203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1589624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7791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4314583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55745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3621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60942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5F20BF-1B1B-50CA-191C-F2202EAF5B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977646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" name="Picture 9" descr="A person with curly hair standing in brightly illuminating outdoor light and shadows">
            <a:extLst>
              <a:ext uri="{FF2B5EF4-FFF2-40B4-BE49-F238E27FC236}">
                <a16:creationId xmlns:a16="http://schemas.microsoft.com/office/drawing/2014/main" id="{2E82545A-FD52-D775-7812-AC95C1735C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213" r="21311"/>
          <a:stretch/>
        </p:blipFill>
        <p:spPr>
          <a:xfrm>
            <a:off x="5334000" y="0"/>
            <a:ext cx="6858000" cy="6858000"/>
          </a:xfrm>
          <a:prstGeom prst="round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31998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70AE3-8618-7645-AE3C-5E57E3BF17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036" y="302036"/>
            <a:ext cx="6251164" cy="6251164"/>
          </a:xfrm>
          <a:prstGeom prst="roundRect">
            <a:avLst>
              <a:gd name="adj" fmla="val 2595"/>
            </a:avLst>
          </a:prstGeom>
        </p:spPr>
      </p:pic>
    </p:spTree>
    <p:extLst>
      <p:ext uri="{BB962C8B-B14F-4D97-AF65-F5344CB8AC3E}">
        <p14:creationId xmlns:p14="http://schemas.microsoft.com/office/powerpoint/2010/main" val="3845819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4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4177284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 descr="A person with white beard and hat&#10;&#10;Description automatically generated">
            <a:extLst>
              <a:ext uri="{FF2B5EF4-FFF2-40B4-BE49-F238E27FC236}">
                <a16:creationId xmlns:a16="http://schemas.microsoft.com/office/drawing/2014/main" id="{6114E386-90DD-2D33-E4EE-56C7BEC347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2DA8AD-FBCB-B320-7C32-5B6DFD8E5B66}"/>
              </a:ext>
            </a:extLst>
          </p:cNvPr>
          <p:cNvSpPr/>
          <p:nvPr/>
        </p:nvSpPr>
        <p:spPr bwMode="auto">
          <a:xfrm>
            <a:off x="0" y="-1"/>
            <a:ext cx="5334000" cy="6857999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shade val="100000"/>
                  <a:satMod val="115000"/>
                  <a:alpha val="22143"/>
                </a:schemeClr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18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1E8B5B3-E911-FA3B-060D-08ACEFE48A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55723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1608B-3482-A33C-BA63-70C5869A2A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1" y="0"/>
            <a:ext cx="6858000" cy="68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29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67BE8-1773-C479-4149-41024CAFA3D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34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4" name="Picture 3" descr="A close-up of a colorful wave&#10;&#10;Description automatically generated">
            <a:extLst>
              <a:ext uri="{FF2B5EF4-FFF2-40B4-BE49-F238E27FC236}">
                <a16:creationId xmlns:a16="http://schemas.microsoft.com/office/drawing/2014/main" id="{7E23DEF3-55CD-9793-23E4-712C6621B71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6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64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89262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6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33116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7976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96559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857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9455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9426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C87E-4CC9-0F44-6DF9-7F6E2A04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155222B-26E4-2F43-D7F5-FC0452891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DBCD25-6DFA-052F-4ED9-1E8C8737F9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317306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6318D53-3286-EAEB-3098-F1081AF27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5000"/>
                    </a14:imgEffect>
                  </a14:imgLayer>
                </a14:imgProps>
              </a:ext>
            </a:extLst>
          </a:blip>
          <a:srcRect t="48" b="48"/>
          <a:stretch/>
        </p:blipFill>
        <p:spPr>
          <a:xfrm>
            <a:off x="578642" y="588018"/>
            <a:ext cx="11033446" cy="5681964"/>
          </a:xfrm>
          <a:prstGeom prst="roundRect">
            <a:avLst>
              <a:gd name="adj" fmla="val 2183"/>
            </a:avLst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AD825C2-7FF1-3371-96A7-47B94663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FB201-BF2E-7E3A-CE08-CB33082FCE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3B56F-81D2-3B74-659E-75EE6D1D48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2739890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B6B235D-925E-935A-C0D1-66A1BCB696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" r="29"/>
          <a:stretch/>
        </p:blipFill>
        <p:spPr>
          <a:xfrm>
            <a:off x="578642" y="588018"/>
            <a:ext cx="11033446" cy="5681964"/>
          </a:xfrm>
          <a:prstGeom prst="roundRect">
            <a:avLst>
              <a:gd name="adj" fmla="val 2183"/>
            </a:avLst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A31E95-ADF9-9E3F-1324-0D2A40C3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F23D6-B0F2-95EC-6A60-E33F63B039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A9544-8C8F-F52A-1876-F01F4D0915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43642"/>
            <a:ext cx="10363918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0946591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53C62E-72E5-F065-0EA5-5455A61A1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1FDE9D-CE47-EE58-DDEB-A4E2C9956F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83921F1-D334-EC88-D639-C6492418B9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27723555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2">
          <p15:clr>
            <a:srgbClr val="A4A3A4"/>
          </p15:clr>
        </p15:guide>
        <p15:guide id="24" pos="6120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4CD05008-D889-2657-9E64-AE1A68432B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90B9417-A140-ED0E-9B15-EC46E43520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6AC568-C052-9C82-938A-92DB6B485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2083330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1F03AAB-35E4-75D5-BC32-B2CE3D936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1F2F5D4-3A80-B49A-353F-38D18DF58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7DA8D6A-DC14-6890-FE2C-FDB67210F3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8154455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28B26F-D58F-C59C-79A9-B632CC130CA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925569"/>
            <a:ext cx="12192000" cy="1932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7EB123-B336-56F7-07B9-7157FE92A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830" y="3121223"/>
            <a:ext cx="5958557" cy="307777"/>
          </a:xfrm>
        </p:spPr>
        <p:txBody>
          <a:bodyPr anchor="b" anchorCtr="0"/>
          <a:lstStyle>
            <a:lvl1pPr>
              <a:defRPr sz="2000">
                <a:latin typeface="+mn-lt"/>
              </a:defRPr>
            </a:lvl1pPr>
          </a:lstStyle>
          <a:p>
            <a:r>
              <a:rPr lang="en-US"/>
              <a:t>Click to edit quote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7E51B3-B187-5510-113C-862CE543F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1500" y="3647032"/>
            <a:ext cx="5957887" cy="246221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/>
              <a:t>Quote author, Title, Organization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F713963-A5EA-2AC4-41B1-2A1162C6E1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7505699" y="1371600"/>
            <a:ext cx="4114800" cy="4114800"/>
          </a:xfrm>
          <a:prstGeom prst="roundRect">
            <a:avLst>
              <a:gd name="adj" fmla="val 2602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8" name="Graphic 7" descr="Quote mark">
            <a:extLst>
              <a:ext uri="{FF2B5EF4-FFF2-40B4-BE49-F238E27FC236}">
                <a16:creationId xmlns:a16="http://schemas.microsoft.com/office/drawing/2014/main" id="{64077A7A-76A3-4EA6-6BF5-2CFADD74D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0830" y="585788"/>
            <a:ext cx="674370" cy="587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281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528">
          <p15:clr>
            <a:srgbClr val="FBAE40"/>
          </p15:clr>
        </p15:guide>
        <p15:guide id="3" pos="316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B123-B336-56F7-07B9-7157FE92A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49561" y="3159323"/>
            <a:ext cx="5958557" cy="307777"/>
          </a:xfrm>
        </p:spPr>
        <p:txBody>
          <a:bodyPr anchor="b" anchorCtr="0"/>
          <a:lstStyle>
            <a:lvl1pPr>
              <a:defRPr sz="2000">
                <a:latin typeface="+mn-lt"/>
              </a:defRPr>
            </a:lvl1pPr>
          </a:lstStyle>
          <a:p>
            <a:r>
              <a:rPr lang="en-US"/>
              <a:t>Click to edit quote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7E51B3-B187-5510-113C-862CE543F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49561" y="3647032"/>
            <a:ext cx="5957887" cy="246221"/>
          </a:xfr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/>
              <a:t>Quote author, Title, Organization</a:t>
            </a:r>
          </a:p>
        </p:txBody>
      </p:sp>
      <p:pic>
        <p:nvPicPr>
          <p:cNvPr id="8" name="Graphic 7" descr="Quote mark">
            <a:extLst>
              <a:ext uri="{FF2B5EF4-FFF2-40B4-BE49-F238E27FC236}">
                <a16:creationId xmlns:a16="http://schemas.microsoft.com/office/drawing/2014/main" id="{64077A7A-76A3-4EA6-6BF5-2CFADD74D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500" y="585788"/>
            <a:ext cx="674370" cy="587754"/>
          </a:xfrm>
          <a:prstGeom prst="rect">
            <a:avLst/>
          </a:prstGeom>
        </p:spPr>
      </p:pic>
      <p:pic>
        <p:nvPicPr>
          <p:cNvPr id="3" name="Graphic 2" descr="Quote mark">
            <a:extLst>
              <a:ext uri="{FF2B5EF4-FFF2-40B4-BE49-F238E27FC236}">
                <a16:creationId xmlns:a16="http://schemas.microsoft.com/office/drawing/2014/main" id="{3884F2AA-E820-B43C-3C64-DA0CC8A69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4846" y="5845760"/>
            <a:ext cx="485654" cy="42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709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528">
          <p15:clr>
            <a:srgbClr val="FBAE40"/>
          </p15:clr>
        </p15:guide>
        <p15:guide id="3" pos="3168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mpt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3FD22E-D362-78A6-2219-103E4138C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7471" y="2220685"/>
            <a:ext cx="3991884" cy="663178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none" lIns="182880" tIns="91440" rIns="182880" bIns="9144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D89376E-3BB0-0414-9125-A137EF9F4E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17471" y="3317965"/>
            <a:ext cx="3991884" cy="663178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none" lIns="182880" tIns="91440" rIns="182880" bIns="9144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D545552-38C6-59C4-C664-F1E24F0794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7471" y="4415245"/>
            <a:ext cx="3991884" cy="663178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none" lIns="182880" tIns="91440" rIns="182880" bIns="9144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53A433-F2D5-7B5B-B3BD-45E3929D6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4093575"/>
      </p:ext>
    </p:extLst>
  </p:cSld>
  <p:clrMapOvr>
    <a:masterClrMapping/>
  </p:clrMapOvr>
  <p:transition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053594"/>
            <a:ext cx="4482124" cy="21544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Sans Display" pitchFamily="2" charset="0"/>
              </a:rPr>
              <a:t>© Copyright Microsoft y</a:t>
            </a:r>
          </a:p>
          <a:p>
            <a:pPr defTabSz="932290" eaLnBrk="0" hangingPunct="0"/>
            <a:r>
              <a:rPr lang="en-US" sz="700" err="1">
                <a:solidFill>
                  <a:schemeClr val="tx1"/>
                </a:solidFill>
                <a:cs typeface="Segoe Sans Display" pitchFamily="2" charset="0"/>
              </a:rPr>
              <a:t>poration</a:t>
            </a:r>
            <a:r>
              <a:rPr lang="en-US" sz="700">
                <a:solidFill>
                  <a:schemeClr val="tx1"/>
                </a:solidFill>
                <a:cs typeface="Segoe Sans Display" pitchFamily="2" charset="0"/>
              </a:rPr>
              <a:t>. All rights reserved. </a:t>
            </a:r>
          </a:p>
        </p:txBody>
      </p:sp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6D0E7ACD-25E9-7FAD-3A11-733954C79A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88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983338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1807-A01F-7A47-BFA2-2E7AC8AA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94D91-35B0-C3B9-5DF9-0C3EB8787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653BF-D0E2-A0AF-4CE4-D45FE589A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FA651-C015-5F00-30EE-824D2102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63D2-96AB-4D67-A758-A4133BC145A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ABDC3-4792-08E9-FD25-4141050F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E73E0-FD66-0C32-6575-A446B18F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B5BD5-DE12-4756-912C-604E0D4DA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64344"/>
      </p:ext>
    </p:extLst>
  </p:cSld>
  <p:clrMapOvr>
    <a:masterClrMapping/>
  </p:clrMapOvr>
  <p:transition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9874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 beige bg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434CD3-B5AB-D10E-DB6D-E4408EEE1888}"/>
              </a:ext>
            </a:extLst>
          </p:cNvPr>
          <p:cNvGrpSpPr/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8D21BD-6389-8481-3722-9F401AC1ECFB}"/>
                </a:ext>
              </a:extLst>
            </p:cNvPr>
            <p:cNvSpPr/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4BB01073-1777-1B14-214B-1FAE054897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719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23165"/>
          </a:xfrm>
          <a:prstGeom prst="rect">
            <a:avLst/>
          </a:prstGeom>
        </p:spPr>
        <p:txBody>
          <a:bodyPr tIns="45720">
            <a:spAutoFit/>
          </a:bodyPr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8955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w bei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0D2C7A-4F5B-353D-0C06-7346A8207B45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414"/>
            <a:ext cx="11018520" cy="553998"/>
          </a:xfr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22756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34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858933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149433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5977257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98178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29867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03846327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8067692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492977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816947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868" y="585788"/>
            <a:ext cx="11018520" cy="615553"/>
          </a:xfrm>
        </p:spPr>
        <p:txBody>
          <a:bodyPr/>
          <a:lstStyle>
            <a:lvl1pPr algn="ctr">
              <a:defRPr lang="en-US" sz="4000" b="1" kern="1200" cap="none" spc="-10" baseline="0" dirty="0" smtClean="0">
                <a:ln w="3175">
                  <a:noFill/>
                </a:ln>
                <a:gradFill>
                  <a:gsLst>
                    <a:gs pos="15000">
                      <a:srgbClr val="8DC8E8"/>
                    </a:gs>
                    <a:gs pos="85000">
                      <a:srgbClr val="D59ED7"/>
                    </a:gs>
                  </a:gsLst>
                  <a:lin ang="2700000" scaled="1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138226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6346343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638689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2193277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02563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6521109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341758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00682315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3365137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36921105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511857607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371111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7604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7714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2892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623473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332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Text Box 3" descr="This is a copyright notice that should be included on the final slide.">
            <a:extLst>
              <a:ext uri="{FF2B5EF4-FFF2-40B4-BE49-F238E27FC236}">
                <a16:creationId xmlns:a16="http://schemas.microsoft.com/office/drawing/2014/main" id="{E477E949-E0D8-4538-8203-867BA736F0FC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3807006D-60BB-144E-88AB-6D7B739CC6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657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black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837272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4-column">
    <p:bg>
      <p:bgPr>
        <a:gradFill>
          <a:gsLst>
            <a:gs pos="0">
              <a:srgbClr val="120D24"/>
            </a:gs>
            <a:gs pos="100000">
              <a:srgbClr val="290A46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97E917-311C-BB3D-94F2-AA5130473419}"/>
              </a:ext>
            </a:extLst>
          </p:cNvPr>
          <p:cNvSpPr/>
          <p:nvPr userDrawn="1"/>
        </p:nvSpPr>
        <p:spPr bwMode="auto">
          <a:xfrm>
            <a:off x="534766" y="1532928"/>
            <a:ext cx="665608" cy="665608"/>
          </a:xfrm>
          <a:prstGeom prst="roundRect">
            <a:avLst/>
          </a:prstGeom>
          <a:gradFill>
            <a:gsLst>
              <a:gs pos="0">
                <a:srgbClr val="50E6FF"/>
              </a:gs>
              <a:gs pos="100000">
                <a:srgbClr val="D59DFF"/>
              </a:gs>
            </a:gsLst>
            <a:lin ang="54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62C8756-582A-4F6F-DE9B-CB2F82807E4D}"/>
              </a:ext>
            </a:extLst>
          </p:cNvPr>
          <p:cNvSpPr/>
          <p:nvPr userDrawn="1"/>
        </p:nvSpPr>
        <p:spPr bwMode="auto">
          <a:xfrm>
            <a:off x="2730627" y="3780280"/>
            <a:ext cx="357632" cy="357632"/>
          </a:xfrm>
          <a:prstGeom prst="roundRect">
            <a:avLst/>
          </a:prstGeom>
          <a:solidFill>
            <a:srgbClr val="E6E6E6">
              <a:alpha val="6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75024A-DC8A-96CC-3E2D-532860231693}"/>
              </a:ext>
            </a:extLst>
          </p:cNvPr>
          <p:cNvSpPr/>
          <p:nvPr userDrawn="1"/>
        </p:nvSpPr>
        <p:spPr bwMode="auto">
          <a:xfrm>
            <a:off x="5333487" y="3432329"/>
            <a:ext cx="665608" cy="665608"/>
          </a:xfrm>
          <a:prstGeom prst="roundRect">
            <a:avLst/>
          </a:prstGeom>
          <a:gradFill>
            <a:gsLst>
              <a:gs pos="0">
                <a:srgbClr val="50E6FF"/>
              </a:gs>
              <a:gs pos="100000">
                <a:srgbClr val="D59DFF"/>
              </a:gs>
            </a:gsLst>
            <a:lin ang="54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9F027A-8BBB-CB06-DAC2-355FB811D38C}"/>
              </a:ext>
            </a:extLst>
          </p:cNvPr>
          <p:cNvSpPr/>
          <p:nvPr userDrawn="1"/>
        </p:nvSpPr>
        <p:spPr bwMode="auto">
          <a:xfrm>
            <a:off x="6282037" y="1574897"/>
            <a:ext cx="500081" cy="500081"/>
          </a:xfrm>
          <a:prstGeom prst="roundRect">
            <a:avLst/>
          </a:prstGeom>
          <a:gradFill>
            <a:gsLst>
              <a:gs pos="0">
                <a:srgbClr val="50E6FF"/>
              </a:gs>
              <a:gs pos="100000">
                <a:srgbClr val="D59DFF"/>
              </a:gs>
            </a:gsLst>
            <a:lin ang="54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1CD05F5-37AD-BBE8-73AD-24112FB38B0B}"/>
              </a:ext>
            </a:extLst>
          </p:cNvPr>
          <p:cNvSpPr/>
          <p:nvPr userDrawn="1"/>
        </p:nvSpPr>
        <p:spPr bwMode="auto">
          <a:xfrm>
            <a:off x="9060815" y="3432329"/>
            <a:ext cx="665608" cy="665608"/>
          </a:xfrm>
          <a:prstGeom prst="roundRect">
            <a:avLst/>
          </a:prstGeom>
          <a:gradFill>
            <a:gsLst>
              <a:gs pos="0">
                <a:srgbClr val="50E6FF"/>
              </a:gs>
              <a:gs pos="100000">
                <a:srgbClr val="D59DFF"/>
              </a:gs>
            </a:gsLst>
            <a:lin ang="54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EE2DF28-679D-AE21-255B-5E387917616F}"/>
              </a:ext>
            </a:extLst>
          </p:cNvPr>
          <p:cNvSpPr/>
          <p:nvPr userDrawn="1"/>
        </p:nvSpPr>
        <p:spPr bwMode="auto">
          <a:xfrm>
            <a:off x="11234158" y="1646122"/>
            <a:ext cx="357632" cy="357632"/>
          </a:xfrm>
          <a:prstGeom prst="roundRect">
            <a:avLst/>
          </a:prstGeom>
          <a:solidFill>
            <a:srgbClr val="E6E6E6">
              <a:alpha val="60000"/>
            </a:srgb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CA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A85E99-F542-B24A-B446-DFECA2202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</a:defRPr>
            </a:lvl1pPr>
          </a:lstStyle>
          <a:p>
            <a:r>
              <a:rPr lang="en-US"/>
              <a:t>The Team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AB7DD0E-9CE8-8B49-86A4-00493B0A2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1664" y="4408341"/>
            <a:ext cx="2520950" cy="27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B9FC220-0063-D14C-BAC7-29C374D5E3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1664" y="4772925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" name="Text Placeholder 28">
            <a:extLst>
              <a:ext uri="{FF2B5EF4-FFF2-40B4-BE49-F238E27FC236}">
                <a16:creationId xmlns:a16="http://schemas.microsoft.com/office/drawing/2014/main" id="{F06C21F1-452A-864F-9F3D-BF7065232F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1664" y="5171595"/>
            <a:ext cx="2520950" cy="923330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About: Lorem ipsum dolor sit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do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eiusmod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incididunt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labore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dolore magna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Ut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 minim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veniam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CBF991A4-66F2-0E4F-8612-F380FB5985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25" y="4400550"/>
            <a:ext cx="2520950" cy="27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B204FDE1-FBCB-1E43-8DBA-A33A86502D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3125" y="4765134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Text Placeholder 28">
            <a:extLst>
              <a:ext uri="{FF2B5EF4-FFF2-40B4-BE49-F238E27FC236}">
                <a16:creationId xmlns:a16="http://schemas.microsoft.com/office/drawing/2014/main" id="{48D95D5C-AD2C-964E-B8BB-ECD883345B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3125" y="5163804"/>
            <a:ext cx="2520950" cy="923330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About: Lorem ipsum dolor sit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do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eiusmod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incididunt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labore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dolore magna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Ut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 minim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veniam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0" name="Text Placeholder 24">
            <a:extLst>
              <a:ext uri="{FF2B5EF4-FFF2-40B4-BE49-F238E27FC236}">
                <a16:creationId xmlns:a16="http://schemas.microsoft.com/office/drawing/2014/main" id="{B7C50AAD-D67F-C045-84A8-3B74373D32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56338" y="4400550"/>
            <a:ext cx="2520950" cy="27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7B3F54B5-7211-D041-822C-DDBBC93FDE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6338" y="4765134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80F42EC-DE4B-5144-99F7-4F92622AAE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6338" y="5163804"/>
            <a:ext cx="2520950" cy="923330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About: Lorem ipsum dolor sit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do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eiusmod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incididunt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labore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dolore magna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Ut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 minim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veniam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96B9F418-E7FC-8B4D-B6DF-D05F59C881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70975" y="4400550"/>
            <a:ext cx="2520950" cy="27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3C77D641-147C-1940-8BCB-2C5F61CDAA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0975" y="4765134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68B31C8F-F786-E643-88DC-4AE14C43707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70975" y="5163804"/>
            <a:ext cx="2520950" cy="923330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>
                <a:solidFill>
                  <a:schemeClr val="bg2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About: Lorem ipsum dolor sit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amet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consectetur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adipiscing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elit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sed do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eiusmod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tempor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incididunt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ut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labore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et dolore magna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aliqua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Ut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enim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ad minim </a:t>
            </a:r>
            <a:r>
              <a:rPr lang="en-US" sz="1200" b="0" err="1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veniam</a:t>
            </a:r>
            <a:r>
              <a:rPr lang="en-US" sz="1200" b="0">
                <a:solidFill>
                  <a:srgbClr val="505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8644B5A4-4C62-164B-9FCA-E1A62ECDC6A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774200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7216C99D-59E0-D148-8FD5-A06B5D098A9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3603125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16">
            <a:extLst>
              <a:ext uri="{FF2B5EF4-FFF2-40B4-BE49-F238E27FC236}">
                <a16:creationId xmlns:a16="http://schemas.microsoft.com/office/drawing/2014/main" id="{D4B99A33-76D9-4843-8919-AD5FEF9A31F2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428875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961589AC-2E68-5C4F-BF84-D883C8663119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9260975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957061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8" pos="3840">
          <p15:clr>
            <a:srgbClr val="F26B43"/>
          </p15:clr>
        </p15:guide>
        <p15:guide id="29" pos="5576">
          <p15:clr>
            <a:srgbClr val="F26B43"/>
          </p15:clr>
        </p15:guide>
        <p15:guide id="30" pos="2105">
          <p15:clr>
            <a:srgbClr val="F26B43"/>
          </p15:clr>
        </p15:guide>
        <p15:guide id="31" orient="horz" pos="277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s - 4 stats">
    <p:bg>
      <p:bgPr>
        <a:gradFill>
          <a:gsLst>
            <a:gs pos="0">
              <a:srgbClr val="120D24"/>
            </a:gs>
            <a:gs pos="100000">
              <a:srgbClr val="290A46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852210" y="2593912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8B2DAB2-E406-C226-C7A1-F55EFB60C6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6138441"/>
            <a:ext cx="9144000" cy="1692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Source:  Footnote</a:t>
            </a:r>
          </a:p>
        </p:txBody>
      </p:sp>
      <p:sp>
        <p:nvSpPr>
          <p:cNvPr id="9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4200" y="2288059"/>
            <a:ext cx="5273648" cy="2031325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Insert subheading</a:t>
            </a:r>
            <a:br>
              <a:rPr lang="en-US"/>
            </a:br>
            <a:r>
              <a:rPr lang="en-US"/>
              <a:t>related to these</a:t>
            </a:r>
            <a:br>
              <a:rPr lang="en-US"/>
            </a:br>
            <a:r>
              <a:rPr lang="en-US"/>
              <a:t>four stats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3099B2-2129-039A-2767-165420C125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2210" y="1497079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25%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409B7551-B84E-357E-0A6D-3D01BC60F2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92790" y="2593912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FF06BA3-3BAA-1074-85B9-B606438A8F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2790" y="1497079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62%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AF3389C-C772-F76C-525F-79C9628C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52210" y="4732298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83FBD10-C4E7-6215-D18A-853EF9F836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2210" y="3635465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98%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6F2B96E-2D44-A7BB-8BF0-282A68FE1C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92790" y="4732298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59B3A17-0571-55CB-4C15-3E3B6424B5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92790" y="3635465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413977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9996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FA85E99-F542-B24A-B446-DFECA2202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868" y="585788"/>
            <a:ext cx="11018520" cy="553998"/>
          </a:xfrm>
        </p:spPr>
        <p:txBody>
          <a:bodyPr>
            <a:spAutoFit/>
          </a:bodyPr>
          <a:lstStyle>
            <a:lvl1pPr algn="ctr">
              <a:defRPr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</a:defRPr>
            </a:lvl1pPr>
          </a:lstStyle>
          <a:p>
            <a:r>
              <a:rPr lang="en-US"/>
              <a:t>The Team</a:t>
            </a:r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DAB7DD0E-9CE8-8B49-86A4-00493B0A2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125" y="4408341"/>
            <a:ext cx="2520950" cy="276999"/>
          </a:xfrm>
        </p:spPr>
        <p:txBody>
          <a:bodyPr/>
          <a:lstStyle>
            <a:lvl1pPr marL="0" indent="0">
              <a:buNone/>
              <a:defRPr sz="1800">
                <a:gradFill>
                  <a:gsLst>
                    <a:gs pos="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2400000" scaled="0"/>
                </a:gradFill>
                <a:latin typeface="+mj-lt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5B9FC220-0063-D14C-BAC7-29C374D5E3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13125" y="4772925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24">
            <a:extLst>
              <a:ext uri="{FF2B5EF4-FFF2-40B4-BE49-F238E27FC236}">
                <a16:creationId xmlns:a16="http://schemas.microsoft.com/office/drawing/2014/main" id="{CBF991A4-66F2-0E4F-8612-F380FB5985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24586" y="4400550"/>
            <a:ext cx="2520950" cy="276999"/>
          </a:xfrm>
        </p:spPr>
        <p:txBody>
          <a:bodyPr/>
          <a:lstStyle>
            <a:lvl1pPr marL="0" indent="0">
              <a:buNone/>
              <a:defRPr lang="en-US" sz="1800" kern="1200" spc="0" baseline="0" dirty="0">
                <a:gradFill>
                  <a:gsLst>
                    <a:gs pos="0">
                      <a:schemeClr val="accent3">
                        <a:lumMod val="20000"/>
                        <a:lumOff val="80000"/>
                      </a:schemeClr>
                    </a:gs>
                    <a:gs pos="100000">
                      <a:schemeClr val="accent1"/>
                    </a:gs>
                  </a:gsLst>
                  <a:lin ang="2400000" scaled="0"/>
                </a:gradFill>
                <a:latin typeface="+mj-lt"/>
                <a:ea typeface="+mn-ea"/>
                <a:cs typeface="Segoe UI" panose="020B0502040204020203" pitchFamily="34" charset="0"/>
              </a:defRPr>
            </a:lvl1pPr>
            <a:lvl2pPr marL="228600" indent="0">
              <a:buNone/>
              <a:defRPr sz="1800">
                <a:latin typeface="+mj-lt"/>
              </a:defRPr>
            </a:lvl2pPr>
            <a:lvl3pPr marL="457200" indent="0">
              <a:buNone/>
              <a:defRPr sz="1800">
                <a:latin typeface="+mj-lt"/>
              </a:defRPr>
            </a:lvl3pPr>
            <a:lvl4pPr marL="661988" indent="0">
              <a:buNone/>
              <a:defRPr sz="1800">
                <a:latin typeface="+mj-lt"/>
              </a:defRPr>
            </a:lvl4pPr>
            <a:lvl5pPr marL="855663" indent="0">
              <a:buNone/>
              <a:defRPr sz="1800">
                <a:latin typeface="+mj-lt"/>
              </a:defRPr>
            </a:lvl5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B204FDE1-FBCB-1E43-8DBA-A33A86502D9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4586" y="4765134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8644B5A4-4C62-164B-9FCA-E1A62ECDC6A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3585661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7216C99D-59E0-D148-8FD5-A06B5D098A9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414586" y="1785409"/>
            <a:ext cx="2160000" cy="21600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txBody>
          <a:bodyPr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7FC7D6E3-A9CE-DB0E-E5EB-C3DDBCED418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3125" y="5132690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Info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114D687C-73D8-E8BE-AFC9-33A255F539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24586" y="5124899"/>
            <a:ext cx="2520950" cy="215444"/>
          </a:xfrm>
        </p:spPr>
        <p:txBody>
          <a:bodyPr/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61988" indent="0">
              <a:buNone/>
              <a:defRPr sz="1400"/>
            </a:lvl4pPr>
            <a:lvl5pPr marL="855663" indent="0">
              <a:buNone/>
              <a:defRPr sz="1400"/>
            </a:lvl5pPr>
          </a:lstStyle>
          <a:p>
            <a:pPr lvl="0"/>
            <a:r>
              <a:rPr lang="en-US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1604696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8" pos="3840">
          <p15:clr>
            <a:srgbClr val="F26B43"/>
          </p15:clr>
        </p15:guide>
        <p15:guide id="29" pos="5576">
          <p15:clr>
            <a:srgbClr val="F26B43"/>
          </p15:clr>
        </p15:guide>
        <p15:guide id="30" pos="2105">
          <p15:clr>
            <a:srgbClr val="F26B43"/>
          </p15:clr>
        </p15:guide>
        <p15:guide id="31" orient="horz" pos="2772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ts -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408263" y="2593912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8B2DAB2-E406-C226-C7A1-F55EFB60C6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6138441"/>
            <a:ext cx="9144000" cy="1692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Source:  Footnote</a:t>
            </a:r>
          </a:p>
        </p:txBody>
      </p:sp>
      <p:sp>
        <p:nvSpPr>
          <p:cNvPr id="9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84200" y="1949505"/>
            <a:ext cx="4001052" cy="2708434"/>
          </a:xfrm>
          <a:noFill/>
        </p:spPr>
        <p:txBody>
          <a:bodyPr vert="horz" wrap="square" lIns="0" tIns="0" rIns="0" bIns="0" rtlCol="0" anchor="ctr" anchorCtr="0">
            <a:spAutoFit/>
          </a:bodyPr>
          <a:lstStyle>
            <a:lvl1pPr>
              <a:defRPr lang="en-US" sz="440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/>
              <a:t>Insert subheading</a:t>
            </a:r>
            <a:br>
              <a:rPr lang="en-US"/>
            </a:br>
            <a:r>
              <a:rPr lang="en-US"/>
              <a:t>related to these</a:t>
            </a:r>
            <a:br>
              <a:rPr lang="en-US"/>
            </a:br>
            <a:r>
              <a:rPr lang="en-US"/>
              <a:t>four stats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3099B2-2129-039A-2767-165420C125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8263" y="1497079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25%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409B7551-B84E-357E-0A6D-3D01BC60F2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8843" y="2593912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FF06BA3-3BAA-1074-85B9-B606438A8F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8843" y="1497079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62%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AF3389C-C772-F76C-525F-79C9628C93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8263" y="4732298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83FBD10-C4E7-6215-D18A-853EF9F836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8263" y="3635465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98%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6F2B96E-2D44-A7BB-8BF0-282A68FE1C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48843" y="4732298"/>
            <a:ext cx="2165914" cy="492443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pPr marL="0" marR="0" lvl="0" indent="0" algn="l" defTabSz="9141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Insert text insert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gradFill>
                  <a:gsLst>
                    <a:gs pos="125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text insert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59B3A17-0571-55CB-4C15-3E3B6424B5F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8843" y="3635465"/>
            <a:ext cx="1986441" cy="110799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7200" spc="0" baseline="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35%</a:t>
            </a:r>
          </a:p>
        </p:txBody>
      </p:sp>
    </p:spTree>
    <p:extLst>
      <p:ext uri="{BB962C8B-B14F-4D97-AF65-F5344CB8AC3E}">
        <p14:creationId xmlns:p14="http://schemas.microsoft.com/office/powerpoint/2010/main" val="55496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4F08D4-AD89-F67E-4C53-C6B6A6684C50}"/>
              </a:ext>
            </a:extLst>
          </p:cNvPr>
          <p:cNvSpPr/>
          <p:nvPr userDrawn="1"/>
        </p:nvSpPr>
        <p:spPr bwMode="auto">
          <a:xfrm>
            <a:off x="815830" y="857707"/>
            <a:ext cx="10614355" cy="5142585"/>
          </a:xfrm>
          <a:prstGeom prst="roundRect">
            <a:avLst>
              <a:gd name="adj" fmla="val 2016"/>
            </a:avLst>
          </a:prstGeom>
          <a:solidFill>
            <a:schemeClr val="bg1">
              <a:lumMod val="90000"/>
              <a:lumOff val="10000"/>
              <a:alpha val="62000"/>
            </a:schemeClr>
          </a:solidFill>
          <a:ln w="12700">
            <a:gradFill flip="none" rotWithShape="1">
              <a:gsLst>
                <a:gs pos="0">
                  <a:schemeClr val="accent3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00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72E02E-9408-3A16-2204-9A9ECDD48808}"/>
              </a:ext>
            </a:extLst>
          </p:cNvPr>
          <p:cNvSpPr txBox="1">
            <a:spLocks/>
          </p:cNvSpPr>
          <p:nvPr userDrawn="1"/>
        </p:nvSpPr>
        <p:spPr>
          <a:xfrm>
            <a:off x="377443" y="-248761"/>
            <a:ext cx="9866313" cy="3493264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2"/>
                </a:solidFill>
                <a:effectLst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</a:lstStyle>
          <a:p>
            <a:r>
              <a:rPr lang="en-US" sz="22700">
                <a:gradFill>
                  <a:gsLst>
                    <a:gs pos="0">
                      <a:srgbClr val="50E6FF"/>
                    </a:gs>
                    <a:gs pos="62000">
                      <a:srgbClr val="D59DFF"/>
                    </a:gs>
                  </a:gsLst>
                  <a:lin ang="2400000" scaled="0"/>
                </a:gradFill>
                <a:effectLst>
                  <a:outerShdw blurRad="50800" dist="38100" dir="2700000" algn="tl" rotWithShape="0">
                    <a:prstClr val="black">
                      <a:alpha val="68000"/>
                    </a:prstClr>
                  </a:outerShdw>
                </a:effectLst>
                <a:latin typeface="Arial Black" panose="020B0A04020102020204" pitchFamily="34" charset="0"/>
              </a:rPr>
              <a:t>”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D89A49A-58E0-6646-8574-0B0729961C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8098" y="4456023"/>
            <a:ext cx="3855502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pPr lvl="0"/>
            <a:r>
              <a:rPr lang="en-US"/>
              <a:t>Name attribute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3C890AF-C449-E34D-86FC-4BE82A41ED0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48098" y="4753602"/>
            <a:ext cx="3855502" cy="43088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Job title or another attribute</a:t>
            </a:r>
            <a:br>
              <a:rPr lang="en-US"/>
            </a:br>
            <a:r>
              <a:rPr lang="en-US"/>
              <a:t>Company if applicable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B9A47D2-7C06-3E47-802E-BD98760204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2502" y="2820107"/>
            <a:ext cx="8681012" cy="984885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“Add quote text here Add quote text here Add quote text here Add quote text here”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5626D962-E9CD-6F4C-B97E-76DFFBF4EEB7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29747" y="4296113"/>
            <a:ext cx="999276" cy="997527"/>
          </a:xfrm>
          <a:prstGeom prst="round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0" indent="0" algn="ctr">
              <a:buNone/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CA"/>
              <a:t>Click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2206613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69">
          <p15:clr>
            <a:srgbClr val="F26B43"/>
          </p15:clr>
        </p15:guide>
        <p15:guide id="3" orient="horz" pos="366">
          <p15:clr>
            <a:srgbClr val="F26B43"/>
          </p15:clr>
        </p15:guide>
        <p15:guide id="4" pos="7311">
          <p15:clr>
            <a:srgbClr val="F26B43"/>
          </p15:clr>
        </p15:guide>
        <p15:guide id="5" orient="horz" pos="3951">
          <p15:clr>
            <a:srgbClr val="F26B43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2682">
          <p15:clr>
            <a:srgbClr val="F26B43"/>
          </p15:clr>
        </p15:guide>
        <p15:guide id="23" pos="4998">
          <p15:clr>
            <a:srgbClr val="F26B43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op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3637" cy="5683250"/>
          </a:xfrm>
        </p:spPr>
        <p:txBody>
          <a:bodyPr anchor="ctr">
            <a:noAutofit/>
          </a:bodyPr>
          <a:lstStyle>
            <a:lvl1pPr algn="l">
              <a:defRPr sz="3600"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</a:defRPr>
            </a:lvl1pPr>
          </a:lstStyle>
          <a:p>
            <a:r>
              <a:rPr lang="en-US"/>
              <a:t>Subheading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64017" y="1621962"/>
            <a:ext cx="493429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51500-7F31-99F7-4E08-706B57C7B9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4017" y="3106415"/>
            <a:ext cx="493429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C192156-0C90-14D8-779B-222D86A9A4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4017" y="4522513"/>
            <a:ext cx="4934296" cy="645171"/>
          </a:xfrm>
        </p:spPr>
        <p:txBody>
          <a:bodyPr anchor="ctr">
            <a:noAutofit/>
          </a:bodyPr>
          <a:lstStyle>
            <a:lvl1pPr marL="0" indent="0">
              <a:spcAft>
                <a:spcPts val="600"/>
              </a:spcAft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2874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3DB3A-52AD-5804-E6F5-4DE010B844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6000"/>
          </a:blip>
          <a:srcRect l="10595" t="987" r="1059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8009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77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080397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080397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8" name="Picture 7" descr="A logo of a company&#10;&#10;Description automatically generated">
            <a:extLst>
              <a:ext uri="{FF2B5EF4-FFF2-40B4-BE49-F238E27FC236}">
                <a16:creationId xmlns:a16="http://schemas.microsoft.com/office/drawing/2014/main" id="{51065696-BF77-547A-924A-9F4AB38AD4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51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1B91B19F-5366-77DE-DF9E-1EF6C09E0E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logo of a company&#10;&#10;Description automatically generated">
            <a:extLst>
              <a:ext uri="{FF2B5EF4-FFF2-40B4-BE49-F238E27FC236}">
                <a16:creationId xmlns:a16="http://schemas.microsoft.com/office/drawing/2014/main" id="{A50F46D6-40FA-B93E-7296-AED50F90EF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82" y="129394"/>
            <a:ext cx="3122228" cy="137352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B55674D-26E7-9727-2DC7-B84D57DD84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560468"/>
            <a:ext cx="4464657" cy="135421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b="1" i="0" kern="1200" cap="none" spc="-50" baseline="0" dirty="0">
                <a:ln w="3175"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7169B4-91B7-6381-7E92-580EC8940B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360" y="3346171"/>
            <a:ext cx="4461118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b="1" i="0" spc="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CB968-3D76-8486-941E-C37C76B764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6893" y="6543940"/>
            <a:ext cx="5949107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chemeClr val="bg1">
                    <a:lumMod val="50000"/>
                  </a:schemeClr>
                </a:solidFill>
                <a:latin typeface="+mj-lt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439942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FBAE40"/>
          </p15:clr>
        </p15:guide>
        <p15:guide id="2" pos="2376">
          <p15:clr>
            <a:srgbClr val="FBAE40"/>
          </p15:clr>
        </p15:guide>
        <p15:guide id="3" pos="2520">
          <p15:clr>
            <a:srgbClr val="FBAE40"/>
          </p15:clr>
        </p15:guide>
        <p15:guide id="4" pos="3096">
          <p15:clr>
            <a:srgbClr val="FBAE40"/>
          </p15:clr>
        </p15:guide>
        <p15:guide id="5" pos="3240">
          <p15:clr>
            <a:srgbClr val="FBAE40"/>
          </p15:clr>
        </p15:guide>
        <p15:guide id="6" pos="4536">
          <p15:clr>
            <a:srgbClr val="FBAE40"/>
          </p15:clr>
        </p15:guide>
        <p15:guide id="7" pos="4680">
          <p15:clr>
            <a:srgbClr val="FBAE40"/>
          </p15:clr>
        </p15:guide>
        <p15:guide id="8" pos="5976">
          <p15:clr>
            <a:srgbClr val="FBAE40"/>
          </p15:clr>
        </p15:guide>
        <p15:guide id="9" pos="6120">
          <p15:clr>
            <a:srgbClr val="FBAE40"/>
          </p15:clr>
        </p15:guide>
        <p15:guide id="10" pos="6696">
          <p15:clr>
            <a:srgbClr val="FBAE40"/>
          </p15:clr>
        </p15:guide>
        <p15:guide id="11" pos="6840">
          <p15:clr>
            <a:srgbClr val="FBAE40"/>
          </p15:clr>
        </p15:guide>
        <p15:guide id="12" pos="8856">
          <p15:clr>
            <a:srgbClr val="FBAE40"/>
          </p15:clr>
        </p15:guide>
        <p15:guide id="13" pos="1656">
          <p15:clr>
            <a:srgbClr val="FBAE40"/>
          </p15:clr>
        </p15:guide>
        <p15:guide id="14" pos="1800">
          <p15:clr>
            <a:srgbClr val="FBAE40"/>
          </p15:clr>
        </p15:guide>
        <p15:guide id="15" pos="2232">
          <p15:clr>
            <a:srgbClr val="FBAE40"/>
          </p15:clr>
        </p15:guide>
        <p15:guide id="16" orient="horz" pos="360">
          <p15:clr>
            <a:srgbClr val="FBAE40"/>
          </p15:clr>
        </p15:guide>
        <p15:guide id="17" orient="horz" pos="1296">
          <p15:clr>
            <a:srgbClr val="FBAE40"/>
          </p15:clr>
        </p15:guide>
        <p15:guide id="18" orient="horz" pos="2592">
          <p15:clr>
            <a:srgbClr val="FBAE40"/>
          </p15:clr>
        </p15:guide>
        <p15:guide id="19" orient="horz" pos="2448">
          <p15:clr>
            <a:srgbClr val="FBAE40"/>
          </p15:clr>
        </p15:guide>
        <p15:guide id="20" orient="horz" pos="2736">
          <p15:clr>
            <a:srgbClr val="FBAE40"/>
          </p15:clr>
        </p15:guide>
        <p15:guide id="21" orient="horz" pos="3888">
          <p15:clr>
            <a:srgbClr val="FBAE40"/>
          </p15:clr>
        </p15:guide>
        <p15:guide id="22" orient="horz" pos="4320">
          <p15:clr>
            <a:srgbClr val="FBAE40"/>
          </p15:clr>
        </p15:guide>
        <p15:guide id="23" orient="horz" pos="4824">
          <p15:clr>
            <a:srgbClr val="FBAE40"/>
          </p15:clr>
        </p15:guide>
        <p15:guide id="24" orient="horz" pos="4680">
          <p15:clr>
            <a:srgbClr val="FBAE40"/>
          </p15:clr>
        </p15:guide>
        <p15:guide id="25" pos="4608">
          <p15:clr>
            <a:srgbClr val="FBAE40"/>
          </p15:clr>
        </p15:guide>
        <p15:guide id="26" orient="horz" pos="4968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lor BG">
    <p:bg>
      <p:bgPr>
        <a:solidFill>
          <a:srgbClr val="E9E6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toy&#10;&#10;Description automatically generated">
            <a:extLst>
              <a:ext uri="{FF2B5EF4-FFF2-40B4-BE49-F238E27FC236}">
                <a16:creationId xmlns:a16="http://schemas.microsoft.com/office/drawing/2014/main" id="{FAAA01C7-D9B4-5FD5-4FEA-61756841FD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638" cy="685779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479D426-82A7-259D-687F-28F57F1E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5002"/>
            <a:ext cx="4853532" cy="11079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sz="3600" b="1" i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4435F-9B02-8D88-C352-7C56B6930A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6712" y="6590342"/>
            <a:ext cx="5949107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chemeClr val="bg1">
                    <a:lumMod val="50000"/>
                  </a:schemeClr>
                </a:solidFill>
                <a:latin typeface="+mj-lt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84794790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Gradient_Warm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A83DAD36-086B-87B0-091E-EC03E2CFC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9590" r="19181" b="9590"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F28DDB-A2B6-F21A-AFAE-6D86A1D0D50C}"/>
              </a:ext>
            </a:extLst>
          </p:cNvPr>
          <p:cNvSpPr/>
          <p:nvPr userDrawn="1"/>
        </p:nvSpPr>
        <p:spPr bwMode="auto">
          <a:xfrm>
            <a:off x="0" y="0"/>
            <a:ext cx="7452360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4989641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9CC4CD7-01CD-2983-6312-47D1240CC9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15828"/>
            <a:ext cx="498964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D092B-71AA-0D54-EE1E-68F3E5FA44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49995"/>
            <a:ext cx="5949107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chemeClr val="bg1">
                    <a:lumMod val="50000"/>
                  </a:schemeClr>
                </a:solidFill>
                <a:latin typeface="+mj-lt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2584235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_Gradient_Warm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olorful spiral&#10;&#10;Description automatically generated">
            <a:extLst>
              <a:ext uri="{FF2B5EF4-FFF2-40B4-BE49-F238E27FC236}">
                <a16:creationId xmlns:a16="http://schemas.microsoft.com/office/drawing/2014/main" id="{FE78A0B7-C38C-EF30-63E1-9BCE12AC5F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0287" b="102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F28DDB-A2B6-F21A-AFAE-6D86A1D0D50C}"/>
              </a:ext>
            </a:extLst>
          </p:cNvPr>
          <p:cNvSpPr/>
          <p:nvPr userDrawn="1"/>
        </p:nvSpPr>
        <p:spPr bwMode="auto">
          <a:xfrm>
            <a:off x="0" y="0"/>
            <a:ext cx="9299448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4989641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1" i="0" spc="-50" baseline="0">
                <a:solidFill>
                  <a:schemeClr val="tx1"/>
                </a:solidFill>
                <a:latin typeface="+mj-lt"/>
                <a:ea typeface="Amazon Ember Display" panose="020F0603020204020204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9CC4CD7-01CD-2983-6312-47D1240CC9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15828"/>
            <a:ext cx="498964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51789E-7D98-521E-F278-95D54BAE93D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90177" y="6580088"/>
            <a:ext cx="5949107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chemeClr val="bg1">
                    <a:lumMod val="50000"/>
                  </a:schemeClr>
                </a:solidFill>
                <a:latin typeface="+mj-lt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149448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_Gradient_Warm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curved object&#10;&#10;Description automatically generated">
            <a:extLst>
              <a:ext uri="{FF2B5EF4-FFF2-40B4-BE49-F238E27FC236}">
                <a16:creationId xmlns:a16="http://schemas.microsoft.com/office/drawing/2014/main" id="{BC06A425-7693-6E8F-EB7B-6C9814E916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F28DDB-A2B6-F21A-AFAE-6D86A1D0D50C}"/>
              </a:ext>
            </a:extLst>
          </p:cNvPr>
          <p:cNvSpPr/>
          <p:nvPr userDrawn="1"/>
        </p:nvSpPr>
        <p:spPr bwMode="auto">
          <a:xfrm>
            <a:off x="0" y="0"/>
            <a:ext cx="8586216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4989641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1" i="0" spc="-50" baseline="0">
                <a:solidFill>
                  <a:schemeClr val="tx1"/>
                </a:solidFill>
                <a:latin typeface="+mj-lt"/>
                <a:ea typeface="Amazon Ember Display" panose="020F0603020204020204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F9CC4CD7-01CD-2983-6312-47D1240CC9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15828"/>
            <a:ext cx="498964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7E35A-5B0C-E538-63FF-002E286689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499" y="6593830"/>
            <a:ext cx="5949107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1">
                <a:solidFill>
                  <a:schemeClr val="bg1">
                    <a:lumMod val="50000"/>
                  </a:schemeClr>
                </a:solidFill>
                <a:latin typeface="+mj-lt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2666998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>
          <p15:clr>
            <a:srgbClr val="FBAE40"/>
          </p15:clr>
        </p15:guide>
        <p15:guide id="2" orient="horz" pos="2647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91440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93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55118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1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1" name="Picture 10" descr="A logo of a company&#10;&#10;Description automatically generated">
            <a:extLst>
              <a:ext uri="{FF2B5EF4-FFF2-40B4-BE49-F238E27FC236}">
                <a16:creationId xmlns:a16="http://schemas.microsoft.com/office/drawing/2014/main" id="{CAE62B93-42FC-5FEC-B67B-BA687583F3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30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replaceable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4958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495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16" name="Picture 15" descr="A logo of a company&#10;&#10;Description automatically generated">
            <a:extLst>
              <a:ext uri="{FF2B5EF4-FFF2-40B4-BE49-F238E27FC236}">
                <a16:creationId xmlns:a16="http://schemas.microsoft.com/office/drawing/2014/main" id="{DD0AF0F7-CB9D-430F-0371-DEAB62BB5B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  <p:sp>
        <p:nvSpPr>
          <p:cNvPr id="2" name="Picture Placeholder" descr="Picture placeholder">
            <a:extLst>
              <a:ext uri="{FF2B5EF4-FFF2-40B4-BE49-F238E27FC236}">
                <a16:creationId xmlns:a16="http://schemas.microsoft.com/office/drawing/2014/main" id="{9BD5030A-DADA-E973-A194-2BD6C3CE6D4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781809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8263" y="1487825"/>
            <a:ext cx="11018838" cy="4833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58298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312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231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>
            <a:lvl1pPr>
              <a:defRPr lang="en-US"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AEE96-3FBA-ED5E-8648-B6963189A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019300"/>
            <a:ext cx="11025188" cy="2562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0CC8A979-8AB8-4200-42E7-0B13DA457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1" y="6456459"/>
            <a:ext cx="11025188" cy="10785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8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tabLst>
                <a:tab pos="11029950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492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E607471-1714-DF09-D946-DE3D04781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36046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2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14CF21-40C9-FD81-9FE0-C35C45EA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E7AB499-F4B6-AB75-F8BB-2E6B5006EA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5B007-C9EF-5B2F-94EA-FE8143537B4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7850" y="1438275"/>
            <a:ext cx="3271838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8F29CA2-1A6E-5E01-133F-13692EF7495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462463" y="1438275"/>
            <a:ext cx="3271838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E78BFDD-CDF6-1991-27AA-4A34894154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48662" y="1438275"/>
            <a:ext cx="3271838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1914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312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D293C66-BD69-5C0F-E3DF-9A40BCFD3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E6B27AF-6A05-4446-FE86-5C02BDBC24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A7223-94D7-AAFC-DB2E-492B5D8C7A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7850" y="1438275"/>
            <a:ext cx="2538413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14D9B61-EABE-C786-89C6-3777B6F69C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13125" y="1438275"/>
            <a:ext cx="2538413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9211B1-4748-B663-B342-D6798C5B27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1438275"/>
            <a:ext cx="2538413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3AF2857-DAEF-31B4-9CAD-F347CCC41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83675" y="1438275"/>
            <a:ext cx="2538413" cy="29432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43850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E1D4FE1-DFED-1622-32F9-3D015929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B8D4404-C124-7E57-8FB1-BA39742F7A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6DACF10-6479-7F9D-29E8-1C10401F61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7850" y="1438275"/>
            <a:ext cx="1978025" cy="163121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5D7083F-7CFE-DE24-42E2-444B7CF0363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49563" y="1438275"/>
            <a:ext cx="1978025" cy="163121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DDD545C-8D59-ABDC-9942-F25E1B5C9D0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03813" y="1438275"/>
            <a:ext cx="1978025" cy="163121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9EBAB35-9342-2545-2284-5BE24D05B2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75525" y="1438275"/>
            <a:ext cx="1978025" cy="163121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256F632-FA49-CD1A-8D2B-CB70CC3EE4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647237" y="1438275"/>
            <a:ext cx="1978025" cy="1631216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0090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6C78FC9-571D-C292-CABC-D6E40E5EF1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101852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</p:spTree>
    <p:extLst>
      <p:ext uri="{BB962C8B-B14F-4D97-AF65-F5344CB8AC3E}">
        <p14:creationId xmlns:p14="http://schemas.microsoft.com/office/powerpoint/2010/main" val="27675714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 bei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0D2C7A-4F5B-353D-0C06-7346A8207B45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414"/>
            <a:ext cx="11018520" cy="553998"/>
          </a:xfr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0" baseline="0" dirty="0">
                <a:ln w="3175">
                  <a:noFill/>
                </a:ln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386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2316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>
            <a:lvl1pPr>
              <a:defRPr lang="en-US" dirty="0"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0CC8A979-8AB8-4200-42E7-0B13DA457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4201" y="6456459"/>
            <a:ext cx="11025188" cy="107854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80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tabLst>
                <a:tab pos="11029950" algn="r"/>
              </a:tabLs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649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 beige bg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434CD3-B5AB-D10E-DB6D-E4408EEE1888}"/>
              </a:ext>
            </a:extLst>
          </p:cNvPr>
          <p:cNvGrpSpPr/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8D21BD-6389-8481-3722-9F401AC1ECFB}"/>
                </a:ext>
              </a:extLst>
            </p:cNvPr>
            <p:cNvSpPr/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4BB01073-1777-1B14-214B-1FAE054897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719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1F44C497-32BF-105B-0A3A-CD3D4F824B9E}"/>
              </a:ext>
            </a:extLst>
          </p:cNvPr>
          <p:cNvSpPr/>
          <p:nvPr userDrawn="1"/>
        </p:nvSpPr>
        <p:spPr bwMode="auto">
          <a:xfrm>
            <a:off x="4017818" y="1163782"/>
            <a:ext cx="3722255" cy="2401454"/>
          </a:xfrm>
          <a:prstGeom prst="ellipse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FA118-8300-D7B3-AA66-8F3A78CEC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7639" y="6475212"/>
            <a:ext cx="7573991" cy="184666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200" b="0">
                <a:solidFill>
                  <a:schemeClr val="bg1">
                    <a:lumMod val="65000"/>
                  </a:schemeClr>
                </a:solidFill>
                <a:latin typeface="+mj-lt"/>
              </a:rPr>
              <a:t>Classified as Microsoft Confidential -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7059898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41474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5219891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E607471-1714-DF09-D946-DE3D04781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5219891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1962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2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on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251FF2-9BAA-90D6-CB54-C5329CC65C30}"/>
              </a:ext>
            </a:extLst>
          </p:cNvPr>
          <p:cNvSpPr/>
          <p:nvPr userDrawn="1"/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3B0115F8-0692-C4F4-4C0A-0A3BCD6835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84666"/>
          </a:xfrm>
          <a:prstGeom prst="roundRect">
            <a:avLst>
              <a:gd name="adj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12064"/>
            <a:ext cx="3383468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E607471-1714-DF09-D946-DE3D04781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3" y="342645"/>
            <a:ext cx="338346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063750"/>
            <a:ext cx="3378200" cy="4205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98108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2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eige and blu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E45F2B-FBCB-1B84-28EE-496686F1B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251FF2-9BAA-90D6-CB54-C5329CC65C30}"/>
              </a:ext>
            </a:extLst>
          </p:cNvPr>
          <p:cNvSpPr/>
          <p:nvPr userDrawn="1"/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3B0115F8-0692-C4F4-4C0A-0A3BCD6835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719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12064"/>
            <a:ext cx="3383468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E607471-1714-DF09-D946-DE3D04781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3" y="342645"/>
            <a:ext cx="338346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063750"/>
            <a:ext cx="3378200" cy="4205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48918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2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content beige and blue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0E45F2B-FBCB-1B84-28EE-496686F1B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251FF2-9BAA-90D6-CB54-C5329CC65C30}"/>
              </a:ext>
            </a:extLst>
          </p:cNvPr>
          <p:cNvSpPr/>
          <p:nvPr userDrawn="1"/>
        </p:nvSpPr>
        <p:spPr bwMode="auto">
          <a:xfrm>
            <a:off x="7924800" y="0"/>
            <a:ext cx="4267200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6" name="Picture 5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3B0115F8-0692-C4F4-4C0A-0A3BCD6835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719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7043927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E607471-1714-DF09-D946-DE3D04781C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7043927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2063750"/>
            <a:ext cx="3378200" cy="4205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9202E9-9335-5956-7D59-A456E170B6E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570830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432152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312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3 column campion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8939FF-95FE-75CB-F489-D4BC74F1F5E2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DA8776D-5FDE-520C-3728-BC0EF2250115}"/>
              </a:ext>
            </a:extLst>
          </p:cNvPr>
          <p:cNvSpPr/>
          <p:nvPr userDrawn="1"/>
        </p:nvSpPr>
        <p:spPr>
          <a:xfrm>
            <a:off x="534763" y="2204047"/>
            <a:ext cx="3566160" cy="3968147"/>
          </a:xfrm>
          <a:prstGeom prst="roundRect">
            <a:avLst>
              <a:gd name="adj" fmla="val 3435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prstClr val="white"/>
              </a:solidFill>
              <a:latin typeface="Segoe Sans Display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B68627-6F34-E3B1-FFDB-3A2662E90477}"/>
              </a:ext>
            </a:extLst>
          </p:cNvPr>
          <p:cNvSpPr/>
          <p:nvPr userDrawn="1"/>
        </p:nvSpPr>
        <p:spPr>
          <a:xfrm>
            <a:off x="4311396" y="2204047"/>
            <a:ext cx="3566160" cy="3968147"/>
          </a:xfrm>
          <a:prstGeom prst="roundRect">
            <a:avLst>
              <a:gd name="adj" fmla="val 3450"/>
            </a:avLst>
          </a:prstGeom>
          <a:solidFill>
            <a:schemeClr val="bg1">
              <a:alpha val="80000"/>
            </a:schemeClr>
          </a:solidFill>
          <a:ln w="12700">
            <a:solidFill>
              <a:schemeClr val="accent4"/>
            </a:solidFill>
            <a:headEnd type="none" w="med" len="med"/>
            <a:tailEnd type="none" w="med" len="med"/>
          </a:ln>
          <a:effectLst>
            <a:outerShdw blurRad="285750" dist="95250" dir="318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43A5E"/>
              </a:buClr>
              <a:buSzPct val="110000"/>
            </a:pPr>
            <a:endParaRPr lang="en-US" sz="1200">
              <a:solidFill>
                <a:srgbClr val="000000"/>
              </a:solidFill>
              <a:latin typeface="Segoe Sans Display" pitchFamily="2" charset="0"/>
              <a:cs typeface="Segoe Sans Display Semibold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AA2EC5-18B2-B6D1-49E2-46B90C899EE3}"/>
              </a:ext>
            </a:extLst>
          </p:cNvPr>
          <p:cNvSpPr/>
          <p:nvPr userDrawn="1"/>
        </p:nvSpPr>
        <p:spPr>
          <a:xfrm>
            <a:off x="8028432" y="2204048"/>
            <a:ext cx="3566160" cy="3968147"/>
          </a:xfrm>
          <a:prstGeom prst="roundRect">
            <a:avLst>
              <a:gd name="adj" fmla="val 3435"/>
            </a:avLst>
          </a:prstGeom>
          <a:solidFill>
            <a:schemeClr val="accent3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prstClr val="white"/>
              </a:solidFill>
              <a:latin typeface="Segoe Sans Display" pitchFamily="2" charset="0"/>
            </a:endParaRPr>
          </a:p>
        </p:txBody>
      </p:sp>
      <p:pic>
        <p:nvPicPr>
          <p:cNvPr id="6" name="Picture 5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CC99E8CB-8095-F5BB-9985-F31C446079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4F165-C793-BB13-9A88-973B296B2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4413" y="6331904"/>
            <a:ext cx="1734079" cy="246221"/>
          </a:xfrm>
          <a:prstGeom prst="rect">
            <a:avLst/>
          </a:prstGeom>
        </p:spPr>
        <p:txBody>
          <a:bodyPr vert="horz" wrap="square" lIns="0" tIns="45720" rIns="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Sans Display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67CA0B0-04EF-433A-8113-67BC344D39D3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D7956-443E-F5C1-6303-7AD831D7A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EC56D0-8F4A-7DC2-7ACA-D873C5875A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1396" y="2204047"/>
            <a:ext cx="3566160" cy="3768489"/>
          </a:xfrm>
          <a:prstGeom prst="rect">
            <a:avLst/>
          </a:prstGeom>
        </p:spPr>
        <p:txBody>
          <a:bodyPr lIns="182880" tIns="182880" rIns="182880" bIns="182880">
            <a:noAutofit/>
          </a:bodyPr>
          <a:lstStyle>
            <a:lvl1pPr>
              <a:defRPr sz="1600"/>
            </a:lvl1pPr>
            <a:lvl2pPr>
              <a:defRPr sz="1200"/>
            </a:lvl2pPr>
            <a:lvl3pPr marL="201168" indent="-201168">
              <a:buFont typeface="Arial" panose="020B0604020202020204" pitchFamily="34" charset="0"/>
              <a:buChar char="•"/>
              <a:defRPr sz="1200"/>
            </a:lvl3pPr>
            <a:lvl4pPr marL="402336" indent="-201168">
              <a:buFont typeface="Arial" panose="020B0604020202020204" pitchFamily="34" charset="0"/>
              <a:buChar char="•"/>
              <a:defRPr sz="1100"/>
            </a:lvl4pPr>
            <a:lvl5pPr marL="603504" indent="-201168">
              <a:spcAft>
                <a:spcPts val="30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D520BF-9D63-2920-37CE-85C32918A2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28432" y="2219324"/>
            <a:ext cx="3566160" cy="3768489"/>
          </a:xfrm>
          <a:prstGeom prst="rect">
            <a:avLst/>
          </a:prstGeom>
          <a:noFill/>
          <a:ln w="12700">
            <a:noFill/>
          </a:ln>
          <a:effectLst>
            <a:outerShdw blurRad="285750" dist="95250" dir="3240000" algn="ctr" rotWithShape="0">
              <a:schemeClr val="accent3">
                <a:alpha val="15000"/>
              </a:schemeClr>
            </a:outerShdw>
          </a:effectLst>
        </p:spPr>
        <p:txBody>
          <a:bodyPr lIns="182880" tIns="182880" rIns="182880" bIns="182880" numCol="1">
            <a:noAutofit/>
          </a:bodyPr>
          <a:lstStyle>
            <a:lvl1pPr>
              <a:defRPr sz="1600"/>
            </a:lvl1pPr>
            <a:lvl2pPr>
              <a:defRPr sz="1200"/>
            </a:lvl2pPr>
            <a:lvl3pPr marL="201168" indent="-201168">
              <a:buFont typeface="Arial" panose="020B0604020202020204" pitchFamily="34" charset="0"/>
              <a:buChar char="•"/>
              <a:defRPr sz="1200"/>
            </a:lvl3pPr>
            <a:lvl4pPr marL="402336" indent="-201168">
              <a:buFont typeface="Arial" panose="020B0604020202020204" pitchFamily="34" charset="0"/>
              <a:buChar char="•"/>
              <a:defRPr sz="1100"/>
            </a:lvl4pPr>
            <a:lvl5pPr marL="603504" indent="-201168">
              <a:spcAft>
                <a:spcPts val="30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DA9461E6-CB69-F6EE-E673-FB175343ED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2701" y="2204047"/>
            <a:ext cx="3566159" cy="3768489"/>
          </a:xfrm>
          <a:prstGeom prst="rect">
            <a:avLst/>
          </a:prstGeom>
          <a:noFill/>
          <a:ln w="12700">
            <a:noFill/>
          </a:ln>
          <a:effectLst>
            <a:outerShdw blurRad="285750" dist="95250" dir="3240000" algn="ctr" rotWithShape="0">
              <a:schemeClr val="accent3">
                <a:alpha val="15000"/>
              </a:schemeClr>
            </a:outerShdw>
          </a:effectLst>
        </p:spPr>
        <p:txBody>
          <a:bodyPr lIns="182880" tIns="182880" rIns="182880" bIns="182880" numCol="1">
            <a:noAutofit/>
          </a:bodyPr>
          <a:lstStyle>
            <a:lvl1pPr>
              <a:defRPr sz="1600"/>
            </a:lvl1pPr>
            <a:lvl2pPr>
              <a:defRPr sz="1200"/>
            </a:lvl2pPr>
            <a:lvl3pPr marL="201168" indent="-201168">
              <a:buFont typeface="Arial" panose="020B0604020202020204" pitchFamily="34" charset="0"/>
              <a:buChar char="•"/>
              <a:defRPr sz="1200"/>
            </a:lvl3pPr>
            <a:lvl4pPr marL="402336" indent="-201168">
              <a:buFont typeface="Arial" panose="020B0604020202020204" pitchFamily="34" charset="0"/>
              <a:buChar char="•"/>
              <a:defRPr sz="1100"/>
            </a:lvl4pPr>
            <a:lvl5pPr marL="603504" indent="-201168">
              <a:spcAft>
                <a:spcPts val="300"/>
              </a:spcAft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470546-1AF4-A567-0A53-2B1D6520CB5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22827" y="6570695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4027064060"/>
      </p:ext>
    </p:extLst>
  </p:cSld>
  <p:clrMapOvr>
    <a:masterClrMapping/>
  </p:clrMapOvr>
  <p:transition>
    <p:fade/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Case Study with corner 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FE0D29-0398-FECD-00AE-5D59AF674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0" y="0"/>
            <a:ext cx="12191999" cy="68579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3D3FF86-8B4C-BF42-921D-2525CFEB1071}"/>
              </a:ext>
            </a:extLst>
          </p:cNvPr>
          <p:cNvSpPr/>
          <p:nvPr userDrawn="1"/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4" name="Rectangle: Rounded Corners 30">
            <a:extLst>
              <a:ext uri="{FF2B5EF4-FFF2-40B4-BE49-F238E27FC236}">
                <a16:creationId xmlns:a16="http://schemas.microsoft.com/office/drawing/2014/main" id="{EF2D0231-F003-E2C8-4E38-4B20209B3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88586" y="505875"/>
            <a:ext cx="7078980" cy="5805714"/>
          </a:xfrm>
          <a:prstGeom prst="roundRect">
            <a:avLst>
              <a:gd name="adj" fmla="val 3388"/>
            </a:avLst>
          </a:prstGeom>
          <a:solidFill>
            <a:schemeClr val="bg1">
              <a:alpha val="65000"/>
            </a:schemeClr>
          </a:solidFill>
          <a:ln w="12700">
            <a:noFill/>
            <a:headEnd type="none" w="med" len="med"/>
            <a:tailEnd type="none" w="med" len="med"/>
          </a:ln>
          <a:effectLst>
            <a:outerShdw blurRad="285750" dist="95250" dir="318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43A5E"/>
              </a:buClr>
              <a:buSzPct val="110000"/>
            </a:pPr>
            <a:endParaRPr lang="en-US" sz="1200">
              <a:solidFill>
                <a:srgbClr val="000000"/>
              </a:solidFill>
              <a:latin typeface="Segoe Sans Display" pitchFamily="2" charset="0"/>
              <a:cs typeface="Segoe Sans Display Semibold" pitchFamily="2" charset="0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36BA4A26-76EC-BFFD-623A-5C1B1214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3840"/>
            <a:ext cx="3481578" cy="1310412"/>
          </a:xfrm>
        </p:spPr>
        <p:txBody>
          <a:bodyPr>
            <a:noAutofit/>
          </a:bodyPr>
          <a:lstStyle>
            <a:lvl1pPr>
              <a:defRPr sz="28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9E3DC-DBB3-E783-66C6-1CE56D439EF2}"/>
              </a:ext>
            </a:extLst>
          </p:cNvPr>
          <p:cNvSpPr txBox="1"/>
          <p:nvPr userDrawn="1"/>
        </p:nvSpPr>
        <p:spPr>
          <a:xfrm>
            <a:off x="556419" y="2018854"/>
            <a:ext cx="852093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Preparation: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8E6EA0C-C6EA-88A6-62F6-49213F1DEA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5444" y="2018854"/>
            <a:ext cx="2412208" cy="184666"/>
          </a:xfrm>
          <a:prstGeom prst="rect">
            <a:avLst/>
          </a:prstGeom>
        </p:spPr>
        <p:txBody>
          <a:bodyPr wrap="square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 spc="0" baseline="0">
                <a:solidFill>
                  <a:schemeClr val="tx1"/>
                </a:solidFill>
                <a:latin typeface="Segoe Sans Display" pitchFamily="2" charset="0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E29651-B3B9-0C23-E2DC-24A48A17C929}"/>
              </a:ext>
            </a:extLst>
          </p:cNvPr>
          <p:cNvSpPr txBox="1"/>
          <p:nvPr userDrawn="1"/>
        </p:nvSpPr>
        <p:spPr>
          <a:xfrm>
            <a:off x="556419" y="2334828"/>
            <a:ext cx="608949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Delivery: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971A7EC-2A4A-4884-EEF4-5CE98EAB81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5444" y="2334828"/>
            <a:ext cx="2412207" cy="184666"/>
          </a:xfrm>
          <a:prstGeom prst="rect">
            <a:avLst/>
          </a:prstGeom>
        </p:spPr>
        <p:txBody>
          <a:bodyPr wrap="square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 spc="0" baseline="0">
                <a:solidFill>
                  <a:schemeClr val="tx1"/>
                </a:solidFill>
                <a:latin typeface="Segoe Sans Display" pitchFamily="2" charset="0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9F22E-B799-0FF5-458E-E50FA6349F4A}"/>
              </a:ext>
            </a:extLst>
          </p:cNvPr>
          <p:cNvSpPr txBox="1"/>
          <p:nvPr userDrawn="1"/>
        </p:nvSpPr>
        <p:spPr>
          <a:xfrm>
            <a:off x="556419" y="2650802"/>
            <a:ext cx="705834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Summary: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2E7AA6-4819-8A02-C48C-29D6E3AD72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421" y="2890447"/>
            <a:ext cx="3501230" cy="323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200" dirty="0">
                <a:latin typeface="+mn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0FA93-18B9-BD01-8981-46D51869E49A}"/>
              </a:ext>
            </a:extLst>
          </p:cNvPr>
          <p:cNvSpPr txBox="1"/>
          <p:nvPr userDrawn="1"/>
        </p:nvSpPr>
        <p:spPr>
          <a:xfrm>
            <a:off x="549275" y="4780981"/>
            <a:ext cx="1714499" cy="276999"/>
          </a:xfrm>
          <a:prstGeom prst="rect">
            <a:avLst/>
          </a:prstGeom>
          <a:noFill/>
        </p:spPr>
        <p:txBody>
          <a:bodyPr wrap="square" l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Customer resources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96942E-E982-4695-91C8-296676E06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4" y="5051202"/>
            <a:ext cx="1638302" cy="332399"/>
          </a:xfrm>
          <a:prstGeom prst="rect">
            <a:avLst/>
          </a:prstGeom>
        </p:spPr>
        <p:txBody>
          <a:bodyPr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0" baseline="0">
                <a:solidFill>
                  <a:schemeClr val="tx1"/>
                </a:solidFill>
                <a:latin typeface="Segoe Sans Display" pitchFamily="2" charset="0"/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4AE67-07F7-ED0E-CC1D-F592BD9B98FE}"/>
              </a:ext>
            </a:extLst>
          </p:cNvPr>
          <p:cNvSpPr txBox="1"/>
          <p:nvPr userDrawn="1"/>
        </p:nvSpPr>
        <p:spPr>
          <a:xfrm>
            <a:off x="2419351" y="4780981"/>
            <a:ext cx="1560877" cy="276999"/>
          </a:xfrm>
          <a:prstGeom prst="rect">
            <a:avLst/>
          </a:prstGeom>
          <a:noFill/>
        </p:spPr>
        <p:txBody>
          <a:bodyPr wrap="square" l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Partner resources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2F6B756-204A-4346-90B3-21CCEA788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9350" y="5051202"/>
            <a:ext cx="1638302" cy="332399"/>
          </a:xfrm>
          <a:prstGeom prst="rect">
            <a:avLst/>
          </a:prstGeom>
        </p:spPr>
        <p:txBody>
          <a:bodyPr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0" baseline="0">
                <a:solidFill>
                  <a:schemeClr val="tx1"/>
                </a:solidFill>
                <a:latin typeface="Segoe Sans Display" pitchFamily="2" charset="0"/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41F96D3-6920-47ED-9D36-1E9A814A58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8586" y="505876"/>
            <a:ext cx="7078980" cy="5805714"/>
          </a:xfrm>
          <a:prstGeom prst="rect">
            <a:avLst/>
          </a:prstGeom>
        </p:spPr>
        <p:txBody>
          <a:bodyPr lIns="274320" tIns="274320" rIns="274320" bIns="27432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400" spc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200" spc="0">
                <a:latin typeface="Segoe Sans Display Semibold" pitchFamily="2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200" kern="1200" spc="0" baseline="0" dirty="0">
                <a:solidFill>
                  <a:schemeClr val="tx1"/>
                </a:solidFill>
                <a:latin typeface="Segoe Sans Display" pitchFamily="2" charset="0"/>
                <a:ea typeface="+mn-ea"/>
                <a:cs typeface="+mn-cs"/>
              </a:defRPr>
            </a:lvl3pPr>
            <a:lvl4pPr marL="137160" indent="-137160">
              <a:spcBef>
                <a:spcPts val="0"/>
              </a:spcBef>
              <a:spcAft>
                <a:spcPts val="600"/>
              </a:spcAft>
              <a:defRPr sz="1200" spc="0"/>
            </a:lvl4pPr>
            <a:lvl5pPr marL="274320" indent="-13716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2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137160" lvl="2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iagonal Stripe 10">
            <a:extLst>
              <a:ext uri="{FF2B5EF4-FFF2-40B4-BE49-F238E27FC236}">
                <a16:creationId xmlns:a16="http://schemas.microsoft.com/office/drawing/2014/main" id="{39F31FDD-DE45-C499-E791-BFFB7B25E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5400000">
            <a:off x="10893594" y="-79215"/>
            <a:ext cx="1219186" cy="1377615"/>
          </a:xfrm>
          <a:prstGeom prst="diagStripe">
            <a:avLst/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52400" sx="101000" sy="101000" algn="tl" rotWithShape="0">
              <a:prstClr val="black">
                <a:alpha val="29000"/>
              </a:prstClr>
            </a:outerShdw>
          </a:effectLst>
        </p:spPr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0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de-AT" sz="2000">
              <a:solidFill>
                <a:schemeClr val="accent1"/>
              </a:solidFill>
              <a:latin typeface="Segoe Sans Display" pitchFamily="2" charset="0"/>
              <a:cs typeface="Segoe Sans Display" pitchFamily="2" charset="0"/>
            </a:endParaRPr>
          </a:p>
        </p:txBody>
      </p:sp>
      <p:pic>
        <p:nvPicPr>
          <p:cNvPr id="24" name="Picture 23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0BDE085C-238C-0836-125B-931750D73E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38C89A-245F-D3DA-118C-31EF51F56E4F}"/>
              </a:ext>
            </a:extLst>
          </p:cNvPr>
          <p:cNvSpPr txBox="1"/>
          <p:nvPr userDrawn="1"/>
        </p:nvSpPr>
        <p:spPr>
          <a:xfrm>
            <a:off x="556419" y="3708145"/>
            <a:ext cx="613245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Content: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4173B7E-1461-655F-38E1-48A42EC1B8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6421" y="3936217"/>
            <a:ext cx="3501230" cy="323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200" dirty="0">
                <a:latin typeface="+mn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35A54B-E8AB-0CB4-F486-CAA322873F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378700" y="6570763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200692516"/>
      </p:ext>
    </p:extLst>
  </p:cSld>
  <p:clrMapOvr>
    <a:masterClrMapping/>
  </p:clrMapOvr>
  <p:transition>
    <p:fade/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Case Study w/o corner ribb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FE0D29-0398-FECD-00AE-5D59AF674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flipH="1">
            <a:off x="0" y="0"/>
            <a:ext cx="12191999" cy="685799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3D3FF86-8B4C-BF42-921D-2525CFEB1071}"/>
              </a:ext>
            </a:extLst>
          </p:cNvPr>
          <p:cNvSpPr/>
          <p:nvPr userDrawn="1"/>
        </p:nvSpPr>
        <p:spPr bwMode="auto">
          <a:xfrm>
            <a:off x="0" y="0"/>
            <a:ext cx="4267200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4" name="Rectangle: Rounded Corners 30">
            <a:extLst>
              <a:ext uri="{FF2B5EF4-FFF2-40B4-BE49-F238E27FC236}">
                <a16:creationId xmlns:a16="http://schemas.microsoft.com/office/drawing/2014/main" id="{EF2D0231-F003-E2C8-4E38-4B20209B3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688586" y="505875"/>
            <a:ext cx="7078980" cy="5805714"/>
          </a:xfrm>
          <a:prstGeom prst="roundRect">
            <a:avLst>
              <a:gd name="adj" fmla="val 3388"/>
            </a:avLst>
          </a:prstGeom>
          <a:solidFill>
            <a:schemeClr val="bg1">
              <a:alpha val="65000"/>
            </a:schemeClr>
          </a:solidFill>
          <a:ln w="12700">
            <a:noFill/>
            <a:headEnd type="none" w="med" len="med"/>
            <a:tailEnd type="none" w="med" len="med"/>
          </a:ln>
          <a:effectLst>
            <a:outerShdw blurRad="285750" dist="95250" dir="3180000" algn="ctr" rotWithShape="0">
              <a:srgbClr val="000000">
                <a:alpha val="16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243A5E"/>
              </a:buClr>
              <a:buSzPct val="110000"/>
            </a:pPr>
            <a:endParaRPr lang="en-US" sz="1200">
              <a:solidFill>
                <a:srgbClr val="000000"/>
              </a:solidFill>
              <a:latin typeface="Segoe Sans Display" pitchFamily="2" charset="0"/>
              <a:cs typeface="Segoe Sans Display Semibold" pitchFamily="2" charset="0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36BA4A26-76EC-BFFD-623A-5C1B12145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503840"/>
            <a:ext cx="3481578" cy="1310412"/>
          </a:xfrm>
        </p:spPr>
        <p:txBody>
          <a:bodyPr>
            <a:noAutofit/>
          </a:bodyPr>
          <a:lstStyle>
            <a:lvl1pPr>
              <a:defRPr sz="28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D9E3DC-DBB3-E783-66C6-1CE56D439EF2}"/>
              </a:ext>
            </a:extLst>
          </p:cNvPr>
          <p:cNvSpPr txBox="1"/>
          <p:nvPr userDrawn="1"/>
        </p:nvSpPr>
        <p:spPr>
          <a:xfrm>
            <a:off x="556419" y="2018854"/>
            <a:ext cx="852093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Preparation: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8E6EA0C-C6EA-88A6-62F6-49213F1DEA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45444" y="2018854"/>
            <a:ext cx="2412208" cy="184666"/>
          </a:xfrm>
          <a:prstGeom prst="rect">
            <a:avLst/>
          </a:prstGeom>
        </p:spPr>
        <p:txBody>
          <a:bodyPr wrap="square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 spc="0" baseline="0">
                <a:solidFill>
                  <a:schemeClr val="tx1"/>
                </a:solidFill>
                <a:latin typeface="Segoe Sans Display" pitchFamily="2" charset="0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E29651-B3B9-0C23-E2DC-24A48A17C929}"/>
              </a:ext>
            </a:extLst>
          </p:cNvPr>
          <p:cNvSpPr txBox="1"/>
          <p:nvPr userDrawn="1"/>
        </p:nvSpPr>
        <p:spPr>
          <a:xfrm>
            <a:off x="556419" y="2334828"/>
            <a:ext cx="608949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Delivery: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971A7EC-2A4A-4884-EEF4-5CE98EAB81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5444" y="2334828"/>
            <a:ext cx="2412207" cy="184666"/>
          </a:xfrm>
          <a:prstGeom prst="rect">
            <a:avLst/>
          </a:prstGeom>
        </p:spPr>
        <p:txBody>
          <a:bodyPr wrap="square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1200" b="0" spc="0" baseline="0">
                <a:solidFill>
                  <a:schemeClr val="tx1"/>
                </a:solidFill>
                <a:latin typeface="Segoe Sans Display" pitchFamily="2" charset="0"/>
                <a:cs typeface="Segoe Pro" panose="020B0604020202020204" pitchFamily="34" charset="0"/>
              </a:defRPr>
            </a:lvl1pPr>
            <a:lvl2pPr marL="427038" indent="-171450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2pPr>
            <a:lvl3pPr marL="639763" indent="-18891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3pPr>
            <a:lvl4pPr marL="828675" indent="-176213">
              <a:buFont typeface="Wingdings" panose="05000000000000000000" pitchFamily="2" charset="2"/>
              <a:buNone/>
              <a:defRPr sz="1400" b="0">
                <a:solidFill>
                  <a:schemeClr val="bg1"/>
                </a:solidFill>
              </a:defRPr>
            </a:lvl4pPr>
            <a:lvl5pPr marL="1023938" indent="-169863">
              <a:buFont typeface="Wingdings" panose="05000000000000000000" pitchFamily="2" charset="2"/>
              <a:buNone/>
              <a:tabLst/>
              <a:defRPr sz="14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89F22E-B799-0FF5-458E-E50FA6349F4A}"/>
              </a:ext>
            </a:extLst>
          </p:cNvPr>
          <p:cNvSpPr txBox="1"/>
          <p:nvPr userDrawn="1"/>
        </p:nvSpPr>
        <p:spPr>
          <a:xfrm>
            <a:off x="556419" y="2650802"/>
            <a:ext cx="705834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Summary: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2E7AA6-4819-8A02-C48C-29D6E3AD72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421" y="2890447"/>
            <a:ext cx="3501230" cy="323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200" dirty="0">
                <a:latin typeface="+mn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0FA93-18B9-BD01-8981-46D51869E49A}"/>
              </a:ext>
            </a:extLst>
          </p:cNvPr>
          <p:cNvSpPr txBox="1"/>
          <p:nvPr userDrawn="1"/>
        </p:nvSpPr>
        <p:spPr>
          <a:xfrm>
            <a:off x="549275" y="4780981"/>
            <a:ext cx="1714499" cy="276999"/>
          </a:xfrm>
          <a:prstGeom prst="rect">
            <a:avLst/>
          </a:prstGeom>
          <a:noFill/>
        </p:spPr>
        <p:txBody>
          <a:bodyPr wrap="square" l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Customer resources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96942E-E982-4695-91C8-296676E06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274" y="5051202"/>
            <a:ext cx="1638302" cy="332399"/>
          </a:xfrm>
          <a:prstGeom prst="rect">
            <a:avLst/>
          </a:prstGeom>
        </p:spPr>
        <p:txBody>
          <a:bodyPr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0" baseline="0">
                <a:solidFill>
                  <a:schemeClr val="tx1"/>
                </a:solidFill>
                <a:latin typeface="Segoe Sans Display" pitchFamily="2" charset="0"/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4AE67-07F7-ED0E-CC1D-F592BD9B98FE}"/>
              </a:ext>
            </a:extLst>
          </p:cNvPr>
          <p:cNvSpPr txBox="1"/>
          <p:nvPr userDrawn="1"/>
        </p:nvSpPr>
        <p:spPr>
          <a:xfrm>
            <a:off x="2419351" y="4780981"/>
            <a:ext cx="1560877" cy="276999"/>
          </a:xfrm>
          <a:prstGeom prst="rect">
            <a:avLst/>
          </a:prstGeom>
          <a:noFill/>
        </p:spPr>
        <p:txBody>
          <a:bodyPr wrap="square" l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Partner resources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D2F6B756-204A-4346-90B3-21CCEA788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19350" y="5051202"/>
            <a:ext cx="1638302" cy="332399"/>
          </a:xfrm>
          <a:prstGeom prst="rect">
            <a:avLst/>
          </a:prstGeom>
        </p:spPr>
        <p:txBody>
          <a:bodyPr>
            <a:no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100" spc="0" baseline="0">
                <a:solidFill>
                  <a:schemeClr val="tx1"/>
                </a:solidFill>
                <a:latin typeface="Segoe Sans Display" pitchFamily="2" charset="0"/>
              </a:defRPr>
            </a:lvl1pPr>
            <a:lvl2pPr marL="2286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2pPr>
            <a:lvl3pPr marL="457200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661988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855663" indent="0">
              <a:lnSpc>
                <a:spcPct val="9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041F96D3-6920-47ED-9D36-1E9A814A58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8586" y="505876"/>
            <a:ext cx="7078980" cy="5805714"/>
          </a:xfrm>
          <a:prstGeom prst="rect">
            <a:avLst/>
          </a:prstGeom>
        </p:spPr>
        <p:txBody>
          <a:bodyPr lIns="274320" tIns="274320" rIns="274320" bIns="27432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400" spc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sz="1200" spc="0">
                <a:latin typeface="Segoe Sans Display Semibold" pitchFamily="2" charset="0"/>
              </a:defRPr>
            </a:lvl2pPr>
            <a:lvl3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en-US" sz="1200" kern="1200" spc="0" baseline="0" dirty="0">
                <a:solidFill>
                  <a:schemeClr val="tx1"/>
                </a:solidFill>
                <a:latin typeface="Segoe Sans Display" pitchFamily="2" charset="0"/>
                <a:ea typeface="+mn-ea"/>
                <a:cs typeface="+mn-cs"/>
              </a:defRPr>
            </a:lvl3pPr>
            <a:lvl4pPr marL="137160" indent="-137160">
              <a:spcBef>
                <a:spcPts val="0"/>
              </a:spcBef>
              <a:spcAft>
                <a:spcPts val="600"/>
              </a:spcAft>
              <a:defRPr sz="1200" spc="0"/>
            </a:lvl4pPr>
            <a:lvl5pPr marL="274320" indent="-13716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200" spc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marL="137160" lvl="2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4" name="Picture 23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0BDE085C-238C-0836-125B-931750D73E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38C89A-245F-D3DA-118C-31EF51F56E4F}"/>
              </a:ext>
            </a:extLst>
          </p:cNvPr>
          <p:cNvSpPr txBox="1"/>
          <p:nvPr userDrawn="1"/>
        </p:nvSpPr>
        <p:spPr>
          <a:xfrm>
            <a:off x="556419" y="3708145"/>
            <a:ext cx="613245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r>
              <a:rPr lang="en-GB" sz="1200" b="0" baseline="0">
                <a:solidFill>
                  <a:schemeClr val="accent4">
                    <a:lumMod val="75000"/>
                  </a:schemeClr>
                </a:solidFill>
                <a:latin typeface="Segoe Sans Display Semibold" pitchFamily="2" charset="0"/>
              </a:rPr>
              <a:t>Content: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4173B7E-1461-655F-38E1-48A42EC1B8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6421" y="3936217"/>
            <a:ext cx="3501230" cy="323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en-US" sz="1200" dirty="0">
                <a:latin typeface="+mn-lt"/>
              </a:defRPr>
            </a:lvl1pPr>
          </a:lstStyle>
          <a:p>
            <a:pPr lvl="0">
              <a:spcBef>
                <a:spcPts val="0"/>
              </a:spcBef>
              <a:buClr>
                <a:schemeClr val="tx1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1138B-E26F-617A-C58B-021B66845D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421832" y="6570696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644614072"/>
      </p:ext>
    </p:extLst>
  </p:cSld>
  <p:clrMapOvr>
    <a:masterClrMapping/>
  </p:clrMapOvr>
  <p:transition>
    <p:fade/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035226-A8D0-F028-FCD3-95C53D3D7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5375466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6608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483F09-0A00-576B-D6FE-D03764398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10580878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A0D1C17-0CB4-AE09-C86F-B5B3C030BD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342645"/>
            <a:ext cx="10607040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add optional eyebrow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5394960" cy="4833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CFD743-438B-21E8-B2BA-FF8644B73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02320" y="3068320"/>
            <a:ext cx="6858000" cy="721360"/>
          </a:xfrm>
          <a:prstGeom prst="roundRect">
            <a:avLst>
              <a:gd name="adj" fmla="val 0"/>
            </a:avLst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3080" y="1866864"/>
            <a:ext cx="5544120" cy="3124272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771503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888">
          <p15:clr>
            <a:srgbClr val="5ACBF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2875002"/>
            <a:ext cx="3840862" cy="1107996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453295D4-3AEF-C922-4A3C-5C3DBD4757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8402320" y="3068320"/>
            <a:ext cx="6858000" cy="721360"/>
          </a:xfrm>
          <a:prstGeom prst="roundRect">
            <a:avLst>
              <a:gd name="adj" fmla="val 0"/>
            </a:avLst>
          </a:prstGeom>
        </p:spPr>
      </p:pic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D4F7535E-BABE-1B76-52D3-D100205F62B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91125" y="1542284"/>
            <a:ext cx="6696075" cy="3773432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9897459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Graphic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834586-5E35-30D9-D8B4-75A164A4F9C0}"/>
              </a:ext>
            </a:extLst>
          </p:cNvPr>
          <p:cNvSpPr/>
          <p:nvPr userDrawn="1"/>
        </p:nvSpPr>
        <p:spPr bwMode="auto">
          <a:xfrm>
            <a:off x="0" y="2438400"/>
            <a:ext cx="12192000" cy="4419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bg2">
                  <a:lumMod val="90000"/>
                </a:schemeClr>
              </a:gs>
              <a:gs pos="69000">
                <a:srgbClr val="F9F2ED"/>
              </a:gs>
            </a:gsLst>
            <a:lin ang="1800000" scaled="0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err="1">
              <a:solidFill>
                <a:prstClr val="white"/>
              </a:solidFill>
              <a:latin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745164" cy="151415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DC828C-6415-94AB-ED16-5F15E2D899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2743200"/>
            <a:ext cx="4745037" cy="352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918200" y="1155700"/>
            <a:ext cx="5702300" cy="5465928"/>
          </a:xfrm>
          <a:prstGeom prst="round2SameRect">
            <a:avLst>
              <a:gd name="adj1" fmla="val 2235"/>
              <a:gd name="adj2" fmla="val 0"/>
            </a:avLst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-4324"/>
            </a:stretch>
          </a:blip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1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5C000A-8BFF-12E7-7DFB-FF34728592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3678"/>
          <a:stretch/>
        </p:blipFill>
        <p:spPr>
          <a:xfrm flipV="1">
            <a:off x="5918200" y="6621628"/>
            <a:ext cx="5702300" cy="236372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62D674-1D52-1FC0-3F45-1A6F019CE5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195402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quare Photo Graphic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834586-5E35-30D9-D8B4-75A164A4F9C0}"/>
              </a:ext>
            </a:extLst>
          </p:cNvPr>
          <p:cNvSpPr/>
          <p:nvPr userDrawn="1"/>
        </p:nvSpPr>
        <p:spPr bwMode="auto">
          <a:xfrm>
            <a:off x="0" y="2438400"/>
            <a:ext cx="12192000" cy="44196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bg2">
                  <a:lumMod val="90000"/>
                </a:schemeClr>
              </a:gs>
              <a:gs pos="69000">
                <a:srgbClr val="F9F2ED"/>
              </a:gs>
            </a:gsLst>
            <a:lin ang="1800000" scaled="0"/>
            <a:tileRect/>
          </a:gra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err="1">
              <a:solidFill>
                <a:prstClr val="white"/>
              </a:solidFill>
              <a:latin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745164" cy="1514157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DC828C-6415-94AB-ED16-5F15E2D899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2743200"/>
            <a:ext cx="4745037" cy="352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5C000A-8BFF-12E7-7DFB-FF34728592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3678"/>
          <a:stretch/>
        </p:blipFill>
        <p:spPr>
          <a:xfrm flipV="1">
            <a:off x="5918200" y="6621628"/>
            <a:ext cx="5702300" cy="236372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78AD535-FDDD-DD1F-6E1A-FD27892FE2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8200" y="1168400"/>
            <a:ext cx="5697538" cy="5453063"/>
          </a:xfrm>
          <a:prstGeom prst="round2SameRect">
            <a:avLst>
              <a:gd name="adj1" fmla="val 2693"/>
              <a:gd name="adj2" fmla="val 0"/>
            </a:avLst>
          </a:prstGeo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E7B04B-B090-F0D5-B23F-7DA40C1029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6082140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2E18FD0C-FA99-4937-92CD-5CF7F279C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624513" y="585788"/>
            <a:ext cx="5683249" cy="5683249"/>
          </a:xfrm>
          <a:prstGeom prst="roundRect">
            <a:avLst>
              <a:gd name="adj" fmla="val 3259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9144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2E619B-2D74-9B55-98E1-9E6126DE0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93678"/>
          <a:stretch/>
        </p:blipFill>
        <p:spPr>
          <a:xfrm flipV="1">
            <a:off x="5614987" y="6032665"/>
            <a:ext cx="5702300" cy="236372"/>
          </a:xfrm>
          <a:prstGeom prst="round2SameRect">
            <a:avLst>
              <a:gd name="adj1" fmla="val 50000"/>
              <a:gd name="adj2" fmla="val 0"/>
            </a:avLst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7E1A4E4-65BC-180B-5815-78F17BD7D0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3535540"/>
            <a:ext cx="4158171" cy="27334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403741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pic>
        <p:nvPicPr>
          <p:cNvPr id="10" name="Picture 9" descr="A close-up of a colorful object&#10;&#10;Description automatically generated">
            <a:extLst>
              <a:ext uri="{FF2B5EF4-FFF2-40B4-BE49-F238E27FC236}">
                <a16:creationId xmlns:a16="http://schemas.microsoft.com/office/drawing/2014/main" id="{89A104E1-D13F-B13B-BB5D-930C8205C8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99" y="0"/>
            <a:ext cx="6858001" cy="6858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69B64261-FB99-ADE9-26E4-3ECE1E68CF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0" b="160"/>
          <a:stretch/>
        </p:blipFill>
        <p:spPr>
          <a:xfrm rot="16200000">
            <a:off x="6205856" y="868680"/>
            <a:ext cx="5120640" cy="5120640"/>
          </a:xfrm>
          <a:prstGeom prst="roundRect">
            <a:avLst>
              <a:gd name="adj" fmla="val 2716"/>
            </a:avLst>
          </a:prstGeom>
        </p:spPr>
      </p:pic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prstGeom prst="roundRect">
            <a:avLst>
              <a:gd name="adj" fmla="val 2346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F3C68D3-53C2-F075-B146-D6A5B9E72C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3535540"/>
            <a:ext cx="4158171" cy="27334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1909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Graphic 4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6C0C056-1013-470D-75D7-E28A834B1C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3535540"/>
            <a:ext cx="4158171" cy="27334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AEFBE-EE1F-0FBF-5C84-1DF6EC177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2E18FD0C-FA99-4937-92CD-5CF7F279C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6705600" y="1371600"/>
            <a:ext cx="4114800" cy="4114800"/>
          </a:xfrm>
          <a:prstGeom prst="roundRect">
            <a:avLst>
              <a:gd name="adj" fmla="val 2602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5630791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32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03B89-65B4-0499-6718-2A7C471F6C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263" y="3535363"/>
            <a:ext cx="4157662" cy="2733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3206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F87341-ECEA-3B94-51B2-A9E24914685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D39DE-8DED-DC59-2BDA-C621877CF646}"/>
              </a:ext>
            </a:extLst>
          </p:cNvPr>
          <p:cNvSpPr/>
          <p:nvPr userDrawn="1"/>
        </p:nvSpPr>
        <p:spPr bwMode="auto">
          <a:xfrm>
            <a:off x="0" y="-1"/>
            <a:ext cx="5334000" cy="6857999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shade val="100000"/>
                  <a:satMod val="115000"/>
                  <a:alpha val="22143"/>
                </a:schemeClr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715391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">
            <a:extLst>
              <a:ext uri="{FF2B5EF4-FFF2-40B4-BE49-F238E27FC236}">
                <a16:creationId xmlns:a16="http://schemas.microsoft.com/office/drawing/2014/main" id="{3D4BC3CE-C968-246E-EAC3-B829FDF59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7730F-1274-832F-885C-F261B2BF8D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72" y="2976563"/>
            <a:ext cx="4163125" cy="150810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Square photo layout with smaller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99612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48561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92">
          <p15:clr>
            <a:srgbClr val="5ACBF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4EB85E8-62D6-9C5F-D48A-055FCADA251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2286000"/>
            <a:ext cx="12192000" cy="4572000"/>
          </a:xfrm>
          <a:prstGeom prst="rect">
            <a:avLst/>
          </a:pr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D24F0-0167-9B34-5BB5-0EAFF5079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923952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82C3B-7067-5E64-5ECC-D15BE3E1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12064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5689600"/>
            <a:ext cx="5367528" cy="57943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1231301F-62BD-4CF6-8990-CDF00AFC8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76072" y="2025650"/>
            <a:ext cx="5367528" cy="347472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>
            <a:extLst>
              <a:ext uri="{FF2B5EF4-FFF2-40B4-BE49-F238E27FC236}">
                <a16:creationId xmlns:a16="http://schemas.microsoft.com/office/drawing/2014/main" id="{7223C820-5673-4288-A9D6-185A95066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6866695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F1897E-2255-3566-2EBC-1100994E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5689600"/>
            <a:ext cx="3475037" cy="57943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76072" y="2025650"/>
            <a:ext cx="3474720" cy="347472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41302245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4753938"/>
            <a:ext cx="2532888" cy="15151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76072" y="2025650"/>
            <a:ext cx="2532888" cy="253288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6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B45CC4-5C54-98DD-713E-0A9CBC1B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4193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5334000"/>
            <a:ext cx="4892040" cy="935037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4522047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4800600"/>
            <a:ext cx="2852928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246221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186716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4800600"/>
            <a:ext cx="182880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>
              <a:defRPr lang="en-US" sz="10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8204548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prstGeom prst="rect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prstGeom prst="rect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731520" rtlCol="0" anchor="ctr" anchorCtr="0">
            <a:noAutofit/>
          </a:bodyPr>
          <a:lstStyle>
            <a:lvl1pPr>
              <a:defRPr lang="en-US" sz="8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prstGeom prst="rect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847014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351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9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900" b="1" dirty="0">
                <a:solidFill>
                  <a:schemeClr val="bg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0" tIns="0" rIns="0" bIns="594360" rtlCol="0" anchor="ctr" anchorCtr="0">
            <a:noAutofit/>
          </a:bodyPr>
          <a:lstStyle>
            <a:lvl1pPr algn="ctr">
              <a:defRPr lang="en-US" sz="900" b="1" dirty="0">
                <a:solidFill>
                  <a:schemeClr val="tx1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95577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4235450"/>
            <a:ext cx="173736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7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492443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62202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toy&#10;&#10;Description automatically generated">
            <a:extLst>
              <a:ext uri="{FF2B5EF4-FFF2-40B4-BE49-F238E27FC236}">
                <a16:creationId xmlns:a16="http://schemas.microsoft.com/office/drawing/2014/main" id="{4DE4BA7E-2310-0E2F-4ED5-4D99F5E9F0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7180"/>
          <a:stretch/>
        </p:blipFill>
        <p:spPr>
          <a:xfrm>
            <a:off x="0" y="0"/>
            <a:ext cx="12192000" cy="6724651"/>
          </a:xfrm>
          <a:prstGeom prst="rect">
            <a:avLst/>
          </a:prstGeom>
          <a:solidFill>
            <a:srgbClr val="EDEBE6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183737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1837372"/>
            <a:ext cx="7253288" cy="276999"/>
          </a:xfrm>
          <a:prstGeom prst="rect">
            <a:avLst/>
          </a:prstGeom>
        </p:spPr>
        <p:txBody>
          <a:bodyPr anchor="t"/>
          <a:lstStyle>
            <a:lvl1pPr marL="201168" indent="-201168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1546860"/>
            <a:ext cx="3182112" cy="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154686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EA057F72-1B5E-B539-638B-5BB6CF49B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746466-CA67-1851-B821-F4F1F10CAF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60460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4052202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5314F8-50E7-5287-848E-756303209003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3288913"/>
            <a:ext cx="6667500" cy="276999"/>
          </a:xfrm>
          <a:prstGeom prst="rect">
            <a:avLst/>
          </a:prstGeom>
        </p:spPr>
        <p:txBody>
          <a:bodyPr anchor="ctr"/>
          <a:lstStyle>
            <a:lvl1pPr marL="201168" indent="-201168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2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F375F9A5-D844-2D4C-747F-AE8CFBDFEF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D58329-2DA8-6E41-2BBB-E6AC86D49001}"/>
              </a:ext>
            </a:extLst>
          </p:cNvPr>
          <p:cNvSpPr txBox="1"/>
          <p:nvPr userDrawn="1"/>
        </p:nvSpPr>
        <p:spPr>
          <a:xfrm>
            <a:off x="7662414" y="0"/>
            <a:ext cx="4409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kern="1200" cap="none" spc="-50" baseline="0">
                <a:ln w="3175"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rPr>
              <a:t>Content under embargo until Nov 18,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E6C7A-BFEE-1E37-C9CA-1438861E3CA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69086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1571265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6072" y="3977319"/>
            <a:ext cx="41772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5F20BF-1B1B-50CA-191C-F2202EAF5B8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1249707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6072" y="3977319"/>
            <a:ext cx="41772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10" name="Picture 9" descr="A person with curly hair standing in brightly illuminating outdoor light and shadows">
            <a:extLst>
              <a:ext uri="{FF2B5EF4-FFF2-40B4-BE49-F238E27FC236}">
                <a16:creationId xmlns:a16="http://schemas.microsoft.com/office/drawing/2014/main" id="{2E82545A-FD52-D775-7812-AC95C1735C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213" r="21311"/>
          <a:stretch/>
        </p:blipFill>
        <p:spPr>
          <a:xfrm>
            <a:off x="5334000" y="0"/>
            <a:ext cx="6858000" cy="6858000"/>
          </a:xfrm>
          <a:prstGeom prst="roundRect">
            <a:avLst>
              <a:gd name="adj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321955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6072" y="3977319"/>
            <a:ext cx="41772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70AE3-8618-7645-AE3C-5E57E3BF1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036" y="302036"/>
            <a:ext cx="6251164" cy="6251164"/>
          </a:xfrm>
          <a:prstGeom prst="roundRect">
            <a:avLst>
              <a:gd name="adj" fmla="val 2595"/>
            </a:avLst>
          </a:prstGeom>
        </p:spPr>
      </p:pic>
    </p:spTree>
    <p:extLst>
      <p:ext uri="{BB962C8B-B14F-4D97-AF65-F5344CB8AC3E}">
        <p14:creationId xmlns:p14="http://schemas.microsoft.com/office/powerpoint/2010/main" val="2838686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4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3223"/>
            <a:ext cx="4177284" cy="4985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6072" y="3977319"/>
            <a:ext cx="417728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pic>
        <p:nvPicPr>
          <p:cNvPr id="4" name="Picture 3" descr="A person with white beard and hat&#10;&#10;Description automatically generated">
            <a:extLst>
              <a:ext uri="{FF2B5EF4-FFF2-40B4-BE49-F238E27FC236}">
                <a16:creationId xmlns:a16="http://schemas.microsoft.com/office/drawing/2014/main" id="{6114E386-90DD-2D33-E4EE-56C7BEC347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2DA8AD-FBCB-B320-7C32-5B6DFD8E5B66}"/>
              </a:ext>
            </a:extLst>
          </p:cNvPr>
          <p:cNvSpPr/>
          <p:nvPr userDrawn="1"/>
        </p:nvSpPr>
        <p:spPr bwMode="auto">
          <a:xfrm>
            <a:off x="0" y="-1"/>
            <a:ext cx="5334000" cy="6857999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0">
                <a:schemeClr val="bg1">
                  <a:shade val="100000"/>
                  <a:satMod val="115000"/>
                  <a:alpha val="22143"/>
                </a:schemeClr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1865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  <p15:guide id="5" pos="3360">
          <p15:clr>
            <a:srgbClr val="5ACBF0"/>
          </p15:clr>
        </p15:guide>
        <p15:guide id="6" pos="3000">
          <p15:clr>
            <a:srgbClr val="5ACBF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AC9C269-D98F-D9FE-1184-5E914A126A00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1E8B5B3-E911-FA3B-060D-08ACEFE48A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E1E98-66FF-FDE8-C679-48CEA9AFE75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1358574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11608B-3482-A33C-BA63-70C5869A2A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1" y="0"/>
            <a:ext cx="6858000" cy="686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966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F67BE8-1773-C479-4149-41024CAFA3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41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4" name="Picture 3" descr="A close-up of a colorful wave&#10;&#10;Description automatically generated">
            <a:extLst>
              <a:ext uri="{FF2B5EF4-FFF2-40B4-BE49-F238E27FC236}">
                <a16:creationId xmlns:a16="http://schemas.microsoft.com/office/drawing/2014/main" id="{7E23DEF3-55CD-9793-23E4-712C6621B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66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080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Fu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80F9F-53D7-FD76-F927-4B731F874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D5487-40DD-B938-F7E3-48B2FF46F63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6244881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Full Go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22813B-0916-B031-5A6D-6C69C51D4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0B625-E72E-AB1B-19E6-DDE6B4D3DA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2725839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ream Gradi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2F533E-13F8-CA91-8068-2E10F3E01094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gradFill flip="none" rotWithShape="1">
            <a:gsLst>
              <a:gs pos="100000">
                <a:srgbClr val="F9ECDC"/>
              </a:gs>
              <a:gs pos="0">
                <a:srgbClr val="E5D0B9"/>
              </a:gs>
            </a:gsLst>
            <a:lin ang="2700000" scaled="1"/>
            <a:tileRect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0F8DA4-AA5F-00A5-3FC7-349A40EA3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70213"/>
            <a:ext cx="12188952" cy="287719"/>
          </a:xfrm>
          <a:prstGeom prst="roundRect">
            <a:avLst>
              <a:gd name="adj" fmla="val 0"/>
            </a:avLst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E49B8E-3EFC-6116-888B-2A203733FAC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640158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90061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6">
    <p:bg>
      <p:bgPr>
        <a:solidFill>
          <a:srgbClr val="2A44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53534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7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8FDC08-6E01-3B36-160B-ED2547ADFB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035808"/>
            <a:ext cx="4178808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5509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2EC4-DD39-EB54-3645-F5D77A41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-420892"/>
            <a:ext cx="11018520" cy="276999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8306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6061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727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4599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C87E-4CC9-0F44-6DF9-7F6E2A04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430887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DBCD25-6DFA-052F-4ED9-1E8C8737F9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18242"/>
            <a:ext cx="1036391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155222B-26E4-2F43-D7F5-FC045289128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03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ic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6318D53-3286-EAEB-3098-F1081AF27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5000"/>
                    </a14:imgEffect>
                  </a14:imgLayer>
                </a14:imgProps>
              </a:ext>
            </a:extLst>
          </a:blip>
          <a:srcRect t="48" b="48"/>
          <a:stretch/>
        </p:blipFill>
        <p:spPr>
          <a:xfrm>
            <a:off x="578642" y="588018"/>
            <a:ext cx="11033446" cy="5681964"/>
          </a:xfrm>
          <a:prstGeom prst="roundRect">
            <a:avLst>
              <a:gd name="adj" fmla="val 2183"/>
            </a:avLst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AD825C2-7FF1-3371-96A7-47B94663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430887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F683B1D-9A97-8095-D692-BB98BA5D36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18242"/>
            <a:ext cx="1036391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DFB201-BF2E-7E3A-CE08-CB33082FCE6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3708400"/>
            <a:ext cx="2505456" cy="892552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7FEBBDF5-F084-CF10-5555-E3848FF6789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89909" y="3708400"/>
            <a:ext cx="2505456" cy="892552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B949797-8726-7778-B26B-C31DBA68888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6436" y="3708400"/>
            <a:ext cx="2505456" cy="892552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68450D2-B84B-EFE2-F1F2-471B2C05B0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5671" y="3708400"/>
            <a:ext cx="2505456" cy="892552"/>
          </a:xfrm>
          <a:prstGeom prst="rect">
            <a:avLst/>
          </a:prstGeom>
        </p:spPr>
        <p:txBody>
          <a:bodyPr/>
          <a:lstStyle>
            <a:lvl1pPr algn="ctr">
              <a:defRPr sz="1600">
                <a:solidFill>
                  <a:schemeClr val="tx1"/>
                </a:solidFill>
                <a:latin typeface="+mn-lt"/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86736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Graphic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B6B235D-925E-935A-C0D1-66A1BCB69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1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9" r="29"/>
          <a:stretch/>
        </p:blipFill>
        <p:spPr>
          <a:xfrm>
            <a:off x="578642" y="588018"/>
            <a:ext cx="11033446" cy="5681964"/>
          </a:xfrm>
          <a:prstGeom prst="roundRect">
            <a:avLst>
              <a:gd name="adj" fmla="val 2183"/>
            </a:avLst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8A31E95-ADF9-9E3F-1324-0D2A40C31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532" y="1008742"/>
            <a:ext cx="10363918" cy="430887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E3AB752-DB9F-C311-68FE-01A729FCF9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3532" y="818242"/>
            <a:ext cx="10363918" cy="1846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F23D6-B0F2-95EC-6A60-E33F63B0399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3382" y="2017712"/>
            <a:ext cx="10364218" cy="42513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6448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53C62E-72E5-F065-0EA5-5455A61A10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1FDE9D-CE47-EE58-DDEB-A4E2C9956F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83921F1-D334-EC88-D639-C6492418B9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40206884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2">
          <p15:clr>
            <a:srgbClr val="A4A3A4"/>
          </p15:clr>
        </p15:guide>
        <p15:guide id="24" pos="6120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4CD05008-D889-2657-9E64-AE1A68432B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90B9417-A140-ED0E-9B15-EC46E43520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6AC568-C052-9C82-938A-92DB6B485D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32617556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F1F03AAB-35E4-75D5-BC32-B2CE3D936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47823" y="1778853"/>
            <a:ext cx="7896354" cy="2462213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6000">
                <a:latin typeface="+mn-lt"/>
              </a:defRPr>
            </a:lvl1pPr>
          </a:lstStyle>
          <a:p>
            <a:r>
              <a:rPr lang="en-US"/>
              <a:t>##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1F2F5D4-3A80-B49A-353F-38D18DF589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46300" y="4253885"/>
            <a:ext cx="7899400" cy="2462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subtext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7DA8D6A-DC14-6890-FE2C-FDB67210F3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46300" y="5384185"/>
            <a:ext cx="7899400" cy="1538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61988" indent="0" algn="ctr">
              <a:buNone/>
              <a:defRPr/>
            </a:lvl4pPr>
            <a:lvl5pPr marL="855663" indent="0" algn="ctr">
              <a:buNone/>
              <a:defRPr/>
            </a:lvl5pPr>
          </a:lstStyle>
          <a:p>
            <a:pPr lvl="0"/>
            <a:r>
              <a:rPr lang="en-US"/>
              <a:t>Click to edit footer style</a:t>
            </a:r>
          </a:p>
        </p:txBody>
      </p:sp>
    </p:spTree>
    <p:extLst>
      <p:ext uri="{BB962C8B-B14F-4D97-AF65-F5344CB8AC3E}">
        <p14:creationId xmlns:p14="http://schemas.microsoft.com/office/powerpoint/2010/main" val="28539554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28B26F-D58F-C59C-79A9-B632CC130C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925569"/>
            <a:ext cx="12192000" cy="19324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7EB123-B336-56F7-07B9-7157FE92A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121223"/>
            <a:ext cx="5958557" cy="307777"/>
          </a:xfrm>
        </p:spPr>
        <p:txBody>
          <a:bodyPr anchor="b" anchorCtr="0"/>
          <a:lstStyle>
            <a:lvl1pPr>
              <a:defRPr sz="2000">
                <a:latin typeface="+mn-lt"/>
              </a:defRPr>
            </a:lvl1pPr>
          </a:lstStyle>
          <a:p>
            <a:r>
              <a:rPr lang="en-US"/>
              <a:t>Click to edit quote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7E51B3-B187-5510-113C-862CE543F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072" y="3647032"/>
            <a:ext cx="5957887" cy="24622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</a:lstStyle>
          <a:p>
            <a:pPr lvl="0"/>
            <a:r>
              <a:rPr lang="en-US"/>
              <a:t>Quote author, Title, Organization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F713963-A5EA-2AC4-41B1-2A1162C6E1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7505699" y="1371600"/>
            <a:ext cx="4114800" cy="4114800"/>
          </a:xfrm>
          <a:prstGeom prst="roundRect">
            <a:avLst>
              <a:gd name="adj" fmla="val 2602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11887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pic>
        <p:nvPicPr>
          <p:cNvPr id="8" name="Graphic 7" descr="Quote mark">
            <a:extLst>
              <a:ext uri="{FF2B5EF4-FFF2-40B4-BE49-F238E27FC236}">
                <a16:creationId xmlns:a16="http://schemas.microsoft.com/office/drawing/2014/main" id="{64077A7A-76A3-4EA6-6BF5-2CFADD74DE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70830" y="585788"/>
            <a:ext cx="674370" cy="587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BD0CEA-2D64-F284-E2F7-AA4A05C54C8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1498704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528">
          <p15:clr>
            <a:srgbClr val="FBAE40"/>
          </p15:clr>
        </p15:guide>
        <p15:guide id="3" pos="3168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B123-B336-56F7-07B9-7157FE92A3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49561" y="3159323"/>
            <a:ext cx="5958557" cy="307777"/>
          </a:xfrm>
        </p:spPr>
        <p:txBody>
          <a:bodyPr anchor="b" anchorCtr="0"/>
          <a:lstStyle>
            <a:lvl1pPr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quote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17E51B3-B187-5510-113C-862CE543F9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49561" y="3647032"/>
            <a:ext cx="5957887" cy="24622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Quote author, Title, Organization</a:t>
            </a:r>
          </a:p>
        </p:txBody>
      </p:sp>
      <p:pic>
        <p:nvPicPr>
          <p:cNvPr id="8" name="Graphic 7" descr="Quote mark">
            <a:extLst>
              <a:ext uri="{FF2B5EF4-FFF2-40B4-BE49-F238E27FC236}">
                <a16:creationId xmlns:a16="http://schemas.microsoft.com/office/drawing/2014/main" id="{64077A7A-76A3-4EA6-6BF5-2CFADD74DE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571500" y="585788"/>
            <a:ext cx="674370" cy="587754"/>
          </a:xfrm>
          <a:prstGeom prst="rect">
            <a:avLst/>
          </a:prstGeom>
        </p:spPr>
      </p:pic>
      <p:pic>
        <p:nvPicPr>
          <p:cNvPr id="3" name="Graphic 2" descr="Quote mark">
            <a:extLst>
              <a:ext uri="{FF2B5EF4-FFF2-40B4-BE49-F238E27FC236}">
                <a16:creationId xmlns:a16="http://schemas.microsoft.com/office/drawing/2014/main" id="{3884F2AA-E820-B43C-3C64-DA0CC8A699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4846" y="5845760"/>
            <a:ext cx="485654" cy="42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041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528">
          <p15:clr>
            <a:srgbClr val="FBAE40"/>
          </p15:clr>
        </p15:guide>
        <p15:guide id="3" pos="3168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pt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7F9270-AED1-98AC-8B18-BC521548F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3FD22E-D362-78A6-2219-103E4138C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28113" y="2204106"/>
            <a:ext cx="3770601" cy="696337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square" lIns="274320" tIns="182880" rIns="274320" bIns="18288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D89376E-3BB0-0414-9125-A137EF9F4E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28113" y="3301386"/>
            <a:ext cx="3770601" cy="696337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square" lIns="274320" tIns="182880" rIns="274320" bIns="18288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D545552-38C6-59C4-C664-F1E24F0794B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28113" y="4398666"/>
            <a:ext cx="3770601" cy="696337"/>
          </a:xfrm>
          <a:prstGeom prst="roundRect">
            <a:avLst>
              <a:gd name="adj" fmla="val 12775"/>
            </a:avLst>
          </a:pr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 w="12700">
            <a:solidFill>
              <a:schemeClr val="bg1"/>
            </a:solidFill>
          </a:ln>
        </p:spPr>
        <p:txBody>
          <a:bodyPr wrap="square" lIns="274320" tIns="182880" rIns="274320" bIns="182880" anchor="ctr" anchorCtr="0"/>
          <a:lstStyle>
            <a:lvl1pPr marL="0" indent="0" algn="ctr"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9005658"/>
      </p:ext>
    </p:extLst>
  </p:cSld>
  <p:clrMapOvr>
    <a:masterClrMapping/>
  </p:clrMapOvr>
  <p:transition>
    <p:fade/>
  </p:transition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7EF86-1141-1F10-6C23-09A3F657441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197160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578240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4144759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740487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prstGeom prst="rect">
            <a:avLst/>
          </a:prstGeo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Sans Display" pitchFamily="2" charset="0"/>
                <a:cs typeface="Segoe Sans Display" pitchFamily="2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154729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toy&#10;&#10;Description automatically generated">
            <a:extLst>
              <a:ext uri="{FF2B5EF4-FFF2-40B4-BE49-F238E27FC236}">
                <a16:creationId xmlns:a16="http://schemas.microsoft.com/office/drawing/2014/main" id="{B9BB8E42-E9E3-39A4-743C-44A244AF22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638" cy="68577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809D89-17EE-D9C9-77AB-DB15370EE3B1}"/>
              </a:ext>
            </a:extLst>
          </p:cNvPr>
          <p:cNvSpPr txBox="1"/>
          <p:nvPr userDrawn="1"/>
        </p:nvSpPr>
        <p:spPr>
          <a:xfrm>
            <a:off x="585216" y="3035808"/>
            <a:ext cx="3695700" cy="49859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defTabSz="932742">
              <a:lnSpc>
                <a:spcPct val="90000"/>
              </a:lnSpc>
              <a:spcBef>
                <a:spcPct val="0"/>
              </a:spcBef>
              <a:buNone/>
              <a:defRPr lang="en-US" sz="3600" b="0" cap="none" spc="-50" baseline="0" dirty="0" smtClean="0">
                <a:ln w="3175">
                  <a:noFill/>
                </a:ln>
                <a:effectLst/>
                <a:latin typeface="+mj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E9484E-0F6B-04E7-B2C6-42341D0FF2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-420892"/>
            <a:ext cx="11018520" cy="27699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64EFB-A16D-40D4-8523-10A424CA5C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63809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3731294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A7775C-4133-ABAD-0C3B-A8A6026E3AF8}"/>
              </a:ext>
            </a:extLst>
          </p:cNvPr>
          <p:cNvSpPr/>
          <p:nvPr userDrawn="1"/>
        </p:nvSpPr>
        <p:spPr bwMode="auto">
          <a:xfrm>
            <a:off x="0" y="0"/>
            <a:ext cx="12188952" cy="6858000"/>
          </a:xfrm>
          <a:prstGeom prst="rect">
            <a:avLst/>
          </a:prstGeom>
          <a:solidFill>
            <a:srgbClr val="FFF8F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 descr="A close-up of a colorful wave&#10;&#10;Description automatically generated">
            <a:extLst>
              <a:ext uri="{FF2B5EF4-FFF2-40B4-BE49-F238E27FC236}">
                <a16:creationId xmlns:a16="http://schemas.microsoft.com/office/drawing/2014/main" id="{7E23DEF3-55CD-9793-23E4-712C6621B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4000" y="0"/>
            <a:ext cx="6856632" cy="6858000"/>
          </a:xfrm>
          <a:prstGeom prst="rect">
            <a:avLst/>
          </a:prstGeom>
        </p:spPr>
      </p:pic>
      <p:pic>
        <p:nvPicPr>
          <p:cNvPr id="9" name="Picture 8" descr="A colorful gradient going from darker blue on the left side to light blue to magenta to orange on the right side">
            <a:extLst>
              <a:ext uri="{FF2B5EF4-FFF2-40B4-BE49-F238E27FC236}">
                <a16:creationId xmlns:a16="http://schemas.microsoft.com/office/drawing/2014/main" id="{AC565FDC-0846-5D0F-BA1F-1574971CEC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24651"/>
            <a:ext cx="12188952" cy="133281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809D89-17EE-D9C9-77AB-DB15370EE3B1}"/>
              </a:ext>
            </a:extLst>
          </p:cNvPr>
          <p:cNvSpPr txBox="1"/>
          <p:nvPr userDrawn="1"/>
        </p:nvSpPr>
        <p:spPr>
          <a:xfrm>
            <a:off x="585216" y="3035808"/>
            <a:ext cx="3695700" cy="49859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defTabSz="932742">
              <a:lnSpc>
                <a:spcPct val="90000"/>
              </a:lnSpc>
              <a:spcBef>
                <a:spcPct val="0"/>
              </a:spcBef>
              <a:buNone/>
              <a:defRPr lang="en-US" sz="3600" b="0" cap="none" spc="-50" baseline="0" dirty="0" smtClean="0">
                <a:ln w="3175">
                  <a:noFill/>
                </a:ln>
                <a:effectLst/>
                <a:latin typeface="+mj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E9484E-0F6B-04E7-B2C6-42341D0FF2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-420892"/>
            <a:ext cx="11018520" cy="276999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Thank you.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AE5587-6E63-26E3-91B2-CD37FEF60B7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5369" y="6580758"/>
            <a:ext cx="5949107" cy="153888"/>
          </a:xfrm>
          <a:prstGeom prst="rect">
            <a:avLst/>
          </a:prstGeom>
        </p:spPr>
        <p:txBody>
          <a:bodyPr horzOverflow="overflow" wrap="square" lIns="0" tIns="0" rIns="0" bIns="0">
            <a:spAutoFit/>
          </a:bodyPr>
          <a:lstStyle/>
          <a:p>
            <a:pPr algn="l"/>
            <a:r>
              <a:rPr lang="en-US" sz="1000" b="1">
                <a:solidFill>
                  <a:schemeClr val="tx2"/>
                </a:solidFill>
                <a:latin typeface="Aptos" panose="020B0004020202020204" pitchFamily="34" charset="0"/>
              </a:rPr>
              <a:t>Classified as Microsoft Confidential – content under embargo until Nov 18, 2025</a:t>
            </a:r>
          </a:p>
        </p:txBody>
      </p:sp>
    </p:spTree>
    <p:extLst>
      <p:ext uri="{BB962C8B-B14F-4D97-AF65-F5344CB8AC3E}">
        <p14:creationId xmlns:p14="http://schemas.microsoft.com/office/powerpoint/2010/main" val="665552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360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pos="3000">
          <p15:clr>
            <a:srgbClr val="5ACBF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ith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2DB4627A-42AD-DD19-0422-DBBC9408E6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 userDrawn="1"/>
        </p:nvSpPr>
        <p:spPr bwMode="blackWhite">
          <a:xfrm>
            <a:off x="584200" y="6446520"/>
            <a:ext cx="8193024" cy="153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10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3077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316514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company&#10;&#10;Description automatically generated">
            <a:extLst>
              <a:ext uri="{FF2B5EF4-FFF2-40B4-BE49-F238E27FC236}">
                <a16:creationId xmlns:a16="http://schemas.microsoft.com/office/drawing/2014/main" id="{6D0E7ACD-25E9-7FAD-3A11-733954C79A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2448" t="32535" r="14401" b="28160"/>
          <a:stretch/>
        </p:blipFill>
        <p:spPr>
          <a:xfrm>
            <a:off x="571500" y="581978"/>
            <a:ext cx="1454782" cy="34385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43C870-A3BC-0AE9-86FC-9186C69D5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-420892"/>
            <a:ext cx="11018520" cy="276999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dirty="0"/>
            </a:lvl1pPr>
          </a:lstStyle>
          <a:p>
            <a:pPr lvl="0"/>
            <a:r>
              <a:rPr lang="en-US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206970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rocesses - Before/After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C79BC07-2E4F-074C-E42E-3220BD3E1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70D2C7A-4F5B-353D-0C06-7346A8207B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B0ABAD7C-69B5-267A-50D7-D08FB74F67A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79">
            <a:extLst>
              <a:ext uri="{FF2B5EF4-FFF2-40B4-BE49-F238E27FC236}">
                <a16:creationId xmlns:a16="http://schemas.microsoft.com/office/drawing/2014/main" id="{9E4DC3B4-6499-63C7-3136-22B675546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59092" y="1310837"/>
            <a:ext cx="3383040" cy="5401248"/>
          </a:xfrm>
          <a:prstGeom prst="roundRect">
            <a:avLst>
              <a:gd name="adj" fmla="val 2935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7" name="Rounded Rectangle 80">
            <a:extLst>
              <a:ext uri="{FF2B5EF4-FFF2-40B4-BE49-F238E27FC236}">
                <a16:creationId xmlns:a16="http://schemas.microsoft.com/office/drawing/2014/main" id="{FAE29394-4DF2-FD1F-1AF1-260B0AF42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170937" y="1310837"/>
            <a:ext cx="6253554" cy="5401248"/>
          </a:xfrm>
          <a:prstGeom prst="roundRect">
            <a:avLst>
              <a:gd name="adj" fmla="val 218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5FE5E3-B108-9973-E29F-F4169B842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46912" y="5874017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A8EFD-2D0A-4BA9-1EFF-24E8AAD1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4230" y="1880589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CF91C8-4DD4-D0F5-FCA4-79F8E1D3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6418" y="2846431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ACF3F-45FE-47D6-C59E-50148796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3474" y="3780133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1A497-2059-869A-1E6F-D81771374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88643" y="4808946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3063B761-DBCC-60FA-BD86-6849C7A69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20505" y="1673761"/>
            <a:ext cx="5972919" cy="795538"/>
          </a:xfrm>
          <a:prstGeom prst="roundRect">
            <a:avLst>
              <a:gd name="adj" fmla="val 1499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F45FBE28-BE8D-DED6-3977-A35C74FD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20505" y="2559324"/>
            <a:ext cx="5972919" cy="908626"/>
          </a:xfrm>
          <a:prstGeom prst="roundRect">
            <a:avLst>
              <a:gd name="adj" fmla="val 13128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6" name="Rounded Rectangle 55">
            <a:extLst>
              <a:ext uri="{FF2B5EF4-FFF2-40B4-BE49-F238E27FC236}">
                <a16:creationId xmlns:a16="http://schemas.microsoft.com/office/drawing/2014/main" id="{2F64D3D4-86A8-332C-C08C-56C186DAB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20505" y="3557975"/>
            <a:ext cx="5972919" cy="901563"/>
          </a:xfrm>
          <a:prstGeom prst="roundRect">
            <a:avLst>
              <a:gd name="adj" fmla="val 13231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Rounded Rectangle 60">
            <a:extLst>
              <a:ext uri="{FF2B5EF4-FFF2-40B4-BE49-F238E27FC236}">
                <a16:creationId xmlns:a16="http://schemas.microsoft.com/office/drawing/2014/main" id="{19F0CC36-F1FB-632F-7569-74DA79B95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20505" y="4549563"/>
            <a:ext cx="5972919" cy="976499"/>
          </a:xfrm>
          <a:prstGeom prst="roundRect">
            <a:avLst>
              <a:gd name="adj" fmla="val 1221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3923BC9E-92B9-804E-6B78-A0405A15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99425" y="1673761"/>
            <a:ext cx="3114353" cy="797309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DDF0544D-EDBE-E23C-1DEE-9321AD081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99425" y="2567387"/>
            <a:ext cx="3114353" cy="1892151"/>
          </a:xfrm>
          <a:prstGeom prst="roundRect">
            <a:avLst>
              <a:gd name="adj" fmla="val 6304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C3455CCB-C24F-0918-DDC0-089FC7A04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98469" y="4549563"/>
            <a:ext cx="3116336" cy="976499"/>
          </a:xfrm>
          <a:prstGeom prst="roundRect">
            <a:avLst>
              <a:gd name="adj" fmla="val 12215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7AC6C64-4EA9-70A1-AE04-D983F85F6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93" y="1190813"/>
            <a:ext cx="1224299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Key Processes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0DB206-1E09-B91E-9F54-10742BA42D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513" y="1795416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: Rounded Corners 10">
            <a:extLst>
              <a:ext uri="{FF2B5EF4-FFF2-40B4-BE49-F238E27FC236}">
                <a16:creationId xmlns:a16="http://schemas.microsoft.com/office/drawing/2014/main" id="{F283C8DD-3E76-1525-2983-F78D468E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8649" y="1190813"/>
            <a:ext cx="1892808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Before AI</a:t>
            </a:r>
          </a:p>
        </p:txBody>
      </p:sp>
      <p:sp>
        <p:nvSpPr>
          <p:cNvPr id="24" name="Rounded Rectangle 60">
            <a:extLst>
              <a:ext uri="{FF2B5EF4-FFF2-40B4-BE49-F238E27FC236}">
                <a16:creationId xmlns:a16="http://schemas.microsoft.com/office/drawing/2014/main" id="{FE634DD4-3EF9-0D15-1DDE-4024D59FA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320505" y="5616087"/>
            <a:ext cx="5972919" cy="976499"/>
          </a:xfrm>
          <a:prstGeom prst="roundRect">
            <a:avLst>
              <a:gd name="adj" fmla="val 1221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582E95FF-F204-A2C6-B1D7-26E7D0C6E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699048" y="5616087"/>
            <a:ext cx="3115136" cy="976499"/>
          </a:xfrm>
          <a:prstGeom prst="roundRect">
            <a:avLst>
              <a:gd name="adj" fmla="val 12215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6" name="Rectangle: Rounded Corners 10">
            <a:extLst>
              <a:ext uri="{FF2B5EF4-FFF2-40B4-BE49-F238E27FC236}">
                <a16:creationId xmlns:a16="http://schemas.microsoft.com/office/drawing/2014/main" id="{FF4A5D24-E5ED-ED4B-73C8-FEEBC1E18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9290" y="1190813"/>
            <a:ext cx="1811983" cy="27305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178D4"/>
              </a:gs>
              <a:gs pos="67269">
                <a:srgbClr val="E176D5"/>
              </a:gs>
              <a:gs pos="33000">
                <a:srgbClr val="629CFF"/>
              </a:gs>
              <a:gs pos="100000">
                <a:srgbClr val="FDA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After AI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4735D59-0756-1F28-325D-B95A80125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8649" y="1995471"/>
            <a:ext cx="1792224" cy="15388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8DC41E68-3E78-C147-795C-5CE3F98396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2788" y="1673761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6" name="Text Placeholder 32">
            <a:extLst>
              <a:ext uri="{FF2B5EF4-FFF2-40B4-BE49-F238E27FC236}">
                <a16:creationId xmlns:a16="http://schemas.microsoft.com/office/drawing/2014/main" id="{A35306A8-4AB6-27A1-2284-B67D86A65D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5111" y="1673761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4BA3A142-A819-F553-5D15-FB96846EDC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8513" y="3236463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26EE3EA-C9A9-D990-9C00-02E44F91E7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98649" y="3436518"/>
            <a:ext cx="1792224" cy="15388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2">
            <a:extLst>
              <a:ext uri="{FF2B5EF4-FFF2-40B4-BE49-F238E27FC236}">
                <a16:creationId xmlns:a16="http://schemas.microsoft.com/office/drawing/2014/main" id="{F0E4F28B-ABF1-36EC-1032-A02714B652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32789" y="2546006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ECDC387-F36E-528E-8201-026B467B78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405111" y="2546006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B7C78BB3-DA91-4E6E-F986-D3754AD2242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32789" y="3557975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45E89DB9-F245-9E41-1C7C-059AD53620E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05111" y="3557975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E32B60DA-E7BB-2B7E-DA8C-1DE2918AA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8513" y="4760813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AD5D034B-B4D5-01E4-078A-4F1DE4219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98649" y="4960868"/>
            <a:ext cx="1792224" cy="15388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C7F804DA-BC3F-3640-998C-1BB1F57FB2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32789" y="4549563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6A9E63B-12A4-654D-49DD-164124F8D0B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05111" y="4549563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4ADED78-B614-0FFF-B211-76B31F9AE9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8513" y="5827337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6CEDAE2-5599-F4E2-6E7F-C9E1F03E41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98649" y="6027392"/>
            <a:ext cx="1792224" cy="15388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10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0030978-FE73-07C4-38E2-BEC98FAE102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32789" y="5616087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E93E70C8-4DCB-4FD4-1561-DC47304B7A4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405111" y="5616087"/>
            <a:ext cx="2788920" cy="398058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26906888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rocesses - Before/After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C79BC07-2E4F-074C-E42E-3220BD3E1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70D2C7A-4F5B-353D-0C06-7346A8207B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B0ABAD7C-69B5-267A-50D7-D08FB74F67A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49" y="512064"/>
            <a:ext cx="11018520" cy="4308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79">
            <a:extLst>
              <a:ext uri="{FF2B5EF4-FFF2-40B4-BE49-F238E27FC236}">
                <a16:creationId xmlns:a16="http://schemas.microsoft.com/office/drawing/2014/main" id="{9E4DC3B4-6499-63C7-3136-22B675546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266275" y="1983465"/>
            <a:ext cx="3689058" cy="4071207"/>
          </a:xfrm>
          <a:prstGeom prst="roundRect">
            <a:avLst>
              <a:gd name="adj" fmla="val 2935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7" name="Rounded Rectangle 80">
            <a:extLst>
              <a:ext uri="{FF2B5EF4-FFF2-40B4-BE49-F238E27FC236}">
                <a16:creationId xmlns:a16="http://schemas.microsoft.com/office/drawing/2014/main" id="{FAE29394-4DF2-FD1F-1AF1-260B0AF42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355382" y="1983465"/>
            <a:ext cx="5814391" cy="4071207"/>
          </a:xfrm>
          <a:prstGeom prst="roundRect">
            <a:avLst>
              <a:gd name="adj" fmla="val 218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A8EFD-2D0A-4BA9-1EFF-24E8AAD1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162339" y="2859131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ACF3F-45FE-47D6-C59E-50148796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252509" y="4828872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3063B761-DBCC-60FA-BD86-6849C7A69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521607" y="2346387"/>
            <a:ext cx="5479000" cy="1421115"/>
          </a:xfrm>
          <a:prstGeom prst="roundRect">
            <a:avLst>
              <a:gd name="adj" fmla="val 10436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F45FBE28-BE8D-DED6-3977-A35C74FD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481751" y="4304287"/>
            <a:ext cx="5479000" cy="1492870"/>
          </a:xfrm>
          <a:prstGeom prst="roundRect">
            <a:avLst>
              <a:gd name="adj" fmla="val 10436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3923BC9E-92B9-804E-6B78-A0405A15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406608" y="2346388"/>
            <a:ext cx="3434324" cy="1421115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DDF0544D-EDBE-E23C-1DEE-9321AD081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393642" y="4324707"/>
            <a:ext cx="3434324" cy="1472450"/>
          </a:xfrm>
          <a:prstGeom prst="roundRect">
            <a:avLst>
              <a:gd name="adj" fmla="val 10436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7AC6C64-4EA9-70A1-AE04-D983F85F6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6276" y="1863441"/>
            <a:ext cx="2564907" cy="27305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0DB206-1E09-B91E-9F54-10742BA42D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05696" y="2640889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: Rounded Corners 10">
            <a:extLst>
              <a:ext uri="{FF2B5EF4-FFF2-40B4-BE49-F238E27FC236}">
                <a16:creationId xmlns:a16="http://schemas.microsoft.com/office/drawing/2014/main" id="{F283C8DD-3E76-1525-2983-F78D468E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8936" y="1883804"/>
            <a:ext cx="1892808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Before AI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4735D59-0756-1F28-325D-B95A80125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05832" y="2844791"/>
            <a:ext cx="2103120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8DC41E68-3E78-C147-795C-5CE3F98396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11732" y="2818537"/>
            <a:ext cx="4816988" cy="390363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40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4BA3A142-A819-F553-5D15-FB96846EDC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05696" y="4084251"/>
            <a:ext cx="960120" cy="553998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26EE3EA-C9A9-D990-9C00-02E44F91E7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05832" y="4288153"/>
            <a:ext cx="2103120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2">
            <a:extLst>
              <a:ext uri="{FF2B5EF4-FFF2-40B4-BE49-F238E27FC236}">
                <a16:creationId xmlns:a16="http://schemas.microsoft.com/office/drawing/2014/main" id="{F0E4F28B-ABF1-36EC-1032-A02714B652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12757" y="4855540"/>
            <a:ext cx="4816988" cy="390363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400"/>
              </a:spcBef>
              <a:defRPr sz="100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grpSp>
        <p:nvGrpSpPr>
          <p:cNvPr id="42" name="Group 41" hidden="1">
            <a:extLst>
              <a:ext uri="{FF2B5EF4-FFF2-40B4-BE49-F238E27FC236}">
                <a16:creationId xmlns:a16="http://schemas.microsoft.com/office/drawing/2014/main" id="{F53A1C28-20BE-4A4B-D66A-600BB88EB6BF}"/>
              </a:ext>
            </a:extLst>
          </p:cNvPr>
          <p:cNvGrpSpPr/>
          <p:nvPr userDrawn="1"/>
        </p:nvGrpSpPr>
        <p:grpSpPr>
          <a:xfrm>
            <a:off x="698469" y="1695932"/>
            <a:ext cx="9446947" cy="3796743"/>
            <a:chOff x="698469" y="1695932"/>
            <a:chExt cx="9446947" cy="3796743"/>
          </a:xfrm>
        </p:grpSpPr>
        <p:sp>
          <p:nvSpPr>
            <p:cNvPr id="4" name="Rounded Rectangle 50">
              <a:extLst>
                <a:ext uri="{FF2B5EF4-FFF2-40B4-BE49-F238E27FC236}">
                  <a16:creationId xmlns:a16="http://schemas.microsoft.com/office/drawing/2014/main" id="{C1DB0A56-625A-E13B-1B07-1B335728A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855540" y="1695932"/>
              <a:ext cx="5289876" cy="114300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28" name="Rounded Rectangle 23">
              <a:extLst>
                <a:ext uri="{FF2B5EF4-FFF2-40B4-BE49-F238E27FC236}">
                  <a16:creationId xmlns:a16="http://schemas.microsoft.com/office/drawing/2014/main" id="{46457C18-BE03-7DFD-B7EB-6D5E6282F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698469" y="1695932"/>
              <a:ext cx="3230955" cy="1143000"/>
            </a:xfrm>
            <a:prstGeom prst="round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Segoe UI" pitchFamily="34" charset="0"/>
                <a:cs typeface="Segoe Sans Display" pitchFamily="2" charset="0"/>
              </a:endParaRPr>
            </a:p>
          </p:txBody>
        </p:sp>
        <p:sp>
          <p:nvSpPr>
            <p:cNvPr id="29" name="Rounded Rectangle 23">
              <a:extLst>
                <a:ext uri="{FF2B5EF4-FFF2-40B4-BE49-F238E27FC236}">
                  <a16:creationId xmlns:a16="http://schemas.microsoft.com/office/drawing/2014/main" id="{858DC625-74C9-8E6F-E17A-A6C457BCA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698469" y="3019864"/>
              <a:ext cx="3230955" cy="1143000"/>
            </a:xfrm>
            <a:prstGeom prst="round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Segoe UI" pitchFamily="34" charset="0"/>
                <a:cs typeface="Segoe Sans Display" pitchFamily="2" charset="0"/>
              </a:endParaRPr>
            </a:p>
          </p:txBody>
        </p:sp>
        <p:sp>
          <p:nvSpPr>
            <p:cNvPr id="31" name="Rounded Rectangle 27">
              <a:extLst>
                <a:ext uri="{FF2B5EF4-FFF2-40B4-BE49-F238E27FC236}">
                  <a16:creationId xmlns:a16="http://schemas.microsoft.com/office/drawing/2014/main" id="{FFF80545-5C66-927D-6F4F-AC960CF585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698469" y="4349675"/>
              <a:ext cx="3230955" cy="1143000"/>
            </a:xfrm>
            <a:prstGeom prst="round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Segoe UI" pitchFamily="34" charset="0"/>
                <a:cs typeface="Segoe Sans Display" pitchFamily="2" charset="0"/>
              </a:endParaRPr>
            </a:p>
          </p:txBody>
        </p:sp>
        <p:sp>
          <p:nvSpPr>
            <p:cNvPr id="32" name="Rounded Rectangle 50">
              <a:extLst>
                <a:ext uri="{FF2B5EF4-FFF2-40B4-BE49-F238E27FC236}">
                  <a16:creationId xmlns:a16="http://schemas.microsoft.com/office/drawing/2014/main" id="{274FB520-EEEC-EA40-72D4-B589424DA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855540" y="3019864"/>
              <a:ext cx="5289876" cy="114300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  <p:sp>
          <p:nvSpPr>
            <p:cNvPr id="34" name="Rounded Rectangle 55">
              <a:extLst>
                <a:ext uri="{FF2B5EF4-FFF2-40B4-BE49-F238E27FC236}">
                  <a16:creationId xmlns:a16="http://schemas.microsoft.com/office/drawing/2014/main" id="{40D39853-C478-B1E3-375D-73B75075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4855074" y="4349675"/>
              <a:ext cx="5289876" cy="1143000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90500" sx="102000" sy="102000" algn="ctr" rotWithShape="0">
                <a:prstClr val="black">
                  <a:alpha val="19758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418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ey Processes - Before/After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C79BC07-2E4F-074C-E42E-3220BD3E1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70D2C7A-4F5B-353D-0C06-7346A8207B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B0ABAD7C-69B5-267A-50D7-D08FB74F67A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79">
            <a:extLst>
              <a:ext uri="{FF2B5EF4-FFF2-40B4-BE49-F238E27FC236}">
                <a16:creationId xmlns:a16="http://schemas.microsoft.com/office/drawing/2014/main" id="{9E4DC3B4-6499-63C7-3136-22B675546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59092" y="1310837"/>
            <a:ext cx="3383040" cy="5335290"/>
          </a:xfrm>
          <a:prstGeom prst="roundRect">
            <a:avLst>
              <a:gd name="adj" fmla="val 2935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7" name="Rounded Rectangle 80">
            <a:extLst>
              <a:ext uri="{FF2B5EF4-FFF2-40B4-BE49-F238E27FC236}">
                <a16:creationId xmlns:a16="http://schemas.microsoft.com/office/drawing/2014/main" id="{FAE29394-4DF2-FD1F-1AF1-260B0AF42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170937" y="1310837"/>
            <a:ext cx="6253554" cy="5335290"/>
          </a:xfrm>
          <a:prstGeom prst="roundRect">
            <a:avLst>
              <a:gd name="adj" fmla="val 218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5FE5E3-B108-9973-E29F-F4169B842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46912" y="5717916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A8EFD-2D0A-4BA9-1EFF-24E8AAD1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4230" y="2000255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CF91C8-4DD4-D0F5-FCA4-79F8E1D3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6418" y="3239385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ACF3F-45FE-47D6-C59E-50148796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3474" y="4478515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3063B761-DBCC-60FA-BD86-6849C7A69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1673760"/>
            <a:ext cx="5972919" cy="1115568"/>
          </a:xfrm>
          <a:prstGeom prst="roundRect">
            <a:avLst>
              <a:gd name="adj" fmla="val 1499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F45FBE28-BE8D-DED6-3977-A35C74FD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2912890"/>
            <a:ext cx="5972919" cy="1115568"/>
          </a:xfrm>
          <a:prstGeom prst="roundRect">
            <a:avLst>
              <a:gd name="adj" fmla="val 13128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6" name="Rounded Rectangle 55">
            <a:extLst>
              <a:ext uri="{FF2B5EF4-FFF2-40B4-BE49-F238E27FC236}">
                <a16:creationId xmlns:a16="http://schemas.microsoft.com/office/drawing/2014/main" id="{2F64D3D4-86A8-332C-C08C-56C186DAB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4152020"/>
            <a:ext cx="5972919" cy="1115568"/>
          </a:xfrm>
          <a:prstGeom prst="roundRect">
            <a:avLst>
              <a:gd name="adj" fmla="val 13231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3923BC9E-92B9-804E-6B78-A0405A15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1673760"/>
            <a:ext cx="3114353" cy="111556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DDF0544D-EDBE-E23C-1DEE-9321AD081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2883250"/>
            <a:ext cx="3114353" cy="111556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7AC6C64-4EA9-70A1-AE04-D983F85F6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93" y="1190813"/>
            <a:ext cx="1224299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Key Processes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0DB206-1E09-B91E-9F54-10742BA42D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513" y="1977629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: Rounded Corners 10">
            <a:extLst>
              <a:ext uri="{FF2B5EF4-FFF2-40B4-BE49-F238E27FC236}">
                <a16:creationId xmlns:a16="http://schemas.microsoft.com/office/drawing/2014/main" id="{F283C8DD-3E76-1525-2983-F78D468E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8649" y="1190813"/>
            <a:ext cx="1892808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Before AI</a:t>
            </a:r>
          </a:p>
        </p:txBody>
      </p:sp>
      <p:sp>
        <p:nvSpPr>
          <p:cNvPr id="24" name="Rounded Rectangle 60">
            <a:extLst>
              <a:ext uri="{FF2B5EF4-FFF2-40B4-BE49-F238E27FC236}">
                <a16:creationId xmlns:a16="http://schemas.microsoft.com/office/drawing/2014/main" id="{FE634DD4-3EF9-0D15-1DDE-4024D59FA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5391151"/>
            <a:ext cx="5972919" cy="1116108"/>
          </a:xfrm>
          <a:prstGeom prst="roundRect">
            <a:avLst>
              <a:gd name="adj" fmla="val 1221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582E95FF-F204-A2C6-B1D7-26E7D0C6E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048" y="5391151"/>
            <a:ext cx="3115136" cy="111610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6" name="Rectangle: Rounded Corners 10">
            <a:extLst>
              <a:ext uri="{FF2B5EF4-FFF2-40B4-BE49-F238E27FC236}">
                <a16:creationId xmlns:a16="http://schemas.microsoft.com/office/drawing/2014/main" id="{FF4A5D24-E5ED-ED4B-73C8-FEEBC1E18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9290" y="1190813"/>
            <a:ext cx="1811983" cy="27305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178D4"/>
              </a:gs>
              <a:gs pos="67269">
                <a:srgbClr val="E176D5"/>
              </a:gs>
              <a:gs pos="33000">
                <a:srgbClr val="629CFF"/>
              </a:gs>
              <a:gs pos="100000">
                <a:srgbClr val="FDA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After AI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4735D59-0756-1F28-325D-B95A80125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8649" y="2158447"/>
            <a:ext cx="1792224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8DC41E68-3E78-C147-795C-5CE3F98396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2788" y="2040210"/>
            <a:ext cx="5631962" cy="382669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4BA3A142-A819-F553-5D15-FB96846EDC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8513" y="3187119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26EE3EA-C9A9-D990-9C00-02E44F91E7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98649" y="3367937"/>
            <a:ext cx="1792224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2">
            <a:extLst>
              <a:ext uri="{FF2B5EF4-FFF2-40B4-BE49-F238E27FC236}">
                <a16:creationId xmlns:a16="http://schemas.microsoft.com/office/drawing/2014/main" id="{F0E4F28B-ABF1-36EC-1032-A02714B652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32789" y="3279340"/>
            <a:ext cx="5631962" cy="382669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B7C78BB3-DA91-4E6E-F986-D3754AD2242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32789" y="4518470"/>
            <a:ext cx="5631962" cy="382669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4ADED78-B614-0FFF-B211-76B31F9AE9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8513" y="5695290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6CEDAE2-5599-F4E2-6E7F-C9E1F03E41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98649" y="5876108"/>
            <a:ext cx="1792224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0030978-FE73-07C4-38E2-BEC98FAE102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32789" y="5757871"/>
            <a:ext cx="5631962" cy="382669"/>
          </a:xfrm>
          <a:prstGeom prst="rect">
            <a:avLst/>
          </a:prstGeom>
        </p:spPr>
        <p:txBody>
          <a:bodyPr tIns="64008" anchor="ctr" anchorCtr="0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5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C32EBA0D-9E4C-D25F-5B81-272FA1CC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4152020"/>
            <a:ext cx="3114353" cy="111556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FA133CA-8E89-74C6-250B-E24A6EC189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8513" y="4455889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5D933910-FE18-266F-2E15-062F7BB2219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898649" y="4636707"/>
            <a:ext cx="1792224" cy="146194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5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39555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 Processes - Before/After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3C79BC07-2E4F-074C-E42E-3220BD3E1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70D2C7A-4F5B-353D-0C06-7346A8207B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3" name="Picture 2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B0ABAD7C-69B5-267A-50D7-D08FB74F67A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BCEAD74-397D-0D97-9041-3CFAF982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ounded Rectangle 79">
            <a:extLst>
              <a:ext uri="{FF2B5EF4-FFF2-40B4-BE49-F238E27FC236}">
                <a16:creationId xmlns:a16="http://schemas.microsoft.com/office/drawing/2014/main" id="{9E4DC3B4-6499-63C7-3136-22B675546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59092" y="1310837"/>
            <a:ext cx="3480778" cy="5335290"/>
          </a:xfrm>
          <a:prstGeom prst="roundRect">
            <a:avLst>
              <a:gd name="adj" fmla="val 2935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7" name="Rounded Rectangle 80">
            <a:extLst>
              <a:ext uri="{FF2B5EF4-FFF2-40B4-BE49-F238E27FC236}">
                <a16:creationId xmlns:a16="http://schemas.microsoft.com/office/drawing/2014/main" id="{FAE29394-4DF2-FD1F-1AF1-260B0AF42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170937" y="1310837"/>
            <a:ext cx="6253554" cy="5335290"/>
          </a:xfrm>
          <a:prstGeom prst="roundRect">
            <a:avLst>
              <a:gd name="adj" fmla="val 218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gradFill flip="none" rotWithShape="1">
              <a:gsLst>
                <a:gs pos="50000">
                  <a:schemeClr val="bg1">
                    <a:alpha val="20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8100000" scaled="1"/>
              <a:tileRect/>
            </a:gra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36576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1800"/>
              </a:spcBef>
              <a:buSzPct val="90000"/>
            </a:pPr>
            <a:endParaRPr lang="en-US">
              <a:solidFill>
                <a:srgbClr val="000000"/>
              </a:solidFill>
              <a:latin typeface="Segoe Sans Display"/>
              <a:cs typeface="Segoe Sans Display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5FE5E3-B108-9973-E29F-F4169B842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46912" y="5825187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A8EFD-2D0A-4BA9-1EFF-24E8AAD1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4230" y="1893253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CF91C8-4DD4-D0F5-FCA4-79F8E1D3A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6418" y="2876237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6ACF3F-45FE-47D6-C59E-50148796E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93474" y="3859220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1A497-2059-869A-1E6F-D81771374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3488643" y="4842204"/>
            <a:ext cx="1489166" cy="462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4" name="Rounded Rectangle 46">
            <a:extLst>
              <a:ext uri="{FF2B5EF4-FFF2-40B4-BE49-F238E27FC236}">
                <a16:creationId xmlns:a16="http://schemas.microsoft.com/office/drawing/2014/main" id="{3063B761-DBCC-60FA-BD86-6849C7A69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1578510"/>
            <a:ext cx="5972919" cy="932688"/>
          </a:xfrm>
          <a:prstGeom prst="roundRect">
            <a:avLst>
              <a:gd name="adj" fmla="val 14994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5" name="Rounded Rectangle 50">
            <a:extLst>
              <a:ext uri="{FF2B5EF4-FFF2-40B4-BE49-F238E27FC236}">
                <a16:creationId xmlns:a16="http://schemas.microsoft.com/office/drawing/2014/main" id="{F45FBE28-BE8D-DED6-3977-A35C74FD3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2585306"/>
            <a:ext cx="5972919" cy="932688"/>
          </a:xfrm>
          <a:prstGeom prst="roundRect">
            <a:avLst>
              <a:gd name="adj" fmla="val 13128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6" name="Rounded Rectangle 55">
            <a:extLst>
              <a:ext uri="{FF2B5EF4-FFF2-40B4-BE49-F238E27FC236}">
                <a16:creationId xmlns:a16="http://schemas.microsoft.com/office/drawing/2014/main" id="{2F64D3D4-86A8-332C-C08C-56C186DAB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3592102"/>
            <a:ext cx="5972919" cy="932688"/>
          </a:xfrm>
          <a:prstGeom prst="roundRect">
            <a:avLst>
              <a:gd name="adj" fmla="val 13231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7" name="Rounded Rectangle 60">
            <a:extLst>
              <a:ext uri="{FF2B5EF4-FFF2-40B4-BE49-F238E27FC236}">
                <a16:creationId xmlns:a16="http://schemas.microsoft.com/office/drawing/2014/main" id="{19F0CC36-F1FB-632F-7569-74DA79B95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4598898"/>
            <a:ext cx="5972919" cy="932688"/>
          </a:xfrm>
          <a:prstGeom prst="roundRect">
            <a:avLst>
              <a:gd name="adj" fmla="val 1221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8" name="Rounded Rectangle 20">
            <a:extLst>
              <a:ext uri="{FF2B5EF4-FFF2-40B4-BE49-F238E27FC236}">
                <a16:creationId xmlns:a16="http://schemas.microsoft.com/office/drawing/2014/main" id="{3923BC9E-92B9-804E-6B78-A0405A155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1578510"/>
            <a:ext cx="3204328" cy="93268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19" name="Rounded Rectangle 23">
            <a:extLst>
              <a:ext uri="{FF2B5EF4-FFF2-40B4-BE49-F238E27FC236}">
                <a16:creationId xmlns:a16="http://schemas.microsoft.com/office/drawing/2014/main" id="{DDF0544D-EDBE-E23C-1DEE-9321AD081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2585306"/>
            <a:ext cx="3204328" cy="93268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C3455CCB-C24F-0918-DDC0-089FC7A04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8468" y="4598898"/>
            <a:ext cx="3206369" cy="93268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1" name="Rectangle: Rounded Corners 10">
            <a:extLst>
              <a:ext uri="{FF2B5EF4-FFF2-40B4-BE49-F238E27FC236}">
                <a16:creationId xmlns:a16="http://schemas.microsoft.com/office/drawing/2014/main" id="{57AC6C64-4EA9-70A1-AE04-D983F85F6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59093" y="1190813"/>
            <a:ext cx="1224299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Key Processes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20DB206-1E09-B91E-9F54-10742BA42D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8513" y="1790939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: Rounded Corners 10">
            <a:extLst>
              <a:ext uri="{FF2B5EF4-FFF2-40B4-BE49-F238E27FC236}">
                <a16:creationId xmlns:a16="http://schemas.microsoft.com/office/drawing/2014/main" id="{F283C8DD-3E76-1525-2983-F78D468EA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8649" y="1190813"/>
            <a:ext cx="1892808" cy="27305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Before AI</a:t>
            </a:r>
          </a:p>
        </p:txBody>
      </p:sp>
      <p:sp>
        <p:nvSpPr>
          <p:cNvPr id="24" name="Rounded Rectangle 60">
            <a:extLst>
              <a:ext uri="{FF2B5EF4-FFF2-40B4-BE49-F238E27FC236}">
                <a16:creationId xmlns:a16="http://schemas.microsoft.com/office/drawing/2014/main" id="{FE634DD4-3EF9-0D15-1DDE-4024D59FA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4320505" y="5605694"/>
            <a:ext cx="5972919" cy="932688"/>
          </a:xfrm>
          <a:prstGeom prst="roundRect">
            <a:avLst>
              <a:gd name="adj" fmla="val 12215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5" name="Rounded Rectangle 31">
            <a:extLst>
              <a:ext uri="{FF2B5EF4-FFF2-40B4-BE49-F238E27FC236}">
                <a16:creationId xmlns:a16="http://schemas.microsoft.com/office/drawing/2014/main" id="{582E95FF-F204-A2C6-B1D7-26E7D0C6E1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048" y="5605694"/>
            <a:ext cx="3205134" cy="93268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26" name="Rectangle: Rounded Corners 10">
            <a:extLst>
              <a:ext uri="{FF2B5EF4-FFF2-40B4-BE49-F238E27FC236}">
                <a16:creationId xmlns:a16="http://schemas.microsoft.com/office/drawing/2014/main" id="{FF4A5D24-E5ED-ED4B-73C8-FEEBC1E18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99290" y="1190813"/>
            <a:ext cx="1811983" cy="27305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178D4"/>
              </a:gs>
              <a:gs pos="67269">
                <a:srgbClr val="E176D5"/>
              </a:gs>
              <a:gs pos="33000">
                <a:srgbClr val="629CFF"/>
              </a:gs>
              <a:gs pos="100000">
                <a:srgbClr val="FDA778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Segoe Sans Display" pitchFamily="2" charset="0"/>
              </a:rPr>
              <a:t>After AI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04735D59-0756-1F28-325D-B95A801251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8649" y="1975605"/>
            <a:ext cx="1920240" cy="13849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8DC41E68-3E78-C147-795C-5CE3F98396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32788" y="1578510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6" name="Text Placeholder 32">
            <a:extLst>
              <a:ext uri="{FF2B5EF4-FFF2-40B4-BE49-F238E27FC236}">
                <a16:creationId xmlns:a16="http://schemas.microsoft.com/office/drawing/2014/main" id="{A35306A8-4AB6-27A1-2284-B67D86A65D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5111" y="1578510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4BA3A142-A819-F553-5D15-FB96846EDC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8513" y="2797735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26EE3EA-C9A9-D990-9C00-02E44F91E7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98649" y="2982401"/>
            <a:ext cx="1920240" cy="13849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32">
            <a:extLst>
              <a:ext uri="{FF2B5EF4-FFF2-40B4-BE49-F238E27FC236}">
                <a16:creationId xmlns:a16="http://schemas.microsoft.com/office/drawing/2014/main" id="{F0E4F28B-ABF1-36EC-1032-A02714B652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32789" y="2585306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8" name="Text Placeholder 32">
            <a:extLst>
              <a:ext uri="{FF2B5EF4-FFF2-40B4-BE49-F238E27FC236}">
                <a16:creationId xmlns:a16="http://schemas.microsoft.com/office/drawing/2014/main" id="{2ECDC387-F36E-528E-8201-026B467B78E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405111" y="2585306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9" name="Text Placeholder 32">
            <a:extLst>
              <a:ext uri="{FF2B5EF4-FFF2-40B4-BE49-F238E27FC236}">
                <a16:creationId xmlns:a16="http://schemas.microsoft.com/office/drawing/2014/main" id="{B7C78BB3-DA91-4E6E-F986-D3754AD2242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32789" y="3592102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45E89DB9-F245-9E41-1C7C-059AD53620E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05111" y="3592102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E32B60DA-E7BB-2B7E-DA8C-1DE2918AA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98513" y="4811327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2">
            <a:extLst>
              <a:ext uri="{FF2B5EF4-FFF2-40B4-BE49-F238E27FC236}">
                <a16:creationId xmlns:a16="http://schemas.microsoft.com/office/drawing/2014/main" id="{AD5D034B-B4D5-01E4-078A-4F1DE4219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98649" y="4995993"/>
            <a:ext cx="1920240" cy="13849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32">
            <a:extLst>
              <a:ext uri="{FF2B5EF4-FFF2-40B4-BE49-F238E27FC236}">
                <a16:creationId xmlns:a16="http://schemas.microsoft.com/office/drawing/2014/main" id="{C7F804DA-BC3F-3640-998C-1BB1F57FB2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32789" y="4598898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2" name="Text Placeholder 32">
            <a:extLst>
              <a:ext uri="{FF2B5EF4-FFF2-40B4-BE49-F238E27FC236}">
                <a16:creationId xmlns:a16="http://schemas.microsoft.com/office/drawing/2014/main" id="{C6A9E63B-12A4-654D-49DD-164124F8D0B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405111" y="4598898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4ADED78-B614-0FFF-B211-76B31F9AE9C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8513" y="5818123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46CEDAE2-5599-F4E2-6E7F-C9E1F03E41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98649" y="6002789"/>
            <a:ext cx="1920240" cy="13849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2">
            <a:extLst>
              <a:ext uri="{FF2B5EF4-FFF2-40B4-BE49-F238E27FC236}">
                <a16:creationId xmlns:a16="http://schemas.microsoft.com/office/drawing/2014/main" id="{80030978-FE73-07C4-38E2-BEC98FAE102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32789" y="5605694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64" name="Text Placeholder 32">
            <a:extLst>
              <a:ext uri="{FF2B5EF4-FFF2-40B4-BE49-F238E27FC236}">
                <a16:creationId xmlns:a16="http://schemas.microsoft.com/office/drawing/2014/main" id="{E93E70C8-4DCB-4FD4-1561-DC47304B7A4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405111" y="5605694"/>
            <a:ext cx="2788920" cy="382669"/>
          </a:xfrm>
          <a:prstGeom prst="rect">
            <a:avLst/>
          </a:prstGeom>
        </p:spPr>
        <p:txBody>
          <a:bodyPr tIns="64008"/>
          <a:lstStyle>
            <a:lvl1pPr>
              <a:lnSpc>
                <a:spcPct val="100000"/>
              </a:lnSpc>
              <a:spcBef>
                <a:spcPts val="0"/>
              </a:spcBef>
              <a:defRPr sz="950">
                <a:solidFill>
                  <a:srgbClr val="0078D4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200"/>
              </a:spcBef>
              <a:defRPr sz="9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" name="Rounded Rectangle 23">
            <a:extLst>
              <a:ext uri="{FF2B5EF4-FFF2-40B4-BE49-F238E27FC236}">
                <a16:creationId xmlns:a16="http://schemas.microsoft.com/office/drawing/2014/main" id="{C32EBA0D-9E4C-D25F-5B81-272FA1CC2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699425" y="3592102"/>
            <a:ext cx="3204328" cy="932688"/>
          </a:xfrm>
          <a:prstGeom prst="roundRect">
            <a:avLst>
              <a:gd name="adj" fmla="val 1496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>
            <a:outerShdw blurRad="190500" sx="102000" sy="102000" algn="ctr" rotWithShape="0">
              <a:prstClr val="black">
                <a:alpha val="19758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FA133CA-8E89-74C6-250B-E24A6EC1898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98513" y="3804531"/>
            <a:ext cx="960120" cy="507831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5D933910-FE18-266F-2E15-062F7BB2219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898649" y="3989197"/>
            <a:ext cx="1920240" cy="138499"/>
          </a:xfrm>
          <a:prstGeom prst="rect">
            <a:avLst/>
          </a:prstGeom>
        </p:spPr>
        <p:txBody>
          <a:bodyPr anchor="ctr" anchorCtr="0"/>
          <a:lstStyle>
            <a:lvl1pPr>
              <a:lnSpc>
                <a:spcPct val="100000"/>
              </a:lnSpc>
              <a:spcBef>
                <a:spcPts val="300"/>
              </a:spcBef>
              <a:defRPr sz="900">
                <a:latin typeface="+mn-lt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26909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ilot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434CD3-B5AB-D10E-DB6D-E4408EEE1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048" y="0"/>
            <a:ext cx="12188952" cy="6858000"/>
            <a:chOff x="0" y="0"/>
            <a:chExt cx="1218895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8D21BD-6389-8481-3722-9F401AC1ECFB}"/>
                </a:ext>
              </a:extLst>
            </p:cNvPr>
            <p:cNvSpPr/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4BB01073-1777-1B14-214B-1FAE054897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3AEEC1-EA5F-9431-80A5-D3A454A59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3434" y="1731038"/>
            <a:ext cx="3291840" cy="4532639"/>
          </a:xfrm>
          <a:prstGeom prst="roundRect">
            <a:avLst>
              <a:gd name="adj" fmla="val 4435"/>
            </a:avLst>
          </a:prstGeom>
          <a:solidFill>
            <a:schemeClr val="bg1"/>
          </a:solidFill>
          <a:ln w="15875">
            <a:solidFill>
              <a:schemeClr val="bg2">
                <a:lumMod val="90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14367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23165"/>
          </a:xfrm>
          <a:prstGeom prst="rect">
            <a:avLst/>
          </a:prstGeom>
        </p:spPr>
        <p:txBody>
          <a:bodyPr tIns="45720">
            <a:spAutoFit/>
          </a:bodyPr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Rounded Rectangle 80">
            <a:extLst>
              <a:ext uri="{FF2B5EF4-FFF2-40B4-BE49-F238E27FC236}">
                <a16:creationId xmlns:a16="http://schemas.microsoft.com/office/drawing/2014/main" id="{CDA2C4DA-D9EA-4BC1-790F-5CD51FB5C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74675" y="1737226"/>
            <a:ext cx="3291840" cy="1726634"/>
          </a:xfrm>
          <a:prstGeom prst="roundRect">
            <a:avLst>
              <a:gd name="adj" fmla="val 625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9" name="Rounded Rectangle 80">
            <a:extLst>
              <a:ext uri="{FF2B5EF4-FFF2-40B4-BE49-F238E27FC236}">
                <a16:creationId xmlns:a16="http://schemas.microsoft.com/office/drawing/2014/main" id="{91B0EE55-8281-26B9-0E61-32D2B7483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4450080" y="1731039"/>
            <a:ext cx="3291840" cy="1726634"/>
          </a:xfrm>
          <a:prstGeom prst="roundRect">
            <a:avLst>
              <a:gd name="adj" fmla="val 625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Segoe UI" pitchFamily="34" charset="0"/>
              <a:cs typeface="Segoe Sans Display" pitchFamily="2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0A0039-E3A0-37BA-4F7A-197CA2A7E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446415" y="3912555"/>
            <a:ext cx="6295505" cy="0"/>
          </a:xfrm>
          <a:prstGeom prst="line">
            <a:avLst/>
          </a:prstGeom>
          <a:ln w="12700">
            <a:solidFill>
              <a:srgbClr val="E1D3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5E7996-D5BF-4B3B-BF27-C38435043BFB}"/>
              </a:ext>
            </a:extLst>
          </p:cNvPr>
          <p:cNvSpPr/>
          <p:nvPr userDrawn="1"/>
        </p:nvSpPr>
        <p:spPr>
          <a:xfrm>
            <a:off x="1326655" y="1600523"/>
            <a:ext cx="1811983" cy="39384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rnd">
            <a:noFill/>
            <a:headEnd type="none" w="med" len="med"/>
            <a:tailEnd type="none" w="med" len="med"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49">
              <a:spcBef>
                <a:spcPts val="600"/>
              </a:spcBef>
            </a:pPr>
            <a:r>
              <a:rPr lang="en-US" sz="14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+mj-lt"/>
              </a:rPr>
              <a:t>Ambition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FC9B34B-5A81-3A09-10FB-9C41354FF6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4200" y="2173080"/>
            <a:ext cx="3292475" cy="630942"/>
          </a:xfrm>
          <a:prstGeom prst="rect">
            <a:avLst/>
          </a:prstGeom>
        </p:spPr>
        <p:txBody>
          <a:bodyPr lIns="137160" rIns="137160"/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  <a:lvl2pPr>
              <a:spcBef>
                <a:spcPts val="300"/>
              </a:spcBef>
              <a:defRPr sz="1200"/>
            </a:lvl2pPr>
            <a:lvl3pPr marL="164592" indent="-164592">
              <a:spcBef>
                <a:spcPts val="300"/>
              </a:spcBef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: Rounded Corners 10">
            <a:extLst>
              <a:ext uri="{FF2B5EF4-FFF2-40B4-BE49-F238E27FC236}">
                <a16:creationId xmlns:a16="http://schemas.microsoft.com/office/drawing/2014/main" id="{73B0FA2C-E203-6C45-E612-A0DCBE0437A7}"/>
              </a:ext>
            </a:extLst>
          </p:cNvPr>
          <p:cNvSpPr/>
          <p:nvPr userDrawn="1"/>
        </p:nvSpPr>
        <p:spPr>
          <a:xfrm>
            <a:off x="5190009" y="1594510"/>
            <a:ext cx="1811983" cy="39384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rnd">
            <a:noFill/>
            <a:headEnd type="none" w="med" len="med"/>
            <a:tailEnd type="none" w="med" len="med"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49">
              <a:spcBef>
                <a:spcPts val="600"/>
              </a:spcBef>
            </a:pPr>
            <a:r>
              <a:rPr lang="en-US" sz="14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+mj-lt"/>
              </a:rPr>
              <a:t>Goal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6F8A2CCA-7BDC-25F6-6FE5-3B70990275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59538" y="2173078"/>
            <a:ext cx="3292475" cy="630942"/>
          </a:xfrm>
          <a:prstGeom prst="rect">
            <a:avLst/>
          </a:prstGeom>
        </p:spPr>
        <p:txBody>
          <a:bodyPr lIns="137160" rIns="137160"/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  <a:lvl2pPr>
              <a:spcBef>
                <a:spcPts val="300"/>
              </a:spcBef>
              <a:defRPr sz="1200"/>
            </a:lvl2pPr>
            <a:lvl3pPr marL="164592" indent="-164592">
              <a:spcBef>
                <a:spcPts val="300"/>
              </a:spcBef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: Rounded Corners 10">
            <a:extLst>
              <a:ext uri="{FF2B5EF4-FFF2-40B4-BE49-F238E27FC236}">
                <a16:creationId xmlns:a16="http://schemas.microsoft.com/office/drawing/2014/main" id="{F0543597-4B2E-D145-DF30-735818C8166B}"/>
              </a:ext>
            </a:extLst>
          </p:cNvPr>
          <p:cNvSpPr/>
          <p:nvPr userDrawn="1"/>
        </p:nvSpPr>
        <p:spPr>
          <a:xfrm>
            <a:off x="9053363" y="1600523"/>
            <a:ext cx="1811983" cy="39384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 cap="rnd">
            <a:noFill/>
            <a:headEnd type="none" w="med" len="med"/>
            <a:tailEnd type="none" w="med" len="med"/>
          </a:ln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defTabSz="932449">
              <a:spcBef>
                <a:spcPts val="600"/>
              </a:spcBef>
            </a:pPr>
            <a:r>
              <a:rPr lang="en-US" sz="1400">
                <a:gradFill>
                  <a:gsLst>
                    <a:gs pos="1399">
                      <a:srgbClr val="FFFFFF"/>
                    </a:gs>
                    <a:gs pos="17000">
                      <a:srgbClr val="FFFFFF"/>
                    </a:gs>
                  </a:gsLst>
                  <a:path path="circle">
                    <a:fillToRect l="100000" t="100000"/>
                  </a:path>
                </a:gradFill>
                <a:latin typeface="+mj-lt"/>
              </a:rPr>
              <a:t>Approach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886F4193-138B-1E76-C9D9-CA0008A99D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03341" y="2724017"/>
            <a:ext cx="3292475" cy="184666"/>
          </a:xfrm>
          <a:prstGeom prst="rect">
            <a:avLst/>
          </a:prstGeom>
        </p:spPr>
        <p:txBody>
          <a:bodyPr lIns="137160" rIns="137160" anchor="ctr" anchorCtr="0">
            <a:spAutoFit/>
          </a:bodyPr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69EF917B-94C4-921E-4DE6-565DF1DE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03341" y="4133079"/>
            <a:ext cx="3292475" cy="184666"/>
          </a:xfrm>
          <a:prstGeom prst="rect">
            <a:avLst/>
          </a:prstGeom>
        </p:spPr>
        <p:txBody>
          <a:bodyPr lIns="137160" rIns="137160" anchor="ctr" anchorCtr="0">
            <a:spAutoFit/>
          </a:bodyPr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AED83C3E-CA1F-3974-41A1-2B0AF3E88B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341" y="5542140"/>
            <a:ext cx="3292475" cy="184666"/>
          </a:xfrm>
          <a:prstGeom prst="rect">
            <a:avLst/>
          </a:prstGeom>
        </p:spPr>
        <p:txBody>
          <a:bodyPr lIns="137160" rIns="137160" anchor="ctr" anchorCtr="0">
            <a:spAutoFit/>
          </a:bodyPr>
          <a:lstStyle>
            <a:lvl1pPr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E602759-D5CB-59FB-83DC-41FC240A1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4675" y="4526322"/>
            <a:ext cx="2103120" cy="1737360"/>
          </a:xfrm>
          <a:prstGeom prst="roundRect">
            <a:avLst>
              <a:gd name="adj" fmla="val 621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Calibri" panose="020F0502020204030204" pitchFamily="34" charset="0"/>
              <a:cs typeface="Segoe Sans Display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60FDA5-25E5-23EE-82B9-EF5F45D85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95983" y="4526322"/>
            <a:ext cx="2103120" cy="1737360"/>
          </a:xfrm>
          <a:prstGeom prst="roundRect">
            <a:avLst>
              <a:gd name="adj" fmla="val 621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Calibri" panose="020F0502020204030204" pitchFamily="34" charset="0"/>
              <a:cs typeface="Segoe Sans Display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D5F0863-145A-E1F3-AC3C-9EFE0228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7291" y="4526322"/>
            <a:ext cx="2103120" cy="1737360"/>
          </a:xfrm>
          <a:prstGeom prst="roundRect">
            <a:avLst>
              <a:gd name="adj" fmla="val 621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 pitchFamily="2" charset="0"/>
              <a:ea typeface="Calibri" panose="020F0502020204030204" pitchFamily="34" charset="0"/>
              <a:cs typeface="Segoe Sans Display" pitchFamily="2" charset="0"/>
            </a:endParaRP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84837D6-9AC9-DF6F-24DC-BD68727F06D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1" y="4183194"/>
            <a:ext cx="1968500" cy="215444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966A5F5-487F-38E2-31AD-69410881CD4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4675" y="3758667"/>
            <a:ext cx="1450012" cy="276999"/>
          </a:xfrm>
          <a:prstGeom prst="rect">
            <a:avLst/>
          </a:prstGeom>
          <a:solidFill>
            <a:srgbClr val="FFF8F3"/>
          </a:solidFill>
        </p:spPr>
        <p:txBody>
          <a:bodyPr wrap="none" rIns="182880"/>
          <a:lstStyle>
            <a:lvl1pPr>
              <a:defRPr sz="1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8D49B5AF-A581-8673-2F9A-D713A4B557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4667250"/>
            <a:ext cx="2103120" cy="938719"/>
          </a:xfrm>
          <a:prstGeom prst="rect">
            <a:avLst/>
          </a:prstGeom>
        </p:spPr>
        <p:txBody>
          <a:bodyPr lIns="137160" rIns="137160"/>
          <a:lstStyle>
            <a:lvl1pPr>
              <a:spcBef>
                <a:spcPts val="0"/>
              </a:spcBef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 sz="1200" i="1"/>
            </a:lvl3pPr>
          </a:lstStyle>
          <a:p>
            <a:pPr lvl="0"/>
            <a:r>
              <a:rPr lang="en-US"/>
              <a:t>##%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21B1086-03D4-D8A6-EDF7-B21D17180E6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14122" y="4183194"/>
            <a:ext cx="1968500" cy="215444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E74B66BA-251D-787B-1669-F62538B0EF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02008" y="4667250"/>
            <a:ext cx="2103120" cy="938719"/>
          </a:xfrm>
          <a:prstGeom prst="rect">
            <a:avLst/>
          </a:prstGeom>
        </p:spPr>
        <p:txBody>
          <a:bodyPr lIns="137160" rIns="137160"/>
          <a:lstStyle>
            <a:lvl1pPr>
              <a:spcBef>
                <a:spcPts val="0"/>
              </a:spcBef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 sz="1200" i="1"/>
            </a:lvl3pPr>
          </a:lstStyle>
          <a:p>
            <a:pPr lvl="0"/>
            <a:r>
              <a:rPr lang="en-US"/>
              <a:t>##%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A9C7A361-EF4F-2E3F-4751-8E8BA9FDC9D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29404" y="4183194"/>
            <a:ext cx="1968500" cy="215444"/>
          </a:xfrm>
          <a:prstGeom prst="rect">
            <a:avLst/>
          </a:prstGeom>
        </p:spPr>
        <p:txBody>
          <a:bodyPr lIns="0" rIns="0"/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D3CB9839-F2F7-C392-76E9-C1522FB24E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7291" y="4667250"/>
            <a:ext cx="2103120" cy="938719"/>
          </a:xfrm>
          <a:prstGeom prst="rect">
            <a:avLst/>
          </a:prstGeom>
        </p:spPr>
        <p:txBody>
          <a:bodyPr lIns="137160" rIns="137160"/>
          <a:lstStyle>
            <a:lvl1pPr>
              <a:spcBef>
                <a:spcPts val="0"/>
              </a:spcBef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>
              <a:spcBef>
                <a:spcPts val="0"/>
              </a:spcBef>
              <a:defRPr sz="1200">
                <a:solidFill>
                  <a:schemeClr val="tx2"/>
                </a:solidFill>
              </a:defRPr>
            </a:lvl2pPr>
            <a:lvl3pPr marL="0" indent="0">
              <a:buNone/>
              <a:defRPr sz="1200" i="1"/>
            </a:lvl3pPr>
          </a:lstStyle>
          <a:p>
            <a:pPr lvl="0"/>
            <a:r>
              <a:rPr lang="en-US"/>
              <a:t>##%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sz="1200"/>
              <a:t>Third level</a:t>
            </a:r>
            <a:endParaRPr lang="en-US"/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390451D9-D908-3B97-C523-5AD916D4DAB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84200" y="6482767"/>
            <a:ext cx="10058400" cy="123111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100"/>
              </a:spcBef>
              <a:defRPr sz="800">
                <a:solidFill>
                  <a:schemeClr val="tx2"/>
                </a:solidFill>
                <a:latin typeface="+mn-lt"/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55786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y in the life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0119C2-A320-B7AA-11DD-460625EF3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48" y="0"/>
            <a:ext cx="12188952" cy="6858000"/>
            <a:chOff x="3048" y="0"/>
            <a:chExt cx="1218895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A20901-02EE-A18C-D7F0-964EA40ECB7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3048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2" name="Picture 11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F19E7B0F-64A6-EDE0-A004-6345F3D3FF6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48" y="6724651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8" name="Freeform: Shape 2">
            <a:extLst>
              <a:ext uri="{FF2B5EF4-FFF2-40B4-BE49-F238E27FC236}">
                <a16:creationId xmlns:a16="http://schemas.microsoft.com/office/drawing/2014/main" id="{ACA1793F-CB56-036C-15C4-6F45C10EE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576" y="1637407"/>
            <a:ext cx="11100760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0 w 9706877"/>
              <a:gd name="connsiteY0" fmla="*/ 0 h 2491048"/>
              <a:gd name="connsiteX1" fmla="*/ 9486494 w 9706877"/>
              <a:gd name="connsiteY1" fmla="*/ 0 h 2491048"/>
              <a:gd name="connsiteX2" fmla="*/ 9706877 w 9706877"/>
              <a:gd name="connsiteY2" fmla="*/ 220383 h 2491048"/>
              <a:gd name="connsiteX3" fmla="*/ 9706877 w 9706877"/>
              <a:gd name="connsiteY3" fmla="*/ 2270665 h 2491048"/>
              <a:gd name="connsiteX4" fmla="*/ 9486494 w 9706877"/>
              <a:gd name="connsiteY4" fmla="*/ 2491048 h 2491048"/>
              <a:gd name="connsiteX5" fmla="*/ 635902 w 9706877"/>
              <a:gd name="connsiteY5" fmla="*/ 2491048 h 2491048"/>
              <a:gd name="connsiteX0" fmla="*/ 19270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289046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0 w 9745418"/>
              <a:gd name="connsiteY0" fmla="*/ 0 h 2491048"/>
              <a:gd name="connsiteX1" fmla="*/ 9525035 w 9745418"/>
              <a:gd name="connsiteY1" fmla="*/ 0 h 2491048"/>
              <a:gd name="connsiteX2" fmla="*/ 9745418 w 9745418"/>
              <a:gd name="connsiteY2" fmla="*/ 220383 h 2491048"/>
              <a:gd name="connsiteX3" fmla="*/ 9745418 w 9745418"/>
              <a:gd name="connsiteY3" fmla="*/ 2270665 h 2491048"/>
              <a:gd name="connsiteX4" fmla="*/ 9525035 w 9745418"/>
              <a:gd name="connsiteY4" fmla="*/ 2491048 h 2491048"/>
              <a:gd name="connsiteX5" fmla="*/ 19271 w 9745418"/>
              <a:gd name="connsiteY5" fmla="*/ 2491048 h 2491048"/>
              <a:gd name="connsiteX0" fmla="*/ 28903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0 w 9697244"/>
              <a:gd name="connsiteY0" fmla="*/ 0 h 2491048"/>
              <a:gd name="connsiteX1" fmla="*/ 9476861 w 9697244"/>
              <a:gd name="connsiteY1" fmla="*/ 0 h 2491048"/>
              <a:gd name="connsiteX2" fmla="*/ 9697244 w 9697244"/>
              <a:gd name="connsiteY2" fmla="*/ 220383 h 2491048"/>
              <a:gd name="connsiteX3" fmla="*/ 9697244 w 9697244"/>
              <a:gd name="connsiteY3" fmla="*/ 2270665 h 2491048"/>
              <a:gd name="connsiteX4" fmla="*/ 9476861 w 9697244"/>
              <a:gd name="connsiteY4" fmla="*/ 2491048 h 2491048"/>
              <a:gd name="connsiteX5" fmla="*/ 154159 w 9697244"/>
              <a:gd name="connsiteY5" fmla="*/ 2491048 h 2491048"/>
              <a:gd name="connsiteX0" fmla="*/ 0 w 9697244"/>
              <a:gd name="connsiteY0" fmla="*/ 0 h 2491048"/>
              <a:gd name="connsiteX1" fmla="*/ 9476861 w 9697244"/>
              <a:gd name="connsiteY1" fmla="*/ 0 h 2491048"/>
              <a:gd name="connsiteX2" fmla="*/ 9697244 w 9697244"/>
              <a:gd name="connsiteY2" fmla="*/ 220383 h 2491048"/>
              <a:gd name="connsiteX3" fmla="*/ 9697244 w 9697244"/>
              <a:gd name="connsiteY3" fmla="*/ 2270665 h 2491048"/>
              <a:gd name="connsiteX4" fmla="*/ 9476861 w 9697244"/>
              <a:gd name="connsiteY4" fmla="*/ 2491048 h 2491048"/>
              <a:gd name="connsiteX5" fmla="*/ 1 w 9697244"/>
              <a:gd name="connsiteY5" fmla="*/ 2491048 h 2491048"/>
              <a:gd name="connsiteX0" fmla="*/ 240871 w 9938115"/>
              <a:gd name="connsiteY0" fmla="*/ 0 h 2491048"/>
              <a:gd name="connsiteX1" fmla="*/ 9717732 w 9938115"/>
              <a:gd name="connsiteY1" fmla="*/ 0 h 2491048"/>
              <a:gd name="connsiteX2" fmla="*/ 9938115 w 9938115"/>
              <a:gd name="connsiteY2" fmla="*/ 220383 h 2491048"/>
              <a:gd name="connsiteX3" fmla="*/ 9938115 w 9938115"/>
              <a:gd name="connsiteY3" fmla="*/ 2270665 h 2491048"/>
              <a:gd name="connsiteX4" fmla="*/ 9717732 w 9938115"/>
              <a:gd name="connsiteY4" fmla="*/ 2491048 h 2491048"/>
              <a:gd name="connsiteX5" fmla="*/ 0 w 9938115"/>
              <a:gd name="connsiteY5" fmla="*/ 2491048 h 2491048"/>
              <a:gd name="connsiteX0" fmla="*/ 9634 w 9938115"/>
              <a:gd name="connsiteY0" fmla="*/ 0 h 2491048"/>
              <a:gd name="connsiteX1" fmla="*/ 9717732 w 9938115"/>
              <a:gd name="connsiteY1" fmla="*/ 0 h 2491048"/>
              <a:gd name="connsiteX2" fmla="*/ 9938115 w 9938115"/>
              <a:gd name="connsiteY2" fmla="*/ 220383 h 2491048"/>
              <a:gd name="connsiteX3" fmla="*/ 9938115 w 9938115"/>
              <a:gd name="connsiteY3" fmla="*/ 2270665 h 2491048"/>
              <a:gd name="connsiteX4" fmla="*/ 9717732 w 9938115"/>
              <a:gd name="connsiteY4" fmla="*/ 2491048 h 2491048"/>
              <a:gd name="connsiteX5" fmla="*/ 0 w 9938115"/>
              <a:gd name="connsiteY5" fmla="*/ 2491048 h 2491048"/>
              <a:gd name="connsiteX0" fmla="*/ 0 w 10058822"/>
              <a:gd name="connsiteY0" fmla="*/ 0 h 2491048"/>
              <a:gd name="connsiteX1" fmla="*/ 9838439 w 10058822"/>
              <a:gd name="connsiteY1" fmla="*/ 0 h 2491048"/>
              <a:gd name="connsiteX2" fmla="*/ 10058822 w 10058822"/>
              <a:gd name="connsiteY2" fmla="*/ 220383 h 2491048"/>
              <a:gd name="connsiteX3" fmla="*/ 10058822 w 10058822"/>
              <a:gd name="connsiteY3" fmla="*/ 2270665 h 2491048"/>
              <a:gd name="connsiteX4" fmla="*/ 9838439 w 10058822"/>
              <a:gd name="connsiteY4" fmla="*/ 2491048 h 2491048"/>
              <a:gd name="connsiteX5" fmla="*/ 120707 w 10058822"/>
              <a:gd name="connsiteY5" fmla="*/ 2491048 h 2491048"/>
              <a:gd name="connsiteX0" fmla="*/ 324 w 10059146"/>
              <a:gd name="connsiteY0" fmla="*/ 0 h 2491048"/>
              <a:gd name="connsiteX1" fmla="*/ 9838763 w 10059146"/>
              <a:gd name="connsiteY1" fmla="*/ 0 h 2491048"/>
              <a:gd name="connsiteX2" fmla="*/ 10059146 w 10059146"/>
              <a:gd name="connsiteY2" fmla="*/ 220383 h 2491048"/>
              <a:gd name="connsiteX3" fmla="*/ 10059146 w 10059146"/>
              <a:gd name="connsiteY3" fmla="*/ 2270665 h 2491048"/>
              <a:gd name="connsiteX4" fmla="*/ 9838763 w 10059146"/>
              <a:gd name="connsiteY4" fmla="*/ 2491048 h 2491048"/>
              <a:gd name="connsiteX5" fmla="*/ 0 w 10059146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9146" h="2491048">
                <a:moveTo>
                  <a:pt x="324" y="0"/>
                </a:moveTo>
                <a:lnTo>
                  <a:pt x="9838763" y="0"/>
                </a:lnTo>
                <a:cubicBezTo>
                  <a:pt x="9960477" y="0"/>
                  <a:pt x="10059146" y="98669"/>
                  <a:pt x="10059146" y="220383"/>
                </a:cubicBezTo>
                <a:lnTo>
                  <a:pt x="10059146" y="2270665"/>
                </a:lnTo>
                <a:cubicBezTo>
                  <a:pt x="10059146" y="2392379"/>
                  <a:pt x="9960477" y="2491048"/>
                  <a:pt x="9838763" y="2491048"/>
                </a:cubicBezTo>
                <a:lnTo>
                  <a:pt x="0" y="2491048"/>
                </a:lnTo>
              </a:path>
            </a:pathLst>
          </a:custGeom>
          <a:ln w="15875" cap="flat">
            <a:solidFill>
              <a:schemeClr val="accent3"/>
            </a:solidFill>
            <a:headEnd type="none" w="lg" len="med"/>
            <a:tailEnd type="none" w="lg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defTabSz="932472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cs typeface="Segoe UI" pitchFamily="34" charset="0"/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51933"/>
            <a:ext cx="6675120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8716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84282" y="521099"/>
            <a:ext cx="2534646" cy="169277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chemeClr val="accent2">
                    <a:lumMod val="75000"/>
                  </a:schemeClr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Copilot for Microsoft 365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43023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3" name="Text Placeholder 102">
            <a:extLst>
              <a:ext uri="{FF2B5EF4-FFF2-40B4-BE49-F238E27FC236}">
                <a16:creationId xmlns:a16="http://schemas.microsoft.com/office/drawing/2014/main" id="{78D71A05-3479-3DEB-1227-2FC98983A8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30234" y="521099"/>
            <a:ext cx="1456966" cy="175614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chemeClr val="accent1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357672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E1CBA9-BB11-EF2E-649E-27B49E82F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37769" y="1557143"/>
            <a:ext cx="166152" cy="166152"/>
            <a:chOff x="5214995" y="-1168400"/>
            <a:chExt cx="431800" cy="4318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54C8AC7-0DF2-A7B4-59BC-354BDE9A823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9" name="Rectangle 89">
              <a:extLst>
                <a:ext uri="{FF2B5EF4-FFF2-40B4-BE49-F238E27FC236}">
                  <a16:creationId xmlns:a16="http://schemas.microsoft.com/office/drawing/2014/main" id="{F0376496-3125-ED18-7608-C142A0C35F3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solidFill>
                <a:schemeClr val="accent3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D3E10AB-B82F-F7E8-A33D-8AF61C784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03853" y="1557143"/>
            <a:ext cx="166152" cy="166152"/>
            <a:chOff x="5214995" y="-1168400"/>
            <a:chExt cx="431800" cy="4318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C526CF7-4F8D-6DB9-E3E9-2381E7AFAF4A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  <p:sp>
          <p:nvSpPr>
            <p:cNvPr id="152" name="Rectangle 89">
              <a:extLst>
                <a:ext uri="{FF2B5EF4-FFF2-40B4-BE49-F238E27FC236}">
                  <a16:creationId xmlns:a16="http://schemas.microsoft.com/office/drawing/2014/main" id="{63E3BD4D-8045-49DC-2041-46643AE5ED02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solidFill>
                <a:schemeClr val="accent3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16F1C59-4D7D-3BDD-0560-654E11A9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3637769" y="4012394"/>
            <a:ext cx="166152" cy="166152"/>
            <a:chOff x="5214995" y="-1168400"/>
            <a:chExt cx="431800" cy="43180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C410FC-F149-F1FA-B620-BF7F0EDE7D6C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  <p:sp>
          <p:nvSpPr>
            <p:cNvPr id="155" name="Rectangle 89">
              <a:extLst>
                <a:ext uri="{FF2B5EF4-FFF2-40B4-BE49-F238E27FC236}">
                  <a16:creationId xmlns:a16="http://schemas.microsoft.com/office/drawing/2014/main" id="{5B5C9B65-59ED-2529-1E53-C9ABE9CB79FD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solidFill>
                <a:schemeClr val="accent3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DAF83D-E0BD-BE8E-ECEC-5E5EDE3E6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103853" y="4012394"/>
            <a:ext cx="166152" cy="166152"/>
            <a:chOff x="5214995" y="-1168400"/>
            <a:chExt cx="431800" cy="4318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C39567-C008-3C38-03DA-28EE0BE7483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  <p:sp>
          <p:nvSpPr>
            <p:cNvPr id="158" name="Rectangle 89">
              <a:extLst>
                <a:ext uri="{FF2B5EF4-FFF2-40B4-BE49-F238E27FC236}">
                  <a16:creationId xmlns:a16="http://schemas.microsoft.com/office/drawing/2014/main" id="{99B2574B-7594-72E2-E826-4D4DA471A11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60DF7C5-E7F6-A90D-706C-6592ECDDB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009412" y="1997561"/>
            <a:ext cx="166152" cy="166152"/>
            <a:chOff x="5214995" y="-1168400"/>
            <a:chExt cx="431800" cy="431800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1A9EA57-349E-6453-094C-DB252913E5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  <p:sp>
          <p:nvSpPr>
            <p:cNvPr id="179" name="Rectangle 89">
              <a:extLst>
                <a:ext uri="{FF2B5EF4-FFF2-40B4-BE49-F238E27FC236}">
                  <a16:creationId xmlns:a16="http://schemas.microsoft.com/office/drawing/2014/main" id="{217C0C60-8F15-8390-C6A7-0DB9E99CA65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solidFill>
                <a:schemeClr val="accent3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572509-4831-8A48-B663-AE17D9FD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009412" y="3718568"/>
            <a:ext cx="166152" cy="166152"/>
            <a:chOff x="5214995" y="-1168400"/>
            <a:chExt cx="431800" cy="4318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68A591D-A59C-D3D7-2C67-293B3727D0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  <p:sp>
          <p:nvSpPr>
            <p:cNvPr id="182" name="Rectangle 89">
              <a:extLst>
                <a:ext uri="{FF2B5EF4-FFF2-40B4-BE49-F238E27FC236}">
                  <a16:creationId xmlns:a16="http://schemas.microsoft.com/office/drawing/2014/main" id="{8B0AF6B1-C3AC-C476-AE16-287C61A1D75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solidFill>
                <a:schemeClr val="accent3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" pitchFamily="34" charset="0"/>
              </a:endParaRPr>
            </a:p>
          </p:txBody>
        </p:sp>
      </p:grp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145418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18924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105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3068560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3" name="Text Placeholder 94">
            <a:extLst>
              <a:ext uri="{FF2B5EF4-FFF2-40B4-BE49-F238E27FC236}">
                <a16:creationId xmlns:a16="http://schemas.microsoft.com/office/drawing/2014/main" id="{DF1E6E41-3DB3-84EB-984F-CCB9167D56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50283" y="145418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84" name="Text Placeholder 105">
            <a:extLst>
              <a:ext uri="{FF2B5EF4-FFF2-40B4-BE49-F238E27FC236}">
                <a16:creationId xmlns:a16="http://schemas.microsoft.com/office/drawing/2014/main" id="{6E6ACE10-8248-C360-0E35-7598E8EC82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50283" y="18924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05">
            <a:extLst>
              <a:ext uri="{FF2B5EF4-FFF2-40B4-BE49-F238E27FC236}">
                <a16:creationId xmlns:a16="http://schemas.microsoft.com/office/drawing/2014/main" id="{55D154DF-71A5-D9D3-0756-AA720889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50283" y="3068560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6" name="Text Placeholder 94">
            <a:extLst>
              <a:ext uri="{FF2B5EF4-FFF2-40B4-BE49-F238E27FC236}">
                <a16:creationId xmlns:a16="http://schemas.microsoft.com/office/drawing/2014/main" id="{3BF3353A-2534-A54C-BD30-4DA6ABBA06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16368" y="145418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87" name="Text Placeholder 105">
            <a:extLst>
              <a:ext uri="{FF2B5EF4-FFF2-40B4-BE49-F238E27FC236}">
                <a16:creationId xmlns:a16="http://schemas.microsoft.com/office/drawing/2014/main" id="{F8FA69C0-B798-B0EF-B064-997FF774E8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16368" y="18924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05">
            <a:extLst>
              <a:ext uri="{FF2B5EF4-FFF2-40B4-BE49-F238E27FC236}">
                <a16:creationId xmlns:a16="http://schemas.microsoft.com/office/drawing/2014/main" id="{FFA3E6BA-ECB6-F78C-CF22-7B05706020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516368" y="3068560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5" name="Text Placeholder 94">
            <a:extLst>
              <a:ext uri="{FF2B5EF4-FFF2-40B4-BE49-F238E27FC236}">
                <a16:creationId xmlns:a16="http://schemas.microsoft.com/office/drawing/2014/main" id="{4411A19D-5600-3582-7891-BEECA6B3C9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516368" y="391412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96" name="Text Placeholder 105">
            <a:extLst>
              <a:ext uri="{FF2B5EF4-FFF2-40B4-BE49-F238E27FC236}">
                <a16:creationId xmlns:a16="http://schemas.microsoft.com/office/drawing/2014/main" id="{E6756EC6-5C62-CCBD-6970-540F4E463C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516368" y="43486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Text Placeholder 105">
            <a:extLst>
              <a:ext uri="{FF2B5EF4-FFF2-40B4-BE49-F238E27FC236}">
                <a16:creationId xmlns:a16="http://schemas.microsoft.com/office/drawing/2014/main" id="{56520A8E-9E5D-0840-1CB1-35762F47BF5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516368" y="5502238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2" name="Text Placeholder 94">
            <a:extLst>
              <a:ext uri="{FF2B5EF4-FFF2-40B4-BE49-F238E27FC236}">
                <a16:creationId xmlns:a16="http://schemas.microsoft.com/office/drawing/2014/main" id="{D8F51403-DA8F-C60A-932D-8B8817FDA7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50283" y="391412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93" name="Text Placeholder 105">
            <a:extLst>
              <a:ext uri="{FF2B5EF4-FFF2-40B4-BE49-F238E27FC236}">
                <a16:creationId xmlns:a16="http://schemas.microsoft.com/office/drawing/2014/main" id="{1D287AE8-D07F-849B-E6F1-1AC629E8FB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050283" y="43486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Text Placeholder 105">
            <a:extLst>
              <a:ext uri="{FF2B5EF4-FFF2-40B4-BE49-F238E27FC236}">
                <a16:creationId xmlns:a16="http://schemas.microsoft.com/office/drawing/2014/main" id="{D79AB424-C959-FD9F-0942-4B657234F2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50283" y="5502238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9" name="Text Placeholder 94">
            <a:extLst>
              <a:ext uri="{FF2B5EF4-FFF2-40B4-BE49-F238E27FC236}">
                <a16:creationId xmlns:a16="http://schemas.microsoft.com/office/drawing/2014/main" id="{E07EBCA7-C1BD-E0AD-6403-14224CB1B5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199" y="3914121"/>
            <a:ext cx="2807208" cy="345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effectLst/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algn="ctr"/>
            <a:r>
              <a:rPr lang="en-US"/>
              <a:t>Scenario</a:t>
            </a:r>
          </a:p>
        </p:txBody>
      </p:sp>
      <p:sp>
        <p:nvSpPr>
          <p:cNvPr id="190" name="Text Placeholder 105">
            <a:extLst>
              <a:ext uri="{FF2B5EF4-FFF2-40B4-BE49-F238E27FC236}">
                <a16:creationId xmlns:a16="http://schemas.microsoft.com/office/drawing/2014/main" id="{880DDDC9-1973-AB6B-84B0-8402F7E57D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3486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05">
            <a:extLst>
              <a:ext uri="{FF2B5EF4-FFF2-40B4-BE49-F238E27FC236}">
                <a16:creationId xmlns:a16="http://schemas.microsoft.com/office/drawing/2014/main" id="{779BA1D8-105C-B66F-63AF-84DC7F622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502238"/>
            <a:ext cx="2808000" cy="626701"/>
          </a:xfrm>
          <a:prstGeom prst="roundRect">
            <a:avLst>
              <a:gd name="adj" fmla="val 10035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900" b="1" i="0">
                <a:latin typeface="+mj-lt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7FB0D44-B2FC-AD50-89A4-2016469B0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417128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A5639CF-B5E7-20B0-D289-A99096591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588664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8C6AE7B5-FABD-E95D-A0C4-FEA8F2FE8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60200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1D56D28-AB28-EDB2-5C51-5973494FA21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84200" y="6498156"/>
            <a:ext cx="10058400" cy="107722"/>
          </a:xfrm>
          <a:prstGeom prst="rect">
            <a:avLst/>
          </a:prstGeom>
        </p:spPr>
        <p:txBody>
          <a:bodyPr anchor="b" anchorCtr="0"/>
          <a:lstStyle>
            <a:lvl1pPr>
              <a:spcBef>
                <a:spcPts val="100"/>
              </a:spcBef>
              <a:defRPr sz="700">
                <a:solidFill>
                  <a:schemeClr val="tx2"/>
                </a:solidFill>
                <a:latin typeface="+mn-lt"/>
              </a:defRPr>
            </a:lvl1pPr>
            <a:lvl2pPr>
              <a:defRPr sz="700"/>
            </a:lvl2pPr>
            <a:lvl3pPr>
              <a:defRPr sz="700"/>
            </a:lvl3pPr>
            <a:lvl4pPr>
              <a:defRPr sz="700"/>
            </a:lvl4pPr>
            <a:lvl5pPr>
              <a:defRPr sz="7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207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enario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87766"/>
            <a:ext cx="5672544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4" name="Freeform: Shape 2">
            <a:extLst>
              <a:ext uri="{FF2B5EF4-FFF2-40B4-BE49-F238E27FC236}">
                <a16:creationId xmlns:a16="http://schemas.microsoft.com/office/drawing/2014/main" id="{2F51F4A4-9D1C-10B6-3868-E6FD8FD9C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576" y="1761263"/>
            <a:ext cx="11100760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0 w 9706877"/>
              <a:gd name="connsiteY0" fmla="*/ 0 h 2491048"/>
              <a:gd name="connsiteX1" fmla="*/ 9486494 w 9706877"/>
              <a:gd name="connsiteY1" fmla="*/ 0 h 2491048"/>
              <a:gd name="connsiteX2" fmla="*/ 9706877 w 9706877"/>
              <a:gd name="connsiteY2" fmla="*/ 220383 h 2491048"/>
              <a:gd name="connsiteX3" fmla="*/ 9706877 w 9706877"/>
              <a:gd name="connsiteY3" fmla="*/ 2270665 h 2491048"/>
              <a:gd name="connsiteX4" fmla="*/ 9486494 w 9706877"/>
              <a:gd name="connsiteY4" fmla="*/ 2491048 h 2491048"/>
              <a:gd name="connsiteX5" fmla="*/ 635902 w 9706877"/>
              <a:gd name="connsiteY5" fmla="*/ 2491048 h 2491048"/>
              <a:gd name="connsiteX0" fmla="*/ 19270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289046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0 w 9745418"/>
              <a:gd name="connsiteY0" fmla="*/ 0 h 2491048"/>
              <a:gd name="connsiteX1" fmla="*/ 9525035 w 9745418"/>
              <a:gd name="connsiteY1" fmla="*/ 0 h 2491048"/>
              <a:gd name="connsiteX2" fmla="*/ 9745418 w 9745418"/>
              <a:gd name="connsiteY2" fmla="*/ 220383 h 2491048"/>
              <a:gd name="connsiteX3" fmla="*/ 9745418 w 9745418"/>
              <a:gd name="connsiteY3" fmla="*/ 2270665 h 2491048"/>
              <a:gd name="connsiteX4" fmla="*/ 9525035 w 9745418"/>
              <a:gd name="connsiteY4" fmla="*/ 2491048 h 2491048"/>
              <a:gd name="connsiteX5" fmla="*/ 19271 w 9745418"/>
              <a:gd name="connsiteY5" fmla="*/ 2491048 h 2491048"/>
              <a:gd name="connsiteX0" fmla="*/ 28903 w 9726147"/>
              <a:gd name="connsiteY0" fmla="*/ 0 h 2491048"/>
              <a:gd name="connsiteX1" fmla="*/ 9505764 w 9726147"/>
              <a:gd name="connsiteY1" fmla="*/ 0 h 2491048"/>
              <a:gd name="connsiteX2" fmla="*/ 9726147 w 9726147"/>
              <a:gd name="connsiteY2" fmla="*/ 220383 h 2491048"/>
              <a:gd name="connsiteX3" fmla="*/ 9726147 w 9726147"/>
              <a:gd name="connsiteY3" fmla="*/ 2270665 h 2491048"/>
              <a:gd name="connsiteX4" fmla="*/ 9505764 w 9726147"/>
              <a:gd name="connsiteY4" fmla="*/ 2491048 h 2491048"/>
              <a:gd name="connsiteX5" fmla="*/ 0 w 9726147"/>
              <a:gd name="connsiteY5" fmla="*/ 2491048 h 2491048"/>
              <a:gd name="connsiteX0" fmla="*/ 0 w 9697244"/>
              <a:gd name="connsiteY0" fmla="*/ 0 h 2491048"/>
              <a:gd name="connsiteX1" fmla="*/ 9476861 w 9697244"/>
              <a:gd name="connsiteY1" fmla="*/ 0 h 2491048"/>
              <a:gd name="connsiteX2" fmla="*/ 9697244 w 9697244"/>
              <a:gd name="connsiteY2" fmla="*/ 220383 h 2491048"/>
              <a:gd name="connsiteX3" fmla="*/ 9697244 w 9697244"/>
              <a:gd name="connsiteY3" fmla="*/ 2270665 h 2491048"/>
              <a:gd name="connsiteX4" fmla="*/ 9476861 w 9697244"/>
              <a:gd name="connsiteY4" fmla="*/ 2491048 h 2491048"/>
              <a:gd name="connsiteX5" fmla="*/ 154159 w 9697244"/>
              <a:gd name="connsiteY5" fmla="*/ 2491048 h 2491048"/>
              <a:gd name="connsiteX0" fmla="*/ 0 w 9697244"/>
              <a:gd name="connsiteY0" fmla="*/ 0 h 2491048"/>
              <a:gd name="connsiteX1" fmla="*/ 9476861 w 9697244"/>
              <a:gd name="connsiteY1" fmla="*/ 0 h 2491048"/>
              <a:gd name="connsiteX2" fmla="*/ 9697244 w 9697244"/>
              <a:gd name="connsiteY2" fmla="*/ 220383 h 2491048"/>
              <a:gd name="connsiteX3" fmla="*/ 9697244 w 9697244"/>
              <a:gd name="connsiteY3" fmla="*/ 2270665 h 2491048"/>
              <a:gd name="connsiteX4" fmla="*/ 9476861 w 9697244"/>
              <a:gd name="connsiteY4" fmla="*/ 2491048 h 2491048"/>
              <a:gd name="connsiteX5" fmla="*/ 1 w 9697244"/>
              <a:gd name="connsiteY5" fmla="*/ 2491048 h 2491048"/>
              <a:gd name="connsiteX0" fmla="*/ 240871 w 9938115"/>
              <a:gd name="connsiteY0" fmla="*/ 0 h 2491048"/>
              <a:gd name="connsiteX1" fmla="*/ 9717732 w 9938115"/>
              <a:gd name="connsiteY1" fmla="*/ 0 h 2491048"/>
              <a:gd name="connsiteX2" fmla="*/ 9938115 w 9938115"/>
              <a:gd name="connsiteY2" fmla="*/ 220383 h 2491048"/>
              <a:gd name="connsiteX3" fmla="*/ 9938115 w 9938115"/>
              <a:gd name="connsiteY3" fmla="*/ 2270665 h 2491048"/>
              <a:gd name="connsiteX4" fmla="*/ 9717732 w 9938115"/>
              <a:gd name="connsiteY4" fmla="*/ 2491048 h 2491048"/>
              <a:gd name="connsiteX5" fmla="*/ 0 w 9938115"/>
              <a:gd name="connsiteY5" fmla="*/ 2491048 h 2491048"/>
              <a:gd name="connsiteX0" fmla="*/ 9634 w 9938115"/>
              <a:gd name="connsiteY0" fmla="*/ 0 h 2491048"/>
              <a:gd name="connsiteX1" fmla="*/ 9717732 w 9938115"/>
              <a:gd name="connsiteY1" fmla="*/ 0 h 2491048"/>
              <a:gd name="connsiteX2" fmla="*/ 9938115 w 9938115"/>
              <a:gd name="connsiteY2" fmla="*/ 220383 h 2491048"/>
              <a:gd name="connsiteX3" fmla="*/ 9938115 w 9938115"/>
              <a:gd name="connsiteY3" fmla="*/ 2270665 h 2491048"/>
              <a:gd name="connsiteX4" fmla="*/ 9717732 w 9938115"/>
              <a:gd name="connsiteY4" fmla="*/ 2491048 h 2491048"/>
              <a:gd name="connsiteX5" fmla="*/ 0 w 9938115"/>
              <a:gd name="connsiteY5" fmla="*/ 2491048 h 2491048"/>
              <a:gd name="connsiteX0" fmla="*/ 0 w 10058822"/>
              <a:gd name="connsiteY0" fmla="*/ 0 h 2491048"/>
              <a:gd name="connsiteX1" fmla="*/ 9838439 w 10058822"/>
              <a:gd name="connsiteY1" fmla="*/ 0 h 2491048"/>
              <a:gd name="connsiteX2" fmla="*/ 10058822 w 10058822"/>
              <a:gd name="connsiteY2" fmla="*/ 220383 h 2491048"/>
              <a:gd name="connsiteX3" fmla="*/ 10058822 w 10058822"/>
              <a:gd name="connsiteY3" fmla="*/ 2270665 h 2491048"/>
              <a:gd name="connsiteX4" fmla="*/ 9838439 w 10058822"/>
              <a:gd name="connsiteY4" fmla="*/ 2491048 h 2491048"/>
              <a:gd name="connsiteX5" fmla="*/ 120707 w 10058822"/>
              <a:gd name="connsiteY5" fmla="*/ 2491048 h 2491048"/>
              <a:gd name="connsiteX0" fmla="*/ 324 w 10059146"/>
              <a:gd name="connsiteY0" fmla="*/ 0 h 2491048"/>
              <a:gd name="connsiteX1" fmla="*/ 9838763 w 10059146"/>
              <a:gd name="connsiteY1" fmla="*/ 0 h 2491048"/>
              <a:gd name="connsiteX2" fmla="*/ 10059146 w 10059146"/>
              <a:gd name="connsiteY2" fmla="*/ 220383 h 2491048"/>
              <a:gd name="connsiteX3" fmla="*/ 10059146 w 10059146"/>
              <a:gd name="connsiteY3" fmla="*/ 2270665 h 2491048"/>
              <a:gd name="connsiteX4" fmla="*/ 9838763 w 10059146"/>
              <a:gd name="connsiteY4" fmla="*/ 2491048 h 2491048"/>
              <a:gd name="connsiteX5" fmla="*/ 0 w 10059146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59146" h="2491048">
                <a:moveTo>
                  <a:pt x="324" y="0"/>
                </a:moveTo>
                <a:lnTo>
                  <a:pt x="9838763" y="0"/>
                </a:lnTo>
                <a:cubicBezTo>
                  <a:pt x="9960477" y="0"/>
                  <a:pt x="10059146" y="98669"/>
                  <a:pt x="10059146" y="220383"/>
                </a:cubicBezTo>
                <a:lnTo>
                  <a:pt x="10059146" y="2270665"/>
                </a:lnTo>
                <a:cubicBezTo>
                  <a:pt x="10059146" y="2392379"/>
                  <a:pt x="9960477" y="2491048"/>
                  <a:pt x="9838763" y="2491048"/>
                </a:cubicBezTo>
                <a:lnTo>
                  <a:pt x="0" y="2491048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DFAC3A-9D18-4DFA-67CB-EE7054879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636944" y="1684408"/>
            <a:ext cx="166152" cy="166152"/>
            <a:chOff x="5214995" y="-1168400"/>
            <a:chExt cx="431800" cy="43180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1508D32-3003-665E-D9C9-67ACD21C3D71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3" name="Rectangle 89">
              <a:extLst>
                <a:ext uri="{FF2B5EF4-FFF2-40B4-BE49-F238E27FC236}">
                  <a16:creationId xmlns:a16="http://schemas.microsoft.com/office/drawing/2014/main" id="{248CF6DE-65DC-C736-D623-1F2A06E914A7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5B81D1-84F0-94E4-4DE4-7A327E9B2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100584" y="1684408"/>
            <a:ext cx="166152" cy="166152"/>
            <a:chOff x="5214995" y="-1168400"/>
            <a:chExt cx="431800" cy="4318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8C73BD9-3028-F45B-8158-789AEF32D47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FAF601F9-E0B9-1FBF-2750-424B7916332E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779840A-3B56-4441-9EB1-044204839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3636944" y="4142745"/>
            <a:ext cx="166152" cy="166152"/>
            <a:chOff x="5214995" y="-1168400"/>
            <a:chExt cx="431800" cy="431800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2672E089-DCD3-79B1-E202-7C5F962CAC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49" name="Rectangle 89">
              <a:extLst>
                <a:ext uri="{FF2B5EF4-FFF2-40B4-BE49-F238E27FC236}">
                  <a16:creationId xmlns:a16="http://schemas.microsoft.com/office/drawing/2014/main" id="{5A2EC4C6-437C-8108-922E-C4B4286B3B35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64E915B-BA21-E031-5D19-4519F1D78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100584" y="4142745"/>
            <a:ext cx="166152" cy="166152"/>
            <a:chOff x="5214995" y="-1168400"/>
            <a:chExt cx="431800" cy="43180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2B82046-E842-DA14-9AF1-3064C6A958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2" name="Rectangle 89">
              <a:extLst>
                <a:ext uri="{FF2B5EF4-FFF2-40B4-BE49-F238E27FC236}">
                  <a16:creationId xmlns:a16="http://schemas.microsoft.com/office/drawing/2014/main" id="{C23BDFA1-27FE-AFFE-BAFA-178EC2BDEE68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A8269E9-7FA7-00B4-27D8-BD3C30EC9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016108" y="2124548"/>
            <a:ext cx="166152" cy="166152"/>
            <a:chOff x="5214995" y="-1168400"/>
            <a:chExt cx="431800" cy="431800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16AABC-F343-A221-57CC-C5D99F7B3846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5" name="Rectangle 89">
              <a:extLst>
                <a:ext uri="{FF2B5EF4-FFF2-40B4-BE49-F238E27FC236}">
                  <a16:creationId xmlns:a16="http://schemas.microsoft.com/office/drawing/2014/main" id="{061DE92A-41EF-BE20-2B32-1F1C759D49C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D806EBC-6CF0-B99D-315F-A10C3C5C5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1016108" y="3672835"/>
            <a:ext cx="166152" cy="166152"/>
            <a:chOff x="5214995" y="-1168400"/>
            <a:chExt cx="431800" cy="4318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FCE15390-CFE7-F286-A235-8FA675AD4A0E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2F2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58" name="Rectangle 89">
              <a:extLst>
                <a:ext uri="{FF2B5EF4-FFF2-40B4-BE49-F238E27FC236}">
                  <a16:creationId xmlns:a16="http://schemas.microsoft.com/office/drawing/2014/main" id="{3AEFD386-8FD7-D901-A569-04180E61B0C0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369868" y="351933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26798" y="351933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59388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6" name="Text Placeholder 94">
            <a:extLst>
              <a:ext uri="{FF2B5EF4-FFF2-40B4-BE49-F238E27FC236}">
                <a16:creationId xmlns:a16="http://schemas.microsoft.com/office/drawing/2014/main" id="{8A6533F9-9132-CD8F-EACD-23DC8A6FF2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4052218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94">
            <a:extLst>
              <a:ext uri="{FF2B5EF4-FFF2-40B4-BE49-F238E27FC236}">
                <a16:creationId xmlns:a16="http://schemas.microsoft.com/office/drawing/2014/main" id="{3B54AA0B-E0B1-5D11-B277-EFE8393CEB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47840" y="159388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Text Placeholder 94">
            <a:extLst>
              <a:ext uri="{FF2B5EF4-FFF2-40B4-BE49-F238E27FC236}">
                <a16:creationId xmlns:a16="http://schemas.microsoft.com/office/drawing/2014/main" id="{F4DCE8BB-0971-09CE-000F-84A576611F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47840" y="4052218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9" name="Text Placeholder 94">
            <a:extLst>
              <a:ext uri="{FF2B5EF4-FFF2-40B4-BE49-F238E27FC236}">
                <a16:creationId xmlns:a16="http://schemas.microsoft.com/office/drawing/2014/main" id="{BC06CC83-0BF3-7305-E4C8-4FC7098F2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11481" y="159388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94">
            <a:extLst>
              <a:ext uri="{FF2B5EF4-FFF2-40B4-BE49-F238E27FC236}">
                <a16:creationId xmlns:a16="http://schemas.microsoft.com/office/drawing/2014/main" id="{B23A96E3-3F83-DC61-A4B8-B2A1537687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511481" y="4052218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9224" y="521099"/>
            <a:ext cx="3599821" cy="169277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C03BC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Copilot for Microsoft 365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0321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105">
            <a:extLst>
              <a:ext uri="{FF2B5EF4-FFF2-40B4-BE49-F238E27FC236}">
                <a16:creationId xmlns:a16="http://schemas.microsoft.com/office/drawing/2014/main" id="{316E4613-3786-8D83-9628-7E09E4CE5C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47840" y="20321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8" name="Text Placeholder 105">
            <a:extLst>
              <a:ext uri="{FF2B5EF4-FFF2-40B4-BE49-F238E27FC236}">
                <a16:creationId xmlns:a16="http://schemas.microsoft.com/office/drawing/2014/main" id="{78B00E55-70B0-D155-AAB8-EDCD9850B3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11481" y="2032188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105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320826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0" name="Text Placeholder 105">
            <a:extLst>
              <a:ext uri="{FF2B5EF4-FFF2-40B4-BE49-F238E27FC236}">
                <a16:creationId xmlns:a16="http://schemas.microsoft.com/office/drawing/2014/main" id="{A2B81D72-802A-1B65-345D-8316212543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4200" y="56419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1" name="Text Placeholder 105">
            <a:extLst>
              <a:ext uri="{FF2B5EF4-FFF2-40B4-BE49-F238E27FC236}">
                <a16:creationId xmlns:a16="http://schemas.microsoft.com/office/drawing/2014/main" id="{C0FC7227-E465-68DB-562C-41F9209C1C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047840" y="320826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2" name="Text Placeholder 105">
            <a:extLst>
              <a:ext uri="{FF2B5EF4-FFF2-40B4-BE49-F238E27FC236}">
                <a16:creationId xmlns:a16="http://schemas.microsoft.com/office/drawing/2014/main" id="{E720EE0E-4289-B4F4-1115-2C86FBB940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47840" y="56419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3" name="Text Placeholder 105">
            <a:extLst>
              <a:ext uri="{FF2B5EF4-FFF2-40B4-BE49-F238E27FC236}">
                <a16:creationId xmlns:a16="http://schemas.microsoft.com/office/drawing/2014/main" id="{14FE71DF-89A5-D552-ED14-BA6299A9B59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511481" y="320826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4" name="Text Placeholder 105">
            <a:extLst>
              <a:ext uri="{FF2B5EF4-FFF2-40B4-BE49-F238E27FC236}">
                <a16:creationId xmlns:a16="http://schemas.microsoft.com/office/drawing/2014/main" id="{5072DCCC-D271-7D85-5D20-D5B1E137F60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11481" y="56419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90000" tIns="36000" rIns="90000" bIns="36000" anchor="ctr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900"/>
            </a:lvl1pPr>
            <a:lvl2pPr marL="0" indent="0"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15" name="Text Placeholder 105">
            <a:extLst>
              <a:ext uri="{FF2B5EF4-FFF2-40B4-BE49-F238E27FC236}">
                <a16:creationId xmlns:a16="http://schemas.microsoft.com/office/drawing/2014/main" id="{B939ABEF-8F03-D2E2-59E7-11A40F8ECAB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84200" y="44883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6" name="Text Placeholder 105">
            <a:extLst>
              <a:ext uri="{FF2B5EF4-FFF2-40B4-BE49-F238E27FC236}">
                <a16:creationId xmlns:a16="http://schemas.microsoft.com/office/drawing/2014/main" id="{76F241AD-4900-CAEB-243D-CD8A3BDFB17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047841" y="44883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Text Placeholder 105">
            <a:extLst>
              <a:ext uri="{FF2B5EF4-FFF2-40B4-BE49-F238E27FC236}">
                <a16:creationId xmlns:a16="http://schemas.microsoft.com/office/drawing/2014/main" id="{D2CA7E74-0DAF-8C61-3066-8A79C80C011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511481" y="4488366"/>
            <a:ext cx="2808000" cy="626701"/>
          </a:xfrm>
          <a:prstGeom prst="rect">
            <a:avLst/>
          </a:prstGeom>
        </p:spPr>
        <p:txBody>
          <a:bodyPr lIns="90000" tIns="36000" rIns="90000" bIns="36000">
            <a:norm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2">
            <a:extLst>
              <a:ext uri="{FF2B5EF4-FFF2-40B4-BE49-F238E27FC236}">
                <a16:creationId xmlns:a16="http://schemas.microsoft.com/office/drawing/2014/main" id="{D78A2D53-01ED-9D74-9712-451C6F32148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30351" y="521099"/>
            <a:ext cx="1456966" cy="175614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26C3E936-7CEB-8A05-2E47-0AD7851B98F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417245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04AEA325-90B3-6821-227C-4FFCA898F9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588781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5386AB7-28CA-0BBA-03F5-CC72BD939DC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60317" y="357645"/>
            <a:ext cx="127000" cy="125999"/>
          </a:xfrm>
          <a:prstGeom prst="ellipse">
            <a:avLst/>
          </a:prstGeom>
          <a:solidFill>
            <a:srgbClr val="B1B3B3"/>
          </a:solidFill>
        </p:spPr>
        <p:txBody>
          <a:bodyPr>
            <a:noAutofit/>
          </a:bodyPr>
          <a:lstStyle>
            <a:lvl1pPr marL="0" indent="0">
              <a:buFontTx/>
              <a:buNone/>
              <a:defRPr sz="100">
                <a:noFill/>
              </a:defRPr>
            </a:lvl1pPr>
            <a:lvl2pPr marL="228600" indent="0">
              <a:buFontTx/>
              <a:buNone/>
              <a:defRPr sz="100">
                <a:noFill/>
              </a:defRPr>
            </a:lvl2pPr>
            <a:lvl3pPr marL="457200" indent="0">
              <a:buFontTx/>
              <a:buNone/>
              <a:defRPr sz="100">
                <a:noFill/>
              </a:defRPr>
            </a:lvl3pPr>
            <a:lvl4pPr marL="661988" indent="0">
              <a:buFontTx/>
              <a:buNone/>
              <a:defRPr sz="100">
                <a:noFill/>
              </a:defRPr>
            </a:lvl4pPr>
            <a:lvl5pPr marL="855663" indent="0">
              <a:buFontTx/>
              <a:buNone/>
              <a:defRPr sz="100">
                <a:noFill/>
              </a:defRPr>
            </a:lvl5pPr>
          </a:lstStyle>
          <a:p>
            <a:pPr lvl="0"/>
            <a:r>
              <a:rPr 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174021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Sans Display" pitchFamily="2" charset="0"/>
                <a:ea typeface="Segoe Sans Display" pitchFamily="2" charset="0"/>
                <a:cs typeface="Segoe Sans Display" pitchFamily="2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52572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583012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w beige bg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434CD3-B5AB-D10E-DB6D-E4408EEE1888}"/>
              </a:ext>
            </a:extLst>
          </p:cNvPr>
          <p:cNvGrpSpPr/>
          <p:nvPr userDrawn="1"/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58D21BD-6389-8481-3722-9F401AC1ECFB}"/>
                </a:ext>
              </a:extLst>
            </p:cNvPr>
            <p:cNvSpPr/>
            <p:nvPr userDrawn="1"/>
          </p:nvSpPr>
          <p:spPr bwMode="auto">
            <a:xfrm>
              <a:off x="0" y="0"/>
              <a:ext cx="12188952" cy="6858000"/>
            </a:xfrm>
            <a:prstGeom prst="rect">
              <a:avLst/>
            </a:prstGeom>
            <a:solidFill>
              <a:srgbClr val="FFF8F3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5" name="Picture 4" descr="A colorful gradient going from darker blue on the left side to light blue to magenta to orange on the right side">
              <a:extLst>
                <a:ext uri="{FF2B5EF4-FFF2-40B4-BE49-F238E27FC236}">
                  <a16:creationId xmlns:a16="http://schemas.microsoft.com/office/drawing/2014/main" id="{4BB01073-1777-1B14-214B-1FAE054897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6724719"/>
              <a:ext cx="12188952" cy="133281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94584EB2-E663-4E79-1330-9D1AE176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54975-9B72-B5D8-DC2C-2A1B1887D3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675" y="941388"/>
            <a:ext cx="11018520" cy="323165"/>
          </a:xfrm>
          <a:prstGeom prst="rect">
            <a:avLst/>
          </a:prstGeom>
        </p:spPr>
        <p:txBody>
          <a:bodyPr tIns="45720">
            <a:spAutoFit/>
          </a:bodyPr>
          <a:lstStyle>
            <a:lvl1pPr>
              <a:defRPr sz="1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084157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7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oleObject" Target="../embeddings/oleObject1.bin"/><Relationship Id="rId81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slideLayout" Target="../slideLayouts/slideLayout101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104.xml"/><Relationship Id="rId41" Type="http://schemas.openxmlformats.org/officeDocument/2006/relationships/image" Target="../media/image3.svg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37" Type="http://schemas.openxmlformats.org/officeDocument/2006/relationships/slideLayout" Target="../slideLayouts/slideLayout112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31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8.xml"/><Relationship Id="rId38" Type="http://schemas.openxmlformats.org/officeDocument/2006/relationships/slideLayout" Target="../slideLayouts/slideLayout113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39.xml"/><Relationship Id="rId21" Type="http://schemas.openxmlformats.org/officeDocument/2006/relationships/slideLayout" Target="../slideLayouts/slideLayout134.xml"/><Relationship Id="rId42" Type="http://schemas.openxmlformats.org/officeDocument/2006/relationships/slideLayout" Target="../slideLayouts/slideLayout155.xml"/><Relationship Id="rId47" Type="http://schemas.openxmlformats.org/officeDocument/2006/relationships/slideLayout" Target="../slideLayouts/slideLayout160.xml"/><Relationship Id="rId63" Type="http://schemas.openxmlformats.org/officeDocument/2006/relationships/slideLayout" Target="../slideLayouts/slideLayout176.xml"/><Relationship Id="rId68" Type="http://schemas.openxmlformats.org/officeDocument/2006/relationships/slideLayout" Target="../slideLayouts/slideLayout181.xml"/><Relationship Id="rId84" Type="http://schemas.openxmlformats.org/officeDocument/2006/relationships/slideLayout" Target="../slideLayouts/slideLayout197.xml"/><Relationship Id="rId89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24.xml"/><Relationship Id="rId32" Type="http://schemas.openxmlformats.org/officeDocument/2006/relationships/slideLayout" Target="../slideLayouts/slideLayout145.xml"/><Relationship Id="rId37" Type="http://schemas.openxmlformats.org/officeDocument/2006/relationships/slideLayout" Target="../slideLayouts/slideLayout150.xml"/><Relationship Id="rId53" Type="http://schemas.openxmlformats.org/officeDocument/2006/relationships/slideLayout" Target="../slideLayouts/slideLayout166.xml"/><Relationship Id="rId58" Type="http://schemas.openxmlformats.org/officeDocument/2006/relationships/slideLayout" Target="../slideLayouts/slideLayout171.xml"/><Relationship Id="rId74" Type="http://schemas.openxmlformats.org/officeDocument/2006/relationships/slideLayout" Target="../slideLayouts/slideLayout187.xml"/><Relationship Id="rId79" Type="http://schemas.openxmlformats.org/officeDocument/2006/relationships/slideLayout" Target="../slideLayouts/slideLayout192.xml"/><Relationship Id="rId102" Type="http://schemas.openxmlformats.org/officeDocument/2006/relationships/image" Target="../media/image1.emf"/><Relationship Id="rId5" Type="http://schemas.openxmlformats.org/officeDocument/2006/relationships/slideLayout" Target="../slideLayouts/slideLayout118.xml"/><Relationship Id="rId90" Type="http://schemas.openxmlformats.org/officeDocument/2006/relationships/slideLayout" Target="../slideLayouts/slideLayout203.xml"/><Relationship Id="rId95" Type="http://schemas.openxmlformats.org/officeDocument/2006/relationships/slideLayout" Target="../slideLayouts/slideLayout208.xml"/><Relationship Id="rId22" Type="http://schemas.openxmlformats.org/officeDocument/2006/relationships/slideLayout" Target="../slideLayouts/slideLayout135.xml"/><Relationship Id="rId27" Type="http://schemas.openxmlformats.org/officeDocument/2006/relationships/slideLayout" Target="../slideLayouts/slideLayout140.xml"/><Relationship Id="rId43" Type="http://schemas.openxmlformats.org/officeDocument/2006/relationships/slideLayout" Target="../slideLayouts/slideLayout156.xml"/><Relationship Id="rId48" Type="http://schemas.openxmlformats.org/officeDocument/2006/relationships/slideLayout" Target="../slideLayouts/slideLayout161.xml"/><Relationship Id="rId64" Type="http://schemas.openxmlformats.org/officeDocument/2006/relationships/slideLayout" Target="../slideLayouts/slideLayout177.xml"/><Relationship Id="rId69" Type="http://schemas.openxmlformats.org/officeDocument/2006/relationships/slideLayout" Target="../slideLayouts/slideLayout182.xml"/><Relationship Id="rId80" Type="http://schemas.openxmlformats.org/officeDocument/2006/relationships/slideLayout" Target="../slideLayouts/slideLayout193.xml"/><Relationship Id="rId85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5" Type="http://schemas.openxmlformats.org/officeDocument/2006/relationships/slideLayout" Target="../slideLayouts/slideLayout138.xml"/><Relationship Id="rId33" Type="http://schemas.openxmlformats.org/officeDocument/2006/relationships/slideLayout" Target="../slideLayouts/slideLayout146.xml"/><Relationship Id="rId38" Type="http://schemas.openxmlformats.org/officeDocument/2006/relationships/slideLayout" Target="../slideLayouts/slideLayout151.xml"/><Relationship Id="rId46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172.xml"/><Relationship Id="rId67" Type="http://schemas.openxmlformats.org/officeDocument/2006/relationships/slideLayout" Target="../slideLayouts/slideLayout180.xml"/><Relationship Id="rId103" Type="http://schemas.openxmlformats.org/officeDocument/2006/relationships/image" Target="../media/image2.png"/><Relationship Id="rId20" Type="http://schemas.openxmlformats.org/officeDocument/2006/relationships/slideLayout" Target="../slideLayouts/slideLayout133.xml"/><Relationship Id="rId41" Type="http://schemas.openxmlformats.org/officeDocument/2006/relationships/slideLayout" Target="../slideLayouts/slideLayout154.xml"/><Relationship Id="rId54" Type="http://schemas.openxmlformats.org/officeDocument/2006/relationships/slideLayout" Target="../slideLayouts/slideLayout167.xml"/><Relationship Id="rId62" Type="http://schemas.openxmlformats.org/officeDocument/2006/relationships/slideLayout" Target="../slideLayouts/slideLayout175.xml"/><Relationship Id="rId70" Type="http://schemas.openxmlformats.org/officeDocument/2006/relationships/slideLayout" Target="../slideLayouts/slideLayout183.xml"/><Relationship Id="rId75" Type="http://schemas.openxmlformats.org/officeDocument/2006/relationships/slideLayout" Target="../slideLayouts/slideLayout188.xml"/><Relationship Id="rId83" Type="http://schemas.openxmlformats.org/officeDocument/2006/relationships/slideLayout" Target="../slideLayouts/slideLayout196.xml"/><Relationship Id="rId88" Type="http://schemas.openxmlformats.org/officeDocument/2006/relationships/slideLayout" Target="../slideLayouts/slideLayout201.xml"/><Relationship Id="rId91" Type="http://schemas.openxmlformats.org/officeDocument/2006/relationships/slideLayout" Target="../slideLayouts/slideLayout204.xml"/><Relationship Id="rId96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28.xml"/><Relationship Id="rId23" Type="http://schemas.openxmlformats.org/officeDocument/2006/relationships/slideLayout" Target="../slideLayouts/slideLayout136.xml"/><Relationship Id="rId28" Type="http://schemas.openxmlformats.org/officeDocument/2006/relationships/slideLayout" Target="../slideLayouts/slideLayout141.xml"/><Relationship Id="rId36" Type="http://schemas.openxmlformats.org/officeDocument/2006/relationships/slideLayout" Target="../slideLayouts/slideLayout149.xml"/><Relationship Id="rId49" Type="http://schemas.openxmlformats.org/officeDocument/2006/relationships/slideLayout" Target="../slideLayouts/slideLayout162.xml"/><Relationship Id="rId57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23.xml"/><Relationship Id="rId31" Type="http://schemas.openxmlformats.org/officeDocument/2006/relationships/slideLayout" Target="../slideLayouts/slideLayout144.xml"/><Relationship Id="rId44" Type="http://schemas.openxmlformats.org/officeDocument/2006/relationships/slideLayout" Target="../slideLayouts/slideLayout157.xml"/><Relationship Id="rId52" Type="http://schemas.openxmlformats.org/officeDocument/2006/relationships/slideLayout" Target="../slideLayouts/slideLayout165.xml"/><Relationship Id="rId60" Type="http://schemas.openxmlformats.org/officeDocument/2006/relationships/slideLayout" Target="../slideLayouts/slideLayout173.xml"/><Relationship Id="rId65" Type="http://schemas.openxmlformats.org/officeDocument/2006/relationships/slideLayout" Target="../slideLayouts/slideLayout178.xml"/><Relationship Id="rId73" Type="http://schemas.openxmlformats.org/officeDocument/2006/relationships/slideLayout" Target="../slideLayouts/slideLayout186.xml"/><Relationship Id="rId78" Type="http://schemas.openxmlformats.org/officeDocument/2006/relationships/slideLayout" Target="../slideLayouts/slideLayout191.xml"/><Relationship Id="rId81" Type="http://schemas.openxmlformats.org/officeDocument/2006/relationships/slideLayout" Target="../slideLayouts/slideLayout194.xml"/><Relationship Id="rId86" Type="http://schemas.openxmlformats.org/officeDocument/2006/relationships/slideLayout" Target="../slideLayouts/slideLayout199.xml"/><Relationship Id="rId94" Type="http://schemas.openxmlformats.org/officeDocument/2006/relationships/slideLayout" Target="../slideLayouts/slideLayout207.xml"/><Relationship Id="rId99" Type="http://schemas.openxmlformats.org/officeDocument/2006/relationships/theme" Target="../theme/theme3.xml"/><Relationship Id="rId101" Type="http://schemas.openxmlformats.org/officeDocument/2006/relationships/oleObject" Target="../embeddings/oleObject2.bin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3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31.xml"/><Relationship Id="rId39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47.xml"/><Relationship Id="rId50" Type="http://schemas.openxmlformats.org/officeDocument/2006/relationships/slideLayout" Target="../slideLayouts/slideLayout163.xml"/><Relationship Id="rId55" Type="http://schemas.openxmlformats.org/officeDocument/2006/relationships/slideLayout" Target="../slideLayouts/slideLayout168.xml"/><Relationship Id="rId76" Type="http://schemas.openxmlformats.org/officeDocument/2006/relationships/slideLayout" Target="../slideLayouts/slideLayout189.xml"/><Relationship Id="rId97" Type="http://schemas.openxmlformats.org/officeDocument/2006/relationships/slideLayout" Target="../slideLayouts/slideLayout210.xml"/><Relationship Id="rId104" Type="http://schemas.openxmlformats.org/officeDocument/2006/relationships/image" Target="../media/image3.svg"/><Relationship Id="rId7" Type="http://schemas.openxmlformats.org/officeDocument/2006/relationships/slideLayout" Target="../slideLayouts/slideLayout120.xml"/><Relationship Id="rId71" Type="http://schemas.openxmlformats.org/officeDocument/2006/relationships/slideLayout" Target="../slideLayouts/slideLayout184.xml"/><Relationship Id="rId92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42.xml"/><Relationship Id="rId24" Type="http://schemas.openxmlformats.org/officeDocument/2006/relationships/slideLayout" Target="../slideLayouts/slideLayout137.xml"/><Relationship Id="rId40" Type="http://schemas.openxmlformats.org/officeDocument/2006/relationships/slideLayout" Target="../slideLayouts/slideLayout153.xml"/><Relationship Id="rId45" Type="http://schemas.openxmlformats.org/officeDocument/2006/relationships/slideLayout" Target="../slideLayouts/slideLayout158.xml"/><Relationship Id="rId66" Type="http://schemas.openxmlformats.org/officeDocument/2006/relationships/slideLayout" Target="../slideLayouts/slideLayout179.xml"/><Relationship Id="rId87" Type="http://schemas.openxmlformats.org/officeDocument/2006/relationships/slideLayout" Target="../slideLayouts/slideLayout200.xml"/><Relationship Id="rId61" Type="http://schemas.openxmlformats.org/officeDocument/2006/relationships/slideLayout" Target="../slideLayouts/slideLayout174.xml"/><Relationship Id="rId82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27.xml"/><Relationship Id="rId30" Type="http://schemas.openxmlformats.org/officeDocument/2006/relationships/slideLayout" Target="../slideLayouts/slideLayout143.xml"/><Relationship Id="rId35" Type="http://schemas.openxmlformats.org/officeDocument/2006/relationships/slideLayout" Target="../slideLayouts/slideLayout148.xml"/><Relationship Id="rId56" Type="http://schemas.openxmlformats.org/officeDocument/2006/relationships/slideLayout" Target="../slideLayouts/slideLayout169.xml"/><Relationship Id="rId77" Type="http://schemas.openxmlformats.org/officeDocument/2006/relationships/slideLayout" Target="../slideLayouts/slideLayout190.xml"/><Relationship Id="rId100" Type="http://schemas.openxmlformats.org/officeDocument/2006/relationships/tags" Target="../tags/tag2.xml"/><Relationship Id="rId8" Type="http://schemas.openxmlformats.org/officeDocument/2006/relationships/slideLayout" Target="../slideLayouts/slideLayout121.xml"/><Relationship Id="rId51" Type="http://schemas.openxmlformats.org/officeDocument/2006/relationships/slideLayout" Target="../slideLayouts/slideLayout164.xml"/><Relationship Id="rId72" Type="http://schemas.openxmlformats.org/officeDocument/2006/relationships/slideLayout" Target="../slideLayouts/slideLayout185.xml"/><Relationship Id="rId93" Type="http://schemas.openxmlformats.org/officeDocument/2006/relationships/slideLayout" Target="../slideLayouts/slideLayout206.xml"/><Relationship Id="rId98" Type="http://schemas.openxmlformats.org/officeDocument/2006/relationships/slideLayout" Target="../slideLayouts/slideLayout211.xml"/><Relationship Id="rId3" Type="http://schemas.openxmlformats.org/officeDocument/2006/relationships/slideLayout" Target="../slideLayouts/slideLayout1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823B2A0-7548-F3ED-CE7D-848EF15F13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7"/>
            </p:custDataLst>
            <p:extLst>
              <p:ext uri="{D42A27DB-BD31-4B8C-83A1-F6EECF244321}">
                <p14:modId xmlns:p14="http://schemas.microsoft.com/office/powerpoint/2010/main" val="17802993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8" imgW="532" imgH="530" progId="TCLayout.ActiveDocument.1">
                  <p:embed/>
                </p:oleObj>
              </mc:Choice>
              <mc:Fallback>
                <p:oleObj name="think-cell Slide" r:id="rId78" imgW="532" imgH="53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23B2A0-7548-F3ED-CE7D-848EF15F1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88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6" r:id="rId74"/>
    <p:sldLayoutId id="2147483776" r:id="rId75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  <p15:guide id="32" pos="7512">
          <p15:clr>
            <a:srgbClr val="E9713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grpSp>
        <p:nvGrpSpPr>
          <p:cNvPr id="5" name="GRID" hidden="1">
            <a:extLst>
              <a:ext uri="{FF2B5EF4-FFF2-40B4-BE49-F238E27FC236}">
                <a16:creationId xmlns:a16="http://schemas.microsoft.com/office/drawing/2014/main" id="{50B40653-3095-5409-AF88-3DE01C56C0B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935197-7475-253E-35F9-725C66B342D8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EC3EF2E-A5B2-D2A9-F740-03AAA27E6A19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7F0A76F-B355-867B-FF6D-F22822CEFE79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E17F9FA-4296-F115-3C5A-E4E06672BDDC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96D4F38-E0A7-05C7-1A8B-6447E304B31C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13B5F2-C404-D013-5BA1-42FF3AE7E41C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4F5559-8FA3-6EA3-DAB5-891CE057A2D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D1909D-8405-DD51-025D-A9985950CDDD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2D05B44-146F-0D71-6B17-0631ABDE9EC9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B24C807-9FA6-E204-20B6-2473904A789E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31505BA-A410-E722-7AAD-2DF4CC8A1323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72B61F5-642E-081E-0DED-2F31A3C43F6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903E72D-E58A-556B-A8EF-71C8664C7A32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B7E760-EF13-BCFD-2E36-CFEB29A66399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307D1ED-8B6D-1A94-1791-BBB67BECEFA4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C29C4DC-DA7B-3D8B-E607-D26C42FE54AD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0DAA56E-BF97-068A-BC5C-1623B8A2D544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7786B85-1650-9240-DE22-45A294AEF682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75B1B47-5558-8B9E-7DC9-6CE9A06CF1E1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BA73727-B7C9-2771-4609-439446DD52AC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A4A69FD-FC28-F694-746F-F05209933D0C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89F58F0-B683-0A02-E5E9-56C0E3B5D9A7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65526F5-745E-3DED-5921-83448B292C71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6CE0CA17-DE49-59C6-DE10-28CB5C6104E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B7F53F9D-E601-E9D7-CCC9-9C6D4D308975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7ACEC8BB-71E0-463D-75AD-DD05EA03B2BD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0BB4EC2-E7F2-9FE8-6DD2-6021493CAE00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63A409F-1FD3-E286-3FD8-3B8A67AE54FF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C5A7289-3785-0F08-62F9-0A77D2E437B7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65EC46A-D6D0-A02A-4596-D76BE2FE7F23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B85506E-90D6-DB35-FB26-A2A1BC9076A7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BE71234-F491-CCF9-EA34-E63F2A8A3155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B826998-D865-2012-0554-C384C0A0E618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376F161-F07A-C2ED-641A-0B3DDBAA7778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.64 square" hidden="1">
            <a:extLst>
              <a:ext uri="{FF2B5EF4-FFF2-40B4-BE49-F238E27FC236}">
                <a16:creationId xmlns:a16="http://schemas.microsoft.com/office/drawing/2014/main" id="{F9A34688-B9A6-4073-6571-F94C9F19515D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1" name=".32 square" hidden="1">
            <a:extLst>
              <a:ext uri="{FF2B5EF4-FFF2-40B4-BE49-F238E27FC236}">
                <a16:creationId xmlns:a16="http://schemas.microsoft.com/office/drawing/2014/main" id="{C60A21A1-50D4-CBD3-DE73-998BE4B74555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2" name="Graphic 141">
            <a:extLst>
              <a:ext uri="{FF2B5EF4-FFF2-40B4-BE49-F238E27FC236}">
                <a16:creationId xmlns:a16="http://schemas.microsoft.com/office/drawing/2014/main" id="{1B722638-341D-272E-4E6E-9FB1F29ACB70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07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  <p:sldLayoutId id="2147483756" r:id="rId19"/>
    <p:sldLayoutId id="2147483757" r:id="rId20"/>
    <p:sldLayoutId id="2147483758" r:id="rId21"/>
    <p:sldLayoutId id="2147483759" r:id="rId22"/>
    <p:sldLayoutId id="2147483760" r:id="rId23"/>
    <p:sldLayoutId id="2147483761" r:id="rId24"/>
    <p:sldLayoutId id="2147483762" r:id="rId25"/>
    <p:sldLayoutId id="2147483763" r:id="rId26"/>
    <p:sldLayoutId id="2147483764" r:id="rId27"/>
    <p:sldLayoutId id="2147483765" r:id="rId28"/>
    <p:sldLayoutId id="2147483766" r:id="rId29"/>
    <p:sldLayoutId id="2147483767" r:id="rId30"/>
    <p:sldLayoutId id="2147483768" r:id="rId31"/>
    <p:sldLayoutId id="2147483769" r:id="rId32"/>
    <p:sldLayoutId id="2147483770" r:id="rId33"/>
    <p:sldLayoutId id="2147483771" r:id="rId34"/>
    <p:sldLayoutId id="2147483772" r:id="rId35"/>
    <p:sldLayoutId id="2147483773" r:id="rId36"/>
    <p:sldLayoutId id="2147483774" r:id="rId37"/>
    <p:sldLayoutId id="2147483775" r:id="rId3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AB055CF-558F-00BD-AEB8-9EBA1D4189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0"/>
            </p:custDataLst>
            <p:extLst>
              <p:ext uri="{D42A27DB-BD31-4B8C-83A1-F6EECF244321}">
                <p14:modId xmlns:p14="http://schemas.microsoft.com/office/powerpoint/2010/main" val="2913695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1" imgW="425" imgH="424" progId="TCLayout.ActiveDocument.1">
                  <p:embed/>
                </p:oleObj>
              </mc:Choice>
              <mc:Fallback>
                <p:oleObj name="think-cell Slide" r:id="rId101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B055CF-558F-00BD-AEB8-9EBA1D4189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72" y="512064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76072" y="1435503"/>
            <a:ext cx="11018520" cy="1517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53119" y="-203944"/>
            <a:ext cx="116538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365/CoP DE 01.16.25 </a:t>
            </a:r>
          </a:p>
        </p:txBody>
      </p:sp>
    </p:spTree>
    <p:extLst>
      <p:ext uri="{BB962C8B-B14F-4D97-AF65-F5344CB8AC3E}">
        <p14:creationId xmlns:p14="http://schemas.microsoft.com/office/powerpoint/2010/main" val="62573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  <p:sldLayoutId id="2147483795" r:id="rId18"/>
    <p:sldLayoutId id="2147483796" r:id="rId19"/>
    <p:sldLayoutId id="2147483797" r:id="rId20"/>
    <p:sldLayoutId id="2147483798" r:id="rId21"/>
    <p:sldLayoutId id="2147483799" r:id="rId22"/>
    <p:sldLayoutId id="2147483800" r:id="rId23"/>
    <p:sldLayoutId id="2147483801" r:id="rId24"/>
    <p:sldLayoutId id="2147483802" r:id="rId25"/>
    <p:sldLayoutId id="2147483803" r:id="rId26"/>
    <p:sldLayoutId id="2147483804" r:id="rId27"/>
    <p:sldLayoutId id="2147483805" r:id="rId28"/>
    <p:sldLayoutId id="2147483806" r:id="rId29"/>
    <p:sldLayoutId id="2147483807" r:id="rId30"/>
    <p:sldLayoutId id="2147483808" r:id="rId31"/>
    <p:sldLayoutId id="2147483809" r:id="rId32"/>
    <p:sldLayoutId id="2147483810" r:id="rId33"/>
    <p:sldLayoutId id="2147483811" r:id="rId34"/>
    <p:sldLayoutId id="2147483812" r:id="rId35"/>
    <p:sldLayoutId id="2147483813" r:id="rId36"/>
    <p:sldLayoutId id="2147483814" r:id="rId37"/>
    <p:sldLayoutId id="2147483815" r:id="rId38"/>
    <p:sldLayoutId id="2147483816" r:id="rId39"/>
    <p:sldLayoutId id="2147483817" r:id="rId40"/>
    <p:sldLayoutId id="2147483818" r:id="rId41"/>
    <p:sldLayoutId id="2147483819" r:id="rId42"/>
    <p:sldLayoutId id="2147483820" r:id="rId43"/>
    <p:sldLayoutId id="2147483821" r:id="rId44"/>
    <p:sldLayoutId id="2147483822" r:id="rId45"/>
    <p:sldLayoutId id="2147483823" r:id="rId46"/>
    <p:sldLayoutId id="2147483824" r:id="rId47"/>
    <p:sldLayoutId id="2147483825" r:id="rId48"/>
    <p:sldLayoutId id="2147483826" r:id="rId49"/>
    <p:sldLayoutId id="2147483827" r:id="rId50"/>
    <p:sldLayoutId id="2147483828" r:id="rId51"/>
    <p:sldLayoutId id="2147483829" r:id="rId52"/>
    <p:sldLayoutId id="2147483830" r:id="rId53"/>
    <p:sldLayoutId id="2147483831" r:id="rId54"/>
    <p:sldLayoutId id="2147483832" r:id="rId55"/>
    <p:sldLayoutId id="2147483833" r:id="rId56"/>
    <p:sldLayoutId id="2147483834" r:id="rId57"/>
    <p:sldLayoutId id="2147483835" r:id="rId58"/>
    <p:sldLayoutId id="2147483836" r:id="rId59"/>
    <p:sldLayoutId id="2147483837" r:id="rId60"/>
    <p:sldLayoutId id="2147483838" r:id="rId61"/>
    <p:sldLayoutId id="2147483839" r:id="rId62"/>
    <p:sldLayoutId id="2147483840" r:id="rId63"/>
    <p:sldLayoutId id="2147483841" r:id="rId64"/>
    <p:sldLayoutId id="2147483842" r:id="rId65"/>
    <p:sldLayoutId id="2147483843" r:id="rId66"/>
    <p:sldLayoutId id="2147483844" r:id="rId67"/>
    <p:sldLayoutId id="2147483845" r:id="rId68"/>
    <p:sldLayoutId id="2147483846" r:id="rId69"/>
    <p:sldLayoutId id="2147483847" r:id="rId70"/>
    <p:sldLayoutId id="2147483848" r:id="rId71"/>
    <p:sldLayoutId id="2147483849" r:id="rId72"/>
    <p:sldLayoutId id="2147483850" r:id="rId73"/>
    <p:sldLayoutId id="2147483851" r:id="rId74"/>
    <p:sldLayoutId id="2147483852" r:id="rId75"/>
    <p:sldLayoutId id="2147483853" r:id="rId76"/>
    <p:sldLayoutId id="2147483854" r:id="rId77"/>
    <p:sldLayoutId id="2147483855" r:id="rId78"/>
    <p:sldLayoutId id="2147483856" r:id="rId79"/>
    <p:sldLayoutId id="2147483857" r:id="rId80"/>
    <p:sldLayoutId id="2147483858" r:id="rId81"/>
    <p:sldLayoutId id="2147483859" r:id="rId82"/>
    <p:sldLayoutId id="2147483860" r:id="rId83"/>
    <p:sldLayoutId id="2147483861" r:id="rId84"/>
    <p:sldLayoutId id="2147483862" r:id="rId85"/>
    <p:sldLayoutId id="2147483863" r:id="rId86"/>
    <p:sldLayoutId id="2147483864" r:id="rId87"/>
    <p:sldLayoutId id="2147483865" r:id="rId88"/>
    <p:sldLayoutId id="2147483866" r:id="rId89"/>
    <p:sldLayoutId id="2147483867" r:id="rId90"/>
    <p:sldLayoutId id="2147483868" r:id="rId91"/>
    <p:sldLayoutId id="2147483869" r:id="rId92"/>
    <p:sldLayoutId id="2147483870" r:id="rId93"/>
    <p:sldLayoutId id="2147483871" r:id="rId94"/>
    <p:sldLayoutId id="2147483872" r:id="rId95"/>
    <p:sldLayoutId id="2147483873" r:id="rId96"/>
    <p:sldLayoutId id="2147483874" r:id="rId97"/>
    <p:sldLayoutId id="2147483875" r:id="rId9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18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Segoe Sans Display" pitchFamily="2" charset="0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600" kern="1200" spc="0" baseline="0">
          <a:solidFill>
            <a:schemeClr val="tx2"/>
          </a:solidFill>
          <a:latin typeface="+mn-lt"/>
          <a:ea typeface="+mn-ea"/>
          <a:cs typeface="+mn-cs"/>
        </a:defRPr>
      </a:lvl2pPr>
      <a:lvl3pPr marL="201168" marR="0" indent="-201168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2"/>
          </a:solidFill>
          <a:latin typeface="+mn-lt"/>
          <a:ea typeface="+mn-ea"/>
          <a:cs typeface="+mn-cs"/>
        </a:defRPr>
      </a:lvl3pPr>
      <a:lvl4pPr marL="402336" marR="0" indent="-201168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2"/>
          </a:solidFill>
          <a:latin typeface="+mn-lt"/>
          <a:ea typeface="+mn-ea"/>
          <a:cs typeface="+mn-cs"/>
        </a:defRPr>
      </a:lvl4pPr>
      <a:lvl5pPr marL="603504" marR="0" indent="-201168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2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  <p15:guide id="32" orient="horz" pos="54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crosoftpartners.microsoft.com/downloads?filename=AI-Business-Solutions-for-Partners/Go-to-market/Copilot-and-Agents-at-Work/Others/Microsoft%20365%20Copilot%20customer%20pitch%20deck/Microsoft-Copilot-customer-deck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svg"/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3" Type="http://schemas.openxmlformats.org/officeDocument/2006/relationships/image" Target="../media/image94.png"/><Relationship Id="rId21" Type="http://schemas.openxmlformats.org/officeDocument/2006/relationships/image" Target="../media/image112.png"/><Relationship Id="rId7" Type="http://schemas.openxmlformats.org/officeDocument/2006/relationships/image" Target="../media/image98.png"/><Relationship Id="rId12" Type="http://schemas.openxmlformats.org/officeDocument/2006/relationships/image" Target="../media/image103.sv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7.svg"/><Relationship Id="rId20" Type="http://schemas.openxmlformats.org/officeDocument/2006/relationships/image" Target="../media/image111.png"/><Relationship Id="rId1" Type="http://schemas.openxmlformats.org/officeDocument/2006/relationships/slideLayout" Target="../slideLayouts/slideLayout74.xml"/><Relationship Id="rId6" Type="http://schemas.openxmlformats.org/officeDocument/2006/relationships/image" Target="../media/image97.sv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10" Type="http://schemas.openxmlformats.org/officeDocument/2006/relationships/image" Target="../media/image101.svg"/><Relationship Id="rId19" Type="http://schemas.openxmlformats.org/officeDocument/2006/relationships/image" Target="../media/image110.svg"/><Relationship Id="rId4" Type="http://schemas.openxmlformats.org/officeDocument/2006/relationships/image" Target="../media/image95.svg"/><Relationship Id="rId9" Type="http://schemas.openxmlformats.org/officeDocument/2006/relationships/image" Target="../media/image100.png"/><Relationship Id="rId14" Type="http://schemas.openxmlformats.org/officeDocument/2006/relationships/image" Target="../media/image105.svg"/><Relationship Id="rId22" Type="http://schemas.openxmlformats.org/officeDocument/2006/relationships/image" Target="../media/image1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4.xml"/><Relationship Id="rId4" Type="http://schemas.openxmlformats.org/officeDocument/2006/relationships/hyperlink" Target="https://support.microsoft.com/en-us/topic/standard-versus-priority-access-in-microsoft-365-copilot-chat-12c8d9f8-db32-4f99-8ebe-d8d85879137f#bkmk_standard_priority_acces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4.xml"/><Relationship Id="rId5" Type="http://schemas.openxmlformats.org/officeDocument/2006/relationships/image" Target="../media/image118.jpeg"/><Relationship Id="rId4" Type="http://schemas.openxmlformats.org/officeDocument/2006/relationships/image" Target="../media/image1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15.png"/><Relationship Id="rId7" Type="http://schemas.openxmlformats.org/officeDocument/2006/relationships/image" Target="../media/image125.png"/><Relationship Id="rId12" Type="http://schemas.openxmlformats.org/officeDocument/2006/relationships/image" Target="../media/image13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4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sv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131.png"/><Relationship Id="rId4" Type="http://schemas.openxmlformats.org/officeDocument/2006/relationships/image" Target="../media/image1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131.png"/><Relationship Id="rId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879E667-2FF1-36BA-DA43-C3828281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260" y="1384718"/>
            <a:ext cx="4769853" cy="2646878"/>
          </a:xfrm>
        </p:spPr>
        <p:txBody>
          <a:bodyPr wrap="square" lIns="0" tIns="0" rIns="0" bIns="0">
            <a:spAutoFit/>
          </a:bodyPr>
          <a:lstStyle/>
          <a:p>
            <a:br>
              <a:rPr lang="en-US" sz="2800" dirty="0"/>
            </a:br>
            <a:r>
              <a:rPr lang="en-US" sz="3600" dirty="0"/>
              <a:t>Accelerate AI transformation with Microsoft 365 Copilot + agents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72EBB1B-5552-5AAA-FBA6-F95FBAC1ECC4}"/>
              </a:ext>
            </a:extLst>
          </p:cNvPr>
          <p:cNvSpPr txBox="1">
            <a:spLocks/>
          </p:cNvSpPr>
          <p:nvPr/>
        </p:nvSpPr>
        <p:spPr>
          <a:xfrm>
            <a:off x="525260" y="4800600"/>
            <a:ext cx="4078638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800" kern="1200" spc="0" baseline="0">
                <a:solidFill>
                  <a:schemeClr val="tx2"/>
                </a:solidFill>
                <a:latin typeface="+mj-lt"/>
                <a:ea typeface="+mn-ea"/>
                <a:cs typeface="Segoe Sans Display" pitchFamily="2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01168" marR="0" indent="-201168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02336" marR="0" indent="-201168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603504" marR="0" indent="-201168" algn="l" defTabSz="93274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cs typeface="Segoe UI"/>
              </a:rPr>
              <a:t>Last update</a:t>
            </a:r>
            <a:r>
              <a:rPr lang="en-US" sz="2000">
                <a:cs typeface="Segoe UI"/>
              </a:rPr>
              <a:t>: December 2025</a:t>
            </a:r>
            <a:endParaRPr lang="en-US" sz="20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87367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22222E-6 L 1.45833E-6 0.03588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63ED94-D5D2-F440-D4E7-81C8BE756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 descr="Infographic of Microsoft 365 Copilot features.">
            <a:extLst>
              <a:ext uri="{FF2B5EF4-FFF2-40B4-BE49-F238E27FC236}">
                <a16:creationId xmlns:a16="http://schemas.microsoft.com/office/drawing/2014/main" id="{0A2522C4-A3B5-B040-9E93-5225F63733A1}"/>
              </a:ext>
            </a:extLst>
          </p:cNvPr>
          <p:cNvSpPr/>
          <p:nvPr/>
        </p:nvSpPr>
        <p:spPr bwMode="auto">
          <a:xfrm>
            <a:off x="266700" y="444500"/>
            <a:ext cx="165100" cy="14128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846972-7939-81DC-7F8A-5B7FA74F701A}"/>
              </a:ext>
            </a:extLst>
          </p:cNvPr>
          <p:cNvSpPr txBox="1">
            <a:spLocks/>
          </p:cNvSpPr>
          <p:nvPr/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/>
              <a:t>PARTNER GUIDANCE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659EF-E922-1225-B7FD-A6B4F66E06F6}"/>
              </a:ext>
            </a:extLst>
          </p:cNvPr>
          <p:cNvSpPr txBox="1"/>
          <p:nvPr/>
        </p:nvSpPr>
        <p:spPr>
          <a:xfrm>
            <a:off x="588263" y="1371600"/>
            <a:ext cx="9609837" cy="3016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800" dirty="0"/>
              <a:t>This deck is designed for customization. It provides an introduction to Microsoft 365 Copilot Business but does not include the full pitch. Please incorporate additional product-focused slides from the master pitch deck and tailor the content to align with your customers’ needs.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>
                <a:hlinkClick r:id="rId3"/>
              </a:rPr>
              <a:t>Microsoft 365 Copilot Customer Pitch Deck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634435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8884-FC33-52B0-056C-A1B1365BD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14390D8B-4738-9022-6AA0-5BFD82AF3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771913" y="1371600"/>
            <a:ext cx="10831822" cy="4746171"/>
          </a:xfrm>
          <a:prstGeom prst="roundRect">
            <a:avLst>
              <a:gd name="adj" fmla="val 2547"/>
            </a:avLst>
          </a:prstGeom>
          <a:solidFill>
            <a:srgbClr val="FFFFFF">
              <a:alpha val="64000"/>
            </a:srgbClr>
          </a:solidFill>
          <a:ln w="6350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D435557-FD83-5A0E-34CD-0709E3A1CCAD}"/>
              </a:ext>
            </a:extLst>
          </p:cNvPr>
          <p:cNvSpPr txBox="1">
            <a:spLocks/>
          </p:cNvSpPr>
          <p:nvPr/>
        </p:nvSpPr>
        <p:spPr>
          <a:xfrm>
            <a:off x="771914" y="463230"/>
            <a:ext cx="10831821" cy="553998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03160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/>
                </a:solidFill>
                <a:latin typeface="+mj-lt"/>
                <a:cs typeface="Segoe Sans Display" pitchFamily="2" charset="0"/>
              </a:rPr>
              <a:t>The small business reality…</a:t>
            </a:r>
          </a:p>
        </p:txBody>
      </p:sp>
      <p:sp>
        <p:nvSpPr>
          <p:cNvPr id="12" name="Label">
            <a:extLst>
              <a:ext uri="{FF2B5EF4-FFF2-40B4-BE49-F238E27FC236}">
                <a16:creationId xmlns:a16="http://schemas.microsoft.com/office/drawing/2014/main" id="{DBA6C0E8-0F2E-6F4A-C4F1-EE776DBC0E2D}"/>
              </a:ext>
            </a:extLst>
          </p:cNvPr>
          <p:cNvSpPr txBox="1">
            <a:spLocks/>
          </p:cNvSpPr>
          <p:nvPr/>
        </p:nvSpPr>
        <p:spPr>
          <a:xfrm>
            <a:off x="1332803" y="2725157"/>
            <a:ext cx="2425326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000">
                      <a:srgbClr val="F65567"/>
                    </a:gs>
                    <a:gs pos="29000">
                      <a:srgbClr val="AC35AF"/>
                    </a:gs>
                    <a:gs pos="58000">
                      <a:srgbClr val="0A6BBA"/>
                    </a:gs>
                    <a:gs pos="84000">
                      <a:srgbClr val="318581"/>
                    </a:gs>
                  </a:gsLst>
                  <a:lin ang="189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53%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gradFill>
                <a:gsLst>
                  <a:gs pos="4000">
                    <a:srgbClr val="F65567"/>
                  </a:gs>
                  <a:gs pos="29000">
                    <a:srgbClr val="AC35AF"/>
                  </a:gs>
                  <a:gs pos="58000">
                    <a:srgbClr val="0A6BBA"/>
                  </a:gs>
                  <a:gs pos="84000">
                    <a:srgbClr val="318581"/>
                  </a:gs>
                </a:gsLst>
                <a:lin ang="18900000" scaled="1"/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13" name="Label">
            <a:extLst>
              <a:ext uri="{FF2B5EF4-FFF2-40B4-BE49-F238E27FC236}">
                <a16:creationId xmlns:a16="http://schemas.microsoft.com/office/drawing/2014/main" id="{EFB2A293-47A3-BD39-F158-7F7A25596874}"/>
              </a:ext>
            </a:extLst>
          </p:cNvPr>
          <p:cNvSpPr txBox="1">
            <a:spLocks/>
          </p:cNvSpPr>
          <p:nvPr/>
        </p:nvSpPr>
        <p:spPr>
          <a:xfrm>
            <a:off x="1283099" y="3935210"/>
            <a:ext cx="2717269" cy="6647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Say they don’t have enough time or energy to keep up with work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1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 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DBC3B3CE-AF96-F576-5972-92C599C95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/>
        </p:nvGraphicFramePr>
        <p:xfrm>
          <a:off x="2938748" y="1530258"/>
          <a:ext cx="6314505" cy="331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89B7D74-3EDA-7F69-6A79-1E983E5E7E77}"/>
              </a:ext>
            </a:extLst>
          </p:cNvPr>
          <p:cNvSpPr txBox="1"/>
          <p:nvPr/>
        </p:nvSpPr>
        <p:spPr>
          <a:xfrm>
            <a:off x="257188" y="6322655"/>
            <a:ext cx="215123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2000">
                <a:solidFill>
                  <a:srgbClr val="B1B3B3"/>
                </a:solidFill>
                <a:latin typeface="Segoe UI Variable Display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1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Source: 2025 Work Trend Index Annual Report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 Source: 2025 Work Trend Index Annual Report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16" name="Label">
            <a:extLst>
              <a:ext uri="{FF2B5EF4-FFF2-40B4-BE49-F238E27FC236}">
                <a16:creationId xmlns:a16="http://schemas.microsoft.com/office/drawing/2014/main" id="{CE4B1821-2B2D-8AB9-3E25-B4462F362A74}"/>
              </a:ext>
            </a:extLst>
          </p:cNvPr>
          <p:cNvSpPr txBox="1">
            <a:spLocks/>
          </p:cNvSpPr>
          <p:nvPr/>
        </p:nvSpPr>
        <p:spPr>
          <a:xfrm>
            <a:off x="8433869" y="3688488"/>
            <a:ext cx="2425326" cy="8863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091F2C"/>
                </a:solidFill>
                <a:latin typeface="Segoe Sans Display Semibold" pitchFamily="2" charset="0"/>
                <a:cs typeface="Segoe Sans Display Semibold" pitchFamily="2" charset="0"/>
              </a:rPr>
              <a:t>Sa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y that their employees are currently bringing their own AI tools to work (BYOAI)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2</a:t>
            </a:r>
          </a:p>
        </p:txBody>
      </p:sp>
      <p:sp>
        <p:nvSpPr>
          <p:cNvPr id="17" name="Label">
            <a:extLst>
              <a:ext uri="{FF2B5EF4-FFF2-40B4-BE49-F238E27FC236}">
                <a16:creationId xmlns:a16="http://schemas.microsoft.com/office/drawing/2014/main" id="{9767926D-027F-3FEB-1FCA-5C898F5D0999}"/>
              </a:ext>
            </a:extLst>
          </p:cNvPr>
          <p:cNvSpPr txBox="1">
            <a:spLocks/>
          </p:cNvSpPr>
          <p:nvPr/>
        </p:nvSpPr>
        <p:spPr>
          <a:xfrm>
            <a:off x="4736966" y="5025319"/>
            <a:ext cx="2717269" cy="8863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>
                <a:solidFill>
                  <a:srgbClr val="091F2C"/>
                </a:solidFill>
                <a:latin typeface="Segoe Sans Display Semibold" pitchFamily="2" charset="0"/>
                <a:cs typeface="Segoe Sans Display Semibold" pitchFamily="2" charset="0"/>
              </a:rPr>
              <a:t>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ay that expanding team capacity through digital labor is a top priority in the next 12-18 months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1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E2C5232F-6AF2-46F3-02C7-B9A98BF6A8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/>
        </p:nvGraphicFramePr>
        <p:xfrm>
          <a:off x="2938747" y="1534152"/>
          <a:ext cx="6314505" cy="3313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Label">
            <a:extLst>
              <a:ext uri="{FF2B5EF4-FFF2-40B4-BE49-F238E27FC236}">
                <a16:creationId xmlns:a16="http://schemas.microsoft.com/office/drawing/2014/main" id="{34996DAB-AC3D-0176-9EDA-4CA6AC868549}"/>
              </a:ext>
            </a:extLst>
          </p:cNvPr>
          <p:cNvSpPr txBox="1">
            <a:spLocks/>
          </p:cNvSpPr>
          <p:nvPr/>
        </p:nvSpPr>
        <p:spPr>
          <a:xfrm>
            <a:off x="4883336" y="2729051"/>
            <a:ext cx="2425326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4000">
                      <a:srgbClr val="F65567"/>
                    </a:gs>
                    <a:gs pos="29000">
                      <a:srgbClr val="AC35AF"/>
                    </a:gs>
                    <a:gs pos="58000">
                      <a:srgbClr val="0A6BBA"/>
                    </a:gs>
                    <a:gs pos="84000">
                      <a:srgbClr val="318581"/>
                    </a:gs>
                  </a:gsLst>
                  <a:lin ang="189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45%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gradFill>
                <a:gsLst>
                  <a:gs pos="4000">
                    <a:srgbClr val="F65567"/>
                  </a:gs>
                  <a:gs pos="29000">
                    <a:srgbClr val="AC35AF"/>
                  </a:gs>
                  <a:gs pos="58000">
                    <a:srgbClr val="0A6BBA"/>
                  </a:gs>
                  <a:gs pos="84000">
                    <a:srgbClr val="318581"/>
                  </a:gs>
                </a:gsLst>
                <a:lin ang="18900000" scaled="1"/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 pitchFamily="2" charset="0"/>
            </a:endParaRPr>
          </a:p>
        </p:txBody>
      </p:sp>
      <p:sp>
        <p:nvSpPr>
          <p:cNvPr id="20" name="Label">
            <a:extLst>
              <a:ext uri="{FF2B5EF4-FFF2-40B4-BE49-F238E27FC236}">
                <a16:creationId xmlns:a16="http://schemas.microsoft.com/office/drawing/2014/main" id="{45C2783E-C0F5-F399-AAA2-E76C811A8379}"/>
              </a:ext>
            </a:extLst>
          </p:cNvPr>
          <p:cNvSpPr txBox="1">
            <a:spLocks/>
          </p:cNvSpPr>
          <p:nvPr/>
        </p:nvSpPr>
        <p:spPr>
          <a:xfrm>
            <a:off x="8433869" y="2732944"/>
            <a:ext cx="2425326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R="0" indent="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2000" spc="0" baseline="0">
                <a:latin typeface="Segoe Pro Light" panose="020B0302040504020203" pitchFamily="34" charset="0"/>
                <a:cs typeface="Segoe UI Semilight" panose="020B0402040204020203" pitchFamily="34" charset="0"/>
              </a:defRPr>
            </a:lvl1pPr>
            <a:lvl2pPr marL="265176" marR="0" indent="-128016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400" spc="0" baseline="0"/>
            </a:lvl2pPr>
            <a:lvl3pPr marL="384048" marR="0" indent="-118872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•"/>
              <a:tabLst/>
              <a:defRPr sz="12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0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8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198981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4000">
                      <a:srgbClr val="F65567"/>
                    </a:gs>
                    <a:gs pos="29000">
                      <a:srgbClr val="AC35AF"/>
                    </a:gs>
                    <a:gs pos="58000">
                      <a:srgbClr val="0A6BBA"/>
                    </a:gs>
                    <a:gs pos="84000">
                      <a:srgbClr val="318581"/>
                    </a:gs>
                  </a:gsLst>
                  <a:lin ang="18900000" scaled="1"/>
                </a:gra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  <a:t>80%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gradFill>
                <a:gsLst>
                  <a:gs pos="4000">
                    <a:srgbClr val="F65567"/>
                  </a:gs>
                  <a:gs pos="29000">
                    <a:srgbClr val="AC35AF"/>
                  </a:gs>
                  <a:gs pos="58000">
                    <a:srgbClr val="0A6BBA"/>
                  </a:gs>
                  <a:gs pos="84000">
                    <a:srgbClr val="318581"/>
                  </a:gs>
                </a:gsLst>
                <a:lin ang="18900000" scaled="1"/>
              </a:gradFill>
              <a:effectLst/>
              <a:uLnTx/>
              <a:uFillTx/>
              <a:latin typeface="Segoe Sans Display Semibold" pitchFamily="2" charset="0"/>
              <a:ea typeface="+mn-ea"/>
              <a:cs typeface="Segoe Sans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6330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Graphic spid="14" grpId="0">
        <p:bldAsOne/>
      </p:bldGraphic>
      <p:bldP spid="16" grpId="0"/>
      <p:bldP spid="17" grpId="0"/>
      <p:bldGraphic spid="18" grpId="0">
        <p:bldAsOne/>
      </p:bldGraphic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C21A-F1A6-CCE7-6166-F1BB6EC5B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EBAF9A48-3630-5133-E0C0-F0378E177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74675" y="1864659"/>
            <a:ext cx="11029060" cy="4253112"/>
          </a:xfrm>
          <a:prstGeom prst="roundRect">
            <a:avLst>
              <a:gd name="adj" fmla="val 2547"/>
            </a:avLst>
          </a:prstGeom>
          <a:solidFill>
            <a:srgbClr val="FFFFFF">
              <a:alpha val="64000"/>
            </a:srgbClr>
          </a:solidFill>
          <a:ln w="6350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17E81A-79B7-EFD2-D412-ABA8DDEF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most secure AI solution for your business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00B08-6D65-4BCB-1E66-EFB7A4B3C4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3912" y="1040874"/>
            <a:ext cx="11018520" cy="987963"/>
          </a:xfrm>
        </p:spPr>
        <p:txBody>
          <a:bodyPr vert="horz" wrap="square" lIns="0" tIns="45720" rIns="0" bIns="0" rtlCol="0" anchor="t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tx2"/>
                </a:solidFill>
                <a:latin typeface="+mj-lt"/>
                <a:cs typeface="Segoe Sans Display Semibold"/>
              </a:rPr>
              <a:t>More value at a price designed for small and medium-sized businesses</a:t>
            </a:r>
          </a:p>
          <a:p>
            <a:pPr>
              <a:buNone/>
            </a:pPr>
            <a:endParaRPr lang="en-US" dirty="0">
              <a:solidFill>
                <a:srgbClr val="091F2C"/>
              </a:solidFill>
              <a:latin typeface="+mj-lt"/>
              <a:cs typeface="Segoe Sans Display Semibold"/>
            </a:endParaRPr>
          </a:p>
          <a:p>
            <a:pPr marL="0" indent="0">
              <a:buNone/>
            </a:pPr>
            <a:endParaRPr lang="en-US" dirty="0">
              <a:latin typeface="Segoe Sans Display Semibold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0AE319-E02C-98E5-95E7-C7F072C420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57963" y="2237348"/>
            <a:ext cx="3255963" cy="3163467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9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/>
              </a:rPr>
              <a:t>Best-in-class productivity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892F8DE-4071-427D-55BE-767CE2AB2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117120" y="5134976"/>
            <a:ext cx="2737648" cy="63718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/>
              <a:ea typeface="+mn-ea"/>
              <a:cs typeface="Segoe Sans Display"/>
            </a:endParaRPr>
          </a:p>
        </p:txBody>
      </p:sp>
      <p:sp>
        <p:nvSpPr>
          <p:cNvPr id="7" name="TextBox 1062">
            <a:extLst>
              <a:ext uri="{FF2B5EF4-FFF2-40B4-BE49-F238E27FC236}">
                <a16:creationId xmlns:a16="http://schemas.microsoft.com/office/drawing/2014/main" id="{2D949696-98FA-5D1B-0121-1EE6F014381E}"/>
              </a:ext>
            </a:extLst>
          </p:cNvPr>
          <p:cNvSpPr txBox="1"/>
          <p:nvPr/>
        </p:nvSpPr>
        <p:spPr>
          <a:xfrm>
            <a:off x="1117119" y="5162645"/>
            <a:ext cx="2737647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Segoe Sans Text" pitchFamily="2" charset="0"/>
              </a:rPr>
              <a:t>Microsoft 365 Business Premium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Segoe Sans Display" pitchFamily="2" charset="0"/>
            </a:endParaRPr>
          </a:p>
        </p:txBody>
      </p:sp>
      <p:pic>
        <p:nvPicPr>
          <p:cNvPr id="33" name="Graphic 32" descr="Outlook">
            <a:extLst>
              <a:ext uri="{FF2B5EF4-FFF2-40B4-BE49-F238E27FC236}">
                <a16:creationId xmlns:a16="http://schemas.microsoft.com/office/drawing/2014/main" id="{D01B0709-28F8-4468-EB9B-AA2793D9A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7042" y="3929635"/>
            <a:ext cx="560226" cy="560226"/>
          </a:xfrm>
          <a:prstGeom prst="rect">
            <a:avLst/>
          </a:prstGeom>
        </p:spPr>
      </p:pic>
      <p:pic>
        <p:nvPicPr>
          <p:cNvPr id="34" name="Graphic 33" descr="Microsoft Teams">
            <a:extLst>
              <a:ext uri="{FF2B5EF4-FFF2-40B4-BE49-F238E27FC236}">
                <a16:creationId xmlns:a16="http://schemas.microsoft.com/office/drawing/2014/main" id="{0AB60C46-CC76-9BDD-54A1-46509914A2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81075" y="3929635"/>
            <a:ext cx="560226" cy="560226"/>
          </a:xfrm>
          <a:prstGeom prst="rect">
            <a:avLst/>
          </a:prstGeom>
        </p:spPr>
      </p:pic>
      <p:pic>
        <p:nvPicPr>
          <p:cNvPr id="35" name="Graphic 34" descr="OneNote">
            <a:extLst>
              <a:ext uri="{FF2B5EF4-FFF2-40B4-BE49-F238E27FC236}">
                <a16:creationId xmlns:a16="http://schemas.microsoft.com/office/drawing/2014/main" id="{AEE75F92-3141-A0AC-8B2C-4BD6896D55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120" y="3943342"/>
            <a:ext cx="560226" cy="560226"/>
          </a:xfrm>
          <a:prstGeom prst="rect">
            <a:avLst/>
          </a:prstGeom>
        </p:spPr>
      </p:pic>
      <p:pic>
        <p:nvPicPr>
          <p:cNvPr id="36" name="Graphic 35" descr="PowerPoint">
            <a:extLst>
              <a:ext uri="{FF2B5EF4-FFF2-40B4-BE49-F238E27FC236}">
                <a16:creationId xmlns:a16="http://schemas.microsoft.com/office/drawing/2014/main" id="{4CF8644F-8E0F-9BEF-8950-5A769AB10CC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97268" y="3319984"/>
            <a:ext cx="560226" cy="560226"/>
          </a:xfrm>
          <a:prstGeom prst="rect">
            <a:avLst/>
          </a:prstGeom>
        </p:spPr>
      </p:pic>
      <p:pic>
        <p:nvPicPr>
          <p:cNvPr id="37" name="Graphic 36" descr="Word">
            <a:extLst>
              <a:ext uri="{FF2B5EF4-FFF2-40B4-BE49-F238E27FC236}">
                <a16:creationId xmlns:a16="http://schemas.microsoft.com/office/drawing/2014/main" id="{54B3EAF4-24D5-214D-1DA6-9F8A49E327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7333" y="3301775"/>
            <a:ext cx="560226" cy="560226"/>
          </a:xfrm>
          <a:prstGeom prst="rect">
            <a:avLst/>
          </a:prstGeom>
        </p:spPr>
      </p:pic>
      <p:pic>
        <p:nvPicPr>
          <p:cNvPr id="38" name="Graphic 37" descr="Excel">
            <a:extLst>
              <a:ext uri="{FF2B5EF4-FFF2-40B4-BE49-F238E27FC236}">
                <a16:creationId xmlns:a16="http://schemas.microsoft.com/office/drawing/2014/main" id="{5124445F-6115-EA36-8752-B5BF8DFA89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56411" y="3301775"/>
            <a:ext cx="560226" cy="5602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E8782DF6-5402-715C-18F0-6B86A19F7006}"/>
              </a:ext>
            </a:extLst>
          </p:cNvPr>
          <p:cNvSpPr txBox="1"/>
          <p:nvPr/>
        </p:nvSpPr>
        <p:spPr>
          <a:xfrm>
            <a:off x="1797830" y="4655910"/>
            <a:ext cx="118725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t>+ more</a:t>
            </a:r>
          </a:p>
        </p:txBody>
      </p:sp>
      <p:pic>
        <p:nvPicPr>
          <p:cNvPr id="42" name="Graphic 41" descr="Microsoft Entra ID">
            <a:extLst>
              <a:ext uri="{FF2B5EF4-FFF2-40B4-BE49-F238E27FC236}">
                <a16:creationId xmlns:a16="http://schemas.microsoft.com/office/drawing/2014/main" id="{1498C6BB-C856-093D-EEA0-C55B2FE8A9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81085" y="3362831"/>
            <a:ext cx="451804" cy="438113"/>
          </a:xfrm>
          <a:prstGeom prst="rect">
            <a:avLst/>
          </a:prstGeom>
        </p:spPr>
      </p:pic>
      <p:pic>
        <p:nvPicPr>
          <p:cNvPr id="43" name="Picture 42" descr="Intune">
            <a:extLst>
              <a:ext uri="{FF2B5EF4-FFF2-40B4-BE49-F238E27FC236}">
                <a16:creationId xmlns:a16="http://schemas.microsoft.com/office/drawing/2014/main" id="{9C6B9D2E-FBDE-D7EA-1100-6B7747939F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57494" y="3998536"/>
            <a:ext cx="455179" cy="455179"/>
          </a:xfrm>
          <a:prstGeom prst="rect">
            <a:avLst/>
          </a:prstGeom>
        </p:spPr>
      </p:pic>
      <p:pic>
        <p:nvPicPr>
          <p:cNvPr id="44" name="Graphic 43" descr="Microsoft Defender">
            <a:extLst>
              <a:ext uri="{FF2B5EF4-FFF2-40B4-BE49-F238E27FC236}">
                <a16:creationId xmlns:a16="http://schemas.microsoft.com/office/drawing/2014/main" id="{77494A83-DB06-E831-DF79-06024815E0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277203" y="3400343"/>
            <a:ext cx="363088" cy="363088"/>
          </a:xfrm>
          <a:prstGeom prst="rect">
            <a:avLst/>
          </a:prstGeom>
        </p:spPr>
      </p:pic>
      <p:pic>
        <p:nvPicPr>
          <p:cNvPr id="45" name="Picture 44" descr="Windows 11">
            <a:extLst>
              <a:ext uri="{FF2B5EF4-FFF2-40B4-BE49-F238E27FC236}">
                <a16:creationId xmlns:a16="http://schemas.microsoft.com/office/drawing/2014/main" id="{E2F42AFD-55DE-B455-033E-29B38C3AD86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59271" y="4010721"/>
            <a:ext cx="393955" cy="393955"/>
          </a:xfrm>
          <a:prstGeom prst="rect">
            <a:avLst/>
          </a:prstGeom>
        </p:spPr>
      </p:pic>
      <p:sp>
        <p:nvSpPr>
          <p:cNvPr id="60" name="Title 3">
            <a:extLst>
              <a:ext uri="{FF2B5EF4-FFF2-40B4-BE49-F238E27FC236}">
                <a16:creationId xmlns:a16="http://schemas.microsoft.com/office/drawing/2014/main" id="{F7BDEB51-AB55-1C0C-89F3-BD53086FA9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485193" y="2237348"/>
            <a:ext cx="3255963" cy="3163467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9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/>
              </a:rPr>
              <a:t>AI built for work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61" name="Title 3">
            <a:extLst>
              <a:ext uri="{FF2B5EF4-FFF2-40B4-BE49-F238E27FC236}">
                <a16:creationId xmlns:a16="http://schemas.microsoft.com/office/drawing/2014/main" id="{8B70ADBA-A08C-E8E9-5AC3-8281BC265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744350" y="5134976"/>
            <a:ext cx="2737648" cy="63718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/>
              <a:ea typeface="+mn-ea"/>
              <a:cs typeface="Segoe Sans Display"/>
            </a:endParaRPr>
          </a:p>
        </p:txBody>
      </p:sp>
      <p:sp>
        <p:nvSpPr>
          <p:cNvPr id="62" name="TextBox 1062">
            <a:extLst>
              <a:ext uri="{FF2B5EF4-FFF2-40B4-BE49-F238E27FC236}">
                <a16:creationId xmlns:a16="http://schemas.microsoft.com/office/drawing/2014/main" id="{A1A2E896-AFBF-947B-7233-3971776D884A}"/>
              </a:ext>
            </a:extLst>
          </p:cNvPr>
          <p:cNvSpPr txBox="1"/>
          <p:nvPr/>
        </p:nvSpPr>
        <p:spPr>
          <a:xfrm>
            <a:off x="4744349" y="5162645"/>
            <a:ext cx="2737647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Segoe Sans Text" pitchFamily="2" charset="0"/>
              </a:rPr>
              <a:t>Microsoft 365 Copilot Business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Segoe Sans Display" pitchFamily="2" charset="0"/>
            </a:endParaRPr>
          </a:p>
        </p:txBody>
      </p:sp>
      <p:sp>
        <p:nvSpPr>
          <p:cNvPr id="74" name="Title 3">
            <a:extLst>
              <a:ext uri="{FF2B5EF4-FFF2-40B4-BE49-F238E27FC236}">
                <a16:creationId xmlns:a16="http://schemas.microsoft.com/office/drawing/2014/main" id="{B2EB4D73-6669-45DA-0535-C12C2951B3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8096662" y="2237348"/>
            <a:ext cx="3255963" cy="3163467"/>
          </a:xfrm>
          <a:prstGeom prst="roundRect">
            <a:avLst>
              <a:gd name="adj" fmla="val 2813"/>
            </a:avLst>
          </a:prstGeom>
          <a:gradFill>
            <a:gsLst>
              <a:gs pos="33000">
                <a:schemeClr val="bg1">
                  <a:alpha val="91000"/>
                </a:schemeClr>
              </a:gs>
              <a:gs pos="100000">
                <a:schemeClr val="bg1">
                  <a:alpha val="52000"/>
                </a:schemeClr>
              </a:gs>
            </a:gsLst>
            <a:path path="circle">
              <a:fillToRect l="100000" t="100000"/>
            </a:path>
          </a:gradFill>
          <a:ln>
            <a:solidFill>
              <a:schemeClr val="bg1"/>
            </a:solidFill>
          </a:ln>
          <a:effectLst/>
        </p:spPr>
        <p:txBody>
          <a:bodyPr rot="0" spcFirstLastPara="0" vert="horz" wrap="square" lIns="216000" tIns="251999" rIns="216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9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"/>
              </a:rPr>
              <a:t>Enterprise-grade security</a:t>
            </a:r>
          </a:p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400" b="0" i="0" u="none" strike="noStrike" kern="0" cap="none" spc="0" normalizeH="0" baseline="0" noProof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 pitchFamily="2" charset="0"/>
              <a:cs typeface="Segoe Sans Display" pitchFamily="2" charset="0"/>
            </a:endParaRPr>
          </a:p>
        </p:txBody>
      </p:sp>
      <p:sp>
        <p:nvSpPr>
          <p:cNvPr id="75" name="Title 3">
            <a:extLst>
              <a:ext uri="{FF2B5EF4-FFF2-40B4-BE49-F238E27FC236}">
                <a16:creationId xmlns:a16="http://schemas.microsoft.com/office/drawing/2014/main" id="{7028E925-17CB-5280-D12D-CF5201597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355819" y="5134976"/>
            <a:ext cx="2737648" cy="637183"/>
          </a:xfrm>
          <a:prstGeom prst="roundRect">
            <a:avLst>
              <a:gd name="adj" fmla="val 10660"/>
            </a:avLst>
          </a:prstGeom>
          <a:solidFill>
            <a:srgbClr val="FEFFFF"/>
          </a:solidFill>
          <a:ln>
            <a:solidFill>
              <a:srgbClr val="FFFFFF"/>
            </a:solidFill>
          </a:ln>
          <a:effectLst>
            <a:outerShdw blurRad="100206" dist="38100" dir="8100000" algn="tr" rotWithShape="0">
              <a:prstClr val="black">
                <a:alpha val="15000"/>
              </a:prstClr>
            </a:outerShdw>
          </a:effectLst>
        </p:spPr>
        <p:txBody>
          <a:bodyPr rot="0" spcFirstLastPara="0" vert="horz" wrap="square" lIns="288000" tIns="251999" rIns="288000" bIns="288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32472" rtl="0" eaLnBrk="1" fontAlgn="base" latinLnBrk="0" hangingPunct="1">
              <a:spcBef>
                <a:spcPct val="0"/>
              </a:spcBef>
              <a:spcAft>
                <a:spcPct val="0"/>
              </a:spcAft>
              <a:defRPr sz="2000" kern="1200">
                <a:solidFill>
                  <a:srgbClr val="FFFFFF"/>
                </a:solidFill>
                <a:latin typeface="+mn-lt"/>
                <a:ea typeface="Segoe UI" pitchFamily="34" charset="0"/>
                <a:cs typeface="Segoe UI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CA" sz="1600" b="0" i="0" u="none" strike="noStrike" kern="0" cap="none" spc="0" normalizeH="0" baseline="0" noProof="0">
              <a:ln>
                <a:noFill/>
              </a:ln>
              <a:solidFill>
                <a:srgbClr val="8DC8E8"/>
              </a:solidFill>
              <a:effectLst/>
              <a:uLnTx/>
              <a:uFillTx/>
              <a:latin typeface="Segoe Sans Display"/>
              <a:ea typeface="+mn-ea"/>
              <a:cs typeface="Segoe Sans Display"/>
            </a:endParaRPr>
          </a:p>
        </p:txBody>
      </p:sp>
      <p:sp>
        <p:nvSpPr>
          <p:cNvPr id="76" name="TextBox 1062">
            <a:extLst>
              <a:ext uri="{FF2B5EF4-FFF2-40B4-BE49-F238E27FC236}">
                <a16:creationId xmlns:a16="http://schemas.microsoft.com/office/drawing/2014/main" id="{AB9C880C-7E8E-E294-05F4-3A344B42D376}"/>
              </a:ext>
            </a:extLst>
          </p:cNvPr>
          <p:cNvSpPr txBox="1"/>
          <p:nvPr/>
        </p:nvSpPr>
        <p:spPr>
          <a:xfrm>
            <a:off x="8355819" y="5194773"/>
            <a:ext cx="2737647" cy="63094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Segoe Sans Text" pitchFamily="2" charset="0"/>
              </a:rPr>
              <a:t>Microsoft Purview Suite for Business Premium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3000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Segoe Sans Display" pitchFamily="2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48CD4FC1-D708-7564-F10F-FF4E879FA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31158" y="3491486"/>
            <a:ext cx="554957" cy="560226"/>
            <a:chOff x="6400800" y="2451609"/>
            <a:chExt cx="380436" cy="384048"/>
          </a:xfrm>
        </p:grpSpPr>
        <p:sp>
          <p:nvSpPr>
            <p:cNvPr id="89" name="Title 3">
              <a:extLst>
                <a:ext uri="{FF2B5EF4-FFF2-40B4-BE49-F238E27FC236}">
                  <a16:creationId xmlns:a16="http://schemas.microsoft.com/office/drawing/2014/main" id="{3485FCC2-3839-8352-28E2-9A24AD99B03C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600" b="0" i="0" u="none" strike="noStrike" kern="0" cap="none" spc="0" normalizeH="0" baseline="0" noProof="0">
                <a:ln>
                  <a:noFill/>
                </a:ln>
                <a:solidFill>
                  <a:srgbClr val="225B62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endParaRPr>
            </a:p>
          </p:txBody>
        </p:sp>
        <p:pic>
          <p:nvPicPr>
            <p:cNvPr id="90" name="Picture 89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F3E0D9DD-332F-570A-9D04-8313B0607E31}"/>
                </a:ext>
              </a:extLst>
            </p:cNvPr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pic>
        <p:nvPicPr>
          <p:cNvPr id="94" name="!!Copilot">
            <a:extLst>
              <a:ext uri="{FF2B5EF4-FFF2-40B4-BE49-F238E27FC236}">
                <a16:creationId xmlns:a16="http://schemas.microsoft.com/office/drawing/2014/main" id="{926F4B08-886B-57A6-AF4A-E5118A594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2"/>
          <a:stretch>
            <a:fillRect/>
          </a:stretch>
        </p:blipFill>
        <p:spPr>
          <a:xfrm>
            <a:off x="5555195" y="3376423"/>
            <a:ext cx="971158" cy="971156"/>
          </a:xfrm>
          <a:prstGeom prst="rect">
            <a:avLst/>
          </a:prstGeom>
          <a:effectLst>
            <a:outerShdw blurRad="38100" dist="38100" dir="2700000" algn="tl" rotWithShape="0">
              <a:prstClr val="black">
                <a:alpha val="20000"/>
              </a:prstClr>
            </a:outerShdw>
          </a:effectLst>
        </p:spPr>
      </p:pic>
      <p:pic>
        <p:nvPicPr>
          <p:cNvPr id="95" name="Picture 94" descr="Microsoft Purview">
            <a:extLst>
              <a:ext uri="{FF2B5EF4-FFF2-40B4-BE49-F238E27FC236}">
                <a16:creationId xmlns:a16="http://schemas.microsoft.com/office/drawing/2014/main" id="{CBA05CD7-FDAA-1E8A-9C58-2C50FF1D0740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91001" y="3301775"/>
            <a:ext cx="1067282" cy="1067282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372A695A-784A-9A28-0312-8E539563C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41431" y="3491486"/>
            <a:ext cx="554957" cy="560226"/>
            <a:chOff x="6400800" y="2451609"/>
            <a:chExt cx="380436" cy="384048"/>
          </a:xfrm>
        </p:grpSpPr>
        <p:sp>
          <p:nvSpPr>
            <p:cNvPr id="99" name="Title 3">
              <a:extLst>
                <a:ext uri="{FF2B5EF4-FFF2-40B4-BE49-F238E27FC236}">
                  <a16:creationId xmlns:a16="http://schemas.microsoft.com/office/drawing/2014/main" id="{3B8AD26E-50D5-1DD7-D5CF-C131CC61CE7A}"/>
                </a:ext>
              </a:extLst>
            </p:cNvPr>
            <p:cNvSpPr txBox="1"/>
            <p:nvPr/>
          </p:nvSpPr>
          <p:spPr>
            <a:xfrm>
              <a:off x="6400800" y="2451609"/>
              <a:ext cx="380436" cy="384048"/>
            </a:xfrm>
            <a:prstGeom prst="roundRect">
              <a:avLst>
                <a:gd name="adj" fmla="val 10660"/>
              </a:avLst>
            </a:prstGeom>
            <a:solidFill>
              <a:schemeClr val="bg1"/>
            </a:solidFill>
            <a:ln>
              <a:noFill/>
            </a:ln>
            <a:effectLst>
              <a:outerShdw blurRad="100206" dist="38100" dir="8100000" algn="tr" rotWithShape="0">
                <a:prstClr val="black">
                  <a:alpha val="15000"/>
                </a:prstClr>
              </a:outerShdw>
            </a:effectLst>
          </p:spPr>
          <p:txBody>
            <a:bodyPr rot="0" spcFirstLastPara="0" vert="horz" wrap="square" lIns="288000" tIns="251999" rIns="288000" bIns="2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 kumimoji="0" sz="1600" b="0" i="0" u="none" strike="noStrike" kern="0" cap="none" spc="0" normalizeH="0" baseline="0">
                  <a:ln>
                    <a:noFill/>
                  </a:ln>
                  <a:solidFill>
                    <a:srgbClr val="225B62"/>
                  </a:solidFill>
                  <a:effectLst/>
                  <a:uLnTx/>
                  <a:uFillTx/>
                  <a:latin typeface="Segoe Sans Display"/>
                  <a:ea typeface="+mn-ea"/>
                  <a:cs typeface="Segoe Sans Display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600" b="0" i="0" u="none" strike="noStrike" kern="0" cap="none" spc="0" normalizeH="0" baseline="0" noProof="0">
                <a:ln>
                  <a:noFill/>
                </a:ln>
                <a:solidFill>
                  <a:srgbClr val="225B62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endParaRPr>
            </a:p>
          </p:txBody>
        </p:sp>
        <p:pic>
          <p:nvPicPr>
            <p:cNvPr id="100" name="Picture 99" descr="A purple cross on a black background&#10;&#10;AI-generated content may be incorrect.">
              <a:extLst>
                <a:ext uri="{FF2B5EF4-FFF2-40B4-BE49-F238E27FC236}">
                  <a16:creationId xmlns:a16="http://schemas.microsoft.com/office/drawing/2014/main" id="{B9848D65-DB24-A926-A992-E7BE2F9EF369}"/>
                </a:ext>
              </a:extLst>
            </p:cNvPr>
            <p:cNvPicPr/>
            <p:nvPr/>
          </p:nvPicPr>
          <p:blipFill>
            <a:blip r:embed="rId21"/>
            <a:stretch>
              <a:fillRect/>
            </a:stretch>
          </p:blipFill>
          <p:spPr>
            <a:xfrm>
              <a:off x="6466164" y="2529333"/>
              <a:ext cx="228600" cy="228600"/>
            </a:xfrm>
            <a:prstGeom prst="rect">
              <a:avLst/>
            </a:prstGeom>
          </p:spPr>
        </p:pic>
      </p:grp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EE784919-8296-1BEF-8EDD-441CF1E75013}"/>
              </a:ext>
            </a:extLst>
          </p:cNvPr>
          <p:cNvSpPr>
            <a:spLocks/>
          </p:cNvSpPr>
          <p:nvPr/>
        </p:nvSpPr>
        <p:spPr bwMode="auto">
          <a:xfrm>
            <a:off x="4113926" y="1707232"/>
            <a:ext cx="3850753" cy="3304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2000">
                <a:srgbClr val="0078D4"/>
              </a:gs>
              <a:gs pos="44000">
                <a:srgbClr val="8661C5"/>
              </a:gs>
              <a:gs pos="100000">
                <a:srgbClr val="C03BC4"/>
              </a:gs>
            </a:gsLst>
            <a:lin ang="19200000" scaled="0"/>
            <a:tileRect/>
          </a:gra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4F3F5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Secure AI Business Solutions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8224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B32C-BEC7-C8FE-92ED-B920C92E6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DAC30E1A-163F-A555-981B-B738BA351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286455" y="1977656"/>
            <a:ext cx="11590112" cy="3476846"/>
          </a:xfrm>
          <a:prstGeom prst="roundRect">
            <a:avLst>
              <a:gd name="adj" fmla="val 2547"/>
            </a:avLst>
          </a:prstGeom>
          <a:solidFill>
            <a:schemeClr val="bg1">
              <a:alpha val="64000"/>
            </a:schemeClr>
          </a:solidFill>
          <a:ln w="6350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7F40A-6CAC-94D1-B3D6-EB9450FDF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8" y="448226"/>
            <a:ext cx="11018520" cy="553998"/>
          </a:xfrm>
        </p:spPr>
        <p:txBody>
          <a:bodyPr/>
          <a:lstStyle/>
          <a:p>
            <a:r>
              <a:rPr lang="en-US" dirty="0"/>
              <a:t>Business impact of using Microsoft 365 Copilot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40A032-9F95-EBFD-1974-269FE7A12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85216" y="2213300"/>
            <a:ext cx="3383280" cy="3031299"/>
          </a:xfrm>
          <a:prstGeom prst="roundRect">
            <a:avLst>
              <a:gd name="adj" fmla="val 4061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14DED1-AE7A-9347-A617-FCB980B72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04360" y="2212032"/>
            <a:ext cx="3383280" cy="3031299"/>
          </a:xfrm>
          <a:prstGeom prst="roundRect">
            <a:avLst>
              <a:gd name="adj" fmla="val 4061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70B1E7-F1AA-4A5E-50B7-38C60083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225918" y="2212032"/>
            <a:ext cx="3383280" cy="3031299"/>
          </a:xfrm>
          <a:prstGeom prst="roundRect">
            <a:avLst>
              <a:gd name="adj" fmla="val 4061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92B239-A125-8077-6BBB-94100BED2DF9}"/>
              </a:ext>
            </a:extLst>
          </p:cNvPr>
          <p:cNvSpPr txBox="1">
            <a:spLocks/>
          </p:cNvSpPr>
          <p:nvPr/>
        </p:nvSpPr>
        <p:spPr>
          <a:xfrm>
            <a:off x="781482" y="4350731"/>
            <a:ext cx="2985920" cy="30777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kern="1200" spc="0" baseline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increase in net revenue</a:t>
            </a:r>
            <a:endParaRPr kumimoji="0" lang="en-US" sz="2200" b="0" i="0" u="none" strike="noStrike" kern="1200" cap="none" spc="0" normalizeH="0" baseline="30000" noProof="0" dirty="0">
              <a:ln>
                <a:noFill/>
              </a:ln>
              <a:solidFill>
                <a:srgbClr val="243A5E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698966D-D114-A1A4-8E18-919B589DD928}"/>
              </a:ext>
            </a:extLst>
          </p:cNvPr>
          <p:cNvSpPr txBox="1">
            <a:spLocks/>
          </p:cNvSpPr>
          <p:nvPr/>
        </p:nvSpPr>
        <p:spPr>
          <a:xfrm>
            <a:off x="4603040" y="4345853"/>
            <a:ext cx="2985920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spc="0" baseline="0">
                <a:solidFill>
                  <a:srgbClr val="2A446F"/>
                </a:solidFill>
                <a:latin typeface="+mj-lt"/>
                <a:ea typeface="+mj-ea"/>
                <a:cs typeface="Segoe Sans Display" pitchFamily="2" charset="0"/>
              </a:defRPr>
            </a:lvl1pPr>
            <a:lvl2pPr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Sans Display" pitchFamily="2" charset="0"/>
                <a:ea typeface="+mj-ea"/>
                <a:cs typeface="Segoe Sans Display" pitchFamily="2" charset="0"/>
              </a:rPr>
              <a:t>reduction in operating costs</a:t>
            </a:r>
            <a:endParaRPr kumimoji="0" lang="en-US" sz="1600" b="0" i="0" u="none" strike="noStrike" kern="1200" cap="none" spc="0" normalizeH="0" baseline="30000" noProof="0">
              <a:ln>
                <a:noFill/>
              </a:ln>
              <a:solidFill>
                <a:srgbClr val="243A5E"/>
              </a:solidFill>
              <a:effectLst/>
              <a:uLnTx/>
              <a:uFillTx/>
              <a:latin typeface="Segoe Sans Display" pitchFamily="2" charset="0"/>
              <a:ea typeface="+mj-ea"/>
              <a:cs typeface="Segoe Sans Display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0CDC6B-1C9F-6FFF-C210-35FE5CCE7364}"/>
              </a:ext>
            </a:extLst>
          </p:cNvPr>
          <p:cNvSpPr txBox="1"/>
          <p:nvPr/>
        </p:nvSpPr>
        <p:spPr>
          <a:xfrm>
            <a:off x="781482" y="2847532"/>
            <a:ext cx="2985920" cy="12311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  <a:t>6%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0305AC-CB51-2B8D-0812-ABDEDE55F369}"/>
              </a:ext>
            </a:extLst>
          </p:cNvPr>
          <p:cNvSpPr txBox="1"/>
          <p:nvPr/>
        </p:nvSpPr>
        <p:spPr>
          <a:xfrm>
            <a:off x="4603040" y="2846264"/>
            <a:ext cx="2985920" cy="12311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  <a:t>20%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C64774-9DDB-BD8D-1E46-3CB2801502FA}"/>
              </a:ext>
            </a:extLst>
          </p:cNvPr>
          <p:cNvSpPr txBox="1"/>
          <p:nvPr/>
        </p:nvSpPr>
        <p:spPr>
          <a:xfrm>
            <a:off x="286454" y="6453139"/>
            <a:ext cx="10971102" cy="15388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-5" normalizeH="0" baseline="0" noProof="0">
                <a:ln>
                  <a:noFill/>
                </a:ln>
                <a:solidFill>
                  <a:srgbClr val="2E2F2E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Source: Forrester Research: Total Economic Impact of Microsoft 365 Copilot for SMB, October 2024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1D55FE3-4A90-3EAC-53DC-9BFA921D1B4F}"/>
              </a:ext>
            </a:extLst>
          </p:cNvPr>
          <p:cNvSpPr txBox="1">
            <a:spLocks/>
          </p:cNvSpPr>
          <p:nvPr/>
        </p:nvSpPr>
        <p:spPr>
          <a:xfrm>
            <a:off x="8351697" y="4350731"/>
            <a:ext cx="3131721" cy="61555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200" spc="0" baseline="0">
                <a:solidFill>
                  <a:srgbClr val="2A446F"/>
                </a:solidFill>
                <a:latin typeface="+mj-lt"/>
                <a:ea typeface="+mj-ea"/>
                <a:cs typeface="Segoe Sans Display" pitchFamily="2" charset="0"/>
              </a:defRPr>
            </a:lvl1pPr>
            <a:lvl2pPr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43A5E"/>
                </a:solidFill>
                <a:effectLst/>
                <a:uLnTx/>
                <a:uFillTx/>
                <a:latin typeface="Segoe Sans Display" pitchFamily="2" charset="0"/>
                <a:ea typeface="+mj-ea"/>
                <a:cs typeface="Segoe Sans Display" pitchFamily="2" charset="0"/>
              </a:rPr>
              <a:t>acceleration in new-hire onboarding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BA7B88-2633-4F52-1E71-DB6E15A3B9C5}"/>
              </a:ext>
            </a:extLst>
          </p:cNvPr>
          <p:cNvSpPr txBox="1"/>
          <p:nvPr/>
        </p:nvSpPr>
        <p:spPr>
          <a:xfrm>
            <a:off x="8424598" y="2846264"/>
            <a:ext cx="2985920" cy="123110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UI Semibold" panose="020B0702040204020203" pitchFamily="34" charset="0"/>
              </a:rPr>
              <a:t>25%</a:t>
            </a:r>
            <a:endParaRPr kumimoji="0" lang="en-US" sz="8000" b="0" i="0" u="none" strike="noStrike" kern="1200" cap="none" spc="0" normalizeH="0" baseline="0" noProof="0">
              <a:ln>
                <a:noFill/>
              </a:ln>
              <a:gradFill flip="none" rotWithShape="1">
                <a:gsLst>
                  <a:gs pos="0">
                    <a:srgbClr val="0078D4"/>
                  </a:gs>
                  <a:gs pos="100000">
                    <a:srgbClr val="C73ECC"/>
                  </a:gs>
                </a:gsLst>
                <a:lin ang="2700000" scaled="1"/>
                <a:tileRect/>
              </a:gradFill>
              <a:effectLst/>
              <a:highlight>
                <a:srgbClr val="FFFF00"/>
              </a:highlight>
              <a:uLnTx/>
              <a:uFillTx/>
              <a:latin typeface="Segoe Sans Display Semibold"/>
              <a:ea typeface="+mn-ea"/>
              <a:cs typeface="Segoe Sans Display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6408BE-12F1-D4BF-DFF5-0970EA309639}"/>
              </a:ext>
            </a:extLst>
          </p:cNvPr>
          <p:cNvSpPr txBox="1"/>
          <p:nvPr/>
        </p:nvSpPr>
        <p:spPr>
          <a:xfrm>
            <a:off x="1530036" y="2534970"/>
            <a:ext cx="144855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  <a:t>up to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D393BF-5754-981F-F474-CC6FE7673708}"/>
              </a:ext>
            </a:extLst>
          </p:cNvPr>
          <p:cNvSpPr txBox="1"/>
          <p:nvPr/>
        </p:nvSpPr>
        <p:spPr>
          <a:xfrm>
            <a:off x="5372930" y="2534969"/>
            <a:ext cx="144855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  <a:t>up to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92538F-6F82-672B-154E-1EACEB8D143E}"/>
              </a:ext>
            </a:extLst>
          </p:cNvPr>
          <p:cNvSpPr txBox="1"/>
          <p:nvPr/>
        </p:nvSpPr>
        <p:spPr>
          <a:xfrm>
            <a:off x="9193280" y="2534969"/>
            <a:ext cx="144855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gradFill flip="none" rotWithShape="1"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2700000" scaled="1"/>
                  <a:tileRect/>
                </a:gradFill>
                <a:effectLst/>
                <a:uLnTx/>
                <a:uFillTx/>
                <a:latin typeface="Segoe Sans Display Semibold"/>
                <a:ea typeface="+mn-ea"/>
                <a:cs typeface="Segoe Sans Display" pitchFamily="2" charset="0"/>
              </a:rPr>
              <a:t>up to</a:t>
            </a:r>
          </a:p>
        </p:txBody>
      </p:sp>
    </p:spTree>
    <p:extLst>
      <p:ext uri="{BB962C8B-B14F-4D97-AF65-F5344CB8AC3E}">
        <p14:creationId xmlns:p14="http://schemas.microsoft.com/office/powerpoint/2010/main" val="86297985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4F72-EFAA-A09E-AA6E-EA477DD2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98D6-31DE-A746-3822-361F6F73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8" y="448226"/>
            <a:ext cx="11018520" cy="553998"/>
          </a:xfrm>
        </p:spPr>
        <p:txBody>
          <a:bodyPr/>
          <a:lstStyle/>
          <a:p>
            <a:r>
              <a:rPr lang="en-US" dirty="0"/>
              <a:t>Business impact of using Microsoft 365 Copilot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45B4A7-3DC2-C566-DD2E-7D1D7A108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83405" y="1237171"/>
            <a:ext cx="11025189" cy="4998720"/>
          </a:xfrm>
          <a:prstGeom prst="roundRect">
            <a:avLst>
              <a:gd name="adj" fmla="val 2231"/>
            </a:avLst>
          </a:prstGeom>
          <a:solidFill>
            <a:schemeClr val="bg1">
              <a:alpha val="64000"/>
            </a:schemeClr>
          </a:solidFill>
          <a:ln w="6350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63C6A-3374-6F62-ABDD-C7B0A1336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560" y="1852804"/>
            <a:ext cx="978270" cy="98592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7FC5E8-6DE9-05C4-8335-78744F0FD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52106" y="1392075"/>
            <a:ext cx="7336688" cy="1305252"/>
          </a:xfrm>
          <a:prstGeom prst="roundRect">
            <a:avLst>
              <a:gd name="adj" fmla="val 9131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E78755-CE73-8CF8-608B-E1EBFD974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52106" y="2803605"/>
            <a:ext cx="7336688" cy="32829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itle 16">
            <a:extLst>
              <a:ext uri="{FF2B5EF4-FFF2-40B4-BE49-F238E27FC236}">
                <a16:creationId xmlns:a16="http://schemas.microsoft.com/office/drawing/2014/main" id="{95B8204A-F269-5361-C0F2-470452D24AFE}"/>
              </a:ext>
            </a:extLst>
          </p:cNvPr>
          <p:cNvSpPr txBox="1">
            <a:spLocks/>
          </p:cNvSpPr>
          <p:nvPr/>
        </p:nvSpPr>
        <p:spPr>
          <a:xfrm>
            <a:off x="940915" y="3035662"/>
            <a:ext cx="2881560" cy="147732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UI Semibold"/>
              </a:rPr>
              <a:t>Microsoft 365 </a:t>
            </a:r>
            <a:endParaRPr kumimoji="0" lang="en-CA" sz="3200" b="0" i="0" u="none" strike="noStrike" kern="1200" cap="none" spc="0" normalizeH="0" baseline="0" noProof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Sans Display Semibold"/>
              <a:ea typeface="+mn-ea"/>
              <a:cs typeface="Segoe Sans Display" pitchFamily="2" charset="0"/>
            </a:endParaRPr>
          </a:p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UI Semibold"/>
              </a:rPr>
              <a:t>Copilot Business</a:t>
            </a:r>
            <a:endParaRPr kumimoji="0" lang="en-CA" sz="3200" b="0" i="0" u="none" strike="noStrike" kern="1200" cap="none" spc="0" normalizeH="0" baseline="0" noProof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Sans Display Semibold"/>
              <a:ea typeface="+mn-ea"/>
              <a:cs typeface="Segoe Sans Display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074938-149E-FD69-7955-476D56C20C96}"/>
              </a:ext>
            </a:extLst>
          </p:cNvPr>
          <p:cNvSpPr txBox="1"/>
          <p:nvPr/>
        </p:nvSpPr>
        <p:spPr>
          <a:xfrm>
            <a:off x="943691" y="4602772"/>
            <a:ext cx="287600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454142"/>
                </a:solidFill>
                <a:effectLst/>
                <a:uLnTx/>
                <a:uFillTx/>
                <a:latin typeface="Segoe UI Variable Display" pitchFamily="2" charset="0"/>
                <a:cs typeface="Segoe UI Semibold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/>
              </a:rPr>
              <a:t>AI built for 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D89BA5-2CF7-082A-900C-A50B46A3F81F}"/>
              </a:ext>
            </a:extLst>
          </p:cNvPr>
          <p:cNvSpPr txBox="1"/>
          <p:nvPr/>
        </p:nvSpPr>
        <p:spPr>
          <a:xfrm>
            <a:off x="2002518" y="4944633"/>
            <a:ext cx="758354" cy="25667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8D4"/>
              </a:gs>
              <a:gs pos="53000">
                <a:srgbClr val="8661C5"/>
              </a:gs>
              <a:gs pos="100000">
                <a:srgbClr val="C03BC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14400">
              <a:spcAft>
                <a:spcPts val="300"/>
              </a:spcAft>
              <a:defRPr sz="2000">
                <a:solidFill>
                  <a:srgbClr val="FFFFFF"/>
                </a:solidFill>
                <a:latin typeface="+mj-lt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4F3F5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$21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A10167-BDFB-FD20-F6F7-275DA7B980AA}"/>
              </a:ext>
            </a:extLst>
          </p:cNvPr>
          <p:cNvSpPr txBox="1"/>
          <p:nvPr/>
        </p:nvSpPr>
        <p:spPr>
          <a:xfrm>
            <a:off x="1737351" y="5260613"/>
            <a:ext cx="12886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(up to 300 seats)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22D1C2E-9D99-866D-49D5-377E62E72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00011" y="3942418"/>
            <a:ext cx="67881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5EDF3F9-5C70-9D62-F474-D6F595CC1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00011" y="4621521"/>
            <a:ext cx="67881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7E53A3-954C-F2CF-985B-75C08F36E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00011" y="5527640"/>
            <a:ext cx="678815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261052F-3A9E-7AE0-316F-383592F7E861}"/>
              </a:ext>
            </a:extLst>
          </p:cNvPr>
          <p:cNvSpPr txBox="1"/>
          <p:nvPr/>
        </p:nvSpPr>
        <p:spPr>
          <a:xfrm>
            <a:off x="4300011" y="1553269"/>
            <a:ext cx="148598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Copilot Chat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52D64E-9A68-4B35-ECCD-9DB47091DB81}"/>
              </a:ext>
            </a:extLst>
          </p:cNvPr>
          <p:cNvSpPr txBox="1"/>
          <p:nvPr/>
        </p:nvSpPr>
        <p:spPr>
          <a:xfrm>
            <a:off x="4407019" y="1844915"/>
            <a:ext cx="6933871" cy="691218"/>
          </a:xfrm>
          <a:prstGeom prst="rect">
            <a:avLst/>
          </a:prstGeom>
          <a:noFill/>
        </p:spPr>
        <p:txBody>
          <a:bodyPr wrap="square" lIns="0" tIns="0" rIns="0" bIns="0" numCol="2" rtlCol="0" anchor="t">
            <a:no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cap="none" spc="0" normalizeH="0" baseline="0">
                <a:ln>
                  <a:noFill/>
                </a:ln>
                <a:solidFill>
                  <a:srgbClr val="454142"/>
                </a:solidFill>
                <a:effectLst/>
                <a:uLnTx/>
                <a:uFillTx/>
                <a:latin typeface="Segoe UI Variable Display" pitchFamily="2" charset="0"/>
                <a:cs typeface="Segoe UI Semibold"/>
              </a:defRPr>
            </a:lvl1pPr>
          </a:lstStyle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Secure web-grounded AI chat &amp; agents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AI-powered Create (standard access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1</a:t>
            </a: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, </a:t>
            </a:r>
            <a:b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</a:b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limited functionality)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Reason over open files in Microsoft 365 apps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2</a:t>
            </a:r>
            <a:endParaRPr kumimoji="0" lang="en-US" sz="11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Sans Display Semibold"/>
            </a:endParaRP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Pay as you go custom agents grounded in your data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GPT-5 Standard access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1</a:t>
            </a:r>
            <a:endParaRPr kumimoji="0" lang="en-US" sz="11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Sans Display Semibold" pitchFamily="2" charset="0"/>
            </a:endParaRPr>
          </a:p>
        </p:txBody>
      </p:sp>
      <p:grpSp>
        <p:nvGrpSpPr>
          <p:cNvPr id="29" name="Group 28" descr="Plus">
            <a:extLst>
              <a:ext uri="{FF2B5EF4-FFF2-40B4-BE49-F238E27FC236}">
                <a16:creationId xmlns:a16="http://schemas.microsoft.com/office/drawing/2014/main" id="{1576C4D1-2FAA-69B9-C158-E88499E0D1BD}"/>
              </a:ext>
            </a:extLst>
          </p:cNvPr>
          <p:cNvGrpSpPr/>
          <p:nvPr/>
        </p:nvGrpSpPr>
        <p:grpSpPr>
          <a:xfrm>
            <a:off x="7551721" y="2546864"/>
            <a:ext cx="407206" cy="407204"/>
            <a:chOff x="7617641" y="2462446"/>
            <a:chExt cx="407206" cy="407204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CE73743-D7A1-6889-A91D-9022140BF728}"/>
                </a:ext>
              </a:extLst>
            </p:cNvPr>
            <p:cNvSpPr/>
            <p:nvPr/>
          </p:nvSpPr>
          <p:spPr bwMode="auto">
            <a:xfrm>
              <a:off x="7617641" y="2462446"/>
              <a:ext cx="407206" cy="407204"/>
            </a:xfrm>
            <a:prstGeom prst="ellipse">
              <a:avLst/>
            </a:prstGeom>
            <a:solidFill>
              <a:schemeClr val="bg1"/>
            </a:solidFill>
            <a:ln w="38100">
              <a:gradFill flip="none" rotWithShape="1">
                <a:gsLst>
                  <a:gs pos="20000">
                    <a:srgbClr val="D5EDF7"/>
                  </a:gs>
                  <a:gs pos="100000">
                    <a:srgbClr val="E2D0F7"/>
                  </a:gs>
                </a:gsLst>
                <a:path path="circle">
                  <a:fillToRect r="100000" b="100000"/>
                </a:path>
                <a:tileRect l="-100000" t="-100000"/>
              </a:gradFill>
              <a:headEnd type="none" w="med" len="med"/>
              <a:tailEnd type="none" w="med" len="med"/>
            </a:ln>
            <a:effectLst>
              <a:outerShdw blurRad="63500" algn="ctr" rotWithShape="0">
                <a:prstClr val="black">
                  <a:alpha val="5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9144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31" name="Plus 3" descr="Plus">
              <a:extLst>
                <a:ext uri="{FF2B5EF4-FFF2-40B4-BE49-F238E27FC236}">
                  <a16:creationId xmlns:a16="http://schemas.microsoft.com/office/drawing/2014/main" id="{D45FB189-DCF6-74E7-97E9-69EF799EED43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 bwMode="auto">
            <a:xfrm>
              <a:off x="7676781" y="2521585"/>
              <a:ext cx="288926" cy="288926"/>
            </a:xfrm>
            <a:prstGeom prst="mathPlus">
              <a:avLst>
                <a:gd name="adj1" fmla="val 25239"/>
              </a:avLst>
            </a:prstGeom>
            <a:gradFill flip="none" rotWithShape="1">
              <a:gsLst>
                <a:gs pos="0">
                  <a:srgbClr val="0078D4"/>
                </a:gs>
                <a:gs pos="53000">
                  <a:srgbClr val="8661C5"/>
                </a:gs>
                <a:gs pos="100000">
                  <a:srgbClr val="C03BC4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673EBE4-A7E8-C7A8-8083-5564DFFBED09}"/>
              </a:ext>
            </a:extLst>
          </p:cNvPr>
          <p:cNvSpPr txBox="1"/>
          <p:nvPr/>
        </p:nvSpPr>
        <p:spPr>
          <a:xfrm>
            <a:off x="4325658" y="2925328"/>
            <a:ext cx="37350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Chat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09746C-37A0-CCA1-186C-63FB441AC839}"/>
              </a:ext>
            </a:extLst>
          </p:cNvPr>
          <p:cNvSpPr txBox="1"/>
          <p:nvPr/>
        </p:nvSpPr>
        <p:spPr>
          <a:xfrm>
            <a:off x="4407019" y="3216974"/>
            <a:ext cx="6933871" cy="616725"/>
          </a:xfrm>
          <a:prstGeom prst="rect">
            <a:avLst/>
          </a:prstGeom>
          <a:noFill/>
        </p:spPr>
        <p:txBody>
          <a:bodyPr wrap="square" lIns="0" tIns="0" rIns="0" bIns="0" numCol="2" rtlCol="0" anchor="t">
            <a:no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/>
              </a:defRPr>
            </a:lvl1pPr>
          </a:lstStyle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Work-grounded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AI-powered Search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AI-powered Notebooks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AI-powered Create (priority access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1</a:t>
            </a: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, full functionality)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GPT-5 Priority access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 Semibold"/>
              </a:rPr>
              <a:t>1</a:t>
            </a:r>
            <a:endParaRPr kumimoji="0" lang="en-US" sz="11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Sans Display Semibold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CBA102-C1F1-3DC1-8FE1-3BAD964FC853}"/>
              </a:ext>
            </a:extLst>
          </p:cNvPr>
          <p:cNvSpPr txBox="1"/>
          <p:nvPr/>
        </p:nvSpPr>
        <p:spPr>
          <a:xfrm>
            <a:off x="4300011" y="4051137"/>
            <a:ext cx="316298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R="0" lvl="0" indent="0" defTabSz="932742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Tx/>
              <a:buFontTx/>
              <a:buNone/>
              <a:tabLst/>
              <a:defRPr kumimoji="0" sz="2000" b="1" i="0" u="none" strike="noStrike" cap="none" spc="0" normalizeH="0" baseline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 Semibold"/>
                <a:cs typeface="Segoe UI Semibold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Copilot in Microsoft 365 apps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 Semibold"/>
              </a:rPr>
              <a:t>Advanced skills and in-app editing</a:t>
            </a:r>
            <a:endParaRPr kumimoji="0" lang="en-US" sz="18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 Semibold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D53485-25F2-8A89-2E0D-12DABCC766CC}"/>
              </a:ext>
            </a:extLst>
          </p:cNvPr>
          <p:cNvSpPr txBox="1"/>
          <p:nvPr/>
        </p:nvSpPr>
        <p:spPr>
          <a:xfrm>
            <a:off x="4300011" y="4730240"/>
            <a:ext cx="303844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Comprehensive agent access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310744-2328-B2A5-47CB-2E60DFCAF790}"/>
              </a:ext>
            </a:extLst>
          </p:cNvPr>
          <p:cNvSpPr txBox="1"/>
          <p:nvPr/>
        </p:nvSpPr>
        <p:spPr>
          <a:xfrm>
            <a:off x="4406681" y="5021886"/>
            <a:ext cx="6911949" cy="397035"/>
          </a:xfrm>
          <a:prstGeom prst="rect">
            <a:avLst/>
          </a:prstGeom>
          <a:noFill/>
        </p:spPr>
        <p:txBody>
          <a:bodyPr wrap="square" lIns="0" tIns="0" rIns="0" bIns="0" numCol="2" rtlCol="0">
            <a:no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/>
              </a:defRPr>
            </a:lvl1pPr>
          </a:lstStyle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Pre-built Microsoft agents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Analyst &amp; Researcher advanced reasoning agents</a:t>
            </a:r>
          </a:p>
          <a:p>
            <a:pPr marL="171450" marR="0" lvl="0" indent="-17145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Custom agents grounded in your data</a:t>
            </a:r>
            <a:r>
              <a:rPr kumimoji="0" lang="en-US" sz="1100" b="0" i="0" u="none" strike="noStrike" kern="1200" cap="none" spc="0" normalizeH="0" baseline="3000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3</a:t>
            </a:r>
            <a:endParaRPr kumimoji="0" lang="en-US" sz="1100" b="0" i="0" u="none" strike="noStrike" kern="1200" cap="none" spc="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81870D-245F-B253-974C-E5ED16B82C31}"/>
              </a:ext>
            </a:extLst>
          </p:cNvPr>
          <p:cNvSpPr txBox="1"/>
          <p:nvPr/>
        </p:nvSpPr>
        <p:spPr>
          <a:xfrm>
            <a:off x="4300011" y="5636358"/>
            <a:ext cx="338931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R="0" lvl="0" indent="0" algn="ctr" defTabSz="93274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ln w="3175">
                  <a:noFill/>
                </a:ln>
                <a:solidFill>
                  <a:sysClr val="windowText" lastClr="000000"/>
                </a:solidFill>
                <a:cs typeface="Segoe UI Semibold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Advanced Mgmt. &amp; Analytics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63F4B-0803-E0B6-D495-4CFDA9516877}"/>
              </a:ext>
            </a:extLst>
          </p:cNvPr>
          <p:cNvSpPr txBox="1"/>
          <p:nvPr/>
        </p:nvSpPr>
        <p:spPr>
          <a:xfrm>
            <a:off x="583405" y="6397085"/>
            <a:ext cx="11040857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Learn about standard and priority access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.  2. Available in Word, Excel, PowerPoint, Outlook, and OneNote. 3. Applies to assistive agents built by you on the Microsoft 365 Copilot agent platform deployed on Microsoft 365 surfaces </a:t>
            </a:r>
            <a:endParaRPr kumimoji="0" lang="en-US" sz="1765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69587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96296E-6 L -2.70833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-3.54167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11111E-6 L -3.54167E-6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-2.70833E-6 0.03541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550"/>
                                  </p:stCondLst>
                                  <p:childTnLst>
                                    <p:animMotion origin="layout" path="M 1.25E-6 -0.03472 L 1.25E-6 -3.7037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3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2.59259E-6 L -2.70833E-6 0.03541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8" grpId="0"/>
      <p:bldP spid="8" grpId="1"/>
      <p:bldP spid="22" grpId="0" animBg="1"/>
      <p:bldP spid="22" grpId="1" animBg="1"/>
      <p:bldP spid="23" grpId="0"/>
      <p:bldP spid="2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A798A-1CDF-FEFC-32D2-7A378F8AC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9339-E25E-DF69-36AB-342ECF44F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98" y="448226"/>
            <a:ext cx="11018520" cy="553998"/>
          </a:xfrm>
        </p:spPr>
        <p:txBody>
          <a:bodyPr/>
          <a:lstStyle/>
          <a:p>
            <a:pPr algn="ctr"/>
            <a:r>
              <a:rPr lang="en-US" dirty="0"/>
              <a:t>Why Microsoft 365 Copilot?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3EC70E7-388D-669F-372F-A3CED1800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39" y="1699521"/>
            <a:ext cx="3436219" cy="4121899"/>
          </a:xfrm>
          <a:prstGeom prst="roundRect">
            <a:avLst>
              <a:gd name="adj" fmla="val 4437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kern="0">
              <a:solidFill>
                <a:sysClr val="windowText" lastClr="00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8AEAD-4BAD-9961-2558-B7E5F0E68797}"/>
              </a:ext>
            </a:extLst>
          </p:cNvPr>
          <p:cNvSpPr txBox="1"/>
          <p:nvPr/>
        </p:nvSpPr>
        <p:spPr>
          <a:xfrm>
            <a:off x="1161848" y="4661637"/>
            <a:ext cx="2286000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Get more value with one simplified solution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85CDAD5-22FF-8710-E679-DF6514285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7891" y="1699521"/>
            <a:ext cx="3436219" cy="4121899"/>
          </a:xfrm>
          <a:prstGeom prst="roundRect">
            <a:avLst>
              <a:gd name="adj" fmla="val 4437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kern="0">
              <a:solidFill>
                <a:sysClr val="windowText" lastClr="00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F8899-2061-8A93-F39C-FD6DF8537182}"/>
              </a:ext>
            </a:extLst>
          </p:cNvPr>
          <p:cNvSpPr txBox="1"/>
          <p:nvPr/>
        </p:nvSpPr>
        <p:spPr>
          <a:xfrm>
            <a:off x="4952999" y="4661637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Run your business with confidence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CB08A2-B68A-DBC2-0C67-C7AFB74A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9041" y="1699521"/>
            <a:ext cx="3436219" cy="4121899"/>
          </a:xfrm>
          <a:prstGeom prst="roundRect">
            <a:avLst>
              <a:gd name="adj" fmla="val 4437"/>
            </a:avLst>
          </a:prstGeom>
          <a:solidFill>
            <a:schemeClr val="bg1"/>
          </a:solidFill>
          <a:ln w="15875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</a:ln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kern="0">
              <a:solidFill>
                <a:sysClr val="windowText" lastClr="00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C6145-115D-BFFD-E62F-4E64FB8B93AB}"/>
              </a:ext>
            </a:extLst>
          </p:cNvPr>
          <p:cNvSpPr txBox="1"/>
          <p:nvPr/>
        </p:nvSpPr>
        <p:spPr>
          <a:xfrm>
            <a:off x="8744152" y="4661636"/>
            <a:ext cx="22860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Built-in security you can trust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7F8735-131C-84ED-E5BF-9E0ABA516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570" y="2051651"/>
            <a:ext cx="3253159" cy="21159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063574-C93C-6EB8-5105-01E9A77A05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420" y="2093982"/>
            <a:ext cx="3253159" cy="211595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4AB338A-9DBD-F12B-1E18-7191CCBBC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93" y="2093983"/>
            <a:ext cx="3173930" cy="211595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2FF891D-C80F-2238-6ACC-8EF25E54E979}"/>
              </a:ext>
            </a:extLst>
          </p:cNvPr>
          <p:cNvSpPr txBox="1"/>
          <p:nvPr/>
        </p:nvSpPr>
        <p:spPr>
          <a:xfrm>
            <a:off x="4857008" y="1036580"/>
            <a:ext cx="223151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 pitchFamily="2" charset="0"/>
                <a:ea typeface="+mn-ea"/>
                <a:cs typeface="Segoe Sans Display" pitchFamily="2" charset="0"/>
              </a:rPr>
              <a:t>AI built for work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Segoe Sans Display" pitchFamily="2" charset="0"/>
              <a:ea typeface="+mn-ea"/>
              <a:cs typeface="Segoe Sans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34679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65B1-9D38-EA54-E25A-1C7590DA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85A0B32-E420-C06F-A8BD-4598905CBA82}"/>
              </a:ext>
            </a:extLst>
          </p:cNvPr>
          <p:cNvSpPr txBox="1"/>
          <p:nvPr/>
        </p:nvSpPr>
        <p:spPr>
          <a:xfrm>
            <a:off x="478735" y="468465"/>
            <a:ext cx="43493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spc="-50" dirty="0">
                <a:ln w="3175">
                  <a:noFill/>
                </a:ln>
                <a:latin typeface="+mj-lt"/>
                <a:cs typeface="Segoe Sans Display" pitchFamily="2" charset="0"/>
              </a:rPr>
              <a:t>Get more value with one simplified solution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2E2C555-FE53-9E9F-8DA7-679CE5011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89543" y="405496"/>
            <a:ext cx="5923722" cy="5922395"/>
            <a:chOff x="5789543" y="468465"/>
            <a:chExt cx="5923722" cy="592239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447AE9-60B4-8373-3AFC-D4810123EA77}"/>
                </a:ext>
              </a:extLst>
            </p:cNvPr>
            <p:cNvSpPr/>
            <p:nvPr/>
          </p:nvSpPr>
          <p:spPr>
            <a:xfrm>
              <a:off x="5789543" y="468465"/>
              <a:ext cx="5923722" cy="5922395"/>
            </a:xfrm>
            <a:prstGeom prst="rect">
              <a:avLst/>
            </a:prstGeom>
            <a:solidFill>
              <a:srgbClr val="702573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8CFD0F-8DAD-2582-30B3-479D244B6CCB}"/>
                </a:ext>
              </a:extLst>
            </p:cNvPr>
            <p:cNvCxnSpPr>
              <a:cxnSpLocks/>
            </p:cNvCxnSpPr>
            <p:nvPr/>
          </p:nvCxnSpPr>
          <p:spPr>
            <a:xfrm>
              <a:off x="5789543" y="6390860"/>
              <a:ext cx="5923722" cy="0"/>
            </a:xfrm>
            <a:prstGeom prst="line">
              <a:avLst/>
            </a:prstGeom>
            <a:ln w="38100" cap="rnd">
              <a:solidFill>
                <a:srgbClr val="70257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6162714-7BC3-5856-9E75-E12244E16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01" y="1636865"/>
            <a:ext cx="5029202" cy="2828926"/>
          </a:xfrm>
          <a:prstGeom prst="rect">
            <a:avLst/>
          </a:prstGeom>
          <a:ln w="127000">
            <a:solidFill>
              <a:schemeClr val="bg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4BEF83-2A2B-25A3-2674-42BC6840EA34}"/>
              </a:ext>
            </a:extLst>
          </p:cNvPr>
          <p:cNvSpPr txBox="1"/>
          <p:nvPr/>
        </p:nvSpPr>
        <p:spPr>
          <a:xfrm>
            <a:off x="588263" y="2452471"/>
            <a:ext cx="4754880" cy="28982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Single solution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One AI solution that works across your business and is included with your Microsoft 365 Business plan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Sans Display"/>
              <a:ea typeface="+mn-ea"/>
              <a:cs typeface="Segoe Sans Display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Connected experience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Copilot works across familiar apps like Teams, Outlook, Word, Excel and PowerPoint, no context-switching required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Unified interface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The Copilot app unifies chat, search, apps and agents in a single, easy-to-navigate experience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6A29ECE9-7554-05FA-DBC6-38E4471A0DB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519553" y="4730018"/>
            <a:ext cx="4631377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Microsoft 365 Copilot </a:t>
            </a: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helps you save time and work smarter without extra steps or complexity</a:t>
            </a:r>
          </a:p>
        </p:txBody>
      </p:sp>
    </p:spTree>
    <p:extLst>
      <p:ext uri="{BB962C8B-B14F-4D97-AF65-F5344CB8AC3E}">
        <p14:creationId xmlns:p14="http://schemas.microsoft.com/office/powerpoint/2010/main" val="73591758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8177-CAF4-CE3F-22B6-7631E789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B027-C680-823F-6DD5-EBF313451587}"/>
              </a:ext>
            </a:extLst>
          </p:cNvPr>
          <p:cNvSpPr txBox="1">
            <a:spLocks/>
          </p:cNvSpPr>
          <p:nvPr/>
        </p:nvSpPr>
        <p:spPr>
          <a:xfrm>
            <a:off x="588263" y="651981"/>
            <a:ext cx="4589463" cy="11079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lang="en-US" dirty="0">
                <a:cs typeface="Segoe Sans Display" pitchFamily="2" charset="0"/>
              </a:rPr>
              <a:t>Run your business with confidence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1A22B-1913-878A-E789-E767D85EF29A}"/>
              </a:ext>
            </a:extLst>
          </p:cNvPr>
          <p:cNvSpPr txBox="1"/>
          <p:nvPr/>
        </p:nvSpPr>
        <p:spPr>
          <a:xfrm>
            <a:off x="588263" y="2452471"/>
            <a:ext cx="4754880" cy="289822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Relevant context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Copilot is grounded on your work data across calendars, emails, chats, documents and meetings to improve relevance and accuracy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Ability to customize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Add your own data and build your own custom agents with minimal coding experience required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Role-based solutions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Get tailored AI experiences across various roles like Sales, HR, and Marketing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2CF23761-2D67-A3C4-D14A-1AB1236C349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923314" y="4735147"/>
            <a:ext cx="3829669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Microsoft 365 Copilot </a:t>
            </a: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helps you run your business more efficiently</a:t>
            </a:r>
          </a:p>
        </p:txBody>
      </p:sp>
      <p:pic>
        <p:nvPicPr>
          <p:cNvPr id="5" name="Picture 4" descr="Screenshot of a Microsoft Teams meeting with the Copilot pane listing production timelines.">
            <a:extLst>
              <a:ext uri="{FF2B5EF4-FFF2-40B4-BE49-F238E27FC236}">
                <a16:creationId xmlns:a16="http://schemas.microsoft.com/office/drawing/2014/main" id="{32A0F382-374E-DDA7-3195-1981314F024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36803" y="1636866"/>
            <a:ext cx="5029200" cy="2828925"/>
          </a:xfrm>
          <a:prstGeom prst="rect">
            <a:avLst/>
          </a:prstGeom>
          <a:solidFill>
            <a:srgbClr val="F4F3F5"/>
          </a:solidFill>
          <a:ln w="1270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67470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606E7-FB2C-3B36-0DD1-D9A422A0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0C7777D-FBD9-3F58-7B4A-BDFBBC6DC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89543" y="468465"/>
            <a:ext cx="5923722" cy="5922395"/>
            <a:chOff x="5789543" y="468465"/>
            <a:chExt cx="5923722" cy="592239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10F9245-9665-7CAF-69A6-7D97C4B807D7}"/>
                </a:ext>
              </a:extLst>
            </p:cNvPr>
            <p:cNvSpPr/>
            <p:nvPr/>
          </p:nvSpPr>
          <p:spPr>
            <a:xfrm>
              <a:off x="5789543" y="468465"/>
              <a:ext cx="5923722" cy="5922395"/>
            </a:xfrm>
            <a:prstGeom prst="rect">
              <a:avLst/>
            </a:prstGeom>
            <a:solidFill>
              <a:srgbClr val="702573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FE10E91-7AC1-018A-D4EB-887CE6A72076}"/>
                </a:ext>
              </a:extLst>
            </p:cNvPr>
            <p:cNvCxnSpPr>
              <a:cxnSpLocks/>
            </p:cNvCxnSpPr>
            <p:nvPr/>
          </p:nvCxnSpPr>
          <p:spPr>
            <a:xfrm>
              <a:off x="5789543" y="6390860"/>
              <a:ext cx="5923722" cy="0"/>
            </a:xfrm>
            <a:prstGeom prst="line">
              <a:avLst/>
            </a:prstGeom>
            <a:ln w="38100" cap="rnd">
              <a:solidFill>
                <a:srgbClr val="702573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64B5FA8-A03F-67DE-CC33-1DE9D34B9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6803" y="1636865"/>
            <a:ext cx="5029200" cy="2879295"/>
          </a:xfrm>
          <a:prstGeom prst="rect">
            <a:avLst/>
          </a:prstGeom>
          <a:ln w="127000">
            <a:solidFill>
              <a:schemeClr val="bg1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B049257-A09B-CB13-D1E2-1DC42BF17899}"/>
              </a:ext>
            </a:extLst>
          </p:cNvPr>
          <p:cNvSpPr txBox="1">
            <a:spLocks/>
          </p:cNvSpPr>
          <p:nvPr/>
        </p:nvSpPr>
        <p:spPr>
          <a:xfrm>
            <a:off x="588263" y="652616"/>
            <a:ext cx="4589463" cy="110799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>
              <a:defRPr/>
            </a:pPr>
            <a:r>
              <a:rPr lang="en-US" dirty="0">
                <a:cs typeface="Segoe Sans Display" pitchFamily="2" charset="0"/>
              </a:rPr>
              <a:t>Built-in security you can trust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C7D2B2-F567-B9FE-767D-5181DC4736D5}"/>
              </a:ext>
            </a:extLst>
          </p:cNvPr>
          <p:cNvSpPr txBox="1"/>
          <p:nvPr/>
        </p:nvSpPr>
        <p:spPr>
          <a:xfrm>
            <a:off x="588263" y="2452471"/>
            <a:ext cx="4754880" cy="2652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Protect sensitive data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Copilot follows your existing security, privacy, and compliance settings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Allow your data to stay with you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Sans Display"/>
                <a:ea typeface="+mn-ea"/>
                <a:cs typeface="Segoe Sans Display"/>
              </a:rPr>
              <a:t>Only surfaces what users have permission to access; never used to train foundation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Sans Display Semibold"/>
                <a:ea typeface="+mn-ea"/>
                <a:cs typeface="Segoe Sans Display Semibold"/>
              </a:rPr>
              <a:t>Adopt AI safely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 Semibold" pitchFamily="2" charset="0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Reduce oversharing and keep your business data governed and protected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10F4B-BA89-6A99-6189-A9FDDEF4049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7011081" y="4730018"/>
            <a:ext cx="3866715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25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Microsoft 365 Copilot </a:t>
            </a:r>
            <a:r>
              <a:rPr lang="en-US" sz="2000" dirty="0">
                <a:solidFill>
                  <a:srgbClr val="243A5E"/>
                </a:solidFill>
                <a:latin typeface="Segoe Sans Display" pitchFamily="2" charset="0"/>
                <a:cs typeface="Segoe Sans Display" pitchFamily="2" charset="0"/>
              </a:rPr>
              <a:t>is built on Microsoft’s trusted cloud, so your business data stays safe and private</a:t>
            </a:r>
          </a:p>
        </p:txBody>
      </p:sp>
    </p:spTree>
    <p:extLst>
      <p:ext uri="{BB962C8B-B14F-4D97-AF65-F5344CB8AC3E}">
        <p14:creationId xmlns:p14="http://schemas.microsoft.com/office/powerpoint/2010/main" val="329880384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3E60-D907-EE66-BC7B-268665EF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3ECD80-FAAC-DD23-C940-89FE246FB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88963" y="585789"/>
            <a:ext cx="11020425" cy="5673498"/>
          </a:xfrm>
          <a:prstGeom prst="roundRect">
            <a:avLst>
              <a:gd name="adj" fmla="val 1941"/>
            </a:avLst>
          </a:prstGeom>
          <a:solidFill>
            <a:srgbClr val="FFFFFF">
              <a:alpha val="64000"/>
            </a:srgbClr>
          </a:solidFill>
          <a:ln w="6350">
            <a:gradFill flip="none" rotWithShape="1">
              <a:gsLst>
                <a:gs pos="0">
                  <a:srgbClr val="0078D4"/>
                </a:gs>
                <a:gs pos="43000">
                  <a:srgbClr val="8661C5"/>
                </a:gs>
                <a:gs pos="100000">
                  <a:srgbClr val="C03BC4"/>
                </a:gs>
              </a:gsLst>
              <a:lin ang="2700000" scaled="1"/>
              <a:tileRect/>
            </a:gradFill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EA8751-0765-3867-3B28-30EBB71A6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705984" y="72139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643B8E-8F20-D1ED-5925-8B111FEB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441979" y="72139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9CD2DB-28FE-3579-22F6-3252FC24F6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177974" y="72139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A02CA2-9ECD-6D18-1CA1-C5393E746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13969" y="72139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644B4DC-D0D7-4B09-7CE5-8C93EA7F5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705984" y="2567876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E0FD72-0255-C4BC-EBF6-1D5E1C25C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13969" y="2567876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D501D1C-29CE-6707-338C-BD2ED30FF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705984" y="441436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21FBE1-A754-3EE5-599A-72DEB6D36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3441979" y="441436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248742-E77F-1BD9-259F-2DF61839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177974" y="441436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1E5EB5-2F53-5CF5-9EB4-3D307D3DF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913969" y="4414361"/>
            <a:ext cx="2566831" cy="1709325"/>
          </a:xfrm>
          <a:prstGeom prst="roundRect">
            <a:avLst>
              <a:gd name="adj" fmla="val 6988"/>
            </a:avLst>
          </a:prstGeom>
          <a:solidFill>
            <a:schemeClr val="bg1"/>
          </a:solidFill>
          <a:ln w="6350">
            <a:noFill/>
            <a:headEnd type="none" w="med" len="med"/>
            <a:tailEnd type="none" w="med" len="med"/>
          </a:ln>
          <a:effectLst>
            <a:outerShdw blurRad="508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90000"/>
              <a:buFontTx/>
              <a:buNone/>
              <a:tabLst>
                <a:tab pos="183703" algn="l"/>
              </a:tabLst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67583BF-835D-ADD8-1716-11202B986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757" y="2636425"/>
            <a:ext cx="808487" cy="814814"/>
          </a:xfrm>
          <a:prstGeom prst="rect">
            <a:avLst/>
          </a:prstGeom>
        </p:spPr>
      </p:pic>
      <p:pic>
        <p:nvPicPr>
          <p:cNvPr id="21" name="Picture 44">
            <a:extLst>
              <a:ext uri="{FF2B5EF4-FFF2-40B4-BE49-F238E27FC236}">
                <a16:creationId xmlns:a16="http://schemas.microsoft.com/office/drawing/2014/main" id="{E1B69BD2-B1E1-954C-9FB5-4B8CCBE07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7529" y="1706912"/>
            <a:ext cx="346482" cy="346482"/>
          </a:xfrm>
          <a:prstGeom prst="rect">
            <a:avLst/>
          </a:prstGeom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C7B88E22-09CB-D235-5744-31271902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900" y="3464170"/>
            <a:ext cx="378388" cy="37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E525F17-963B-717C-0973-C2C255C10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2816" y="3510960"/>
            <a:ext cx="339554" cy="3395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27A24C-DFD6-DBA4-0774-97A67B220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831" y="5388010"/>
            <a:ext cx="339554" cy="33955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21E6B106-A53D-5D3C-105C-0C0F42FD4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4357" y="5330725"/>
            <a:ext cx="392569" cy="392569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id="{9D06F3F2-4BA2-2A83-A3B5-A9C8BD5D2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657" y="1690959"/>
            <a:ext cx="378388" cy="37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 26" descr="Infographic of Microsoft 365 Copilot features.">
            <a:extLst>
              <a:ext uri="{FF2B5EF4-FFF2-40B4-BE49-F238E27FC236}">
                <a16:creationId xmlns:a16="http://schemas.microsoft.com/office/drawing/2014/main" id="{B3A6CD29-E697-28D1-0AB3-D4197B88EDA8}"/>
              </a:ext>
            </a:extLst>
          </p:cNvPr>
          <p:cNvSpPr/>
          <p:nvPr/>
        </p:nvSpPr>
        <p:spPr bwMode="auto">
          <a:xfrm>
            <a:off x="266700" y="444500"/>
            <a:ext cx="165100" cy="141289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Title 16">
            <a:extLst>
              <a:ext uri="{FF2B5EF4-FFF2-40B4-BE49-F238E27FC236}">
                <a16:creationId xmlns:a16="http://schemas.microsoft.com/office/drawing/2014/main" id="{052ED276-D392-6A85-5A25-8B26495F4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19147" y="3642308"/>
            <a:ext cx="3348490" cy="430887"/>
          </a:xfr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 algn="ctr"/>
            <a:r>
              <a:rPr lang="en-CA" sz="2800" spc="0" noProof="0"/>
              <a:t>Where Copilot wows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82DCD6-C773-8B9D-7D54-8BABE6A4EFA2}"/>
              </a:ext>
            </a:extLst>
          </p:cNvPr>
          <p:cNvSpPr txBox="1"/>
          <p:nvPr/>
        </p:nvSpPr>
        <p:spPr>
          <a:xfrm>
            <a:off x="938474" y="927889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Get proactive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overviews of your day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B31D9A-8EF6-54B1-2BEA-8ECF4DAF920D}"/>
              </a:ext>
            </a:extLst>
          </p:cNvPr>
          <p:cNvSpPr txBox="1"/>
          <p:nvPr/>
        </p:nvSpPr>
        <p:spPr>
          <a:xfrm>
            <a:off x="1619440" y="1757043"/>
            <a:ext cx="116182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 Chat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5DD1D-11DF-EE93-7294-3F625F08C0B3}"/>
              </a:ext>
            </a:extLst>
          </p:cNvPr>
          <p:cNvSpPr txBox="1"/>
          <p:nvPr/>
        </p:nvSpPr>
        <p:spPr>
          <a:xfrm>
            <a:off x="3674469" y="927889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Analyze </a:t>
            </a:r>
          </a:p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/>
              </a:rPr>
              <a:t>budget spend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78D4"/>
              </a:solidFill>
              <a:effectLst/>
              <a:uLnTx/>
              <a:uFillTx/>
              <a:latin typeface="Segoe UI Semibold"/>
              <a:ea typeface="+mn-ea"/>
              <a:cs typeface="Segoe Sans Display Semibold" pitchFamily="2" charset="0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53AC36CC-769C-17A4-F8F4-952390305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4470" y="1672040"/>
            <a:ext cx="416227" cy="41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A53AF73-6B86-1410-8153-9F8B6293086F}"/>
              </a:ext>
            </a:extLst>
          </p:cNvPr>
          <p:cNvSpPr txBox="1"/>
          <p:nvPr/>
        </p:nvSpPr>
        <p:spPr>
          <a:xfrm>
            <a:off x="4700839" y="1757043"/>
            <a:ext cx="57547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Analyst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356229-F94B-DAC9-994B-C9B080372874}"/>
              </a:ext>
            </a:extLst>
          </p:cNvPr>
          <p:cNvSpPr txBox="1"/>
          <p:nvPr/>
        </p:nvSpPr>
        <p:spPr>
          <a:xfrm>
            <a:off x="6410464" y="927889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Prepare for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a customer meeting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B23BD2-BFB9-28F3-1622-0127D17D4977}"/>
              </a:ext>
            </a:extLst>
          </p:cNvPr>
          <p:cNvSpPr txBox="1"/>
          <p:nvPr/>
        </p:nvSpPr>
        <p:spPr>
          <a:xfrm>
            <a:off x="7180770" y="1757043"/>
            <a:ext cx="102235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Researcher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BDAA3E-61C1-83A2-1773-608FCF1881AC}"/>
              </a:ext>
            </a:extLst>
          </p:cNvPr>
          <p:cNvSpPr txBox="1"/>
          <p:nvPr/>
        </p:nvSpPr>
        <p:spPr>
          <a:xfrm>
            <a:off x="9146459" y="927889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Create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strategy papers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50C2B22A-372F-8D0F-1A3F-3457666A2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652" y="1690959"/>
            <a:ext cx="378388" cy="37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6392773-2A1C-BF8C-81A9-F4E8ABE62D18}"/>
              </a:ext>
            </a:extLst>
          </p:cNvPr>
          <p:cNvSpPr txBox="1"/>
          <p:nvPr/>
        </p:nvSpPr>
        <p:spPr>
          <a:xfrm>
            <a:off x="9916765" y="1757043"/>
            <a:ext cx="102235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Researcher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6875F8-CFBC-8135-1EB8-04F538EF6103}"/>
              </a:ext>
            </a:extLst>
          </p:cNvPr>
          <p:cNvSpPr txBox="1"/>
          <p:nvPr/>
        </p:nvSpPr>
        <p:spPr>
          <a:xfrm>
            <a:off x="938474" y="2760342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Create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interview guides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940F82-7DE6-45E7-4374-C040470FEC4E}"/>
              </a:ext>
            </a:extLst>
          </p:cNvPr>
          <p:cNvSpPr txBox="1"/>
          <p:nvPr/>
        </p:nvSpPr>
        <p:spPr>
          <a:xfrm>
            <a:off x="1718546" y="3530254"/>
            <a:ext cx="102235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Researcher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9B17E1-B1FF-E4BB-9A40-8CE994AFDDC5}"/>
              </a:ext>
            </a:extLst>
          </p:cNvPr>
          <p:cNvSpPr txBox="1"/>
          <p:nvPr/>
        </p:nvSpPr>
        <p:spPr>
          <a:xfrm>
            <a:off x="9151676" y="2754505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Never take meeting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notes again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66D032-F955-A992-A07C-C8630A4396AA}"/>
              </a:ext>
            </a:extLst>
          </p:cNvPr>
          <p:cNvSpPr txBox="1"/>
          <p:nvPr/>
        </p:nvSpPr>
        <p:spPr>
          <a:xfrm>
            <a:off x="9703929" y="3434516"/>
            <a:ext cx="144802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Copilot in </a:t>
            </a:r>
            <a:b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</a:b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Teams Meetings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0723C8-3B2B-2344-BCFC-DD421DD82049}"/>
              </a:ext>
            </a:extLst>
          </p:cNvPr>
          <p:cNvSpPr txBox="1"/>
          <p:nvPr/>
        </p:nvSpPr>
        <p:spPr>
          <a:xfrm>
            <a:off x="938474" y="4605430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Catch up on 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missed meetings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B2CBD6-4E6F-C868-B8D4-741B07978972}"/>
              </a:ext>
            </a:extLst>
          </p:cNvPr>
          <p:cNvSpPr txBox="1"/>
          <p:nvPr/>
        </p:nvSpPr>
        <p:spPr>
          <a:xfrm>
            <a:off x="1495944" y="5311566"/>
            <a:ext cx="135203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Copilot in </a:t>
            </a:r>
            <a:b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</a:br>
            <a:r>
              <a:rPr kumimoji="0" lang="en-US" sz="1400" b="0" i="0" u="none" strike="noStrike" kern="1200" cap="none" spc="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Sans Display" pitchFamily="2" charset="0"/>
              </a:rPr>
              <a:t>Teams Meetings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727EE6-0486-E1A9-52A3-0243489E1318}"/>
              </a:ext>
            </a:extLst>
          </p:cNvPr>
          <p:cNvSpPr txBox="1"/>
          <p:nvPr/>
        </p:nvSpPr>
        <p:spPr>
          <a:xfrm>
            <a:off x="3674469" y="4605430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Quickly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find content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90ADAC-80A9-1C94-1F3A-59DB38C5795A}"/>
              </a:ext>
            </a:extLst>
          </p:cNvPr>
          <p:cNvSpPr txBox="1"/>
          <p:nvPr/>
        </p:nvSpPr>
        <p:spPr>
          <a:xfrm>
            <a:off x="4355435" y="5419287"/>
            <a:ext cx="135479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Copilot Search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3307C8-9DE0-1F34-C968-882C2EB651F9}"/>
              </a:ext>
            </a:extLst>
          </p:cNvPr>
          <p:cNvSpPr txBox="1"/>
          <p:nvPr/>
        </p:nvSpPr>
        <p:spPr>
          <a:xfrm>
            <a:off x="6410464" y="4605430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Be prepared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for every meeting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A7F9CB-9DA3-B110-057F-3971CDE81C3D}"/>
              </a:ext>
            </a:extLst>
          </p:cNvPr>
          <p:cNvGrpSpPr/>
          <p:nvPr/>
        </p:nvGrpSpPr>
        <p:grpSpPr>
          <a:xfrm>
            <a:off x="6506821" y="5311566"/>
            <a:ext cx="1909136" cy="430887"/>
            <a:chOff x="6506821" y="5311566"/>
            <a:chExt cx="1909136" cy="430887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935D7EA-3972-071F-CE23-332FEFB7E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06821" y="5388010"/>
              <a:ext cx="339554" cy="33955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196ACE9-DF73-5D69-C44D-8438304BC1E1}"/>
                </a:ext>
              </a:extLst>
            </p:cNvPr>
            <p:cNvSpPr txBox="1"/>
            <p:nvPr/>
          </p:nvSpPr>
          <p:spPr>
            <a:xfrm>
              <a:off x="6967934" y="5311566"/>
              <a:ext cx="1448023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lvl="0" algn="ctr">
                <a:spcBef>
                  <a:spcPts val="600"/>
                </a:spcBef>
                <a:defRPr sz="1600" spc="-10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cs typeface="Segoe Sans Display Semibold" pitchFamily="2" charset="0"/>
                </a:defRPr>
              </a:lvl1pPr>
            </a:lstStyle>
            <a:p>
              <a:pPr marL="0" marR="0" lvl="2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Copilot in </a:t>
              </a:r>
              <a:b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</a:br>
              <a:r>
                <a:rPr kumimoji="0" lang="en-US" sz="1400" b="0" i="0" u="none" strike="noStrike" kern="1200" cap="none" spc="0" normalizeH="0" baseline="0" noProof="0">
                  <a:ln w="3175"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Segoe Sans Display" pitchFamily="2" charset="0"/>
                </a:rPr>
                <a:t>Teams Meetings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0253FA9F-2BB9-C84D-A52D-B8EF8C1B41C7}"/>
              </a:ext>
            </a:extLst>
          </p:cNvPr>
          <p:cNvSpPr txBox="1"/>
          <p:nvPr/>
        </p:nvSpPr>
        <p:spPr>
          <a:xfrm>
            <a:off x="9170448" y="4605430"/>
            <a:ext cx="21018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Quickly onboard onto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Segoe UI Semibold"/>
                <a:ea typeface="+mn-ea"/>
                <a:cs typeface="Segoe Sans Display Semibold" pitchFamily="2" charset="0"/>
              </a:rPr>
              <a:t>new roles or projects</a:t>
            </a:r>
          </a:p>
        </p:txBody>
      </p:sp>
      <p:pic>
        <p:nvPicPr>
          <p:cNvPr id="52" name="Picture 44">
            <a:extLst>
              <a:ext uri="{FF2B5EF4-FFF2-40B4-BE49-F238E27FC236}">
                <a16:creationId xmlns:a16="http://schemas.microsoft.com/office/drawing/2014/main" id="{33DDA0FF-187E-C490-8C14-7C019ACE4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139" r="139"/>
          <a:stretch/>
        </p:blipFill>
        <p:spPr>
          <a:xfrm>
            <a:off x="9527509" y="5395971"/>
            <a:ext cx="345520" cy="346482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C621774-B18D-925F-7ED8-4F162070FD81}"/>
              </a:ext>
            </a:extLst>
          </p:cNvPr>
          <p:cNvSpPr txBox="1"/>
          <p:nvPr/>
        </p:nvSpPr>
        <p:spPr>
          <a:xfrm>
            <a:off x="9988622" y="5446102"/>
            <a:ext cx="87863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lvl="0" algn="ctr">
              <a:spcBef>
                <a:spcPts val="600"/>
              </a:spcBef>
              <a:defRPr sz="1600" spc="-1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0" scaled="1"/>
                </a:gradFill>
                <a:latin typeface="+mj-lt"/>
                <a:cs typeface="Segoe Sans Display Semibold" pitchFamily="2" charset="0"/>
              </a:defRPr>
            </a:lvl1pPr>
          </a:lstStyle>
          <a:p>
            <a:pPr marL="0" marR="0" lvl="2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Notebooks</a:t>
            </a:r>
          </a:p>
        </p:txBody>
      </p:sp>
    </p:spTree>
    <p:extLst>
      <p:ext uri="{BB962C8B-B14F-4D97-AF65-F5344CB8AC3E}">
        <p14:creationId xmlns:p14="http://schemas.microsoft.com/office/powerpoint/2010/main" val="37928333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 L 4.16667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E159-33E8-4D04-CF93-495467A5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D960CFB-F5E7-39C5-ECD0-BD113896B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" y="0"/>
            <a:ext cx="12191999" cy="1623313"/>
            <a:chOff x="1" y="0"/>
            <a:chExt cx="12191999" cy="13805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1891949-6DC3-E0D9-50C0-5727AE1E6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" y="0"/>
              <a:ext cx="12191998" cy="1358900"/>
            </a:xfrm>
            <a:custGeom>
              <a:avLst/>
              <a:gdLst>
                <a:gd name="connsiteX0" fmla="*/ 0 w 12191998"/>
                <a:gd name="connsiteY0" fmla="*/ 0 h 1358900"/>
                <a:gd name="connsiteX1" fmla="*/ 12191998 w 12191998"/>
                <a:gd name="connsiteY1" fmla="*/ 0 h 1358900"/>
                <a:gd name="connsiteX2" fmla="*/ 12191998 w 12191998"/>
                <a:gd name="connsiteY2" fmla="*/ 1358900 h 1358900"/>
                <a:gd name="connsiteX3" fmla="*/ 0 w 12191998"/>
                <a:gd name="connsiteY3" fmla="*/ 1358900 h 135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8" h="1358900">
                  <a:moveTo>
                    <a:pt x="0" y="0"/>
                  </a:moveTo>
                  <a:lnTo>
                    <a:pt x="12191998" y="0"/>
                  </a:lnTo>
                  <a:lnTo>
                    <a:pt x="12191998" y="1358900"/>
                  </a:lnTo>
                  <a:lnTo>
                    <a:pt x="0" y="1358900"/>
                  </a:lnTo>
                  <a:close/>
                </a:path>
              </a:pathLst>
            </a:custGeom>
          </p:spPr>
        </p:pic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4C5EB05-68D8-6150-CD06-FAE4D2755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2" y="0"/>
              <a:ext cx="12191998" cy="1358900"/>
            </a:xfrm>
            <a:custGeom>
              <a:avLst/>
              <a:gdLst>
                <a:gd name="connsiteX0" fmla="*/ 0 w 12191998"/>
                <a:gd name="connsiteY0" fmla="*/ 0 h 1358900"/>
                <a:gd name="connsiteX1" fmla="*/ 12191998 w 12191998"/>
                <a:gd name="connsiteY1" fmla="*/ 0 h 1358900"/>
                <a:gd name="connsiteX2" fmla="*/ 12191998 w 12191998"/>
                <a:gd name="connsiteY2" fmla="*/ 1358900 h 1358900"/>
                <a:gd name="connsiteX3" fmla="*/ 0 w 12191998"/>
                <a:gd name="connsiteY3" fmla="*/ 1358900 h 135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8" h="1358900">
                  <a:moveTo>
                    <a:pt x="0" y="0"/>
                  </a:moveTo>
                  <a:lnTo>
                    <a:pt x="12191998" y="0"/>
                  </a:lnTo>
                  <a:lnTo>
                    <a:pt x="12191998" y="1358900"/>
                  </a:lnTo>
                  <a:lnTo>
                    <a:pt x="0" y="1358900"/>
                  </a:ln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+mn-ea"/>
                <a:cs typeface="Segoe UI" pitchFamily="34" charset="0"/>
              </a:endParaRPr>
            </a:p>
          </p:txBody>
        </p:sp>
        <p:sp>
          <p:nvSpPr>
            <p:cNvPr id="24" name="Graphic 34_1">
              <a:extLst>
                <a:ext uri="{FF2B5EF4-FFF2-40B4-BE49-F238E27FC236}">
                  <a16:creationId xmlns:a16="http://schemas.microsoft.com/office/drawing/2014/main" id="{135EF497-2CE7-A490-8D2A-74E811BD25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" y="1341620"/>
              <a:ext cx="12191998" cy="38880"/>
            </a:xfrm>
            <a:custGeom>
              <a:avLst/>
              <a:gdLst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4" fmla="*/ 0 w 12191998"/>
                <a:gd name="connsiteY4" fmla="*/ 0 h 863854"/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4" fmla="*/ 91440 w 12191998"/>
                <a:gd name="connsiteY4" fmla="*/ 91440 h 863854"/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0" fmla="*/ 12191998 w 12191998"/>
                <a:gd name="connsiteY0" fmla="*/ 0 h 863854"/>
                <a:gd name="connsiteX1" fmla="*/ 12191998 w 12191998"/>
                <a:gd name="connsiteY1" fmla="*/ 863854 h 863854"/>
                <a:gd name="connsiteX2" fmla="*/ 0 w 12191998"/>
                <a:gd name="connsiteY2" fmla="*/ 863854 h 863854"/>
                <a:gd name="connsiteX0" fmla="*/ 12191998 w 12191998"/>
                <a:gd name="connsiteY0" fmla="*/ 0 h 0"/>
                <a:gd name="connsiteX1" fmla="*/ 0 w 1219199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1998">
                  <a:moveTo>
                    <a:pt x="12191998" y="0"/>
                  </a:moveTo>
                  <a:lnTo>
                    <a:pt x="0" y="0"/>
                  </a:lnTo>
                </a:path>
              </a:pathLst>
            </a:custGeom>
            <a:noFill/>
            <a:ln w="50800">
              <a:gradFill flip="none" rotWithShape="1">
                <a:gsLst>
                  <a:gs pos="0">
                    <a:srgbClr val="FFA38B">
                      <a:lumMod val="98000"/>
                    </a:srgbClr>
                  </a:gs>
                  <a:gs pos="35000">
                    <a:srgbClr val="D361FF"/>
                  </a:gs>
                  <a:gs pos="70000">
                    <a:srgbClr val="2CB1FE"/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+mn-ea"/>
                <a:cs typeface="Segoe UI" pitchFamily="34" charset="0"/>
              </a:endParaRPr>
            </a:p>
          </p:txBody>
        </p:sp>
      </p:grpSp>
      <p:sp>
        <p:nvSpPr>
          <p:cNvPr id="26" name="Title 25">
            <a:extLst>
              <a:ext uri="{FF2B5EF4-FFF2-40B4-BE49-F238E27FC236}">
                <a16:creationId xmlns:a16="http://schemas.microsoft.com/office/drawing/2014/main" id="{4B1B589E-41E0-7714-9C72-7AFDC1B7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414"/>
            <a:ext cx="11018520" cy="430887"/>
          </a:xfrm>
        </p:spPr>
        <p:txBody>
          <a:bodyPr/>
          <a:lstStyle/>
          <a:p>
            <a:r>
              <a:rPr lang="en-US" sz="2800"/>
              <a:t>Microsoft 365 Business + Copilot Bundles</a:t>
            </a:r>
          </a:p>
        </p:txBody>
      </p:sp>
      <p:sp>
        <p:nvSpPr>
          <p:cNvPr id="29" name="Rectangle: Rounded Corners 50">
            <a:extLst>
              <a:ext uri="{FF2B5EF4-FFF2-40B4-BE49-F238E27FC236}">
                <a16:creationId xmlns:a16="http://schemas.microsoft.com/office/drawing/2014/main" id="{041EEA65-A3BC-3244-8233-3B955CE80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15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0" name="Rectangle: Rounded Corners 50">
            <a:extLst>
              <a:ext uri="{FF2B5EF4-FFF2-40B4-BE49-F238E27FC236}">
                <a16:creationId xmlns:a16="http://schemas.microsoft.com/office/drawing/2014/main" id="{000C4176-5A6F-9ECE-A6CD-9EBAF5115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926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1" name="Rectangle: Rounded Corners 50">
            <a:extLst>
              <a:ext uri="{FF2B5EF4-FFF2-40B4-BE49-F238E27FC236}">
                <a16:creationId xmlns:a16="http://schemas.microsoft.com/office/drawing/2014/main" id="{5285C9BB-DFBA-699A-489E-D1CFEADD5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0137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3" name="Rectangle: Rounded Corners 50">
            <a:extLst>
              <a:ext uri="{FF2B5EF4-FFF2-40B4-BE49-F238E27FC236}">
                <a16:creationId xmlns:a16="http://schemas.microsoft.com/office/drawing/2014/main" id="{82EC21F3-BDB9-B085-B74F-320E6BA5A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1500" y="1947402"/>
            <a:ext cx="11049000" cy="282424"/>
          </a:xfrm>
          <a:prstGeom prst="roundRect">
            <a:avLst>
              <a:gd name="adj" fmla="val 17932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Generally available December 1, 2025</a:t>
            </a:r>
          </a:p>
        </p:txBody>
      </p:sp>
      <p:sp>
        <p:nvSpPr>
          <p:cNvPr id="34" name="Title 25">
            <a:extLst>
              <a:ext uri="{FF2B5EF4-FFF2-40B4-BE49-F238E27FC236}">
                <a16:creationId xmlns:a16="http://schemas.microsoft.com/office/drawing/2014/main" id="{85B675A0-152C-C003-E8F0-4A2F261452D7}"/>
              </a:ext>
            </a:extLst>
          </p:cNvPr>
          <p:cNvSpPr txBox="1">
            <a:spLocks/>
          </p:cNvSpPr>
          <p:nvPr/>
        </p:nvSpPr>
        <p:spPr>
          <a:xfrm>
            <a:off x="942189" y="3925954"/>
            <a:ext cx="2636823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Microsoft 365</a:t>
            </a:r>
          </a:p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Business Basic +</a:t>
            </a:r>
          </a:p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Copilot Business</a:t>
            </a:r>
            <a:endParaRPr lang="en-US" sz="2400" b="0" spc="0">
              <a:gradFill>
                <a:gsLst>
                  <a:gs pos="2874">
                    <a:schemeClr val="accent1"/>
                  </a:gs>
                  <a:gs pos="71000">
                    <a:schemeClr val="accent4"/>
                  </a:gs>
                  <a:gs pos="100000">
                    <a:schemeClr val="accent2"/>
                  </a:gs>
                </a:gsLst>
                <a:lin ang="0" scaled="1"/>
              </a:gradFill>
              <a:latin typeface="+mj-lt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382CA0-8BCC-37C7-29F7-6A509277CB64}"/>
              </a:ext>
            </a:extLst>
          </p:cNvPr>
          <p:cNvSpPr txBox="1"/>
          <p:nvPr/>
        </p:nvSpPr>
        <p:spPr>
          <a:xfrm>
            <a:off x="9421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$27 per user/month</a:t>
            </a:r>
          </a:p>
        </p:txBody>
      </p:sp>
      <p:pic>
        <p:nvPicPr>
          <p:cNvPr id="36" name="Picture 35" descr="Microsoft 365 Copilot product icon">
            <a:extLst>
              <a:ext uri="{FF2B5EF4-FFF2-40B4-BE49-F238E27FC236}">
                <a16:creationId xmlns:a16="http://schemas.microsoft.com/office/drawing/2014/main" id="{C2A85301-50C8-2C61-40C4-248B3A853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89" y="2554573"/>
            <a:ext cx="910962" cy="918090"/>
          </a:xfrm>
          <a:prstGeom prst="rect">
            <a:avLst/>
          </a:prstGeom>
        </p:spPr>
      </p:pic>
      <p:sp>
        <p:nvSpPr>
          <p:cNvPr id="37" name="Title 25">
            <a:extLst>
              <a:ext uri="{FF2B5EF4-FFF2-40B4-BE49-F238E27FC236}">
                <a16:creationId xmlns:a16="http://schemas.microsoft.com/office/drawing/2014/main" id="{E0B53F18-5965-CC7C-0151-795E08E1431D}"/>
              </a:ext>
            </a:extLst>
          </p:cNvPr>
          <p:cNvSpPr txBox="1">
            <a:spLocks/>
          </p:cNvSpPr>
          <p:nvPr/>
        </p:nvSpPr>
        <p:spPr>
          <a:xfrm>
            <a:off x="4663289" y="3907487"/>
            <a:ext cx="26368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Microsoft 365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Business </a:t>
            </a:r>
            <a:r>
              <a:rPr lang="en-US" sz="2000" b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latin typeface="Segoe Sans Display Semibold"/>
                <a:cs typeface="Segoe Sans Display Semibold"/>
              </a:rPr>
              <a:t>Standard</a:t>
            </a: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+</a:t>
            </a:r>
            <a:endParaRPr kumimoji="0" lang="en-US" sz="2000" b="0" i="1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srgbClr val="0078D4"/>
                  </a:gs>
                  <a:gs pos="94000">
                    <a:srgbClr val="C73ECC"/>
                  </a:gs>
                </a:gsLst>
                <a:lin ang="0" scaled="1"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Copilot Business</a:t>
            </a:r>
            <a:endParaRPr kumimoji="0" lang="en-US" sz="2400" b="1" i="0" u="none" strike="noStrike" kern="1200" cap="none" spc="-2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802F28-C470-4A60-4E84-4293D43F1EEA}"/>
              </a:ext>
            </a:extLst>
          </p:cNvPr>
          <p:cNvSpPr txBox="1"/>
          <p:nvPr/>
        </p:nvSpPr>
        <p:spPr>
          <a:xfrm>
            <a:off x="46632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$33.50 per user/month</a:t>
            </a:r>
          </a:p>
        </p:txBody>
      </p:sp>
      <p:pic>
        <p:nvPicPr>
          <p:cNvPr id="40" name="Picture 39" descr="Microsoft 365 Copilot product icon">
            <a:extLst>
              <a:ext uri="{FF2B5EF4-FFF2-40B4-BE49-F238E27FC236}">
                <a16:creationId xmlns:a16="http://schemas.microsoft.com/office/drawing/2014/main" id="{6A2DE0FA-7E54-A0D0-2709-04E1E4648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89" y="2554573"/>
            <a:ext cx="910962" cy="918090"/>
          </a:xfrm>
          <a:prstGeom prst="rect">
            <a:avLst/>
          </a:prstGeom>
        </p:spPr>
      </p:pic>
      <p:sp>
        <p:nvSpPr>
          <p:cNvPr id="41" name="Title 25">
            <a:extLst>
              <a:ext uri="{FF2B5EF4-FFF2-40B4-BE49-F238E27FC236}">
                <a16:creationId xmlns:a16="http://schemas.microsoft.com/office/drawing/2014/main" id="{4578F699-D4AA-1EAA-3DC3-45659D306A1C}"/>
              </a:ext>
            </a:extLst>
          </p:cNvPr>
          <p:cNvSpPr txBox="1">
            <a:spLocks/>
          </p:cNvSpPr>
          <p:nvPr/>
        </p:nvSpPr>
        <p:spPr>
          <a:xfrm>
            <a:off x="8384389" y="3907487"/>
            <a:ext cx="26368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Microsoft 365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Business </a:t>
            </a:r>
            <a:r>
              <a:rPr lang="en-US" sz="2000" b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latin typeface="Segoe Sans Display Semibold"/>
                <a:cs typeface="Segoe Sans Display Semibold"/>
              </a:rPr>
              <a:t>Premium</a:t>
            </a: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 +</a:t>
            </a:r>
            <a:endParaRPr kumimoji="0" lang="en-US" sz="2000" b="0" i="1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srgbClr val="0078D4"/>
                  </a:gs>
                  <a:gs pos="94000">
                    <a:srgbClr val="C73ECC"/>
                  </a:gs>
                </a:gsLst>
                <a:lin ang="0" scaled="1"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Copilot Business</a:t>
            </a:r>
            <a:endParaRPr kumimoji="0" lang="en-US" sz="2000" b="1" i="0" u="none" strike="noStrike" kern="1200" cap="none" spc="-2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F5D3B5-D516-3485-772C-1CC7DB8867E5}"/>
              </a:ext>
            </a:extLst>
          </p:cNvPr>
          <p:cNvSpPr txBox="1"/>
          <p:nvPr/>
        </p:nvSpPr>
        <p:spPr>
          <a:xfrm>
            <a:off x="83843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$43 per user/month</a:t>
            </a:r>
          </a:p>
        </p:txBody>
      </p:sp>
      <p:pic>
        <p:nvPicPr>
          <p:cNvPr id="43" name="Picture 42" descr="Microsoft 365 Copilot product icon">
            <a:extLst>
              <a:ext uri="{FF2B5EF4-FFF2-40B4-BE49-F238E27FC236}">
                <a16:creationId xmlns:a16="http://schemas.microsoft.com/office/drawing/2014/main" id="{3DD3A596-3C4F-765E-B5D4-1B8670C41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389" y="2554573"/>
            <a:ext cx="910962" cy="91809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3A2C6F9-E5E9-D3BE-D6A9-45C0A524B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15317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97781FB-D97A-8C3C-579D-718C66EDD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52528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DD23515-DF55-1371-2EC4-4C74634E9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89739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32F24A-FDD7-8ED7-A722-3A5022AE0711}"/>
              </a:ext>
            </a:extLst>
          </p:cNvPr>
          <p:cNvSpPr txBox="1"/>
          <p:nvPr/>
        </p:nvSpPr>
        <p:spPr>
          <a:xfrm>
            <a:off x="643422" y="914970"/>
            <a:ext cx="1162158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/>
              <a:t>New SKUs combine Microsoft 365 Business and Copilot for Business to create a simple more streamline sales motion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/>
              <a:t>List prices for these bundles will match the combined cost of individual products and will be available “with” and “without” Teams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E5D470-D381-A877-19E4-B7C70DF69603}"/>
              </a:ext>
            </a:extLst>
          </p:cNvPr>
          <p:cNvSpPr txBox="1"/>
          <p:nvPr/>
        </p:nvSpPr>
        <p:spPr>
          <a:xfrm rot="18900000">
            <a:off x="-199402" y="123442"/>
            <a:ext cx="1024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New! </a:t>
            </a: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6E1822D2-0F62-D622-7959-A5CE040A4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8769" y="-16473"/>
            <a:ext cx="1007341" cy="1007341"/>
          </a:xfrm>
          <a:prstGeom prst="diagStripe">
            <a:avLst>
              <a:gd name="adj" fmla="val 33248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AD2CD-83FE-DA1F-8CEB-50EC1BA14631}"/>
              </a:ext>
            </a:extLst>
          </p:cNvPr>
          <p:cNvSpPr txBox="1"/>
          <p:nvPr/>
        </p:nvSpPr>
        <p:spPr>
          <a:xfrm rot="18900000">
            <a:off x="-199402" y="123442"/>
            <a:ext cx="1024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New! </a:t>
            </a:r>
          </a:p>
        </p:txBody>
      </p:sp>
    </p:spTree>
    <p:extLst>
      <p:ext uri="{BB962C8B-B14F-4D97-AF65-F5344CB8AC3E}">
        <p14:creationId xmlns:p14="http://schemas.microsoft.com/office/powerpoint/2010/main" val="340346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6 L -1.875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2.08333E-7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-1.66667E-6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1.45833E-6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1.11022E-16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9" grpId="0" animBg="1"/>
      <p:bldP spid="39" grpId="1" animBg="1"/>
      <p:bldP spid="42" grpId="0" animBg="1"/>
      <p:bldP spid="4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4FEC-954B-41F6-8302-B1550443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86C1C97-8F6F-B17B-8AE0-3A385AE0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" y="0"/>
            <a:ext cx="12191999" cy="1623313"/>
            <a:chOff x="1" y="0"/>
            <a:chExt cx="12191999" cy="1380500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69564CE-BCA3-4B36-A878-49B72F800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" y="0"/>
              <a:ext cx="12191998" cy="1358900"/>
            </a:xfrm>
            <a:custGeom>
              <a:avLst/>
              <a:gdLst>
                <a:gd name="connsiteX0" fmla="*/ 0 w 12191998"/>
                <a:gd name="connsiteY0" fmla="*/ 0 h 1358900"/>
                <a:gd name="connsiteX1" fmla="*/ 12191998 w 12191998"/>
                <a:gd name="connsiteY1" fmla="*/ 0 h 1358900"/>
                <a:gd name="connsiteX2" fmla="*/ 12191998 w 12191998"/>
                <a:gd name="connsiteY2" fmla="*/ 1358900 h 1358900"/>
                <a:gd name="connsiteX3" fmla="*/ 0 w 12191998"/>
                <a:gd name="connsiteY3" fmla="*/ 1358900 h 135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8" h="1358900">
                  <a:moveTo>
                    <a:pt x="0" y="0"/>
                  </a:moveTo>
                  <a:lnTo>
                    <a:pt x="12191998" y="0"/>
                  </a:lnTo>
                  <a:lnTo>
                    <a:pt x="12191998" y="1358900"/>
                  </a:lnTo>
                  <a:lnTo>
                    <a:pt x="0" y="1358900"/>
                  </a:lnTo>
                  <a:close/>
                </a:path>
              </a:pathLst>
            </a:custGeom>
          </p:spPr>
        </p:pic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22C65E-20FB-867D-27E5-305B27100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2" y="0"/>
              <a:ext cx="12191998" cy="1358900"/>
            </a:xfrm>
            <a:custGeom>
              <a:avLst/>
              <a:gdLst>
                <a:gd name="connsiteX0" fmla="*/ 0 w 12191998"/>
                <a:gd name="connsiteY0" fmla="*/ 0 h 1358900"/>
                <a:gd name="connsiteX1" fmla="*/ 12191998 w 12191998"/>
                <a:gd name="connsiteY1" fmla="*/ 0 h 1358900"/>
                <a:gd name="connsiteX2" fmla="*/ 12191998 w 12191998"/>
                <a:gd name="connsiteY2" fmla="*/ 1358900 h 1358900"/>
                <a:gd name="connsiteX3" fmla="*/ 0 w 12191998"/>
                <a:gd name="connsiteY3" fmla="*/ 1358900 h 1358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1998" h="1358900">
                  <a:moveTo>
                    <a:pt x="0" y="0"/>
                  </a:moveTo>
                  <a:lnTo>
                    <a:pt x="12191998" y="0"/>
                  </a:lnTo>
                  <a:lnTo>
                    <a:pt x="12191998" y="1358900"/>
                  </a:lnTo>
                  <a:lnTo>
                    <a:pt x="0" y="1358900"/>
                  </a:lnTo>
                  <a:close/>
                </a:path>
              </a:pathLst>
            </a:custGeom>
            <a:solidFill>
              <a:schemeClr val="bg1">
                <a:alpha val="7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+mn-ea"/>
                <a:cs typeface="Segoe UI" pitchFamily="34" charset="0"/>
              </a:endParaRPr>
            </a:p>
          </p:txBody>
        </p:sp>
        <p:sp>
          <p:nvSpPr>
            <p:cNvPr id="24" name="Graphic 34_1">
              <a:extLst>
                <a:ext uri="{FF2B5EF4-FFF2-40B4-BE49-F238E27FC236}">
                  <a16:creationId xmlns:a16="http://schemas.microsoft.com/office/drawing/2014/main" id="{81764E3D-6D8D-BAD1-8753-D31500BC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>
            <a:xfrm>
              <a:off x="1" y="1341620"/>
              <a:ext cx="12191998" cy="38880"/>
            </a:xfrm>
            <a:custGeom>
              <a:avLst/>
              <a:gdLst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4" fmla="*/ 0 w 12191998"/>
                <a:gd name="connsiteY4" fmla="*/ 0 h 863854"/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4" fmla="*/ 91440 w 12191998"/>
                <a:gd name="connsiteY4" fmla="*/ 91440 h 863854"/>
                <a:gd name="connsiteX0" fmla="*/ 0 w 12191998"/>
                <a:gd name="connsiteY0" fmla="*/ 0 h 863854"/>
                <a:gd name="connsiteX1" fmla="*/ 12191998 w 12191998"/>
                <a:gd name="connsiteY1" fmla="*/ 0 h 863854"/>
                <a:gd name="connsiteX2" fmla="*/ 12191998 w 12191998"/>
                <a:gd name="connsiteY2" fmla="*/ 863854 h 863854"/>
                <a:gd name="connsiteX3" fmla="*/ 0 w 12191998"/>
                <a:gd name="connsiteY3" fmla="*/ 863854 h 863854"/>
                <a:gd name="connsiteX0" fmla="*/ 12191998 w 12191998"/>
                <a:gd name="connsiteY0" fmla="*/ 0 h 863854"/>
                <a:gd name="connsiteX1" fmla="*/ 12191998 w 12191998"/>
                <a:gd name="connsiteY1" fmla="*/ 863854 h 863854"/>
                <a:gd name="connsiteX2" fmla="*/ 0 w 12191998"/>
                <a:gd name="connsiteY2" fmla="*/ 863854 h 863854"/>
                <a:gd name="connsiteX0" fmla="*/ 12191998 w 12191998"/>
                <a:gd name="connsiteY0" fmla="*/ 0 h 0"/>
                <a:gd name="connsiteX1" fmla="*/ 0 w 12191998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191998">
                  <a:moveTo>
                    <a:pt x="12191998" y="0"/>
                  </a:moveTo>
                  <a:lnTo>
                    <a:pt x="0" y="0"/>
                  </a:lnTo>
                </a:path>
              </a:pathLst>
            </a:custGeom>
            <a:noFill/>
            <a:ln w="50800">
              <a:gradFill flip="none" rotWithShape="1">
                <a:gsLst>
                  <a:gs pos="0">
                    <a:srgbClr val="FFA38B">
                      <a:lumMod val="98000"/>
                    </a:srgbClr>
                  </a:gs>
                  <a:gs pos="35000">
                    <a:srgbClr val="D361FF"/>
                  </a:gs>
                  <a:gs pos="70000">
                    <a:srgbClr val="2CB1FE"/>
                  </a:gs>
                  <a:gs pos="100000">
                    <a:schemeClr val="accent1"/>
                  </a:gs>
                </a:gsLst>
                <a:lin ang="10800000" scaled="1"/>
                <a:tileRect/>
              </a:gra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"/>
                <a:ea typeface="+mn-ea"/>
                <a:cs typeface="Segoe UI" pitchFamily="34" charset="0"/>
              </a:endParaRPr>
            </a:p>
          </p:txBody>
        </p:sp>
      </p:grpSp>
      <p:sp>
        <p:nvSpPr>
          <p:cNvPr id="26" name="Title 25">
            <a:extLst>
              <a:ext uri="{FF2B5EF4-FFF2-40B4-BE49-F238E27FC236}">
                <a16:creationId xmlns:a16="http://schemas.microsoft.com/office/drawing/2014/main" id="{2431D387-289D-80BE-6FAD-B3199614E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91414"/>
            <a:ext cx="11018520" cy="430887"/>
          </a:xfrm>
        </p:spPr>
        <p:txBody>
          <a:bodyPr/>
          <a:lstStyle/>
          <a:p>
            <a:r>
              <a:rPr lang="en-US" sz="2800"/>
              <a:t>Microsoft 365 Business (w/o Teams) + Copilot Bundles</a:t>
            </a:r>
          </a:p>
        </p:txBody>
      </p:sp>
      <p:sp>
        <p:nvSpPr>
          <p:cNvPr id="29" name="Rectangle: Rounded Corners 50">
            <a:extLst>
              <a:ext uri="{FF2B5EF4-FFF2-40B4-BE49-F238E27FC236}">
                <a16:creationId xmlns:a16="http://schemas.microsoft.com/office/drawing/2014/main" id="{B10181E6-D3D1-16E8-8012-D1C3C0CA1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15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0" name="Rectangle: Rounded Corners 50">
            <a:extLst>
              <a:ext uri="{FF2B5EF4-FFF2-40B4-BE49-F238E27FC236}">
                <a16:creationId xmlns:a16="http://schemas.microsoft.com/office/drawing/2014/main" id="{4CAF9453-8664-9532-8770-2769EA1B3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42926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1" name="Rectangle: Rounded Corners 50">
            <a:extLst>
              <a:ext uri="{FF2B5EF4-FFF2-40B4-BE49-F238E27FC236}">
                <a16:creationId xmlns:a16="http://schemas.microsoft.com/office/drawing/2014/main" id="{9E120D0E-6CCD-516F-AB5C-C7F8AE493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8013700" y="2382225"/>
            <a:ext cx="3606800" cy="3652158"/>
          </a:xfrm>
          <a:prstGeom prst="roundRect">
            <a:avLst>
              <a:gd name="adj" fmla="val 4207"/>
            </a:avLst>
          </a:prstGeom>
          <a:solidFill>
            <a:schemeClr val="bg1"/>
          </a:solidFill>
          <a:ln w="6350"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15900" algn="ctr" rotWithShape="0">
              <a:prstClr val="black">
                <a:alpha val="13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b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33" name="Rectangle: Rounded Corners 50">
            <a:extLst>
              <a:ext uri="{FF2B5EF4-FFF2-40B4-BE49-F238E27FC236}">
                <a16:creationId xmlns:a16="http://schemas.microsoft.com/office/drawing/2014/main" id="{766E4C44-1903-C32F-E4E3-82516B4F3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71500" y="1947402"/>
            <a:ext cx="11049000" cy="282424"/>
          </a:xfrm>
          <a:prstGeom prst="roundRect">
            <a:avLst>
              <a:gd name="adj" fmla="val 17932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57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Generally available December 1, 2025</a:t>
            </a:r>
          </a:p>
        </p:txBody>
      </p:sp>
      <p:sp>
        <p:nvSpPr>
          <p:cNvPr id="34" name="Title 25">
            <a:extLst>
              <a:ext uri="{FF2B5EF4-FFF2-40B4-BE49-F238E27FC236}">
                <a16:creationId xmlns:a16="http://schemas.microsoft.com/office/drawing/2014/main" id="{AF4F55B2-D674-AB49-D009-62FA5B0B72F1}"/>
              </a:ext>
            </a:extLst>
          </p:cNvPr>
          <p:cNvSpPr txBox="1">
            <a:spLocks/>
          </p:cNvSpPr>
          <p:nvPr/>
        </p:nvSpPr>
        <p:spPr>
          <a:xfrm>
            <a:off x="942189" y="3925954"/>
            <a:ext cx="2636823" cy="10156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Microsoft 365</a:t>
            </a:r>
          </a:p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Business Basic +</a:t>
            </a:r>
          </a:p>
          <a:p>
            <a:pPr marL="0" marR="0" lvl="0" indent="0" defTabSz="932742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0" spc="0">
                <a:gradFill>
                  <a:gsLst>
                    <a:gs pos="2874">
                      <a:schemeClr val="accent1"/>
                    </a:gs>
                    <a:gs pos="71000">
                      <a:schemeClr val="accent4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lt"/>
                <a:cs typeface="+mj-cs"/>
              </a:rPr>
              <a:t>Copilot Business</a:t>
            </a:r>
            <a:endParaRPr lang="en-US" sz="2400" b="0" spc="0">
              <a:gradFill>
                <a:gsLst>
                  <a:gs pos="2874">
                    <a:schemeClr val="accent1"/>
                  </a:gs>
                  <a:gs pos="71000">
                    <a:schemeClr val="accent4"/>
                  </a:gs>
                  <a:gs pos="100000">
                    <a:schemeClr val="accent2"/>
                  </a:gs>
                </a:gsLst>
                <a:lin ang="0" scaled="1"/>
              </a:gradFill>
              <a:latin typeface="+mj-lt"/>
              <a:cs typeface="+mj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B1A6EE-814A-1ADA-3D86-46F6820E8059}"/>
              </a:ext>
            </a:extLst>
          </p:cNvPr>
          <p:cNvSpPr txBox="1"/>
          <p:nvPr/>
        </p:nvSpPr>
        <p:spPr>
          <a:xfrm>
            <a:off x="9421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$25 per user/month</a:t>
            </a:r>
          </a:p>
        </p:txBody>
      </p:sp>
      <p:pic>
        <p:nvPicPr>
          <p:cNvPr id="36" name="Picture 35" descr="Microsoft 365 Copilot product icon">
            <a:extLst>
              <a:ext uri="{FF2B5EF4-FFF2-40B4-BE49-F238E27FC236}">
                <a16:creationId xmlns:a16="http://schemas.microsoft.com/office/drawing/2014/main" id="{77213D70-4278-D9B0-BA5B-E6630A8C8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89" y="2554573"/>
            <a:ext cx="910962" cy="918090"/>
          </a:xfrm>
          <a:prstGeom prst="rect">
            <a:avLst/>
          </a:prstGeom>
        </p:spPr>
      </p:pic>
      <p:sp>
        <p:nvSpPr>
          <p:cNvPr id="37" name="Title 25">
            <a:extLst>
              <a:ext uri="{FF2B5EF4-FFF2-40B4-BE49-F238E27FC236}">
                <a16:creationId xmlns:a16="http://schemas.microsoft.com/office/drawing/2014/main" id="{34FE69E0-3957-DE6D-47DF-1CA5FFDC536D}"/>
              </a:ext>
            </a:extLst>
          </p:cNvPr>
          <p:cNvSpPr txBox="1">
            <a:spLocks/>
          </p:cNvSpPr>
          <p:nvPr/>
        </p:nvSpPr>
        <p:spPr>
          <a:xfrm>
            <a:off x="4663289" y="3907487"/>
            <a:ext cx="26368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Microsoft 365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Business </a:t>
            </a:r>
            <a:r>
              <a:rPr lang="en-US" sz="2000" b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latin typeface="Segoe Sans Display Semibold"/>
                <a:cs typeface="Segoe Sans Display Semibold"/>
              </a:rPr>
              <a:t>Standard</a:t>
            </a: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+</a:t>
            </a:r>
            <a:endParaRPr kumimoji="0" lang="en-US" sz="2000" b="0" i="1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srgbClr val="0078D4"/>
                  </a:gs>
                  <a:gs pos="94000">
                    <a:srgbClr val="C73ECC"/>
                  </a:gs>
                </a:gsLst>
                <a:lin ang="0" scaled="1"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Copilot Business</a:t>
            </a:r>
            <a:endParaRPr kumimoji="0" lang="en-US" sz="2400" b="1" i="0" u="none" strike="noStrike" kern="1200" cap="none" spc="-2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0475B06-ACB8-9F87-66E9-BB3364F3A44B}"/>
              </a:ext>
            </a:extLst>
          </p:cNvPr>
          <p:cNvSpPr txBox="1"/>
          <p:nvPr/>
        </p:nvSpPr>
        <p:spPr>
          <a:xfrm>
            <a:off x="46632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$30 per user/month</a:t>
            </a:r>
          </a:p>
        </p:txBody>
      </p:sp>
      <p:pic>
        <p:nvPicPr>
          <p:cNvPr id="40" name="Picture 39" descr="Microsoft 365 Copilot product icon">
            <a:extLst>
              <a:ext uri="{FF2B5EF4-FFF2-40B4-BE49-F238E27FC236}">
                <a16:creationId xmlns:a16="http://schemas.microsoft.com/office/drawing/2014/main" id="{E3505B69-4D3C-D365-623B-6FD3F948DE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89" y="2554573"/>
            <a:ext cx="910962" cy="918090"/>
          </a:xfrm>
          <a:prstGeom prst="rect">
            <a:avLst/>
          </a:prstGeom>
        </p:spPr>
      </p:pic>
      <p:sp>
        <p:nvSpPr>
          <p:cNvPr id="41" name="Title 25">
            <a:extLst>
              <a:ext uri="{FF2B5EF4-FFF2-40B4-BE49-F238E27FC236}">
                <a16:creationId xmlns:a16="http://schemas.microsoft.com/office/drawing/2014/main" id="{7423FC0B-E657-687B-5407-6566C4893353}"/>
              </a:ext>
            </a:extLst>
          </p:cNvPr>
          <p:cNvSpPr txBox="1">
            <a:spLocks/>
          </p:cNvSpPr>
          <p:nvPr/>
        </p:nvSpPr>
        <p:spPr>
          <a:xfrm>
            <a:off x="8384389" y="3907487"/>
            <a:ext cx="2636823" cy="9233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000" b="1" i="0" kern="1200" cap="none" spc="-20" baseline="0">
                <a:ln w="3175">
                  <a:noFill/>
                </a:ln>
                <a:solidFill>
                  <a:srgbClr val="000000"/>
                </a:solidFill>
                <a:effectLst/>
                <a:latin typeface="Segoe Sans Display Semibold" pitchFamily="2" charset="0"/>
                <a:ea typeface="+mj-ea"/>
                <a:cs typeface="Segoe Sans Display Semibold" pitchFamily="2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Microsoft 365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Business </a:t>
            </a:r>
            <a:r>
              <a:rPr lang="en-US" sz="2000" b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latin typeface="Segoe Sans Display Semibold"/>
                <a:cs typeface="Segoe Sans Display Semibold"/>
              </a:rPr>
              <a:t>Premium</a:t>
            </a: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 +</a:t>
            </a:r>
            <a:endParaRPr kumimoji="0" lang="en-US" sz="2000" b="0" i="1" u="none" strike="noStrike" kern="1200" cap="none" spc="-20" normalizeH="0" baseline="0" noProof="0">
              <a:ln>
                <a:noFill/>
              </a:ln>
              <a:gradFill>
                <a:gsLst>
                  <a:gs pos="0">
                    <a:srgbClr val="0078D4"/>
                  </a:gs>
                  <a:gs pos="94000">
                    <a:srgbClr val="C73ECC"/>
                  </a:gs>
                </a:gsLst>
                <a:lin ang="0" scaled="1"/>
              </a:gradFill>
              <a:effectLst/>
              <a:uLnTx/>
              <a:uFillTx/>
              <a:latin typeface="Segoe Sans Display Semibold"/>
              <a:ea typeface="+mj-ea"/>
              <a:cs typeface="Segoe Sans Display Semibold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-20" normalizeH="0" baseline="0" noProof="0">
                <a:ln>
                  <a:noFill/>
                </a:ln>
                <a:gradFill>
                  <a:gsLst>
                    <a:gs pos="0">
                      <a:srgbClr val="0078D4"/>
                    </a:gs>
                    <a:gs pos="94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 Semibold"/>
                <a:ea typeface="+mj-ea"/>
                <a:cs typeface="Segoe Sans Display Semibold"/>
              </a:rPr>
              <a:t>Copilot Business</a:t>
            </a:r>
            <a:endParaRPr kumimoji="0" lang="en-US" sz="2000" b="1" i="0" u="none" strike="noStrike" kern="1200" cap="none" spc="-20" normalizeH="0" baseline="0" noProof="0">
              <a:ln w="3175">
                <a:noFill/>
              </a:ln>
              <a:solidFill>
                <a:srgbClr val="000000"/>
              </a:solidFill>
              <a:effectLst/>
              <a:uLnTx/>
              <a:uFillTx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B2FE4C-1AFE-E55C-BB94-F92AF9D0B426}"/>
              </a:ext>
            </a:extLst>
          </p:cNvPr>
          <p:cNvSpPr txBox="1"/>
          <p:nvPr/>
        </p:nvSpPr>
        <p:spPr>
          <a:xfrm>
            <a:off x="8384389" y="5210242"/>
            <a:ext cx="2715411" cy="443139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</p:spPr>
        <p:txBody>
          <a:bodyPr vert="horz" wrap="square" lIns="45720" tIns="45720" rIns="45720" bIns="45720" rtlCol="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gradFill>
                  <a:gsLst>
                    <a:gs pos="2000">
                      <a:srgbClr val="0078D4"/>
                    </a:gs>
                    <a:gs pos="97000">
                      <a:srgbClr val="C73ECC"/>
                    </a:gs>
                  </a:gsLst>
                  <a:lin ang="0" scaled="1"/>
                </a:gradFill>
                <a:effectLst/>
                <a:uLnTx/>
                <a:uFillTx/>
                <a:latin typeface="Segoe Sans Display"/>
                <a:cs typeface="Segoe Sans Display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0">
                <a:solidFill>
                  <a:schemeClr val="accent2"/>
                </a:solidFill>
                <a:latin typeface="+mj-lt"/>
              </a:rPr>
              <a:t>$40 per user/month</a:t>
            </a:r>
          </a:p>
        </p:txBody>
      </p:sp>
      <p:pic>
        <p:nvPicPr>
          <p:cNvPr id="43" name="Picture 42" descr="Microsoft 365 Copilot product icon">
            <a:extLst>
              <a:ext uri="{FF2B5EF4-FFF2-40B4-BE49-F238E27FC236}">
                <a16:creationId xmlns:a16="http://schemas.microsoft.com/office/drawing/2014/main" id="{01F19BC8-9DFE-5AF0-CAC4-542DBD1E2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389" y="2554573"/>
            <a:ext cx="910962" cy="91809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779D610-D188-95FF-F36E-31F53FFA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15317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F27C91F-97A3-5365-DFFA-E70B03F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52528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6F2289C1-0089-D21B-2F72-D51391684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5"/>
          <a:srcRect l="2434" t="98557" r="65625"/>
          <a:stretch>
            <a:fillRect/>
          </a:stretch>
        </p:blipFill>
        <p:spPr>
          <a:xfrm flipH="1">
            <a:off x="8973908" y="6034383"/>
            <a:ext cx="1686385" cy="61474"/>
          </a:xfrm>
          <a:custGeom>
            <a:avLst/>
            <a:gdLst>
              <a:gd name="connsiteX0" fmla="*/ 3070226 w 3070226"/>
              <a:gd name="connsiteY0" fmla="*/ 0 h 61474"/>
              <a:gd name="connsiteX1" fmla="*/ 2061029 w 3070226"/>
              <a:gd name="connsiteY1" fmla="*/ 0 h 61474"/>
              <a:gd name="connsiteX2" fmla="*/ 1009198 w 3070226"/>
              <a:gd name="connsiteY2" fmla="*/ 0 h 61474"/>
              <a:gd name="connsiteX3" fmla="*/ 1009197 w 3070226"/>
              <a:gd name="connsiteY3" fmla="*/ 0 h 61474"/>
              <a:gd name="connsiteX4" fmla="*/ 826317 w 3070226"/>
              <a:gd name="connsiteY4" fmla="*/ 0 h 61474"/>
              <a:gd name="connsiteX5" fmla="*/ 0 w 3070226"/>
              <a:gd name="connsiteY5" fmla="*/ 0 h 61474"/>
              <a:gd name="connsiteX6" fmla="*/ 18570 w 3070226"/>
              <a:gd name="connsiteY6" fmla="*/ 16014 h 61474"/>
              <a:gd name="connsiteX7" fmla="*/ 160954 w 3070226"/>
              <a:gd name="connsiteY7" fmla="*/ 61474 h 61474"/>
              <a:gd name="connsiteX8" fmla="*/ 826317 w 3070226"/>
              <a:gd name="connsiteY8" fmla="*/ 61474 h 61474"/>
              <a:gd name="connsiteX9" fmla="*/ 1009197 w 3070226"/>
              <a:gd name="connsiteY9" fmla="*/ 61474 h 61474"/>
              <a:gd name="connsiteX10" fmla="*/ 1009198 w 3070226"/>
              <a:gd name="connsiteY10" fmla="*/ 61474 h 61474"/>
              <a:gd name="connsiteX11" fmla="*/ 2061029 w 3070226"/>
              <a:gd name="connsiteY11" fmla="*/ 61474 h 61474"/>
              <a:gd name="connsiteX12" fmla="*/ 2909272 w 3070226"/>
              <a:gd name="connsiteY12" fmla="*/ 61474 h 61474"/>
              <a:gd name="connsiteX13" fmla="*/ 3051657 w 3070226"/>
              <a:gd name="connsiteY13" fmla="*/ 16014 h 61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70226" h="61474">
                <a:moveTo>
                  <a:pt x="3070226" y="0"/>
                </a:moveTo>
                <a:lnTo>
                  <a:pt x="2061029" y="0"/>
                </a:lnTo>
                <a:lnTo>
                  <a:pt x="1009198" y="0"/>
                </a:lnTo>
                <a:lnTo>
                  <a:pt x="1009197" y="0"/>
                </a:lnTo>
                <a:lnTo>
                  <a:pt x="826317" y="0"/>
                </a:lnTo>
                <a:lnTo>
                  <a:pt x="0" y="0"/>
                </a:lnTo>
                <a:lnTo>
                  <a:pt x="18570" y="16014"/>
                </a:lnTo>
                <a:cubicBezTo>
                  <a:pt x="59214" y="44715"/>
                  <a:pt x="108211" y="61474"/>
                  <a:pt x="160954" y="61474"/>
                </a:cubicBezTo>
                <a:lnTo>
                  <a:pt x="826317" y="61474"/>
                </a:lnTo>
                <a:lnTo>
                  <a:pt x="1009197" y="61474"/>
                </a:lnTo>
                <a:lnTo>
                  <a:pt x="1009198" y="61474"/>
                </a:lnTo>
                <a:lnTo>
                  <a:pt x="2061029" y="61474"/>
                </a:lnTo>
                <a:lnTo>
                  <a:pt x="2909272" y="61474"/>
                </a:lnTo>
                <a:cubicBezTo>
                  <a:pt x="2962015" y="61474"/>
                  <a:pt x="3011012" y="44715"/>
                  <a:pt x="3051657" y="16014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B82C90-AE11-6AFF-97B0-4CBD8ED22570}"/>
              </a:ext>
            </a:extLst>
          </p:cNvPr>
          <p:cNvSpPr txBox="1"/>
          <p:nvPr/>
        </p:nvSpPr>
        <p:spPr>
          <a:xfrm>
            <a:off x="643422" y="914970"/>
            <a:ext cx="1162158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/>
              <a:t>New SKUs combine Microsoft 365 Business and Copilot for Business to create a simple more streamline sales motion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/>
              <a:t>List prices for these bundles will match the combined cost of individual products and will be available “with” and “without” Teams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3A93B-0191-BEEC-05F2-ADE5886E739C}"/>
              </a:ext>
            </a:extLst>
          </p:cNvPr>
          <p:cNvSpPr txBox="1"/>
          <p:nvPr/>
        </p:nvSpPr>
        <p:spPr>
          <a:xfrm rot="18900000">
            <a:off x="-199402" y="123442"/>
            <a:ext cx="1024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New! </a:t>
            </a:r>
          </a:p>
        </p:txBody>
      </p:sp>
      <p:sp>
        <p:nvSpPr>
          <p:cNvPr id="8" name="Diagonal Stripe 7">
            <a:extLst>
              <a:ext uri="{FF2B5EF4-FFF2-40B4-BE49-F238E27FC236}">
                <a16:creationId xmlns:a16="http://schemas.microsoft.com/office/drawing/2014/main" id="{FBC90AD6-407C-5D33-EA53-BED78B4B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8769" y="-16473"/>
            <a:ext cx="1007341" cy="1007341"/>
          </a:xfrm>
          <a:prstGeom prst="diagStripe">
            <a:avLst>
              <a:gd name="adj" fmla="val 33248"/>
            </a:avLst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Sans Display"/>
              <a:ea typeface="+mn-ea"/>
              <a:cs typeface="Segoe UI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B1DEA-BFCC-7514-2F99-D038038117EB}"/>
              </a:ext>
            </a:extLst>
          </p:cNvPr>
          <p:cNvSpPr txBox="1"/>
          <p:nvPr/>
        </p:nvSpPr>
        <p:spPr>
          <a:xfrm rot="18900000">
            <a:off x="-199402" y="123442"/>
            <a:ext cx="10244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Sans Display Semibold"/>
                <a:ea typeface="+mn-ea"/>
                <a:cs typeface="+mn-cs"/>
              </a:rPr>
              <a:t>New!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ED5FE-D66A-AAE2-97C8-A46BDC516028}"/>
              </a:ext>
            </a:extLst>
          </p:cNvPr>
          <p:cNvSpPr txBox="1"/>
          <p:nvPr/>
        </p:nvSpPr>
        <p:spPr>
          <a:xfrm>
            <a:off x="236668" y="6454588"/>
            <a:ext cx="56262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800"/>
              <a:t>*Prices are approximate: Business Basic Bundle – $25.40; Standard – $30.29; Premium – $39.79.</a:t>
            </a:r>
          </a:p>
        </p:txBody>
      </p:sp>
    </p:spTree>
    <p:extLst>
      <p:ext uri="{BB962C8B-B14F-4D97-AF65-F5344CB8AC3E}">
        <p14:creationId xmlns:p14="http://schemas.microsoft.com/office/powerpoint/2010/main" val="343136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6 L -1.875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0 L -3.33333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7037E-6 L -2.08333E-7 0.03541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-1.66667E-6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3.7037E-6 L 1.45833E-6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0 L 1.11022E-16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9" grpId="0" animBg="1"/>
      <p:bldP spid="39" grpId="1" animBg="1"/>
      <p:bldP spid="42" grpId="0" animBg="1"/>
      <p:bldP spid="4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Microsoft 365 Copilot Template">
  <a:themeElements>
    <a:clrScheme name="Microsoft 365 Copilot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0078D4"/>
      </a:accent1>
      <a:accent2>
        <a:srgbClr val="C03BC4"/>
      </a:accent2>
      <a:accent3>
        <a:srgbClr val="FFA38B"/>
      </a:accent3>
      <a:accent4>
        <a:srgbClr val="8661C5"/>
      </a:accent4>
      <a:accent5>
        <a:srgbClr val="8DC8E8"/>
      </a:accent5>
      <a:accent6>
        <a:srgbClr val="FF5C39"/>
      </a:accent6>
      <a:hlink>
        <a:srgbClr val="0078D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37823CB9-DC0F-DE49-A7F7-325A4228CCF9}" vid="{6CB80000-F9EA-4D40-9817-2B5CD0D7D27D}"/>
    </a:ext>
  </a:extLst>
</a:theme>
</file>

<file path=ppt/theme/theme2.xml><?xml version="1.0" encoding="utf-8"?>
<a:theme xmlns:a="http://schemas.openxmlformats.org/drawingml/2006/main" name="1_Industry Leader Summit">
  <a:themeElements>
    <a:clrScheme name="Theme Colors Dark">
      <a:dk1>
        <a:srgbClr val="091F2C"/>
      </a:dk1>
      <a:lt1>
        <a:srgbClr val="FFFFFF"/>
      </a:lt1>
      <a:dk2>
        <a:srgbClr val="463668"/>
      </a:dk2>
      <a:lt2>
        <a:srgbClr val="E8E6DF"/>
      </a:lt2>
      <a:accent1>
        <a:srgbClr val="C5B4E3"/>
      </a:accent1>
      <a:accent2>
        <a:srgbClr val="8661C5"/>
      </a:accent2>
      <a:accent3>
        <a:srgbClr val="0078D4"/>
      </a:accent3>
      <a:accent4>
        <a:srgbClr val="D7D2CB"/>
      </a:accent4>
      <a:accent5>
        <a:srgbClr val="D59ED7"/>
      </a:accent5>
      <a:accent6>
        <a:srgbClr val="D2D2D2"/>
      </a:accent6>
      <a:hlink>
        <a:srgbClr val="D59ED7"/>
      </a:hlink>
      <a:folHlink>
        <a:srgbClr val="D59ED7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Industry Leader Summit" id="{F72972EE-8539-4F6B-95B3-B9EDE7F62884}" vid="{9C08EBE9-3C5D-4CC2-9DC2-4A0FCE8BE873}"/>
    </a:ext>
  </a:extLst>
</a:theme>
</file>

<file path=ppt/theme/theme3.xml><?xml version="1.0" encoding="utf-8"?>
<a:theme xmlns:a="http://schemas.openxmlformats.org/drawingml/2006/main" name="1_Microsoft 365 Copilot Template Diamond Edition">
  <a:themeElements>
    <a:clrScheme name="Microsoft 365 Copilot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0078D4"/>
      </a:accent1>
      <a:accent2>
        <a:srgbClr val="C03BC4"/>
      </a:accent2>
      <a:accent3>
        <a:srgbClr val="FFA38B"/>
      </a:accent3>
      <a:accent4>
        <a:srgbClr val="8661C5"/>
      </a:accent4>
      <a:accent5>
        <a:srgbClr val="8DC8E8"/>
      </a:accent5>
      <a:accent6>
        <a:srgbClr val="FF5C39"/>
      </a:accent6>
      <a:hlink>
        <a:srgbClr val="0078D4"/>
      </a:hlink>
      <a:folHlink>
        <a:srgbClr val="C03BC4"/>
      </a:folHlink>
    </a:clrScheme>
    <a:fontScheme name="Microsoft 2025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37823CB9-DC0F-DE49-A7F7-325A4228CCF9}" vid="{6CB80000-F9EA-4D40-9817-2B5CD0D7D27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5E4FF88926DE4D8EBFD40472F33552" ma:contentTypeVersion="33" ma:contentTypeDescription="Create a new document." ma:contentTypeScope="" ma:versionID="948f0e1a1505ade759f8839cc957d66a">
  <xsd:schema xmlns:xsd="http://www.w3.org/2001/XMLSchema" xmlns:xs="http://www.w3.org/2001/XMLSchema" xmlns:p="http://schemas.microsoft.com/office/2006/metadata/properties" xmlns:ns1="http://schemas.microsoft.com/sharepoint/v3" xmlns:ns2="45b0b320-c1ad-4efd-8138-0825bb5fbbc0" xmlns:ns3="5a69c1ac-c916-4f5e-9023-48da1b1a0d0f" xmlns:ns4="230e9df3-be65-4c73-a93b-d1236ebd677e" targetNamespace="http://schemas.microsoft.com/office/2006/metadata/properties" ma:root="true" ma:fieldsID="c5737a4ebadb61f3d2cbf74be68e67d2" ns1:_="" ns2:_="" ns3:_="" ns4:_="">
    <xsd:import namespace="http://schemas.microsoft.com/sharepoint/v3"/>
    <xsd:import namespace="45b0b320-c1ad-4efd-8138-0825bb5fbbc0"/>
    <xsd:import namespace="5a69c1ac-c916-4f5e-9023-48da1b1a0d0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ImageTagsTaxHTField" minOccurs="0"/>
                <xsd:element ref="ns4:TaxCatchAll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SearchProperties" minOccurs="0"/>
                <xsd:element ref="ns3:MediaServiceObjectDetectorVersion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BillingMetadata" minOccurs="0"/>
                <xsd:element ref="ns3:HasDigitalSignature" minOccurs="0"/>
                <xsd:element ref="ns3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b0b320-c1ad-4efd-8138-0825bb5fbb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9c1ac-c916-4f5e-9023-48da1b1a0d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ImageTagsTaxHTField" ma:index="13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28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29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8af803c-be60-400c-9f91-58d5646696aa}" ma:internalName="TaxCatchAll" ma:showField="CatchAllData" ma:web="45b0b320-c1ad-4efd-8138-0825bb5fbb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TagsTaxHTField xmlns="5a69c1ac-c916-4f5e-9023-48da1b1a0d0f">
      <Terms xmlns="http://schemas.microsoft.com/office/infopath/2007/PartnerControls"/>
    </ImageTagsTaxHTField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A40D0713-BA50-4FE5-8C7A-5BC45832F5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98A9CA-9628-4ABF-B22F-773CD8A155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5b0b320-c1ad-4efd-8138-0825bb5fbbc0"/>
    <ds:schemaRef ds:uri="5a69c1ac-c916-4f5e-9023-48da1b1a0d0f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D1D92A-4E06-4F67-9844-C59D3563635E}">
  <ds:schemaRefs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a69c1ac-c916-4f5e-9023-48da1b1a0d0f"/>
    <ds:schemaRef ds:uri="http://purl.org/dc/elements/1.1/"/>
    <ds:schemaRef ds:uri="230e9df3-be65-4c73-a93b-d1236ebd677e"/>
    <ds:schemaRef ds:uri="http://schemas.microsoft.com/office/2006/metadata/properties"/>
    <ds:schemaRef ds:uri="45b0b320-c1ad-4efd-8138-0825bb5fbbc0"/>
    <ds:schemaRef ds:uri="http://schemas.microsoft.com/sharepoint/v3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1346</Words>
  <Application>Microsoft Office PowerPoint</Application>
  <PresentationFormat>Widescreen</PresentationFormat>
  <Paragraphs>190</Paragraphs>
  <Slides>13</Slides>
  <Notes>13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Aptos</vt:lpstr>
      <vt:lpstr>Arial</vt:lpstr>
      <vt:lpstr>Arial Black</vt:lpstr>
      <vt:lpstr>Consolas</vt:lpstr>
      <vt:lpstr>Segoe Sans Display</vt:lpstr>
      <vt:lpstr>Segoe Sans Display Semibold</vt:lpstr>
      <vt:lpstr>Segoe UI</vt:lpstr>
      <vt:lpstr>Segoe UI Semibold</vt:lpstr>
      <vt:lpstr>Wingdings</vt:lpstr>
      <vt:lpstr>2_Microsoft 365 Copilot Template</vt:lpstr>
      <vt:lpstr>1_Industry Leader Summit</vt:lpstr>
      <vt:lpstr>1_Microsoft 365 Copilot Template Diamond Edition</vt:lpstr>
      <vt:lpstr>think-cell Slide</vt:lpstr>
      <vt:lpstr> Accelerate AI transformation with Microsoft 365 Copilot + agents</vt:lpstr>
      <vt:lpstr>PowerPoint Presentation</vt:lpstr>
      <vt:lpstr>PowerPoint Presentation</vt:lpstr>
      <vt:lpstr>The most secure AI solution for your business</vt:lpstr>
      <vt:lpstr>Business impact of using Microsoft 365 Copilot</vt:lpstr>
      <vt:lpstr>Business impact of using Microsoft 365 Copilot</vt:lpstr>
      <vt:lpstr>Why Microsoft 365 Copilot?</vt:lpstr>
      <vt:lpstr>PowerPoint Presentation</vt:lpstr>
      <vt:lpstr>PowerPoint Presentation</vt:lpstr>
      <vt:lpstr>PowerPoint Presentation</vt:lpstr>
      <vt:lpstr>Where Copilot wows </vt:lpstr>
      <vt:lpstr>Microsoft 365 Business + Copilot Bundles</vt:lpstr>
      <vt:lpstr>Microsoft 365 Business (w/o Teams) + Copilot Bundles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2025-11-18T17:57:52Z</dcterms:created>
  <dcterms:modified xsi:type="dcterms:W3CDTF">2025-12-20T04:43:32Z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0x010100E55E4FF88926DE4D8EBFD40472F33552</vt:lpwstr>
  </property>
  <property fmtid="{D5CDD505-2E9C-101B-9397-08002B2CF9AE}" pid="3" name="MediaServiceImageTags">
    <vt:lpwstr/>
  </property>
</Properties>
</file>